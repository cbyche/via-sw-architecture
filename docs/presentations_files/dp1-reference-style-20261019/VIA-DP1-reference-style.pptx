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0fd3b7d0d8429c" /><Relationship Type="http://schemas.openxmlformats.org/officeDocument/2006/relationships/extended-properties" Target="/docProps/app.xml" Id="R8302f56d90c94a46" /><Relationship Type="http://schemas.openxmlformats.org/officeDocument/2006/relationships/officeDocument" Target="/ppt/presentation.xml" Id="R0e9d5946551e4073" /></Relationships>
</file>

<file path=ppt/presentation.xml><?xml version="1.0" encoding="utf-8"?>
<p:presentation xmlns:p="http://schemas.openxmlformats.org/presentationml/2006/main">
  <p:sldMasterIdLst>
    <p:sldMasterId xmlns:r="http://schemas.openxmlformats.org/officeDocument/2006/relationships" id="2147483648" r:id="R1362aa47ffd041fc"/>
  </p:sldMasterIdLst>
  <p:notesMasterIdLst>
    <p:notesMasterId xmlns:r="http://schemas.openxmlformats.org/officeDocument/2006/relationships" r:id="R5d5298146b9b48f5"/>
  </p:notesMasterIdLst>
  <p:sldIdLst>
    <p:sldId xmlns:r="http://schemas.openxmlformats.org/officeDocument/2006/relationships" id="256" r:id="Re92dcb7e3b4c4a6e"/>
    <p:sldId xmlns:r="http://schemas.openxmlformats.org/officeDocument/2006/relationships" id="257" r:id="R73d0c9caab574cfc"/>
    <p:sldId xmlns:r="http://schemas.openxmlformats.org/officeDocument/2006/relationships" id="258" r:id="R498b963caf49480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e288eafbc64492" /><Relationship Type="http://schemas.openxmlformats.org/officeDocument/2006/relationships/slideMaster" Target="/ppt/slideMasters/slideMaster1.xml" Id="R1362aa47ffd041fc" /><Relationship Type="http://schemas.openxmlformats.org/officeDocument/2006/relationships/notesMaster" Target="/ppt/notesMasters/notesMaster1.xml" Id="R5d5298146b9b48f5" /><Relationship Type="http://schemas.openxmlformats.org/officeDocument/2006/relationships/presProps" Target="/ppt/presProps.xml" Id="R32db826c115a488c" /><Relationship Type="http://schemas.openxmlformats.org/officeDocument/2006/relationships/tableStyles" Target="/ppt/tableStyles.xml" Id="R219c3d35f93d4642" /><Relationship Type="http://schemas.openxmlformats.org/officeDocument/2006/relationships/slide" Target="/ppt/slides/slide1.xml" Id="Re92dcb7e3b4c4a6e" /><Relationship Type="http://schemas.openxmlformats.org/officeDocument/2006/relationships/slide" Target="/ppt/slides/slide2.xml" Id="R73d0c9caab574cfc" /><Relationship Type="http://schemas.openxmlformats.org/officeDocument/2006/relationships/slide" Target="/ppt/slides/slide3.xml" Id="R498b963caf4948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858acc75b144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c13ae7561349c5" /><Relationship Type="http://schemas.openxmlformats.org/officeDocument/2006/relationships/notesMaster" Target="/ppt/notesMasters/notesMaster1.xml" Id="Ra9dc6736574842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b9b8cf759b4c6d" /><Relationship Type="http://schemas.openxmlformats.org/officeDocument/2006/relationships/notesMaster" Target="/ppt/notesMasters/notesMaster1.xml" Id="R5291c51dafc846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6e193be81743d6" /><Relationship Type="http://schemas.openxmlformats.org/officeDocument/2006/relationships/notesMaster" Target="/ppt/notesMasters/notesMaster1.xml" Id="R65333764a6324e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배경은 설계 문제를 설명하는 예시이며 새 실험 결과가 아니다. 연속 질문, 주제 전환, 원문 정정, 다른 대화의 근거 재소비를 함께 고려한다. 실제 전달 기록을 준비한 전체 답변과 혼동하지 않는다. 원본의 소유권과 현재 권한은 모든 구조에 공통이다.</a:t>
            </a:r>
          </a:p>
          <a:p xmlns:a="http://schemas.openxmlformats.org/drawingml/2006/main">
            <a:r>
              <a:t>내용 출처: /Users/changbae/Workspace/via-sw-architecture/docs/architecture/12-decisions/decision-packages/seven-problem-review/01-evidence-supply.md §1~4</a:t>
            </a:r>
          </a:p>
          <a:p xmlns:a="http://schemas.openxmlformats.org/drawingml/2006/main">
            <a:r>
              <a:t>스타일 참조: 첨부 22-DP04배경.png 및 19-DP03배경.png. 원본 그림을 붙이지 않고 설명 도형과 텍스트를 새로 만들었다.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p>
          <a:p xmlns:a="http://schemas.openxmlformats.org/drawingml/2006/main">
            <a:r>
              <a:t>A/B는 작업 문맥 수명 축, B/C는 별도 생산 책임 축이다. A+C도 조합 가능하나 미실험이다.</a:t>
            </a:r>
          </a:p>
          <a:p xmlns:a="http://schemas.openxmlformats.org/drawingml/2006/main">
            <a: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p>
          <a:p xmlns:a="http://schemas.openxmlformats.org/drawingml/2006/main">
            <a:r>
              <a:t>내용 출처:</a:t>
            </a:r>
          </a:p>
          <a:p xmlns:a="http://schemas.openxmlformats.org/drawingml/2006/main">
            <a:r>
              <a:t>/Users/changbae/Workspace/via-sw-architecture/docs/architecture/12-decisions/decision-packages/seven-problem-review/01-evidence-supply.md</a:t>
            </a:r>
          </a:p>
          <a:p xmlns:a="http://schemas.openxmlformats.org/drawingml/2006/main">
            <a:r>
              <a:t>/Users/changbae/Workspace/via-sw-architecture/docs/architecture/12-decisions/decision-packages/seven-problem-review/17-presentation-results.md §3</a:t>
            </a:r>
          </a:p>
          <a:p xmlns:a="http://schemas.openxmlformats.org/drawingml/2006/main">
            <a:r>
              <a:t>/Users/changbae/Workspace/via-sw-architecture/results/architecture-evaluation/current/four-dp-presentation-20261019/dp01/presentation-report.md</a:t>
            </a:r>
          </a:p>
          <a:p xmlns:a="http://schemas.openxmlformats.org/drawingml/2006/main">
            <a:r>
              <a:t>스타일 참조: 첨부 23-DP04방안.png, 24-DP04채택.png, 18-DP02채택.png. 대안 3개를 보존하기 위해 두 열을 세 열로 확장했다.</a:t>
            </a:r>
          </a:p>
          <a:p xmlns:a="http://schemas.openxmlformats.org/drawingml/2006/main">
            <a:r>
              <a:t>선택은 조건부 저자 권고이며 accepted ADR 또는 사용자 채택 선언이 아니다. QA01의 전체 승자는 입증하지 못했다. 구조의 선택과 공통 응답 정책을 분리한다.</a:t>
            </a:r>
          </a:p>
          <a:p xmlns:a="http://schemas.openxmlformats.org/drawingml/2006/main">
            <a:r>
              <a:t>A2 변경 조각 갱신은 정정 E3×3회, 원문 읽기12→9, 모델 호출12→12, QA03 21.822→21.433초, 비용0.0148424→0.0145860 USD, 본문3/6동일이다. 큰 지연/비용 향상 또는 본문 누락 해결로 확대하지 않는다. 필수14KB hard-cap 구현 수정은 보완 성과에 포함하지 않는다.</a:t>
            </a:r>
          </a:p>
          <a:p xmlns:a="http://schemas.openxmlformats.org/drawingml/2006/main">
            <a:r>
              <a:t>공통 첫 안내는 E3 ABC×2정책×3회=18episode의 별도 실험이다. A/B의 첫 입력은 정책/반복/질문으로 짝지은12쌍에서 같았다. 유지 view가 없거나 정정으로 무효화되므로 A의 유효 문맥 재사용을 시험하지 않는다. 첫 안내는 실제 source와 처리 의도의 채택이며 완료 답변이 아니다. 내부 intent 라벨이 노출된 callback proxy라 자연스러운 제품 UI의 끝단 지연으로 부르지 않는다. B QA01 6.724→1.829, QA03 22.172→23.422, 호출12→18, 비용0.0150744→0.0159652. C QA01 17.730→2.322, QA03 17.731→20.350, 호출15→21, 비용0.0348104→0.0426752. C 생산도 정책마다 독립 실행해 순수 정책효과와 구별한다. 각 안·정책의 첫 응답/종료/QA02는6/6이다. 본문은 A/B3/6, C6/6으로 유지됐다.</a:t>
            </a:r>
          </a:p>
          <a:p xmlns:a="http://schemas.openxmlformats.org/drawingml/2006/main">
            <a:r>
              <a:t>A2와 첫 안내 정책 조합은 실행하지 않았다. A3 작은 보존 예산은 상태 감소와 재읽기 증가의 교환으로 기본 적용 보류.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cb7a632bda4b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4917aba94445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edba7f75bb44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99e686cf0b46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3a5cb36f5f49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bfa6e11d194d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B9BF48-E5C3-4A6F-B5BC-DB246129B8C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5B7105-665A-4A74-B3EA-2746E6D35E53}"/>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F2B843-C691-48D0-AA03-8280391F35E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758BF7-05D2-44FF-8076-E94305E3C59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E989EB-D273-4607-8DE2-E91669766F0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D9B7E3-3EDC-4AF6-9B8F-946519480BB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D86851-388C-4C13-874C-19AEC8C9C05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318990-DE16-4CBC-875E-9A590FCA4FC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C16743-B846-4A1C-A6B0-A7BE3951B21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62BF6F-5099-4A35-9067-4B21E819134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f01688a6cf4026" /><Relationship Type="http://schemas.openxmlformats.org/officeDocument/2006/relationships/slideLayout" Target="/ppt/slideLayouts/slideLayout1.xml" Id="Rfd4fe5746a0e4411" /><Relationship Type="http://schemas.openxmlformats.org/officeDocument/2006/relationships/slideLayout" Target="/ppt/slideLayouts/slideLayout2.xml" Id="R098bcd7fe8de4206" /><Relationship Type="http://schemas.openxmlformats.org/officeDocument/2006/relationships/slideLayout" Target="/ppt/slideLayouts/slideLayout3.xml" Id="R625cedb7f72041e6" /><Relationship Type="http://schemas.openxmlformats.org/officeDocument/2006/relationships/slideLayout" Target="/ppt/slideLayouts/slideLayout4.xml" Id="R242d1937526b4a79" /><Relationship Type="http://schemas.openxmlformats.org/officeDocument/2006/relationships/slideLayout" Target="/ppt/slideLayouts/slideLayout5.xml" Id="R77e5cccec9644a6a" /><Relationship Type="http://schemas.openxmlformats.org/officeDocument/2006/relationships/slideLayout" Target="/ppt/slideLayouts/slideLayout6.xml" Id="Rd491152f57b440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4fe5746a0e4411"/>
    <p:sldLayoutId xmlns:r="http://schemas.openxmlformats.org/officeDocument/2006/relationships" id="2147483650" r:id="R098bcd7fe8de4206"/>
    <p:sldLayoutId xmlns:r="http://schemas.openxmlformats.org/officeDocument/2006/relationships" id="2147483651" r:id="R625cedb7f72041e6"/>
    <p:sldLayoutId xmlns:r="http://schemas.openxmlformats.org/officeDocument/2006/relationships" id="2147483652" r:id="R242d1937526b4a79"/>
    <p:sldLayoutId xmlns:r="http://schemas.openxmlformats.org/officeDocument/2006/relationships" id="2147483653" r:id="R77e5cccec9644a6a"/>
    <p:sldLayoutId xmlns:r="http://schemas.openxmlformats.org/officeDocument/2006/relationships" id="2147483654" r:id="Rd491152f57b440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ce7f16ad404bc8" /><Relationship Type="http://schemas.openxmlformats.org/officeDocument/2006/relationships/notesSlide" Target="/ppt/notesSlides/notesSlide1.xml" Id="Ra96574df57ba48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9b7829858b4aa0" /><Relationship Type="http://schemas.openxmlformats.org/officeDocument/2006/relationships/notesSlide" Target="/ppt/notesSlides/notesSlide2.xml" Id="Rf83a7ff53c684e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4d7fd13b80489f" /><Relationship Type="http://schemas.openxmlformats.org/officeDocument/2006/relationships/notesSlide" Target="/ppt/notesSlides/notesSlide3.xml" Id="Rc920cbfb66224c9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 name="DP1 object 1">
            <a:extLst xmlns:a="http://schemas.openxmlformats.org/drawingml/2006/main">
              <a:ext uri="{FF2B5EF4-FFF2-40B4-BE49-F238E27FC236}">
                <a16:creationId xmlns:a16="http://schemas.microsoft.com/office/drawing/2014/main" id="{B218F39B-E238-4E0E-931D-F2BE1E4BF20C}"/>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(배경)</a:t>
            </a:r>
          </a:p>
        </p:txBody>
      </p:sp>
      <p:sp>
        <p:nvSpPr>
          <p:cNvPr id="2" name="DP1 object 2">
            <a:extLst xmlns:a="http://schemas.openxmlformats.org/drawingml/2006/main">
              <a:ext uri="{FF2B5EF4-FFF2-40B4-BE49-F238E27FC236}">
                <a16:creationId xmlns:a16="http://schemas.microsoft.com/office/drawing/2014/main" id="{3472BA01-6835-4C1B-BB27-C8D3BC71CE16}"/>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3">
            <a:extLst xmlns:a="http://schemas.openxmlformats.org/drawingml/2006/main">
              <a:ext uri="{FF2B5EF4-FFF2-40B4-BE49-F238E27FC236}">
                <a16:creationId xmlns:a16="http://schemas.microsoft.com/office/drawing/2014/main" id="{CB9037C6-5FFB-4C52-B80D-1B64B1788BC0}"/>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4">
            <a:extLst xmlns:a="http://schemas.openxmlformats.org/drawingml/2006/main">
              <a:ext uri="{FF2B5EF4-FFF2-40B4-BE49-F238E27FC236}">
                <a16:creationId xmlns:a16="http://schemas.microsoft.com/office/drawing/2014/main" id="{CBADC0E8-CC87-44D0-A9DF-18391331CF3E}"/>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5">
            <a:extLst xmlns:a="http://schemas.openxmlformats.org/drawingml/2006/main">
              <a:ext uri="{FF2B5EF4-FFF2-40B4-BE49-F238E27FC236}">
                <a16:creationId xmlns:a16="http://schemas.microsoft.com/office/drawing/2014/main" id="{A2B0C8C9-2949-41AA-A616-0A113D8C24AF}"/>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6">
            <a:extLst xmlns:a="http://schemas.openxmlformats.org/drawingml/2006/main">
              <a:ext uri="{FF2B5EF4-FFF2-40B4-BE49-F238E27FC236}">
                <a16:creationId xmlns:a16="http://schemas.microsoft.com/office/drawing/2014/main" id="{A0077951-CF62-44EA-AF38-B56723827B31}"/>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7">
            <a:extLst xmlns:a="http://schemas.openxmlformats.org/drawingml/2006/main">
              <a:ext uri="{FF2B5EF4-FFF2-40B4-BE49-F238E27FC236}">
                <a16:creationId xmlns:a16="http://schemas.microsoft.com/office/drawing/2014/main" id="{E2A21654-1817-4A11-8BFE-2E44158D6AF0}"/>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8">
            <a:extLst xmlns:a="http://schemas.openxmlformats.org/drawingml/2006/main">
              <a:ext uri="{FF2B5EF4-FFF2-40B4-BE49-F238E27FC236}">
                <a16:creationId xmlns:a16="http://schemas.microsoft.com/office/drawing/2014/main" id="{164AA191-F676-4926-8D61-222D656EFB24}"/>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9">
            <a:extLst xmlns:a="http://schemas.openxmlformats.org/drawingml/2006/main">
              <a:ext uri="{FF2B5EF4-FFF2-40B4-BE49-F238E27FC236}">
                <a16:creationId xmlns:a16="http://schemas.microsoft.com/office/drawing/2014/main" id="{96AAB283-82C6-44C3-9E2B-DF5197893344}"/>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10">
            <a:extLst xmlns:a="http://schemas.openxmlformats.org/drawingml/2006/main">
              <a:ext uri="{FF2B5EF4-FFF2-40B4-BE49-F238E27FC236}">
                <a16:creationId xmlns:a16="http://schemas.microsoft.com/office/drawing/2014/main" id="{1874C925-4662-459A-9393-5E8376760CDF}"/>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11">
            <a:extLst xmlns:a="http://schemas.openxmlformats.org/drawingml/2006/main">
              <a:ext uri="{FF2B5EF4-FFF2-40B4-BE49-F238E27FC236}">
                <a16:creationId xmlns:a16="http://schemas.microsoft.com/office/drawing/2014/main" id="{CACF8DED-ADFD-4B16-893F-CE7148A61424}"/>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2">
            <a:extLst xmlns:a="http://schemas.openxmlformats.org/drawingml/2006/main">
              <a:ext uri="{FF2B5EF4-FFF2-40B4-BE49-F238E27FC236}">
                <a16:creationId xmlns:a16="http://schemas.microsoft.com/office/drawing/2014/main" id="{69B1E9DE-FF01-4DF8-A7FD-0CBDE824C313}"/>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13">
            <a:extLst xmlns:a="http://schemas.openxmlformats.org/drawingml/2006/main">
              <a:ext uri="{FF2B5EF4-FFF2-40B4-BE49-F238E27FC236}">
                <a16:creationId xmlns:a16="http://schemas.microsoft.com/office/drawing/2014/main" id="{8CB7E48A-788B-46D8-BBD8-6821D3565754}"/>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1</a:t>
            </a:r>
          </a:p>
        </p:txBody>
      </p:sp>
      <p:sp>
        <p:nvSpPr>
          <p:cNvPr id="14" name="Editable path 14">
            <a:extLst xmlns:a="http://schemas.openxmlformats.org/drawingml/2006/main">
              <a:ext uri="{FF2B5EF4-FFF2-40B4-BE49-F238E27FC236}">
                <a16:creationId xmlns:a16="http://schemas.microsoft.com/office/drawing/2014/main" id="{5C3C5C6B-D153-4210-9C71-2499E5E9D185}"/>
              </a:ext>
            </a:extLst>
          </p:cNvPr>
          <p:cNvSpPr>
            <a:spLocks xmlns:a="http://schemas.openxmlformats.org/drawingml/2006/main" noGrp="1"/>
          </p:cNvSpPr>
          <p:nvPr/>
        </p:nvSpPr>
        <p:spPr>
          <a:xfrm xmlns:a="http://schemas.openxmlformats.org/drawingml/2006/main">
            <a:off x="6238875" y="1495425"/>
            <a:ext cx="953" cy="6743700"/>
          </a:xfrm>
          <a:custGeom xmlns:a="http://schemas.openxmlformats.org/drawingml/2006/main">
            <a:pathLst>
              <a:path w="953" h="6743700">
                <a:moveTo>
                  <a:pt x="0" y="0"/>
                </a:moveTo>
                <a:lnTo>
                  <a:pt x="0" y="6743700"/>
                </a:lnTo>
              </a:path>
            </a:pathLst>
          </a:custGeom>
          <a:noFill xmlns:a="http://schemas.openxmlformats.org/drawingml/2006/main"/>
          <a:ln xmlns:a="http://schemas.openxmlformats.org/drawingml/2006/main" w="9525">
            <a:solidFill>
              <a:srgbClr val="4676CB"/>
            </a:solidFill>
            <a:prstDash val="solid"/>
          </a:ln>
        </p:spPr>
      </p:sp>
      <p:sp>
        <p:nvSpPr>
          <p:cNvPr id="15" name="Editable path 15">
            <a:extLst xmlns:a="http://schemas.openxmlformats.org/drawingml/2006/main">
              <a:ext uri="{FF2B5EF4-FFF2-40B4-BE49-F238E27FC236}">
                <a16:creationId xmlns:a16="http://schemas.microsoft.com/office/drawing/2014/main" id="{B9EED691-D52D-4BBB-90A4-13BDD0776BAA}"/>
              </a:ext>
            </a:extLst>
          </p:cNvPr>
          <p:cNvSpPr>
            <a:spLocks xmlns:a="http://schemas.openxmlformats.org/drawingml/2006/main" noGrp="1"/>
          </p:cNvSpPr>
          <p:nvPr/>
        </p:nvSpPr>
        <p:spPr>
          <a:xfrm xmlns:a="http://schemas.openxmlformats.org/drawingml/2006/main">
            <a:off x="12001500" y="1495425"/>
            <a:ext cx="953" cy="6743700"/>
          </a:xfrm>
          <a:custGeom xmlns:a="http://schemas.openxmlformats.org/drawingml/2006/main">
            <a:pathLst>
              <a:path w="953" h="6743700">
                <a:moveTo>
                  <a:pt x="0" y="0"/>
                </a:moveTo>
                <a:lnTo>
                  <a:pt x="0" y="6743700"/>
                </a:lnTo>
              </a:path>
            </a:pathLst>
          </a:custGeom>
          <a:noFill xmlns:a="http://schemas.openxmlformats.org/drawingml/2006/main"/>
          <a:ln xmlns:a="http://schemas.openxmlformats.org/drawingml/2006/main" w="9525">
            <a:solidFill>
              <a:srgbClr val="4676CB"/>
            </a:solidFill>
            <a:prstDash val="solid"/>
          </a:ln>
        </p:spPr>
      </p:sp>
      <p:sp>
        <p:nvSpPr>
          <p:cNvPr id="16" name="DP1 object 16">
            <a:extLst xmlns:a="http://schemas.openxmlformats.org/drawingml/2006/main">
              <a:ext uri="{FF2B5EF4-FFF2-40B4-BE49-F238E27FC236}">
                <a16:creationId xmlns:a16="http://schemas.microsoft.com/office/drawing/2014/main" id="{678EA8E1-61CA-4D2C-A9EA-3E595827D8D7}"/>
              </a:ext>
            </a:extLst>
          </p:cNvPr>
          <p:cNvSpPr>
            <a:spLocks xmlns:a="http://schemas.openxmlformats.org/drawingml/2006/main" noGrp="1"/>
          </p:cNvSpPr>
          <p:nvPr/>
        </p:nvSpPr>
        <p:spPr>
          <a:xfrm xmlns:a="http://schemas.openxmlformats.org/drawingml/2006/main">
            <a:off x="609600" y="1476375"/>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75" b="1">
                <a:solidFill>
                  <a:srgbClr val="111111"/>
                </a:solidFill>
                <a:latin typeface="Apple SD Gothic Neo"/>
                <a:ea typeface="Apple SD Gothic Neo"/>
                <a:cs typeface="Apple SD Gothic Neo"/>
              </a:defRPr>
            </a:defPPr>
            <a:lvl1pPr algn="l">
              <a:defRPr sz="2475" b="1">
                <a:solidFill>
                  <a:srgbClr val="111111"/>
                </a:solidFill>
                <a:latin typeface="Apple SD Gothic Neo"/>
                <a:ea typeface="Apple SD Gothic Neo"/>
                <a:cs typeface="Apple SD Gothic Neo"/>
              </a:defRPr>
            </a:lvl1pPr>
            <a:lvl2pPr algn="l">
              <a:defRPr sz="2475" b="1">
                <a:solidFill>
                  <a:srgbClr val="111111"/>
                </a:solidFill>
                <a:latin typeface="Apple SD Gothic Neo"/>
                <a:ea typeface="Apple SD Gothic Neo"/>
                <a:cs typeface="Apple SD Gothic Neo"/>
              </a:defRPr>
            </a:lvl2pPr>
            <a:lvl3pPr algn="l">
              <a:defRPr sz="2475" b="1">
                <a:solidFill>
                  <a:srgbClr val="111111"/>
                </a:solidFill>
                <a:latin typeface="Apple SD Gothic Neo"/>
                <a:ea typeface="Apple SD Gothic Neo"/>
                <a:cs typeface="Apple SD Gothic Neo"/>
              </a:defRPr>
            </a:lvl3pPr>
            <a:lvl4pPr algn="l">
              <a:defRPr sz="2475" b="1">
                <a:solidFill>
                  <a:srgbClr val="111111"/>
                </a:solidFill>
                <a:latin typeface="Apple SD Gothic Neo"/>
                <a:ea typeface="Apple SD Gothic Neo"/>
                <a:cs typeface="Apple SD Gothic Neo"/>
              </a:defRPr>
            </a:lvl4pPr>
            <a:lvl5pPr algn="l">
              <a:defRPr sz="2475" b="1">
                <a:solidFill>
                  <a:srgbClr val="111111"/>
                </a:solidFill>
                <a:latin typeface="Apple SD Gothic Neo"/>
                <a:ea typeface="Apple SD Gothic Neo"/>
                <a:cs typeface="Apple SD Gothic Neo"/>
              </a:defRPr>
            </a:lvl5pPr>
            <a:lvl6pPr algn="l">
              <a:defRPr sz="2475" b="1">
                <a:solidFill>
                  <a:srgbClr val="111111"/>
                </a:solidFill>
                <a:latin typeface="Apple SD Gothic Neo"/>
                <a:ea typeface="Apple SD Gothic Neo"/>
                <a:cs typeface="Apple SD Gothic Neo"/>
              </a:defRPr>
            </a:lvl6pPr>
            <a:lvl7pPr algn="l">
              <a:defRPr sz="2475" b="1">
                <a:solidFill>
                  <a:srgbClr val="111111"/>
                </a:solidFill>
                <a:latin typeface="Apple SD Gothic Neo"/>
                <a:ea typeface="Apple SD Gothic Neo"/>
                <a:cs typeface="Apple SD Gothic Neo"/>
              </a:defRPr>
            </a:lvl7pPr>
            <a:lvl8pPr algn="l">
              <a:defRPr sz="2475" b="1">
                <a:solidFill>
                  <a:srgbClr val="111111"/>
                </a:solidFill>
                <a:latin typeface="Apple SD Gothic Neo"/>
                <a:ea typeface="Apple SD Gothic Neo"/>
                <a:cs typeface="Apple SD Gothic Neo"/>
              </a:defRPr>
            </a:lvl8pPr>
            <a:lvl9pPr algn="l">
              <a:defRPr sz="2475" b="1">
                <a:solidFill>
                  <a:srgbClr val="111111"/>
                </a:solidFill>
                <a:latin typeface="Apple SD Gothic Neo"/>
                <a:ea typeface="Apple SD Gothic Neo"/>
                <a:cs typeface="Apple SD Gothic Neo"/>
              </a:defRPr>
            </a:lvl9pPr>
          </a:lstStyle>
          <a:p xmlns:a="http://schemas.openxmlformats.org/drawingml/2006/main">
            <a:pPr algn="l">
              <a:defRPr sz="2475" b="1">
                <a:solidFill>
                  <a:srgbClr val="111111"/>
                </a:solidFill>
                <a:latin typeface="Apple SD Gothic Neo"/>
                <a:ea typeface="Apple SD Gothic Neo"/>
                <a:cs typeface="Apple SD Gothic Neo"/>
              </a:defRPr>
            </a:pPr>
            <a:r>
              <a:rPr sz="2475" b="1">
                <a:solidFill>
                  <a:srgbClr val="111111"/>
                </a:solidFill>
                <a:latin typeface="Apple SD Gothic Neo"/>
                <a:ea typeface="Apple SD Gothic Neo"/>
                <a:cs typeface="Apple SD Gothic Neo"/>
              </a:rPr>
              <a:t>■ 이어지는 질문과 정정</a:t>
            </a:r>
          </a:p>
        </p:txBody>
      </p:sp>
      <p:sp>
        <p:nvSpPr>
          <p:cNvPr id="17" name="DP1 object 17">
            <a:extLst xmlns:a="http://schemas.openxmlformats.org/drawingml/2006/main">
              <a:ext uri="{FF2B5EF4-FFF2-40B4-BE49-F238E27FC236}">
                <a16:creationId xmlns:a16="http://schemas.microsoft.com/office/drawing/2014/main" id="{77F7DB84-8073-40C1-B85F-88E457223E31}"/>
              </a:ext>
            </a:extLst>
          </p:cNvPr>
          <p:cNvSpPr>
            <a:spLocks xmlns:a="http://schemas.openxmlformats.org/drawingml/2006/main" noGrp="1"/>
          </p:cNvSpPr>
          <p:nvPr/>
        </p:nvSpPr>
        <p:spPr>
          <a:xfrm xmlns:a="http://schemas.openxmlformats.org/drawingml/2006/main">
            <a:off x="6572250" y="14763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75" b="1">
                <a:solidFill>
                  <a:srgbClr val="111111"/>
                </a:solidFill>
                <a:latin typeface="Apple SD Gothic Neo"/>
                <a:ea typeface="Apple SD Gothic Neo"/>
                <a:cs typeface="Apple SD Gothic Neo"/>
              </a:defRPr>
            </a:defPPr>
            <a:lvl1pPr algn="l">
              <a:defRPr sz="2475" b="1">
                <a:solidFill>
                  <a:srgbClr val="111111"/>
                </a:solidFill>
                <a:latin typeface="Apple SD Gothic Neo"/>
                <a:ea typeface="Apple SD Gothic Neo"/>
                <a:cs typeface="Apple SD Gothic Neo"/>
              </a:defRPr>
            </a:lvl1pPr>
            <a:lvl2pPr algn="l">
              <a:defRPr sz="2475" b="1">
                <a:solidFill>
                  <a:srgbClr val="111111"/>
                </a:solidFill>
                <a:latin typeface="Apple SD Gothic Neo"/>
                <a:ea typeface="Apple SD Gothic Neo"/>
                <a:cs typeface="Apple SD Gothic Neo"/>
              </a:defRPr>
            </a:lvl2pPr>
            <a:lvl3pPr algn="l">
              <a:defRPr sz="2475" b="1">
                <a:solidFill>
                  <a:srgbClr val="111111"/>
                </a:solidFill>
                <a:latin typeface="Apple SD Gothic Neo"/>
                <a:ea typeface="Apple SD Gothic Neo"/>
                <a:cs typeface="Apple SD Gothic Neo"/>
              </a:defRPr>
            </a:lvl3pPr>
            <a:lvl4pPr algn="l">
              <a:defRPr sz="2475" b="1">
                <a:solidFill>
                  <a:srgbClr val="111111"/>
                </a:solidFill>
                <a:latin typeface="Apple SD Gothic Neo"/>
                <a:ea typeface="Apple SD Gothic Neo"/>
                <a:cs typeface="Apple SD Gothic Neo"/>
              </a:defRPr>
            </a:lvl4pPr>
            <a:lvl5pPr algn="l">
              <a:defRPr sz="2475" b="1">
                <a:solidFill>
                  <a:srgbClr val="111111"/>
                </a:solidFill>
                <a:latin typeface="Apple SD Gothic Neo"/>
                <a:ea typeface="Apple SD Gothic Neo"/>
                <a:cs typeface="Apple SD Gothic Neo"/>
              </a:defRPr>
            </a:lvl5pPr>
            <a:lvl6pPr algn="l">
              <a:defRPr sz="2475" b="1">
                <a:solidFill>
                  <a:srgbClr val="111111"/>
                </a:solidFill>
                <a:latin typeface="Apple SD Gothic Neo"/>
                <a:ea typeface="Apple SD Gothic Neo"/>
                <a:cs typeface="Apple SD Gothic Neo"/>
              </a:defRPr>
            </a:lvl6pPr>
            <a:lvl7pPr algn="l">
              <a:defRPr sz="2475" b="1">
                <a:solidFill>
                  <a:srgbClr val="111111"/>
                </a:solidFill>
                <a:latin typeface="Apple SD Gothic Neo"/>
                <a:ea typeface="Apple SD Gothic Neo"/>
                <a:cs typeface="Apple SD Gothic Neo"/>
              </a:defRPr>
            </a:lvl7pPr>
            <a:lvl8pPr algn="l">
              <a:defRPr sz="2475" b="1">
                <a:solidFill>
                  <a:srgbClr val="111111"/>
                </a:solidFill>
                <a:latin typeface="Apple SD Gothic Neo"/>
                <a:ea typeface="Apple SD Gothic Neo"/>
                <a:cs typeface="Apple SD Gothic Neo"/>
              </a:defRPr>
            </a:lvl8pPr>
            <a:lvl9pPr algn="l">
              <a:defRPr sz="2475" b="1">
                <a:solidFill>
                  <a:srgbClr val="111111"/>
                </a:solidFill>
                <a:latin typeface="Apple SD Gothic Neo"/>
                <a:ea typeface="Apple SD Gothic Neo"/>
                <a:cs typeface="Apple SD Gothic Neo"/>
              </a:defRPr>
            </a:lvl9pPr>
          </a:lstStyle>
          <a:p xmlns:a="http://schemas.openxmlformats.org/drawingml/2006/main">
            <a:pPr algn="l">
              <a:defRPr sz="2475" b="1">
                <a:solidFill>
                  <a:srgbClr val="111111"/>
                </a:solidFill>
                <a:latin typeface="Apple SD Gothic Neo"/>
                <a:ea typeface="Apple SD Gothic Neo"/>
                <a:cs typeface="Apple SD Gothic Neo"/>
              </a:defRPr>
            </a:pPr>
            <a:r>
              <a:rPr sz="2475" b="1">
                <a:solidFill>
                  <a:srgbClr val="111111"/>
                </a:solidFill>
                <a:latin typeface="Apple SD Gothic Neo"/>
                <a:ea typeface="Apple SD Gothic Neo"/>
                <a:cs typeface="Apple SD Gothic Neo"/>
              </a:rPr>
              <a:t>■ 여러 원본에 흩어진 근거</a:t>
            </a:r>
          </a:p>
        </p:txBody>
      </p:sp>
      <p:sp>
        <p:nvSpPr>
          <p:cNvPr id="18" name="DP1 object 18">
            <a:extLst xmlns:a="http://schemas.openxmlformats.org/drawingml/2006/main">
              <a:ext uri="{FF2B5EF4-FFF2-40B4-BE49-F238E27FC236}">
                <a16:creationId xmlns:a16="http://schemas.microsoft.com/office/drawing/2014/main" id="{0133F31E-A0E3-4B36-8E5B-6A8B2A46B5FB}"/>
              </a:ext>
            </a:extLst>
          </p:cNvPr>
          <p:cNvSpPr>
            <a:spLocks xmlns:a="http://schemas.openxmlformats.org/drawingml/2006/main" noGrp="1"/>
          </p:cNvSpPr>
          <p:nvPr/>
        </p:nvSpPr>
        <p:spPr>
          <a:xfrm xmlns:a="http://schemas.openxmlformats.org/drawingml/2006/main">
            <a:off x="12458700" y="1476375"/>
            <a:ext cx="523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75" b="1">
                <a:solidFill>
                  <a:srgbClr val="111111"/>
                </a:solidFill>
                <a:latin typeface="Apple SD Gothic Neo"/>
                <a:ea typeface="Apple SD Gothic Neo"/>
                <a:cs typeface="Apple SD Gothic Neo"/>
              </a:defRPr>
            </a:defPPr>
            <a:lvl1pPr algn="l">
              <a:defRPr sz="2475" b="1">
                <a:solidFill>
                  <a:srgbClr val="111111"/>
                </a:solidFill>
                <a:latin typeface="Apple SD Gothic Neo"/>
                <a:ea typeface="Apple SD Gothic Neo"/>
                <a:cs typeface="Apple SD Gothic Neo"/>
              </a:defRPr>
            </a:lvl1pPr>
            <a:lvl2pPr algn="l">
              <a:defRPr sz="2475" b="1">
                <a:solidFill>
                  <a:srgbClr val="111111"/>
                </a:solidFill>
                <a:latin typeface="Apple SD Gothic Neo"/>
                <a:ea typeface="Apple SD Gothic Neo"/>
                <a:cs typeface="Apple SD Gothic Neo"/>
              </a:defRPr>
            </a:lvl2pPr>
            <a:lvl3pPr algn="l">
              <a:defRPr sz="2475" b="1">
                <a:solidFill>
                  <a:srgbClr val="111111"/>
                </a:solidFill>
                <a:latin typeface="Apple SD Gothic Neo"/>
                <a:ea typeface="Apple SD Gothic Neo"/>
                <a:cs typeface="Apple SD Gothic Neo"/>
              </a:defRPr>
            </a:lvl3pPr>
            <a:lvl4pPr algn="l">
              <a:defRPr sz="2475" b="1">
                <a:solidFill>
                  <a:srgbClr val="111111"/>
                </a:solidFill>
                <a:latin typeface="Apple SD Gothic Neo"/>
                <a:ea typeface="Apple SD Gothic Neo"/>
                <a:cs typeface="Apple SD Gothic Neo"/>
              </a:defRPr>
            </a:lvl4pPr>
            <a:lvl5pPr algn="l">
              <a:defRPr sz="2475" b="1">
                <a:solidFill>
                  <a:srgbClr val="111111"/>
                </a:solidFill>
                <a:latin typeface="Apple SD Gothic Neo"/>
                <a:ea typeface="Apple SD Gothic Neo"/>
                <a:cs typeface="Apple SD Gothic Neo"/>
              </a:defRPr>
            </a:lvl5pPr>
            <a:lvl6pPr algn="l">
              <a:defRPr sz="2475" b="1">
                <a:solidFill>
                  <a:srgbClr val="111111"/>
                </a:solidFill>
                <a:latin typeface="Apple SD Gothic Neo"/>
                <a:ea typeface="Apple SD Gothic Neo"/>
                <a:cs typeface="Apple SD Gothic Neo"/>
              </a:defRPr>
            </a:lvl6pPr>
            <a:lvl7pPr algn="l">
              <a:defRPr sz="2475" b="1">
                <a:solidFill>
                  <a:srgbClr val="111111"/>
                </a:solidFill>
                <a:latin typeface="Apple SD Gothic Neo"/>
                <a:ea typeface="Apple SD Gothic Neo"/>
                <a:cs typeface="Apple SD Gothic Neo"/>
              </a:defRPr>
            </a:lvl7pPr>
            <a:lvl8pPr algn="l">
              <a:defRPr sz="2475" b="1">
                <a:solidFill>
                  <a:srgbClr val="111111"/>
                </a:solidFill>
                <a:latin typeface="Apple SD Gothic Neo"/>
                <a:ea typeface="Apple SD Gothic Neo"/>
                <a:cs typeface="Apple SD Gothic Neo"/>
              </a:defRPr>
            </a:lvl8pPr>
            <a:lvl9pPr algn="l">
              <a:defRPr sz="2475" b="1">
                <a:solidFill>
                  <a:srgbClr val="111111"/>
                </a:solidFill>
                <a:latin typeface="Apple SD Gothic Neo"/>
                <a:ea typeface="Apple SD Gothic Neo"/>
                <a:cs typeface="Apple SD Gothic Neo"/>
              </a:defRPr>
            </a:lvl9pPr>
          </a:lstStyle>
          <a:p xmlns:a="http://schemas.openxmlformats.org/drawingml/2006/main">
            <a:pPr algn="l">
              <a:defRPr sz="2475" b="1">
                <a:solidFill>
                  <a:srgbClr val="111111"/>
                </a:solidFill>
                <a:latin typeface="Apple SD Gothic Neo"/>
                <a:ea typeface="Apple SD Gothic Neo"/>
                <a:cs typeface="Apple SD Gothic Neo"/>
              </a:defRPr>
            </a:pPr>
            <a:r>
              <a:rPr sz="2475" b="1">
                <a:solidFill>
                  <a:srgbClr val="111111"/>
                </a:solidFill>
                <a:latin typeface="Apple SD Gothic Neo"/>
                <a:ea typeface="Apple SD Gothic Neo"/>
                <a:cs typeface="Apple SD Gothic Neo"/>
              </a:rPr>
              <a:t>■ 반복 구성과 유지 비용</a:t>
            </a:r>
          </a:p>
        </p:txBody>
      </p:sp>
      <p:sp>
        <p:nvSpPr>
          <p:cNvPr id="19" name="DP1 object 19">
            <a:extLst xmlns:a="http://schemas.openxmlformats.org/drawingml/2006/main">
              <a:ext uri="{FF2B5EF4-FFF2-40B4-BE49-F238E27FC236}">
                <a16:creationId xmlns:a16="http://schemas.microsoft.com/office/drawing/2014/main" id="{49593FB3-D336-4D18-9405-F7C6141EE8AB}"/>
              </a:ext>
            </a:extLst>
          </p:cNvPr>
          <p:cNvSpPr>
            <a:spLocks xmlns:a="http://schemas.openxmlformats.org/drawingml/2006/main" noGrp="1"/>
          </p:cNvSpPr>
          <p:nvPr/>
        </p:nvSpPr>
        <p:spPr>
          <a:xfrm xmlns:a="http://schemas.openxmlformats.org/drawingml/2006/main">
            <a:off x="628650" y="24765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20" name="DP1 object 20">
            <a:extLst xmlns:a="http://schemas.openxmlformats.org/drawingml/2006/main">
              <a:ext uri="{FF2B5EF4-FFF2-40B4-BE49-F238E27FC236}">
                <a16:creationId xmlns:a16="http://schemas.microsoft.com/office/drawing/2014/main" id="{435771DC-684A-488E-B9BA-E4204A6E83A9}"/>
              </a:ext>
            </a:extLst>
          </p:cNvPr>
          <p:cNvSpPr>
            <a:spLocks xmlns:a="http://schemas.openxmlformats.org/drawingml/2006/main" noGrp="1"/>
          </p:cNvSpPr>
          <p:nvPr/>
        </p:nvSpPr>
        <p:spPr>
          <a:xfrm xmlns:a="http://schemas.openxmlformats.org/drawingml/2006/main">
            <a:off x="628650" y="24765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21" name="DP1 object 21">
            <a:extLst xmlns:a="http://schemas.openxmlformats.org/drawingml/2006/main">
              <a:ext uri="{FF2B5EF4-FFF2-40B4-BE49-F238E27FC236}">
                <a16:creationId xmlns:a16="http://schemas.microsoft.com/office/drawing/2014/main" id="{330617EC-AEA4-4656-B4E2-C90EE8D00B6E}"/>
              </a:ext>
            </a:extLst>
          </p:cNvPr>
          <p:cNvSpPr>
            <a:spLocks xmlns:a="http://schemas.openxmlformats.org/drawingml/2006/main" noGrp="1"/>
          </p:cNvSpPr>
          <p:nvPr/>
        </p:nvSpPr>
        <p:spPr>
          <a:xfrm xmlns:a="http://schemas.openxmlformats.org/drawingml/2006/main">
            <a:off x="1066800" y="2333625"/>
            <a:ext cx="4762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최초 질문</a:t>
            </a:r>
          </a:p>
        </p:txBody>
      </p:sp>
      <p:sp>
        <p:nvSpPr>
          <p:cNvPr id="22" name="두 제품의 가격을 비교해줘">
            <a:extLst xmlns:a="http://schemas.openxmlformats.org/drawingml/2006/main">
              <a:ext uri="{FF2B5EF4-FFF2-40B4-BE49-F238E27FC236}">
                <a16:creationId xmlns:a16="http://schemas.microsoft.com/office/drawing/2014/main" id="{D7349187-2F88-4618-85C4-6719211F9219}"/>
              </a:ext>
            </a:extLst>
          </p:cNvPr>
          <p:cNvSpPr>
            <a:spLocks xmlns:a="http://schemas.openxmlformats.org/drawingml/2006/main" noGrp="1"/>
          </p:cNvSpPr>
          <p:nvPr/>
        </p:nvSpPr>
        <p:spPr>
          <a:xfrm xmlns:a="http://schemas.openxmlformats.org/drawingml/2006/main">
            <a:off x="1066800" y="2771775"/>
            <a:ext cx="4619625" cy="5905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23" name="DP1 object 22">
            <a:extLst xmlns:a="http://schemas.openxmlformats.org/drawingml/2006/main">
              <a:ext uri="{FF2B5EF4-FFF2-40B4-BE49-F238E27FC236}">
                <a16:creationId xmlns:a16="http://schemas.microsoft.com/office/drawing/2014/main" id="{58259487-3355-4093-98EF-7D5721EB131B}"/>
              </a:ext>
            </a:extLst>
          </p:cNvPr>
          <p:cNvSpPr>
            <a:spLocks xmlns:a="http://schemas.openxmlformats.org/drawingml/2006/main" noGrp="1"/>
          </p:cNvSpPr>
          <p:nvPr/>
        </p:nvSpPr>
        <p:spPr>
          <a:xfrm xmlns:a="http://schemas.openxmlformats.org/drawingml/2006/main">
            <a:off x="1133475" y="2809875"/>
            <a:ext cx="4486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두 제품의 가격을 비교해줘</a:t>
            </a:r>
          </a:p>
        </p:txBody>
      </p:sp>
      <p:sp>
        <p:nvSpPr>
          <p:cNvPr id="24" name="Editable path 23">
            <a:extLst xmlns:a="http://schemas.openxmlformats.org/drawingml/2006/main">
              <a:ext uri="{FF2B5EF4-FFF2-40B4-BE49-F238E27FC236}">
                <a16:creationId xmlns:a16="http://schemas.microsoft.com/office/drawing/2014/main" id="{DFA4EB44-479E-4230-B278-168F85538A14}"/>
              </a:ext>
            </a:extLst>
          </p:cNvPr>
          <p:cNvSpPr>
            <a:spLocks xmlns:a="http://schemas.openxmlformats.org/drawingml/2006/main" noGrp="1"/>
          </p:cNvSpPr>
          <p:nvPr/>
        </p:nvSpPr>
        <p:spPr>
          <a:xfrm xmlns:a="http://schemas.openxmlformats.org/drawingml/2006/main">
            <a:off x="781050" y="2847975"/>
            <a:ext cx="953" cy="809625"/>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17145">
            <a:solidFill>
              <a:srgbClr val="111111"/>
            </a:solidFill>
            <a:prstDash val="solid"/>
          </a:ln>
        </p:spPr>
      </p:sp>
      <p:sp>
        <p:nvSpPr>
          <p:cNvPr id="25" name="Editable arrowhead 24">
            <a:extLst xmlns:a="http://schemas.openxmlformats.org/drawingml/2006/main">
              <a:ext uri="{FF2B5EF4-FFF2-40B4-BE49-F238E27FC236}">
                <a16:creationId xmlns:a16="http://schemas.microsoft.com/office/drawing/2014/main" id="{BFC0BE14-E7D2-48A4-87CA-A6EDD40A60DE}"/>
              </a:ext>
            </a:extLst>
          </p:cNvPr>
          <p:cNvSpPr>
            <a:spLocks xmlns:a="http://schemas.openxmlformats.org/drawingml/2006/main" noGrp="1"/>
          </p:cNvSpPr>
          <p:nvPr/>
        </p:nvSpPr>
        <p:spPr>
          <a:xfrm xmlns:a="http://schemas.openxmlformats.org/drawingml/2006/main">
            <a:off x="733425" y="3562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6" name="DP1 object 25">
            <a:extLst xmlns:a="http://schemas.openxmlformats.org/drawingml/2006/main">
              <a:ext uri="{FF2B5EF4-FFF2-40B4-BE49-F238E27FC236}">
                <a16:creationId xmlns:a16="http://schemas.microsoft.com/office/drawing/2014/main" id="{44990198-97B5-4BDE-8A93-0E821A83D493}"/>
              </a:ext>
            </a:extLst>
          </p:cNvPr>
          <p:cNvSpPr>
            <a:spLocks xmlns:a="http://schemas.openxmlformats.org/drawingml/2006/main" noGrp="1"/>
          </p:cNvSpPr>
          <p:nvPr/>
        </p:nvSpPr>
        <p:spPr>
          <a:xfrm xmlns:a="http://schemas.openxmlformats.org/drawingml/2006/main">
            <a:off x="628650" y="38290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27" name="DP1 object 26">
            <a:extLst xmlns:a="http://schemas.openxmlformats.org/drawingml/2006/main">
              <a:ext uri="{FF2B5EF4-FFF2-40B4-BE49-F238E27FC236}">
                <a16:creationId xmlns:a16="http://schemas.microsoft.com/office/drawing/2014/main" id="{5D9BFD97-C6EC-4A66-86A3-8E75B4AAED1D}"/>
              </a:ext>
            </a:extLst>
          </p:cNvPr>
          <p:cNvSpPr>
            <a:spLocks xmlns:a="http://schemas.openxmlformats.org/drawingml/2006/main" noGrp="1"/>
          </p:cNvSpPr>
          <p:nvPr/>
        </p:nvSpPr>
        <p:spPr>
          <a:xfrm xmlns:a="http://schemas.openxmlformats.org/drawingml/2006/main">
            <a:off x="628650" y="38290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28" name="DP1 object 27">
            <a:extLst xmlns:a="http://schemas.openxmlformats.org/drawingml/2006/main">
              <a:ext uri="{FF2B5EF4-FFF2-40B4-BE49-F238E27FC236}">
                <a16:creationId xmlns:a16="http://schemas.microsoft.com/office/drawing/2014/main" id="{64EEE843-CEC3-4C68-B28A-36BDCC347A92}"/>
              </a:ext>
            </a:extLst>
          </p:cNvPr>
          <p:cNvSpPr>
            <a:spLocks xmlns:a="http://schemas.openxmlformats.org/drawingml/2006/main" noGrp="1"/>
          </p:cNvSpPr>
          <p:nvPr/>
        </p:nvSpPr>
        <p:spPr>
          <a:xfrm xmlns:a="http://schemas.openxmlformats.org/drawingml/2006/main">
            <a:off x="1066800" y="3686175"/>
            <a:ext cx="4762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후속 질문</a:t>
            </a:r>
          </a:p>
        </p:txBody>
      </p:sp>
      <p:sp>
        <p:nvSpPr>
          <p:cNvPr id="29" name="납기와 유지보수까지 보면?">
            <a:extLst xmlns:a="http://schemas.openxmlformats.org/drawingml/2006/main">
              <a:ext uri="{FF2B5EF4-FFF2-40B4-BE49-F238E27FC236}">
                <a16:creationId xmlns:a16="http://schemas.microsoft.com/office/drawing/2014/main" id="{7999BD19-C1A5-4CAE-9866-B45BBA55932F}"/>
              </a:ext>
            </a:extLst>
          </p:cNvPr>
          <p:cNvSpPr>
            <a:spLocks xmlns:a="http://schemas.openxmlformats.org/drawingml/2006/main" noGrp="1"/>
          </p:cNvSpPr>
          <p:nvPr/>
        </p:nvSpPr>
        <p:spPr>
          <a:xfrm xmlns:a="http://schemas.openxmlformats.org/drawingml/2006/main">
            <a:off x="1066800" y="4124325"/>
            <a:ext cx="4619625" cy="5905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0" name="DP1 object 28">
            <a:extLst xmlns:a="http://schemas.openxmlformats.org/drawingml/2006/main">
              <a:ext uri="{FF2B5EF4-FFF2-40B4-BE49-F238E27FC236}">
                <a16:creationId xmlns:a16="http://schemas.microsoft.com/office/drawing/2014/main" id="{7946F2F8-BF33-4EFF-BD66-85CFC3A3A268}"/>
              </a:ext>
            </a:extLst>
          </p:cNvPr>
          <p:cNvSpPr>
            <a:spLocks xmlns:a="http://schemas.openxmlformats.org/drawingml/2006/main" noGrp="1"/>
          </p:cNvSpPr>
          <p:nvPr/>
        </p:nvSpPr>
        <p:spPr>
          <a:xfrm xmlns:a="http://schemas.openxmlformats.org/drawingml/2006/main">
            <a:off x="1133475" y="4162425"/>
            <a:ext cx="4486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납기와 유지보수까지 보면?</a:t>
            </a:r>
          </a:p>
        </p:txBody>
      </p:sp>
      <p:sp>
        <p:nvSpPr>
          <p:cNvPr id="31" name="Editable path 29">
            <a:extLst xmlns:a="http://schemas.openxmlformats.org/drawingml/2006/main">
              <a:ext uri="{FF2B5EF4-FFF2-40B4-BE49-F238E27FC236}">
                <a16:creationId xmlns:a16="http://schemas.microsoft.com/office/drawing/2014/main" id="{E028F2B5-4378-4E2F-89BB-E78A935D7D74}"/>
              </a:ext>
            </a:extLst>
          </p:cNvPr>
          <p:cNvSpPr>
            <a:spLocks xmlns:a="http://schemas.openxmlformats.org/drawingml/2006/main" noGrp="1"/>
          </p:cNvSpPr>
          <p:nvPr/>
        </p:nvSpPr>
        <p:spPr>
          <a:xfrm xmlns:a="http://schemas.openxmlformats.org/drawingml/2006/main">
            <a:off x="781050" y="4200525"/>
            <a:ext cx="953" cy="809625"/>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17145">
            <a:solidFill>
              <a:srgbClr val="111111"/>
            </a:solidFill>
            <a:prstDash val="solid"/>
          </a:ln>
        </p:spPr>
      </p:sp>
      <p:sp>
        <p:nvSpPr>
          <p:cNvPr id="32" name="Editable arrowhead 30">
            <a:extLst xmlns:a="http://schemas.openxmlformats.org/drawingml/2006/main">
              <a:ext uri="{FF2B5EF4-FFF2-40B4-BE49-F238E27FC236}">
                <a16:creationId xmlns:a16="http://schemas.microsoft.com/office/drawing/2014/main" id="{E5D44637-247C-431B-AB7E-62DBA8AF3587}"/>
              </a:ext>
            </a:extLst>
          </p:cNvPr>
          <p:cNvSpPr>
            <a:spLocks xmlns:a="http://schemas.openxmlformats.org/drawingml/2006/main" noGrp="1"/>
          </p:cNvSpPr>
          <p:nvPr/>
        </p:nvSpPr>
        <p:spPr>
          <a:xfrm xmlns:a="http://schemas.openxmlformats.org/drawingml/2006/main">
            <a:off x="733425" y="4914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3" name="DP1 object 31">
            <a:extLst xmlns:a="http://schemas.openxmlformats.org/drawingml/2006/main">
              <a:ext uri="{FF2B5EF4-FFF2-40B4-BE49-F238E27FC236}">
                <a16:creationId xmlns:a16="http://schemas.microsoft.com/office/drawing/2014/main" id="{7D814814-D3C5-46EF-A343-554BE72A379B}"/>
              </a:ext>
            </a:extLst>
          </p:cNvPr>
          <p:cNvSpPr>
            <a:spLocks xmlns:a="http://schemas.openxmlformats.org/drawingml/2006/main" noGrp="1"/>
          </p:cNvSpPr>
          <p:nvPr/>
        </p:nvSpPr>
        <p:spPr>
          <a:xfrm xmlns:a="http://schemas.openxmlformats.org/drawingml/2006/main">
            <a:off x="628650" y="51816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34" name="DP1 object 32">
            <a:extLst xmlns:a="http://schemas.openxmlformats.org/drawingml/2006/main">
              <a:ext uri="{FF2B5EF4-FFF2-40B4-BE49-F238E27FC236}">
                <a16:creationId xmlns:a16="http://schemas.microsoft.com/office/drawing/2014/main" id="{47B1CF32-7D4B-446D-9DDF-1933D2F02BDA}"/>
              </a:ext>
            </a:extLst>
          </p:cNvPr>
          <p:cNvSpPr>
            <a:spLocks xmlns:a="http://schemas.openxmlformats.org/drawingml/2006/main" noGrp="1"/>
          </p:cNvSpPr>
          <p:nvPr/>
        </p:nvSpPr>
        <p:spPr>
          <a:xfrm xmlns:a="http://schemas.openxmlformats.org/drawingml/2006/main">
            <a:off x="628650" y="51816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35" name="DP1 object 33">
            <a:extLst xmlns:a="http://schemas.openxmlformats.org/drawingml/2006/main">
              <a:ext uri="{FF2B5EF4-FFF2-40B4-BE49-F238E27FC236}">
                <a16:creationId xmlns:a16="http://schemas.microsoft.com/office/drawing/2014/main" id="{57E4A8B5-DB59-409C-834C-9A6FA85E93B1}"/>
              </a:ext>
            </a:extLst>
          </p:cNvPr>
          <p:cNvSpPr>
            <a:spLocks xmlns:a="http://schemas.openxmlformats.org/drawingml/2006/main" noGrp="1"/>
          </p:cNvSpPr>
          <p:nvPr/>
        </p:nvSpPr>
        <p:spPr>
          <a:xfrm xmlns:a="http://schemas.openxmlformats.org/drawingml/2006/main">
            <a:off x="1066800" y="5038725"/>
            <a:ext cx="4762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원문 정정</a:t>
            </a:r>
          </a:p>
        </p:txBody>
      </p:sp>
      <p:sp>
        <p:nvSpPr>
          <p:cNvPr id="36" name="견적의 납기 조건이 변경됨">
            <a:extLst xmlns:a="http://schemas.openxmlformats.org/drawingml/2006/main">
              <a:ext uri="{FF2B5EF4-FFF2-40B4-BE49-F238E27FC236}">
                <a16:creationId xmlns:a16="http://schemas.microsoft.com/office/drawing/2014/main" id="{65EEF717-CFD7-4626-BE2C-8CD2303FE295}"/>
              </a:ext>
            </a:extLst>
          </p:cNvPr>
          <p:cNvSpPr>
            <a:spLocks xmlns:a="http://schemas.openxmlformats.org/drawingml/2006/main" noGrp="1"/>
          </p:cNvSpPr>
          <p:nvPr/>
        </p:nvSpPr>
        <p:spPr>
          <a:xfrm xmlns:a="http://schemas.openxmlformats.org/drawingml/2006/main">
            <a:off x="1066800" y="5476875"/>
            <a:ext cx="4619625" cy="590550"/>
          </a:xfrm>
          <a:prstGeom xmlns:a="http://schemas.openxmlformats.org/drawingml/2006/main" prst="rect">
            <a:avLst/>
          </a:prstGeom>
          <a:solidFill xmlns:a="http://schemas.openxmlformats.org/drawingml/2006/main">
            <a:srgbClr val="FFF6DD"/>
          </a:solidFill>
          <a:ln xmlns:a="http://schemas.openxmlformats.org/drawingml/2006/main" w="17145">
            <a:solidFill>
              <a:srgbClr val="70A843"/>
            </a:solidFill>
            <a:prstDash val="solid"/>
          </a:ln>
        </p:spPr>
      </p:sp>
      <p:sp>
        <p:nvSpPr>
          <p:cNvPr id="37" name="DP1 object 34">
            <a:extLst xmlns:a="http://schemas.openxmlformats.org/drawingml/2006/main">
              <a:ext uri="{FF2B5EF4-FFF2-40B4-BE49-F238E27FC236}">
                <a16:creationId xmlns:a16="http://schemas.microsoft.com/office/drawing/2014/main" id="{F67162BC-4B84-4122-AC0D-98DEC00A3B4F}"/>
              </a:ext>
            </a:extLst>
          </p:cNvPr>
          <p:cNvSpPr>
            <a:spLocks xmlns:a="http://schemas.openxmlformats.org/drawingml/2006/main" noGrp="1"/>
          </p:cNvSpPr>
          <p:nvPr/>
        </p:nvSpPr>
        <p:spPr>
          <a:xfrm xmlns:a="http://schemas.openxmlformats.org/drawingml/2006/main">
            <a:off x="1133475" y="5514975"/>
            <a:ext cx="4486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견적의 납기 조건이 변경됨</a:t>
            </a:r>
          </a:p>
        </p:txBody>
      </p:sp>
      <p:sp>
        <p:nvSpPr>
          <p:cNvPr id="38" name="Editable path 35">
            <a:extLst xmlns:a="http://schemas.openxmlformats.org/drawingml/2006/main">
              <a:ext uri="{FF2B5EF4-FFF2-40B4-BE49-F238E27FC236}">
                <a16:creationId xmlns:a16="http://schemas.microsoft.com/office/drawing/2014/main" id="{F47E687D-F610-4332-BA06-664B14C23107}"/>
              </a:ext>
            </a:extLst>
          </p:cNvPr>
          <p:cNvSpPr>
            <a:spLocks xmlns:a="http://schemas.openxmlformats.org/drawingml/2006/main" noGrp="1"/>
          </p:cNvSpPr>
          <p:nvPr/>
        </p:nvSpPr>
        <p:spPr>
          <a:xfrm xmlns:a="http://schemas.openxmlformats.org/drawingml/2006/main">
            <a:off x="781050" y="5553075"/>
            <a:ext cx="953" cy="809625"/>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17145">
            <a:solidFill>
              <a:srgbClr val="111111"/>
            </a:solidFill>
            <a:prstDash val="solid"/>
          </a:ln>
        </p:spPr>
      </p:sp>
      <p:sp>
        <p:nvSpPr>
          <p:cNvPr id="39" name="Editable arrowhead 36">
            <a:extLst xmlns:a="http://schemas.openxmlformats.org/drawingml/2006/main">
              <a:ext uri="{FF2B5EF4-FFF2-40B4-BE49-F238E27FC236}">
                <a16:creationId xmlns:a16="http://schemas.microsoft.com/office/drawing/2014/main" id="{BF97D9B9-8B41-47D6-AF9B-B0DBA6429D36}"/>
              </a:ext>
            </a:extLst>
          </p:cNvPr>
          <p:cNvSpPr>
            <a:spLocks xmlns:a="http://schemas.openxmlformats.org/drawingml/2006/main" noGrp="1"/>
          </p:cNvSpPr>
          <p:nvPr/>
        </p:nvSpPr>
        <p:spPr>
          <a:xfrm xmlns:a="http://schemas.openxmlformats.org/drawingml/2006/main">
            <a:off x="733425" y="62674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DP1 object 37">
            <a:extLst xmlns:a="http://schemas.openxmlformats.org/drawingml/2006/main">
              <a:ext uri="{FF2B5EF4-FFF2-40B4-BE49-F238E27FC236}">
                <a16:creationId xmlns:a16="http://schemas.microsoft.com/office/drawing/2014/main" id="{E3AF4A4F-15B8-42A9-B146-87CD78EC5766}"/>
              </a:ext>
            </a:extLst>
          </p:cNvPr>
          <p:cNvSpPr>
            <a:spLocks xmlns:a="http://schemas.openxmlformats.org/drawingml/2006/main" noGrp="1"/>
          </p:cNvSpPr>
          <p:nvPr/>
        </p:nvSpPr>
        <p:spPr>
          <a:xfrm xmlns:a="http://schemas.openxmlformats.org/drawingml/2006/main">
            <a:off x="628650" y="65341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1" name="DP1 object 38">
            <a:extLst xmlns:a="http://schemas.openxmlformats.org/drawingml/2006/main">
              <a:ext uri="{FF2B5EF4-FFF2-40B4-BE49-F238E27FC236}">
                <a16:creationId xmlns:a16="http://schemas.microsoft.com/office/drawing/2014/main" id="{52A4924E-2202-4CCE-B3AE-4A27AB9B85FE}"/>
              </a:ext>
            </a:extLst>
          </p:cNvPr>
          <p:cNvSpPr>
            <a:spLocks xmlns:a="http://schemas.openxmlformats.org/drawingml/2006/main" noGrp="1"/>
          </p:cNvSpPr>
          <p:nvPr/>
        </p:nvSpPr>
        <p:spPr>
          <a:xfrm xmlns:a="http://schemas.openxmlformats.org/drawingml/2006/main">
            <a:off x="628650" y="65341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4</a:t>
            </a:r>
          </a:p>
        </p:txBody>
      </p:sp>
      <p:sp>
        <p:nvSpPr>
          <p:cNvPr id="42" name="DP1 object 39">
            <a:extLst xmlns:a="http://schemas.openxmlformats.org/drawingml/2006/main">
              <a:ext uri="{FF2B5EF4-FFF2-40B4-BE49-F238E27FC236}">
                <a16:creationId xmlns:a16="http://schemas.microsoft.com/office/drawing/2014/main" id="{AE1EBCC7-666D-4DE1-B61E-8E770CD5632D}"/>
              </a:ext>
            </a:extLst>
          </p:cNvPr>
          <p:cNvSpPr>
            <a:spLocks xmlns:a="http://schemas.openxmlformats.org/drawingml/2006/main" noGrp="1"/>
          </p:cNvSpPr>
          <p:nvPr/>
        </p:nvSpPr>
        <p:spPr>
          <a:xfrm xmlns:a="http://schemas.openxmlformats.org/drawingml/2006/main">
            <a:off x="1066800" y="6391275"/>
            <a:ext cx="4762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재질문</a:t>
            </a:r>
          </a:p>
        </p:txBody>
      </p:sp>
      <p:sp>
        <p:nvSpPr>
          <p:cNvPr id="43" name="수정된 조건으로 다시 비교해줘">
            <a:extLst xmlns:a="http://schemas.openxmlformats.org/drawingml/2006/main">
              <a:ext uri="{FF2B5EF4-FFF2-40B4-BE49-F238E27FC236}">
                <a16:creationId xmlns:a16="http://schemas.microsoft.com/office/drawing/2014/main" id="{B8AD4887-E13D-45E7-A558-8B5061C237D7}"/>
              </a:ext>
            </a:extLst>
          </p:cNvPr>
          <p:cNvSpPr>
            <a:spLocks xmlns:a="http://schemas.openxmlformats.org/drawingml/2006/main" noGrp="1"/>
          </p:cNvSpPr>
          <p:nvPr/>
        </p:nvSpPr>
        <p:spPr>
          <a:xfrm xmlns:a="http://schemas.openxmlformats.org/drawingml/2006/main">
            <a:off x="1066800" y="6829425"/>
            <a:ext cx="4619625" cy="5905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4" name="DP1 object 40">
            <a:extLst xmlns:a="http://schemas.openxmlformats.org/drawingml/2006/main">
              <a:ext uri="{FF2B5EF4-FFF2-40B4-BE49-F238E27FC236}">
                <a16:creationId xmlns:a16="http://schemas.microsoft.com/office/drawing/2014/main" id="{53476AA5-5557-42BE-9FBA-5ECE1B5E4D1F}"/>
              </a:ext>
            </a:extLst>
          </p:cNvPr>
          <p:cNvSpPr>
            <a:spLocks xmlns:a="http://schemas.openxmlformats.org/drawingml/2006/main" noGrp="1"/>
          </p:cNvSpPr>
          <p:nvPr/>
        </p:nvSpPr>
        <p:spPr>
          <a:xfrm xmlns:a="http://schemas.openxmlformats.org/drawingml/2006/main">
            <a:off x="1133475" y="6867525"/>
            <a:ext cx="4486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수정된 조건으로 다시 비교해줘</a:t>
            </a:r>
          </a:p>
        </p:txBody>
      </p:sp>
      <p:sp>
        <p:nvSpPr>
          <p:cNvPr id="45" name="DP1 object 41">
            <a:extLst xmlns:a="http://schemas.openxmlformats.org/drawingml/2006/main">
              <a:ext uri="{FF2B5EF4-FFF2-40B4-BE49-F238E27FC236}">
                <a16:creationId xmlns:a16="http://schemas.microsoft.com/office/drawing/2014/main" id="{79BEF14D-0900-4AFE-B726-DC2B6081E03B}"/>
              </a:ext>
            </a:extLst>
          </p:cNvPr>
          <p:cNvSpPr>
            <a:spLocks xmlns:a="http://schemas.openxmlformats.org/drawingml/2006/main" noGrp="1"/>
          </p:cNvSpPr>
          <p:nvPr/>
        </p:nvSpPr>
        <p:spPr>
          <a:xfrm xmlns:a="http://schemas.openxmlformats.org/drawingml/2006/main">
            <a:off x="1066800" y="7877175"/>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111111"/>
                </a:solidFill>
                <a:latin typeface="Apple SD Gothic Neo"/>
                <a:ea typeface="Apple SD Gothic Neo"/>
                <a:cs typeface="Apple SD Gothic Neo"/>
              </a:defRPr>
            </a:defPPr>
            <a:lvl1pPr algn="l">
              <a:defRPr sz="1800" b="1">
                <a:solidFill>
                  <a:srgbClr val="111111"/>
                </a:solidFill>
                <a:latin typeface="Apple SD Gothic Neo"/>
                <a:ea typeface="Apple SD Gothic Neo"/>
                <a:cs typeface="Apple SD Gothic Neo"/>
              </a:defRPr>
            </a:lvl1pPr>
            <a:lvl2pPr algn="l">
              <a:defRPr sz="1800" b="1">
                <a:solidFill>
                  <a:srgbClr val="111111"/>
                </a:solidFill>
                <a:latin typeface="Apple SD Gothic Neo"/>
                <a:ea typeface="Apple SD Gothic Neo"/>
                <a:cs typeface="Apple SD Gothic Neo"/>
              </a:defRPr>
            </a:lvl2pPr>
            <a:lvl3pPr algn="l">
              <a:defRPr sz="1800" b="1">
                <a:solidFill>
                  <a:srgbClr val="111111"/>
                </a:solidFill>
                <a:latin typeface="Apple SD Gothic Neo"/>
                <a:ea typeface="Apple SD Gothic Neo"/>
                <a:cs typeface="Apple SD Gothic Neo"/>
              </a:defRPr>
            </a:lvl3pPr>
            <a:lvl4pPr algn="l">
              <a:defRPr sz="1800" b="1">
                <a:solidFill>
                  <a:srgbClr val="111111"/>
                </a:solidFill>
                <a:latin typeface="Apple SD Gothic Neo"/>
                <a:ea typeface="Apple SD Gothic Neo"/>
                <a:cs typeface="Apple SD Gothic Neo"/>
              </a:defRPr>
            </a:lvl4pPr>
            <a:lvl5pPr algn="l">
              <a:defRPr sz="1800" b="1">
                <a:solidFill>
                  <a:srgbClr val="111111"/>
                </a:solidFill>
                <a:latin typeface="Apple SD Gothic Neo"/>
                <a:ea typeface="Apple SD Gothic Neo"/>
                <a:cs typeface="Apple SD Gothic Neo"/>
              </a:defRPr>
            </a:lvl5pPr>
            <a:lvl6pPr algn="l">
              <a:defRPr sz="1800" b="1">
                <a:solidFill>
                  <a:srgbClr val="111111"/>
                </a:solidFill>
                <a:latin typeface="Apple SD Gothic Neo"/>
                <a:ea typeface="Apple SD Gothic Neo"/>
                <a:cs typeface="Apple SD Gothic Neo"/>
              </a:defRPr>
            </a:lvl6pPr>
            <a:lvl7pPr algn="l">
              <a:defRPr sz="1800" b="1">
                <a:solidFill>
                  <a:srgbClr val="111111"/>
                </a:solidFill>
                <a:latin typeface="Apple SD Gothic Neo"/>
                <a:ea typeface="Apple SD Gothic Neo"/>
                <a:cs typeface="Apple SD Gothic Neo"/>
              </a:defRPr>
            </a:lvl7pPr>
            <a:lvl8pPr algn="l">
              <a:defRPr sz="1800" b="1">
                <a:solidFill>
                  <a:srgbClr val="111111"/>
                </a:solidFill>
                <a:latin typeface="Apple SD Gothic Neo"/>
                <a:ea typeface="Apple SD Gothic Neo"/>
                <a:cs typeface="Apple SD Gothic Neo"/>
              </a:defRPr>
            </a:lvl8pPr>
            <a:lvl9pPr algn="l">
              <a:defRPr sz="1800" b="1">
                <a:solidFill>
                  <a:srgbClr val="111111"/>
                </a:solidFill>
                <a:latin typeface="Apple SD Gothic Neo"/>
                <a:ea typeface="Apple SD Gothic Neo"/>
                <a:cs typeface="Apple SD Gothic Neo"/>
              </a:defRPr>
            </a:lvl9pPr>
          </a:lstStyle>
          <a:p xmlns:a="http://schemas.openxmlformats.org/drawingml/2006/main">
            <a:pPr algn="l">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같은 자료가 다시 필요하지만</a:t>
            </a:r>
          </a:p>
          <a:p xmlns:a="http://schemas.openxmlformats.org/drawingml/2006/main">
            <a:pPr algn="l">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정정 전 조건을 그대로 사용할 수 없음</a:t>
            </a:r>
          </a:p>
        </p:txBody>
      </p:sp>
      <p:sp>
        <p:nvSpPr>
          <p:cNvPr id="46" name="VIA가 실제로 전달한 이전 설명">
            <a:extLst xmlns:a="http://schemas.openxmlformats.org/drawingml/2006/main">
              <a:ext uri="{FF2B5EF4-FFF2-40B4-BE49-F238E27FC236}">
                <a16:creationId xmlns:a16="http://schemas.microsoft.com/office/drawing/2014/main" id="{37F47D57-A8CA-4287-AD8F-61C874959C02}"/>
              </a:ext>
            </a:extLst>
          </p:cNvPr>
          <p:cNvSpPr>
            <a:spLocks xmlns:a="http://schemas.openxmlformats.org/drawingml/2006/main" noGrp="1"/>
          </p:cNvSpPr>
          <p:nvPr/>
        </p:nvSpPr>
        <p:spPr>
          <a:xfrm xmlns:a="http://schemas.openxmlformats.org/drawingml/2006/main">
            <a:off x="6619875" y="2343150"/>
            <a:ext cx="4810125" cy="1466850"/>
          </a:xfrm>
          <a:custGeom xmlns:a="http://schemas.openxmlformats.org/drawingml/2006/main">
            <a:pathLst>
              <a:path w="4810125" h="1466850">
                <a:moveTo>
                  <a:pt x="0" y="0"/>
                </a:moveTo>
                <a:lnTo>
                  <a:pt x="4657725" y="0"/>
                </a:lnTo>
                <a:lnTo>
                  <a:pt x="4810125" y="152400"/>
                </a:lnTo>
                <a:lnTo>
                  <a:pt x="4810125" y="1466850"/>
                </a:lnTo>
                <a:lnTo>
                  <a:pt x="0" y="14668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47" name="Editable path 42">
            <a:extLst xmlns:a="http://schemas.openxmlformats.org/drawingml/2006/main">
              <a:ext uri="{FF2B5EF4-FFF2-40B4-BE49-F238E27FC236}">
                <a16:creationId xmlns:a16="http://schemas.microsoft.com/office/drawing/2014/main" id="{E8396CB0-442D-460F-ADC5-E93E933BD7C9}"/>
              </a:ext>
            </a:extLst>
          </p:cNvPr>
          <p:cNvSpPr>
            <a:spLocks xmlns:a="http://schemas.openxmlformats.org/drawingml/2006/main" noGrp="1"/>
          </p:cNvSpPr>
          <p:nvPr/>
        </p:nvSpPr>
        <p:spPr>
          <a:xfrm xmlns:a="http://schemas.openxmlformats.org/drawingml/2006/main">
            <a:off x="11277600" y="2343150"/>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48" name="DP1 object 43">
            <a:extLst xmlns:a="http://schemas.openxmlformats.org/drawingml/2006/main">
              <a:ext uri="{FF2B5EF4-FFF2-40B4-BE49-F238E27FC236}">
                <a16:creationId xmlns:a16="http://schemas.microsoft.com/office/drawing/2014/main" id="{8E9F4214-A301-4420-807E-FCD012E03D09}"/>
              </a:ext>
            </a:extLst>
          </p:cNvPr>
          <p:cNvSpPr>
            <a:spLocks xmlns:a="http://schemas.openxmlformats.org/drawingml/2006/main" noGrp="1"/>
          </p:cNvSpPr>
          <p:nvPr/>
        </p:nvSpPr>
        <p:spPr>
          <a:xfrm xmlns:a="http://schemas.openxmlformats.org/drawingml/2006/main">
            <a:off x="6781800" y="2486025"/>
            <a:ext cx="4448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VIA가 실제로 전달한 이전 설명</a:t>
            </a:r>
          </a:p>
        </p:txBody>
      </p:sp>
      <p:sp>
        <p:nvSpPr>
          <p:cNvPr id="49" name="Editable path 44">
            <a:extLst xmlns:a="http://schemas.openxmlformats.org/drawingml/2006/main">
              <a:ext uri="{FF2B5EF4-FFF2-40B4-BE49-F238E27FC236}">
                <a16:creationId xmlns:a16="http://schemas.microsoft.com/office/drawing/2014/main" id="{D42E674D-BFBF-49F2-BA2E-912E291F2357}"/>
              </a:ext>
            </a:extLst>
          </p:cNvPr>
          <p:cNvSpPr>
            <a:spLocks xmlns:a="http://schemas.openxmlformats.org/drawingml/2006/main" noGrp="1"/>
          </p:cNvSpPr>
          <p:nvPr/>
        </p:nvSpPr>
        <p:spPr>
          <a:xfrm xmlns:a="http://schemas.openxmlformats.org/drawingml/2006/main">
            <a:off x="6781800" y="2886075"/>
            <a:ext cx="4486275" cy="953"/>
          </a:xfrm>
          <a:custGeom xmlns:a="http://schemas.openxmlformats.org/drawingml/2006/main">
            <a:pathLst>
              <a:path w="4486275" h="953">
                <a:moveTo>
                  <a:pt x="0" y="0"/>
                </a:moveTo>
                <a:lnTo>
                  <a:pt x="4486275" y="0"/>
                </a:lnTo>
              </a:path>
            </a:pathLst>
          </a:custGeom>
          <a:noFill xmlns:a="http://schemas.openxmlformats.org/drawingml/2006/main"/>
          <a:ln xmlns:a="http://schemas.openxmlformats.org/drawingml/2006/main" w="9525">
            <a:solidFill>
              <a:srgbClr val="B7B9B9"/>
            </a:solidFill>
            <a:prstDash val="solid"/>
          </a:ln>
        </p:spPr>
      </p:sp>
      <p:sp>
        <p:nvSpPr>
          <p:cNvPr id="50" name="DP1 object 45">
            <a:extLst xmlns:a="http://schemas.openxmlformats.org/drawingml/2006/main">
              <a:ext uri="{FF2B5EF4-FFF2-40B4-BE49-F238E27FC236}">
                <a16:creationId xmlns:a16="http://schemas.microsoft.com/office/drawing/2014/main" id="{FB655D9A-2559-492E-852C-EF9E70B3FD06}"/>
              </a:ext>
            </a:extLst>
          </p:cNvPr>
          <p:cNvSpPr>
            <a:spLocks xmlns:a="http://schemas.openxmlformats.org/drawingml/2006/main" noGrp="1"/>
          </p:cNvSpPr>
          <p:nvPr/>
        </p:nvSpPr>
        <p:spPr>
          <a:xfrm xmlns:a="http://schemas.openxmlformats.org/drawingml/2006/main">
            <a:off x="6781800" y="2990850"/>
            <a:ext cx="44862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가격이 같으면</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유지보수 기간을 우선</a:t>
            </a:r>
          </a:p>
        </p:txBody>
      </p:sp>
      <p:sp>
        <p:nvSpPr>
          <p:cNvPr id="51" name="제품 비교 결과">
            <a:extLst xmlns:a="http://schemas.openxmlformats.org/drawingml/2006/main">
              <a:ext uri="{FF2B5EF4-FFF2-40B4-BE49-F238E27FC236}">
                <a16:creationId xmlns:a16="http://schemas.microsoft.com/office/drawing/2014/main" id="{87FAF8C8-8A03-418B-833F-713262DD9DAA}"/>
              </a:ext>
            </a:extLst>
          </p:cNvPr>
          <p:cNvSpPr>
            <a:spLocks xmlns:a="http://schemas.openxmlformats.org/drawingml/2006/main" noGrp="1"/>
          </p:cNvSpPr>
          <p:nvPr/>
        </p:nvSpPr>
        <p:spPr>
          <a:xfrm xmlns:a="http://schemas.openxmlformats.org/drawingml/2006/main">
            <a:off x="6619875" y="4210050"/>
            <a:ext cx="4810125" cy="1466850"/>
          </a:xfrm>
          <a:custGeom xmlns:a="http://schemas.openxmlformats.org/drawingml/2006/main">
            <a:pathLst>
              <a:path w="4810125" h="1466850">
                <a:moveTo>
                  <a:pt x="0" y="0"/>
                </a:moveTo>
                <a:lnTo>
                  <a:pt x="4657725" y="0"/>
                </a:lnTo>
                <a:lnTo>
                  <a:pt x="4810125" y="152400"/>
                </a:lnTo>
                <a:lnTo>
                  <a:pt x="4810125" y="1466850"/>
                </a:lnTo>
                <a:lnTo>
                  <a:pt x="0" y="14668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52" name="Editable path 46">
            <a:extLst xmlns:a="http://schemas.openxmlformats.org/drawingml/2006/main">
              <a:ext uri="{FF2B5EF4-FFF2-40B4-BE49-F238E27FC236}">
                <a16:creationId xmlns:a16="http://schemas.microsoft.com/office/drawing/2014/main" id="{1421E528-ABD7-483C-A30B-C4A352E8793A}"/>
              </a:ext>
            </a:extLst>
          </p:cNvPr>
          <p:cNvSpPr>
            <a:spLocks xmlns:a="http://schemas.openxmlformats.org/drawingml/2006/main" noGrp="1"/>
          </p:cNvSpPr>
          <p:nvPr/>
        </p:nvSpPr>
        <p:spPr>
          <a:xfrm xmlns:a="http://schemas.openxmlformats.org/drawingml/2006/main">
            <a:off x="11277600" y="4210050"/>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53" name="DP1 object 47">
            <a:extLst xmlns:a="http://schemas.openxmlformats.org/drawingml/2006/main">
              <a:ext uri="{FF2B5EF4-FFF2-40B4-BE49-F238E27FC236}">
                <a16:creationId xmlns:a16="http://schemas.microsoft.com/office/drawing/2014/main" id="{5865E7B2-3F2C-49E4-AC9E-7C4EA3E6EF14}"/>
              </a:ext>
            </a:extLst>
          </p:cNvPr>
          <p:cNvSpPr>
            <a:spLocks xmlns:a="http://schemas.openxmlformats.org/drawingml/2006/main" noGrp="1"/>
          </p:cNvSpPr>
          <p:nvPr/>
        </p:nvSpPr>
        <p:spPr>
          <a:xfrm xmlns:a="http://schemas.openxmlformats.org/drawingml/2006/main">
            <a:off x="6781800" y="4352925"/>
            <a:ext cx="4448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제품 비교 결과</a:t>
            </a:r>
          </a:p>
        </p:txBody>
      </p:sp>
      <p:sp>
        <p:nvSpPr>
          <p:cNvPr id="54" name="Editable path 48">
            <a:extLst xmlns:a="http://schemas.openxmlformats.org/drawingml/2006/main">
              <a:ext uri="{FF2B5EF4-FFF2-40B4-BE49-F238E27FC236}">
                <a16:creationId xmlns:a16="http://schemas.microsoft.com/office/drawing/2014/main" id="{171F24CF-EFA2-4D9D-B59C-316EBC157522}"/>
              </a:ext>
            </a:extLst>
          </p:cNvPr>
          <p:cNvSpPr>
            <a:spLocks xmlns:a="http://schemas.openxmlformats.org/drawingml/2006/main" noGrp="1"/>
          </p:cNvSpPr>
          <p:nvPr/>
        </p:nvSpPr>
        <p:spPr>
          <a:xfrm xmlns:a="http://schemas.openxmlformats.org/drawingml/2006/main">
            <a:off x="6781800" y="4752975"/>
            <a:ext cx="4486275" cy="953"/>
          </a:xfrm>
          <a:custGeom xmlns:a="http://schemas.openxmlformats.org/drawingml/2006/main">
            <a:pathLst>
              <a:path w="4486275" h="953">
                <a:moveTo>
                  <a:pt x="0" y="0"/>
                </a:moveTo>
                <a:lnTo>
                  <a:pt x="4486275" y="0"/>
                </a:lnTo>
              </a:path>
            </a:pathLst>
          </a:custGeom>
          <a:noFill xmlns:a="http://schemas.openxmlformats.org/drawingml/2006/main"/>
          <a:ln xmlns:a="http://schemas.openxmlformats.org/drawingml/2006/main" w="9525">
            <a:solidFill>
              <a:srgbClr val="B7B9B9"/>
            </a:solidFill>
            <a:prstDash val="solid"/>
          </a:ln>
        </p:spPr>
      </p:sp>
      <p:sp>
        <p:nvSpPr>
          <p:cNvPr id="55" name="DP1 object 49">
            <a:extLst xmlns:a="http://schemas.openxmlformats.org/drawingml/2006/main">
              <a:ext uri="{FF2B5EF4-FFF2-40B4-BE49-F238E27FC236}">
                <a16:creationId xmlns:a16="http://schemas.microsoft.com/office/drawing/2014/main" id="{C62C7950-7FD5-4D2E-8F4A-2E60031F915A}"/>
              </a:ext>
            </a:extLst>
          </p:cNvPr>
          <p:cNvSpPr>
            <a:spLocks xmlns:a="http://schemas.openxmlformats.org/drawingml/2006/main" noGrp="1"/>
          </p:cNvSpPr>
          <p:nvPr/>
        </p:nvSpPr>
        <p:spPr>
          <a:xfrm xmlns:a="http://schemas.openxmlformats.org/drawingml/2006/main">
            <a:off x="6781800" y="4857750"/>
            <a:ext cx="44862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제품별 가격과 조건</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읽은 범위와 출처</a:t>
            </a:r>
          </a:p>
        </p:txBody>
      </p:sp>
      <p:sp>
        <p:nvSpPr>
          <p:cNvPr id="56" name="현재 견적">
            <a:extLst xmlns:a="http://schemas.openxmlformats.org/drawingml/2006/main">
              <a:ext uri="{FF2B5EF4-FFF2-40B4-BE49-F238E27FC236}">
                <a16:creationId xmlns:a16="http://schemas.microsoft.com/office/drawing/2014/main" id="{3CEF8620-8879-42E3-8997-AF2325DB8F0B}"/>
              </a:ext>
            </a:extLst>
          </p:cNvPr>
          <p:cNvSpPr>
            <a:spLocks xmlns:a="http://schemas.openxmlformats.org/drawingml/2006/main" noGrp="1"/>
          </p:cNvSpPr>
          <p:nvPr/>
        </p:nvSpPr>
        <p:spPr>
          <a:xfrm xmlns:a="http://schemas.openxmlformats.org/drawingml/2006/main">
            <a:off x="6619875" y="6076950"/>
            <a:ext cx="4810125" cy="1466850"/>
          </a:xfrm>
          <a:custGeom xmlns:a="http://schemas.openxmlformats.org/drawingml/2006/main">
            <a:pathLst>
              <a:path w="4810125" h="1466850">
                <a:moveTo>
                  <a:pt x="0" y="0"/>
                </a:moveTo>
                <a:lnTo>
                  <a:pt x="4657725" y="0"/>
                </a:lnTo>
                <a:lnTo>
                  <a:pt x="4810125" y="152400"/>
                </a:lnTo>
                <a:lnTo>
                  <a:pt x="4810125" y="1466850"/>
                </a:lnTo>
                <a:lnTo>
                  <a:pt x="0" y="1466850"/>
                </a:lnTo>
                <a:close/>
              </a:path>
            </a:pathLst>
          </a:custGeom>
          <a:solidFill xmlns:a="http://schemas.openxmlformats.org/drawingml/2006/main">
            <a:srgbClr val="FFFFFF"/>
          </a:solidFill>
          <a:ln xmlns:a="http://schemas.openxmlformats.org/drawingml/2006/main" w="16193">
            <a:solidFill>
              <a:srgbClr val="111111"/>
            </a:solidFill>
            <a:prstDash val="solid"/>
          </a:ln>
        </p:spPr>
      </p:sp>
      <p:sp>
        <p:nvSpPr>
          <p:cNvPr id="57" name="Editable path 50">
            <a:extLst xmlns:a="http://schemas.openxmlformats.org/drawingml/2006/main">
              <a:ext uri="{FF2B5EF4-FFF2-40B4-BE49-F238E27FC236}">
                <a16:creationId xmlns:a16="http://schemas.microsoft.com/office/drawing/2014/main" id="{7AD0B39C-75AA-4E33-8A10-9B74AEFCF183}"/>
              </a:ext>
            </a:extLst>
          </p:cNvPr>
          <p:cNvSpPr>
            <a:spLocks xmlns:a="http://schemas.openxmlformats.org/drawingml/2006/main" noGrp="1"/>
          </p:cNvSpPr>
          <p:nvPr/>
        </p:nvSpPr>
        <p:spPr>
          <a:xfrm xmlns:a="http://schemas.openxmlformats.org/drawingml/2006/main">
            <a:off x="11277600" y="6076950"/>
            <a:ext cx="152400" cy="152400"/>
          </a:xfrm>
          <a:custGeom xmlns:a="http://schemas.openxmlformats.org/drawingml/2006/main">
            <a:pathLst>
              <a:path w="152400" h="152400">
                <a:moveTo>
                  <a:pt x="0" y="0"/>
                </a:moveTo>
                <a:lnTo>
                  <a:pt x="0" y="152400"/>
                </a:lnTo>
                <a:lnTo>
                  <a:pt x="152400" y="152400"/>
                </a:lnTo>
              </a:path>
            </a:pathLst>
          </a:custGeom>
          <a:noFill xmlns:a="http://schemas.openxmlformats.org/drawingml/2006/main"/>
          <a:ln xmlns:a="http://schemas.openxmlformats.org/drawingml/2006/main" w="13335">
            <a:solidFill>
              <a:srgbClr val="111111"/>
            </a:solidFill>
            <a:prstDash val="solid"/>
          </a:ln>
        </p:spPr>
      </p:sp>
      <p:sp>
        <p:nvSpPr>
          <p:cNvPr id="58" name="DP1 object 51">
            <a:extLst xmlns:a="http://schemas.openxmlformats.org/drawingml/2006/main">
              <a:ext uri="{FF2B5EF4-FFF2-40B4-BE49-F238E27FC236}">
                <a16:creationId xmlns:a16="http://schemas.microsoft.com/office/drawing/2014/main" id="{661337D5-FB28-4D31-8D8C-58CDB479F889}"/>
              </a:ext>
            </a:extLst>
          </p:cNvPr>
          <p:cNvSpPr>
            <a:spLocks xmlns:a="http://schemas.openxmlformats.org/drawingml/2006/main" noGrp="1"/>
          </p:cNvSpPr>
          <p:nvPr/>
        </p:nvSpPr>
        <p:spPr>
          <a:xfrm xmlns:a="http://schemas.openxmlformats.org/drawingml/2006/main">
            <a:off x="6781800" y="6219825"/>
            <a:ext cx="4448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현재 견적</a:t>
            </a:r>
          </a:p>
        </p:txBody>
      </p:sp>
      <p:sp>
        <p:nvSpPr>
          <p:cNvPr id="59" name="Editable path 52">
            <a:extLst xmlns:a="http://schemas.openxmlformats.org/drawingml/2006/main">
              <a:ext uri="{FF2B5EF4-FFF2-40B4-BE49-F238E27FC236}">
                <a16:creationId xmlns:a16="http://schemas.microsoft.com/office/drawing/2014/main" id="{881E734C-4098-4B4C-9A76-D1FC74632DAE}"/>
              </a:ext>
            </a:extLst>
          </p:cNvPr>
          <p:cNvSpPr>
            <a:spLocks xmlns:a="http://schemas.openxmlformats.org/drawingml/2006/main" noGrp="1"/>
          </p:cNvSpPr>
          <p:nvPr/>
        </p:nvSpPr>
        <p:spPr>
          <a:xfrm xmlns:a="http://schemas.openxmlformats.org/drawingml/2006/main">
            <a:off x="6781800" y="6619875"/>
            <a:ext cx="4486275" cy="953"/>
          </a:xfrm>
          <a:custGeom xmlns:a="http://schemas.openxmlformats.org/drawingml/2006/main">
            <a:pathLst>
              <a:path w="4486275" h="953">
                <a:moveTo>
                  <a:pt x="0" y="0"/>
                </a:moveTo>
                <a:lnTo>
                  <a:pt x="4486275" y="0"/>
                </a:lnTo>
              </a:path>
            </a:pathLst>
          </a:custGeom>
          <a:noFill xmlns:a="http://schemas.openxmlformats.org/drawingml/2006/main"/>
          <a:ln xmlns:a="http://schemas.openxmlformats.org/drawingml/2006/main" w="9525">
            <a:solidFill>
              <a:srgbClr val="B7B9B9"/>
            </a:solidFill>
            <a:prstDash val="solid"/>
          </a:ln>
        </p:spPr>
      </p:sp>
      <p:sp>
        <p:nvSpPr>
          <p:cNvPr id="60" name="DP1 object 53">
            <a:extLst xmlns:a="http://schemas.openxmlformats.org/drawingml/2006/main">
              <a:ext uri="{FF2B5EF4-FFF2-40B4-BE49-F238E27FC236}">
                <a16:creationId xmlns:a16="http://schemas.microsoft.com/office/drawing/2014/main" id="{FF397FE7-43F4-424A-AB8C-116E186B76C2}"/>
              </a:ext>
            </a:extLst>
          </p:cNvPr>
          <p:cNvSpPr>
            <a:spLocks xmlns:a="http://schemas.openxmlformats.org/drawingml/2006/main" noGrp="1"/>
          </p:cNvSpPr>
          <p:nvPr/>
        </p:nvSpPr>
        <p:spPr>
          <a:xfrm xmlns:a="http://schemas.openxmlformats.org/drawingml/2006/main">
            <a:off x="6781800" y="6724650"/>
            <a:ext cx="44862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원문 판본 v1 → v2</a:t>
            </a:r>
          </a:p>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납기 조건의 변경 위치</a:t>
            </a:r>
          </a:p>
        </p:txBody>
      </p:sp>
      <p:sp>
        <p:nvSpPr>
          <p:cNvPr id="61" name="DP1 object 54">
            <a:extLst xmlns:a="http://schemas.openxmlformats.org/drawingml/2006/main">
              <a:ext uri="{FF2B5EF4-FFF2-40B4-BE49-F238E27FC236}">
                <a16:creationId xmlns:a16="http://schemas.microsoft.com/office/drawing/2014/main" id="{0DACBCB0-1A2C-4E48-8FC1-73C91E667885}"/>
              </a:ext>
            </a:extLst>
          </p:cNvPr>
          <p:cNvSpPr>
            <a:spLocks xmlns:a="http://schemas.openxmlformats.org/drawingml/2006/main" noGrp="1"/>
          </p:cNvSpPr>
          <p:nvPr/>
        </p:nvSpPr>
        <p:spPr>
          <a:xfrm xmlns:a="http://schemas.openxmlformats.org/drawingml/2006/main">
            <a:off x="6619875" y="7867650"/>
            <a:ext cx="504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111111"/>
                </a:solidFill>
                <a:latin typeface="Apple SD Gothic Neo"/>
                <a:ea typeface="Apple SD Gothic Neo"/>
                <a:cs typeface="Apple SD Gothic Neo"/>
              </a:defRPr>
            </a:defPPr>
            <a:lvl1pPr algn="l">
              <a:defRPr sz="1800" b="1">
                <a:solidFill>
                  <a:srgbClr val="111111"/>
                </a:solidFill>
                <a:latin typeface="Apple SD Gothic Neo"/>
                <a:ea typeface="Apple SD Gothic Neo"/>
                <a:cs typeface="Apple SD Gothic Neo"/>
              </a:defRPr>
            </a:lvl1pPr>
            <a:lvl2pPr algn="l">
              <a:defRPr sz="1800" b="1">
                <a:solidFill>
                  <a:srgbClr val="111111"/>
                </a:solidFill>
                <a:latin typeface="Apple SD Gothic Neo"/>
                <a:ea typeface="Apple SD Gothic Neo"/>
                <a:cs typeface="Apple SD Gothic Neo"/>
              </a:defRPr>
            </a:lvl2pPr>
            <a:lvl3pPr algn="l">
              <a:defRPr sz="1800" b="1">
                <a:solidFill>
                  <a:srgbClr val="111111"/>
                </a:solidFill>
                <a:latin typeface="Apple SD Gothic Neo"/>
                <a:ea typeface="Apple SD Gothic Neo"/>
                <a:cs typeface="Apple SD Gothic Neo"/>
              </a:defRPr>
            </a:lvl3pPr>
            <a:lvl4pPr algn="l">
              <a:defRPr sz="1800" b="1">
                <a:solidFill>
                  <a:srgbClr val="111111"/>
                </a:solidFill>
                <a:latin typeface="Apple SD Gothic Neo"/>
                <a:ea typeface="Apple SD Gothic Neo"/>
                <a:cs typeface="Apple SD Gothic Neo"/>
              </a:defRPr>
            </a:lvl4pPr>
            <a:lvl5pPr algn="l">
              <a:defRPr sz="1800" b="1">
                <a:solidFill>
                  <a:srgbClr val="111111"/>
                </a:solidFill>
                <a:latin typeface="Apple SD Gothic Neo"/>
                <a:ea typeface="Apple SD Gothic Neo"/>
                <a:cs typeface="Apple SD Gothic Neo"/>
              </a:defRPr>
            </a:lvl5pPr>
            <a:lvl6pPr algn="l">
              <a:defRPr sz="1800" b="1">
                <a:solidFill>
                  <a:srgbClr val="111111"/>
                </a:solidFill>
                <a:latin typeface="Apple SD Gothic Neo"/>
                <a:ea typeface="Apple SD Gothic Neo"/>
                <a:cs typeface="Apple SD Gothic Neo"/>
              </a:defRPr>
            </a:lvl6pPr>
            <a:lvl7pPr algn="l">
              <a:defRPr sz="1800" b="1">
                <a:solidFill>
                  <a:srgbClr val="111111"/>
                </a:solidFill>
                <a:latin typeface="Apple SD Gothic Neo"/>
                <a:ea typeface="Apple SD Gothic Neo"/>
                <a:cs typeface="Apple SD Gothic Neo"/>
              </a:defRPr>
            </a:lvl7pPr>
            <a:lvl8pPr algn="l">
              <a:defRPr sz="1800" b="1">
                <a:solidFill>
                  <a:srgbClr val="111111"/>
                </a:solidFill>
                <a:latin typeface="Apple SD Gothic Neo"/>
                <a:ea typeface="Apple SD Gothic Neo"/>
                <a:cs typeface="Apple SD Gothic Neo"/>
              </a:defRPr>
            </a:lvl8pPr>
            <a:lvl9pPr algn="l">
              <a:defRPr sz="1800" b="1">
                <a:solidFill>
                  <a:srgbClr val="111111"/>
                </a:solidFill>
                <a:latin typeface="Apple SD Gothic Neo"/>
                <a:ea typeface="Apple SD Gothic Neo"/>
                <a:cs typeface="Apple SD Gothic Neo"/>
              </a:defRPr>
            </a:lvl9pPr>
          </a:lstStyle>
          <a:p xmlns:a="http://schemas.openxmlformats.org/drawingml/2006/main">
            <a:pPr algn="l">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원문 참조 + 실제 전달 범위 + 변경 판본</a:t>
            </a:r>
          </a:p>
        </p:txBody>
      </p:sp>
      <p:sp>
        <p:nvSpPr>
          <p:cNvPr id="62" name="DP1 object 55">
            <a:extLst xmlns:a="http://schemas.openxmlformats.org/drawingml/2006/main">
              <a:ext uri="{FF2B5EF4-FFF2-40B4-BE49-F238E27FC236}">
                <a16:creationId xmlns:a16="http://schemas.microsoft.com/office/drawing/2014/main" id="{3239D9E7-D614-4BB5-B740-E952022EB668}"/>
              </a:ext>
            </a:extLst>
          </p:cNvPr>
          <p:cNvSpPr>
            <a:spLocks xmlns:a="http://schemas.openxmlformats.org/drawingml/2006/main" noGrp="1"/>
          </p:cNvSpPr>
          <p:nvPr/>
        </p:nvSpPr>
        <p:spPr>
          <a:xfrm xmlns:a="http://schemas.openxmlformats.org/drawingml/2006/main">
            <a:off x="12496800" y="2647950"/>
            <a:ext cx="4667250" cy="1809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63" name="DP1 object 56">
            <a:extLst xmlns:a="http://schemas.openxmlformats.org/drawingml/2006/main">
              <a:ext uri="{FF2B5EF4-FFF2-40B4-BE49-F238E27FC236}">
                <a16:creationId xmlns:a16="http://schemas.microsoft.com/office/drawing/2014/main" id="{0BBB4C26-732A-4C1D-95E6-A9439DFD9337}"/>
              </a:ext>
            </a:extLst>
          </p:cNvPr>
          <p:cNvSpPr>
            <a:spLocks xmlns:a="http://schemas.openxmlformats.org/drawingml/2006/main" noGrp="1"/>
          </p:cNvSpPr>
          <p:nvPr/>
        </p:nvSpPr>
        <p:spPr>
          <a:xfrm xmlns:a="http://schemas.openxmlformats.org/drawingml/2006/main">
            <a:off x="12496800" y="2371725"/>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매 요청마다 다시 구성</a:t>
            </a:r>
          </a:p>
        </p:txBody>
      </p:sp>
      <p:sp>
        <p:nvSpPr>
          <p:cNvPr id="64" name="DP1 object 57">
            <a:extLst xmlns:a="http://schemas.openxmlformats.org/drawingml/2006/main">
              <a:ext uri="{FF2B5EF4-FFF2-40B4-BE49-F238E27FC236}">
                <a16:creationId xmlns:a16="http://schemas.microsoft.com/office/drawing/2014/main" id="{47864440-4081-4E1F-A562-F9F0D13D660D}"/>
              </a:ext>
            </a:extLst>
          </p:cNvPr>
          <p:cNvSpPr>
            <a:spLocks xmlns:a="http://schemas.openxmlformats.org/drawingml/2006/main" noGrp="1"/>
          </p:cNvSpPr>
          <p:nvPr/>
        </p:nvSpPr>
        <p:spPr>
          <a:xfrm xmlns:a="http://schemas.openxmlformats.org/drawingml/2006/main">
            <a:off x="12496800" y="303847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같은 자료를 다시 찾고 읽으며</a:t>
            </a:r>
          </a:p>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근거를 조합하는 대기가 반복됨</a:t>
            </a:r>
          </a:p>
        </p:txBody>
      </p:sp>
      <p:sp>
        <p:nvSpPr>
          <p:cNvPr id="65" name="DP1 object 58">
            <a:extLst xmlns:a="http://schemas.openxmlformats.org/drawingml/2006/main">
              <a:ext uri="{FF2B5EF4-FFF2-40B4-BE49-F238E27FC236}">
                <a16:creationId xmlns:a16="http://schemas.microsoft.com/office/drawing/2014/main" id="{B3CD5276-ABFC-46C9-B97F-34C545AEFD31}"/>
              </a:ext>
            </a:extLst>
          </p:cNvPr>
          <p:cNvSpPr>
            <a:spLocks xmlns:a="http://schemas.openxmlformats.org/drawingml/2006/main" noGrp="1"/>
          </p:cNvSpPr>
          <p:nvPr/>
        </p:nvSpPr>
        <p:spPr>
          <a:xfrm xmlns:a="http://schemas.openxmlformats.org/drawingml/2006/main">
            <a:off x="12496800" y="4495800"/>
            <a:ext cx="4667250" cy="1809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66" name="DP1 object 59">
            <a:extLst xmlns:a="http://schemas.openxmlformats.org/drawingml/2006/main">
              <a:ext uri="{FF2B5EF4-FFF2-40B4-BE49-F238E27FC236}">
                <a16:creationId xmlns:a16="http://schemas.microsoft.com/office/drawing/2014/main" id="{615E5071-6919-4001-ACD4-6874C3CED6EE}"/>
              </a:ext>
            </a:extLst>
          </p:cNvPr>
          <p:cNvSpPr>
            <a:spLocks xmlns:a="http://schemas.openxmlformats.org/drawingml/2006/main" noGrp="1"/>
          </p:cNvSpPr>
          <p:nvPr/>
        </p:nvSpPr>
        <p:spPr>
          <a:xfrm xmlns:a="http://schemas.openxmlformats.org/drawingml/2006/main">
            <a:off x="12496800" y="4219575"/>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이전에 읽은 근거를 유지</a:t>
            </a:r>
          </a:p>
        </p:txBody>
      </p:sp>
      <p:sp>
        <p:nvSpPr>
          <p:cNvPr id="67" name="DP1 object 60">
            <a:extLst xmlns:a="http://schemas.openxmlformats.org/drawingml/2006/main">
              <a:ext uri="{FF2B5EF4-FFF2-40B4-BE49-F238E27FC236}">
                <a16:creationId xmlns:a16="http://schemas.microsoft.com/office/drawing/2014/main" id="{A99A620B-0742-4D50-94C9-6A9F53445150}"/>
              </a:ext>
            </a:extLst>
          </p:cNvPr>
          <p:cNvSpPr>
            <a:spLocks xmlns:a="http://schemas.openxmlformats.org/drawingml/2006/main" noGrp="1"/>
          </p:cNvSpPr>
          <p:nvPr/>
        </p:nvSpPr>
        <p:spPr>
          <a:xfrm xmlns:a="http://schemas.openxmlformats.org/drawingml/2006/main">
            <a:off x="12496800" y="488632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주제가 바뀌면 불필요한 입력이 남고</a:t>
            </a:r>
          </a:p>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원문 정정 뒤 갱신이 필요함</a:t>
            </a:r>
          </a:p>
        </p:txBody>
      </p:sp>
      <p:sp>
        <p:nvSpPr>
          <p:cNvPr id="68" name="DP1 object 61">
            <a:extLst xmlns:a="http://schemas.openxmlformats.org/drawingml/2006/main">
              <a:ext uri="{FF2B5EF4-FFF2-40B4-BE49-F238E27FC236}">
                <a16:creationId xmlns:a16="http://schemas.microsoft.com/office/drawing/2014/main" id="{E7873A9F-7D58-42F9-AF88-50EE6D677281}"/>
              </a:ext>
            </a:extLst>
          </p:cNvPr>
          <p:cNvSpPr>
            <a:spLocks xmlns:a="http://schemas.openxmlformats.org/drawingml/2006/main" noGrp="1"/>
          </p:cNvSpPr>
          <p:nvPr/>
        </p:nvSpPr>
        <p:spPr>
          <a:xfrm xmlns:a="http://schemas.openxmlformats.org/drawingml/2006/main">
            <a:off x="12496800" y="6343650"/>
            <a:ext cx="4667250" cy="1809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69" name="DP1 object 62">
            <a:extLst xmlns:a="http://schemas.openxmlformats.org/drawingml/2006/main">
              <a:ext uri="{FF2B5EF4-FFF2-40B4-BE49-F238E27FC236}">
                <a16:creationId xmlns:a16="http://schemas.microsoft.com/office/drawing/2014/main" id="{BEDF9113-09A0-4A20-BBA4-21ACA383FFDD}"/>
              </a:ext>
            </a:extLst>
          </p:cNvPr>
          <p:cNvSpPr>
            <a:spLocks xmlns:a="http://schemas.openxmlformats.org/drawingml/2006/main" noGrp="1"/>
          </p:cNvSpPr>
          <p:nvPr/>
        </p:nvSpPr>
        <p:spPr>
          <a:xfrm xmlns:a="http://schemas.openxmlformats.org/drawingml/2006/main">
            <a:off x="12496800" y="6067425"/>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111111"/>
                </a:solidFill>
                <a:latin typeface="Apple SD Gothic Neo"/>
                <a:ea typeface="Apple SD Gothic Neo"/>
                <a:cs typeface="Apple SD Gothic Neo"/>
              </a:defRPr>
            </a:defPPr>
            <a:lvl1pPr algn="l">
              <a:defRPr sz="2175" b="1">
                <a:solidFill>
                  <a:srgbClr val="111111"/>
                </a:solidFill>
                <a:latin typeface="Apple SD Gothic Neo"/>
                <a:ea typeface="Apple SD Gothic Neo"/>
                <a:cs typeface="Apple SD Gothic Neo"/>
              </a:defRPr>
            </a:lvl1pPr>
            <a:lvl2pPr algn="l">
              <a:defRPr sz="2175" b="1">
                <a:solidFill>
                  <a:srgbClr val="111111"/>
                </a:solidFill>
                <a:latin typeface="Apple SD Gothic Neo"/>
                <a:ea typeface="Apple SD Gothic Neo"/>
                <a:cs typeface="Apple SD Gothic Neo"/>
              </a:defRPr>
            </a:lvl2pPr>
            <a:lvl3pPr algn="l">
              <a:defRPr sz="2175" b="1">
                <a:solidFill>
                  <a:srgbClr val="111111"/>
                </a:solidFill>
                <a:latin typeface="Apple SD Gothic Neo"/>
                <a:ea typeface="Apple SD Gothic Neo"/>
                <a:cs typeface="Apple SD Gothic Neo"/>
              </a:defRPr>
            </a:lvl3pPr>
            <a:lvl4pPr algn="l">
              <a:defRPr sz="2175" b="1">
                <a:solidFill>
                  <a:srgbClr val="111111"/>
                </a:solidFill>
                <a:latin typeface="Apple SD Gothic Neo"/>
                <a:ea typeface="Apple SD Gothic Neo"/>
                <a:cs typeface="Apple SD Gothic Neo"/>
              </a:defRPr>
            </a:lvl4pPr>
            <a:lvl5pPr algn="l">
              <a:defRPr sz="2175" b="1">
                <a:solidFill>
                  <a:srgbClr val="111111"/>
                </a:solidFill>
                <a:latin typeface="Apple SD Gothic Neo"/>
                <a:ea typeface="Apple SD Gothic Neo"/>
                <a:cs typeface="Apple SD Gothic Neo"/>
              </a:defRPr>
            </a:lvl5pPr>
            <a:lvl6pPr algn="l">
              <a:defRPr sz="2175" b="1">
                <a:solidFill>
                  <a:srgbClr val="111111"/>
                </a:solidFill>
                <a:latin typeface="Apple SD Gothic Neo"/>
                <a:ea typeface="Apple SD Gothic Neo"/>
                <a:cs typeface="Apple SD Gothic Neo"/>
              </a:defRPr>
            </a:lvl6pPr>
            <a:lvl7pPr algn="l">
              <a:defRPr sz="2175" b="1">
                <a:solidFill>
                  <a:srgbClr val="111111"/>
                </a:solidFill>
                <a:latin typeface="Apple SD Gothic Neo"/>
                <a:ea typeface="Apple SD Gothic Neo"/>
                <a:cs typeface="Apple SD Gothic Neo"/>
              </a:defRPr>
            </a:lvl7pPr>
            <a:lvl8pPr algn="l">
              <a:defRPr sz="2175" b="1">
                <a:solidFill>
                  <a:srgbClr val="111111"/>
                </a:solidFill>
                <a:latin typeface="Apple SD Gothic Neo"/>
                <a:ea typeface="Apple SD Gothic Neo"/>
                <a:cs typeface="Apple SD Gothic Neo"/>
              </a:defRPr>
            </a:lvl8pPr>
            <a:lvl9pPr algn="l">
              <a:defRPr sz="2175" b="1">
                <a:solidFill>
                  <a:srgbClr val="111111"/>
                </a:solidFill>
                <a:latin typeface="Apple SD Gothic Neo"/>
                <a:ea typeface="Apple SD Gothic Neo"/>
                <a:cs typeface="Apple SD Gothic Neo"/>
              </a:defRPr>
            </a:lvl9pPr>
          </a:lstStyle>
          <a:p xmlns:a="http://schemas.openxmlformats.org/drawingml/2006/main">
            <a:pPr algn="l">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관계를 미리 생산</a:t>
            </a:r>
          </a:p>
        </p:txBody>
      </p:sp>
      <p:sp>
        <p:nvSpPr>
          <p:cNvPr id="70" name="DP1 object 63">
            <a:extLst xmlns:a="http://schemas.openxmlformats.org/drawingml/2006/main">
              <a:ext uri="{FF2B5EF4-FFF2-40B4-BE49-F238E27FC236}">
                <a16:creationId xmlns:a16="http://schemas.microsoft.com/office/drawing/2014/main" id="{B7957D82-B96B-4D67-BB84-CC226E0DD756}"/>
              </a:ext>
            </a:extLst>
          </p:cNvPr>
          <p:cNvSpPr>
            <a:spLocks xmlns:a="http://schemas.openxmlformats.org/drawingml/2006/main" noGrp="1"/>
          </p:cNvSpPr>
          <p:nvPr/>
        </p:nvSpPr>
        <p:spPr>
          <a:xfrm xmlns:a="http://schemas.openxmlformats.org/drawingml/2006/main">
            <a:off x="12496800" y="673417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111111"/>
                </a:solidFill>
                <a:latin typeface="Apple SD Gothic Neo"/>
                <a:ea typeface="Apple SD Gothic Neo"/>
                <a:cs typeface="Apple SD Gothic Neo"/>
              </a:defRPr>
            </a:defPPr>
            <a:lvl1pPr algn="l">
              <a:defRPr sz="1875" b="0">
                <a:solidFill>
                  <a:srgbClr val="111111"/>
                </a:solidFill>
                <a:latin typeface="Apple SD Gothic Neo"/>
                <a:ea typeface="Apple SD Gothic Neo"/>
                <a:cs typeface="Apple SD Gothic Neo"/>
              </a:defRPr>
            </a:lvl1pPr>
            <a:lvl2pPr algn="l">
              <a:defRPr sz="1875" b="0">
                <a:solidFill>
                  <a:srgbClr val="111111"/>
                </a:solidFill>
                <a:latin typeface="Apple SD Gothic Neo"/>
                <a:ea typeface="Apple SD Gothic Neo"/>
                <a:cs typeface="Apple SD Gothic Neo"/>
              </a:defRPr>
            </a:lvl2pPr>
            <a:lvl3pPr algn="l">
              <a:defRPr sz="1875" b="0">
                <a:solidFill>
                  <a:srgbClr val="111111"/>
                </a:solidFill>
                <a:latin typeface="Apple SD Gothic Neo"/>
                <a:ea typeface="Apple SD Gothic Neo"/>
                <a:cs typeface="Apple SD Gothic Neo"/>
              </a:defRPr>
            </a:lvl3pPr>
            <a:lvl4pPr algn="l">
              <a:defRPr sz="1875" b="0">
                <a:solidFill>
                  <a:srgbClr val="111111"/>
                </a:solidFill>
                <a:latin typeface="Apple SD Gothic Neo"/>
                <a:ea typeface="Apple SD Gothic Neo"/>
                <a:cs typeface="Apple SD Gothic Neo"/>
              </a:defRPr>
            </a:lvl4pPr>
            <a:lvl5pPr algn="l">
              <a:defRPr sz="1875" b="0">
                <a:solidFill>
                  <a:srgbClr val="111111"/>
                </a:solidFill>
                <a:latin typeface="Apple SD Gothic Neo"/>
                <a:ea typeface="Apple SD Gothic Neo"/>
                <a:cs typeface="Apple SD Gothic Neo"/>
              </a:defRPr>
            </a:lvl5pPr>
            <a:lvl6pPr algn="l">
              <a:defRPr sz="1875" b="0">
                <a:solidFill>
                  <a:srgbClr val="111111"/>
                </a:solidFill>
                <a:latin typeface="Apple SD Gothic Neo"/>
                <a:ea typeface="Apple SD Gothic Neo"/>
                <a:cs typeface="Apple SD Gothic Neo"/>
              </a:defRPr>
            </a:lvl6pPr>
            <a:lvl7pPr algn="l">
              <a:defRPr sz="1875" b="0">
                <a:solidFill>
                  <a:srgbClr val="111111"/>
                </a:solidFill>
                <a:latin typeface="Apple SD Gothic Neo"/>
                <a:ea typeface="Apple SD Gothic Neo"/>
                <a:cs typeface="Apple SD Gothic Neo"/>
              </a:defRPr>
            </a:lvl7pPr>
            <a:lvl8pPr algn="l">
              <a:defRPr sz="1875" b="0">
                <a:solidFill>
                  <a:srgbClr val="111111"/>
                </a:solidFill>
                <a:latin typeface="Apple SD Gothic Neo"/>
                <a:ea typeface="Apple SD Gothic Neo"/>
                <a:cs typeface="Apple SD Gothic Neo"/>
              </a:defRPr>
            </a:lvl8pPr>
            <a:lvl9pPr algn="l">
              <a:defRPr sz="1875" b="0">
                <a:solidFill>
                  <a:srgbClr val="111111"/>
                </a:solidFill>
                <a:latin typeface="Apple SD Gothic Neo"/>
                <a:ea typeface="Apple SD Gothic Neo"/>
                <a:cs typeface="Apple SD Gothic Neo"/>
              </a:defRPr>
            </a:lvl9pPr>
          </a:lstStyle>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반복 조회에는 활용할 수 있지만</a:t>
            </a:r>
          </a:p>
          <a:p xmlns:a="http://schemas.openxmlformats.org/drawingml/2006/main">
            <a:pPr algn="l">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사용하지 않는 생산 비용도 발생함</a:t>
            </a:r>
          </a:p>
        </p:txBody>
      </p:sp>
      <p:sp>
        <p:nvSpPr>
          <p:cNvPr id="71" name="DP1 object 64">
            <a:extLst xmlns:a="http://schemas.openxmlformats.org/drawingml/2006/main">
              <a:ext uri="{FF2B5EF4-FFF2-40B4-BE49-F238E27FC236}">
                <a16:creationId xmlns:a16="http://schemas.microsoft.com/office/drawing/2014/main" id="{A568BABA-E8A2-4FAD-B786-3D1345479F14}"/>
              </a:ext>
            </a:extLst>
          </p:cNvPr>
          <p:cNvSpPr>
            <a:spLocks xmlns:a="http://schemas.openxmlformats.org/drawingml/2006/main" noGrp="1"/>
          </p:cNvSpPr>
          <p:nvPr/>
        </p:nvSpPr>
        <p:spPr>
          <a:xfrm xmlns:a="http://schemas.openxmlformats.org/drawingml/2006/main">
            <a:off x="12496800" y="7867650"/>
            <a:ext cx="5095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111111"/>
                </a:solidFill>
                <a:latin typeface="Apple SD Gothic Neo"/>
                <a:ea typeface="Apple SD Gothic Neo"/>
                <a:cs typeface="Apple SD Gothic Neo"/>
              </a:defRPr>
            </a:defPPr>
            <a:lvl1pPr algn="l">
              <a:defRPr sz="1725" b="1">
                <a:solidFill>
                  <a:srgbClr val="111111"/>
                </a:solidFill>
                <a:latin typeface="Apple SD Gothic Neo"/>
                <a:ea typeface="Apple SD Gothic Neo"/>
                <a:cs typeface="Apple SD Gothic Neo"/>
              </a:defRPr>
            </a:lvl1pPr>
            <a:lvl2pPr algn="l">
              <a:defRPr sz="1725" b="1">
                <a:solidFill>
                  <a:srgbClr val="111111"/>
                </a:solidFill>
                <a:latin typeface="Apple SD Gothic Neo"/>
                <a:ea typeface="Apple SD Gothic Neo"/>
                <a:cs typeface="Apple SD Gothic Neo"/>
              </a:defRPr>
            </a:lvl2pPr>
            <a:lvl3pPr algn="l">
              <a:defRPr sz="1725" b="1">
                <a:solidFill>
                  <a:srgbClr val="111111"/>
                </a:solidFill>
                <a:latin typeface="Apple SD Gothic Neo"/>
                <a:ea typeface="Apple SD Gothic Neo"/>
                <a:cs typeface="Apple SD Gothic Neo"/>
              </a:defRPr>
            </a:lvl3pPr>
            <a:lvl4pPr algn="l">
              <a:defRPr sz="1725" b="1">
                <a:solidFill>
                  <a:srgbClr val="111111"/>
                </a:solidFill>
                <a:latin typeface="Apple SD Gothic Neo"/>
                <a:ea typeface="Apple SD Gothic Neo"/>
                <a:cs typeface="Apple SD Gothic Neo"/>
              </a:defRPr>
            </a:lvl4pPr>
            <a:lvl5pPr algn="l">
              <a:defRPr sz="1725" b="1">
                <a:solidFill>
                  <a:srgbClr val="111111"/>
                </a:solidFill>
                <a:latin typeface="Apple SD Gothic Neo"/>
                <a:ea typeface="Apple SD Gothic Neo"/>
                <a:cs typeface="Apple SD Gothic Neo"/>
              </a:defRPr>
            </a:lvl5pPr>
            <a:lvl6pPr algn="l">
              <a:defRPr sz="1725" b="1">
                <a:solidFill>
                  <a:srgbClr val="111111"/>
                </a:solidFill>
                <a:latin typeface="Apple SD Gothic Neo"/>
                <a:ea typeface="Apple SD Gothic Neo"/>
                <a:cs typeface="Apple SD Gothic Neo"/>
              </a:defRPr>
            </a:lvl6pPr>
            <a:lvl7pPr algn="l">
              <a:defRPr sz="1725" b="1">
                <a:solidFill>
                  <a:srgbClr val="111111"/>
                </a:solidFill>
                <a:latin typeface="Apple SD Gothic Neo"/>
                <a:ea typeface="Apple SD Gothic Neo"/>
                <a:cs typeface="Apple SD Gothic Neo"/>
              </a:defRPr>
            </a:lvl7pPr>
            <a:lvl8pPr algn="l">
              <a:defRPr sz="1725" b="1">
                <a:solidFill>
                  <a:srgbClr val="111111"/>
                </a:solidFill>
                <a:latin typeface="Apple SD Gothic Neo"/>
                <a:ea typeface="Apple SD Gothic Neo"/>
                <a:cs typeface="Apple SD Gothic Neo"/>
              </a:defRPr>
            </a:lvl8pPr>
            <a:lvl9pPr algn="l">
              <a:defRPr sz="1725" b="1">
                <a:solidFill>
                  <a:srgbClr val="111111"/>
                </a:solidFill>
                <a:latin typeface="Apple SD Gothic Neo"/>
                <a:ea typeface="Apple SD Gothic Neo"/>
                <a:cs typeface="Apple SD Gothic Neo"/>
              </a:defRPr>
            </a:lvl9pPr>
          </a:lstStyle>
          <a:p xmlns:a="http://schemas.openxmlformats.org/drawingml/2006/main">
            <a:pPr algn="l">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현재 판본과 권한 확인은 모든 안의 공통 조건</a:t>
            </a:r>
          </a:p>
        </p:txBody>
      </p:sp>
      <p:sp>
        <p:nvSpPr>
          <p:cNvPr id="72" name="Editable path 65">
            <a:extLst xmlns:a="http://schemas.openxmlformats.org/drawingml/2006/main">
              <a:ext uri="{FF2B5EF4-FFF2-40B4-BE49-F238E27FC236}">
                <a16:creationId xmlns:a16="http://schemas.microsoft.com/office/drawing/2014/main" id="{879288A7-AF02-44A5-A286-5023BDF82862}"/>
              </a:ext>
            </a:extLst>
          </p:cNvPr>
          <p:cNvSpPr>
            <a:spLocks xmlns:a="http://schemas.openxmlformats.org/drawingml/2006/main" noGrp="1"/>
          </p:cNvSpPr>
          <p:nvPr/>
        </p:nvSpPr>
        <p:spPr>
          <a:xfrm xmlns:a="http://schemas.openxmlformats.org/drawingml/2006/main">
            <a:off x="590550" y="8705850"/>
            <a:ext cx="17116425" cy="953"/>
          </a:xfrm>
          <a:custGeom xmlns:a="http://schemas.openxmlformats.org/drawingml/2006/main">
            <a:pathLst>
              <a:path w="17116425" h="953">
                <a:moveTo>
                  <a:pt x="0" y="0"/>
                </a:moveTo>
                <a:lnTo>
                  <a:pt x="17116425" y="0"/>
                </a:lnTo>
              </a:path>
            </a:pathLst>
          </a:custGeom>
          <a:noFill xmlns:a="http://schemas.openxmlformats.org/drawingml/2006/main"/>
          <a:ln xmlns:a="http://schemas.openxmlformats.org/drawingml/2006/main" w="14288">
            <a:solidFill>
              <a:srgbClr val="4676CB"/>
            </a:solidFill>
            <a:prstDash val="solid"/>
          </a:ln>
        </p:spPr>
      </p:sp>
      <p:sp>
        <p:nvSpPr>
          <p:cNvPr id="73" name="DP1 object 66">
            <a:extLst xmlns:a="http://schemas.openxmlformats.org/drawingml/2006/main">
              <a:ext uri="{FF2B5EF4-FFF2-40B4-BE49-F238E27FC236}">
                <a16:creationId xmlns:a16="http://schemas.microsoft.com/office/drawing/2014/main" id="{8B34ED7B-FD12-4AB3-8279-76C8357E5828}"/>
              </a:ext>
            </a:extLst>
          </p:cNvPr>
          <p:cNvSpPr>
            <a:spLocks xmlns:a="http://schemas.openxmlformats.org/drawingml/2006/main" noGrp="1"/>
          </p:cNvSpPr>
          <p:nvPr/>
        </p:nvSpPr>
        <p:spPr>
          <a:xfrm xmlns:a="http://schemas.openxmlformats.org/drawingml/2006/main">
            <a:off x="619125" y="902017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C00000"/>
                </a:solidFill>
                <a:latin typeface="Apple SD Gothic Neo"/>
                <a:ea typeface="Apple SD Gothic Neo"/>
                <a:cs typeface="Apple SD Gothic Neo"/>
              </a:defRPr>
            </a:defPPr>
            <a:lvl1pPr algn="l">
              <a:defRPr sz="2775" b="1">
                <a:solidFill>
                  <a:srgbClr val="C00000"/>
                </a:solidFill>
                <a:latin typeface="Apple SD Gothic Neo"/>
                <a:ea typeface="Apple SD Gothic Neo"/>
                <a:cs typeface="Apple SD Gothic Neo"/>
              </a:defRPr>
            </a:lvl1pPr>
            <a:lvl2pPr algn="l">
              <a:defRPr sz="2775" b="1">
                <a:solidFill>
                  <a:srgbClr val="C00000"/>
                </a:solidFill>
                <a:latin typeface="Apple SD Gothic Neo"/>
                <a:ea typeface="Apple SD Gothic Neo"/>
                <a:cs typeface="Apple SD Gothic Neo"/>
              </a:defRPr>
            </a:lvl2pPr>
            <a:lvl3pPr algn="l">
              <a:defRPr sz="2775" b="1">
                <a:solidFill>
                  <a:srgbClr val="C00000"/>
                </a:solidFill>
                <a:latin typeface="Apple SD Gothic Neo"/>
                <a:ea typeface="Apple SD Gothic Neo"/>
                <a:cs typeface="Apple SD Gothic Neo"/>
              </a:defRPr>
            </a:lvl3pPr>
            <a:lvl4pPr algn="l">
              <a:defRPr sz="2775" b="1">
                <a:solidFill>
                  <a:srgbClr val="C00000"/>
                </a:solidFill>
                <a:latin typeface="Apple SD Gothic Neo"/>
                <a:ea typeface="Apple SD Gothic Neo"/>
                <a:cs typeface="Apple SD Gothic Neo"/>
              </a:defRPr>
            </a:lvl4pPr>
            <a:lvl5pPr algn="l">
              <a:defRPr sz="2775" b="1">
                <a:solidFill>
                  <a:srgbClr val="C00000"/>
                </a:solidFill>
                <a:latin typeface="Apple SD Gothic Neo"/>
                <a:ea typeface="Apple SD Gothic Neo"/>
                <a:cs typeface="Apple SD Gothic Neo"/>
              </a:defRPr>
            </a:lvl5pPr>
            <a:lvl6pPr algn="l">
              <a:defRPr sz="2775" b="1">
                <a:solidFill>
                  <a:srgbClr val="C00000"/>
                </a:solidFill>
                <a:latin typeface="Apple SD Gothic Neo"/>
                <a:ea typeface="Apple SD Gothic Neo"/>
                <a:cs typeface="Apple SD Gothic Neo"/>
              </a:defRPr>
            </a:lvl6pPr>
            <a:lvl7pPr algn="l">
              <a:defRPr sz="2775" b="1">
                <a:solidFill>
                  <a:srgbClr val="C00000"/>
                </a:solidFill>
                <a:latin typeface="Apple SD Gothic Neo"/>
                <a:ea typeface="Apple SD Gothic Neo"/>
                <a:cs typeface="Apple SD Gothic Neo"/>
              </a:defRPr>
            </a:lvl7pPr>
            <a:lvl8pPr algn="l">
              <a:defRPr sz="2775" b="1">
                <a:solidFill>
                  <a:srgbClr val="C00000"/>
                </a:solidFill>
                <a:latin typeface="Apple SD Gothic Neo"/>
                <a:ea typeface="Apple SD Gothic Neo"/>
                <a:cs typeface="Apple SD Gothic Neo"/>
              </a:defRPr>
            </a:lvl8pPr>
            <a:lvl9pPr algn="l">
              <a:defRPr sz="2775" b="1">
                <a:solidFill>
                  <a:srgbClr val="C00000"/>
                </a:solidFill>
                <a:latin typeface="Apple SD Gothic Neo"/>
                <a:ea typeface="Apple SD Gothic Neo"/>
                <a:cs typeface="Apple SD Gothic Neo"/>
              </a:defRPr>
            </a:lvl9pPr>
          </a:lstStyle>
          <a:p xmlns:a="http://schemas.openxmlformats.org/drawingml/2006/main">
            <a:pPr algn="l">
              <a:defRPr sz="2775" b="1">
                <a:solidFill>
                  <a:srgbClr val="C00000"/>
                </a:solidFill>
                <a:latin typeface="Apple SD Gothic Neo"/>
                <a:ea typeface="Apple SD Gothic Neo"/>
                <a:cs typeface="Apple SD Gothic Neo"/>
              </a:defRPr>
            </a:pPr>
            <a:r>
              <a:rPr sz="2775" b="1">
                <a:solidFill>
                  <a:srgbClr val="C00000"/>
                </a:solidFill>
                <a:latin typeface="Apple SD Gothic Neo"/>
                <a:ea typeface="Apple SD Gothic Neo"/>
                <a:cs typeface="Apple SD Gothic Neo"/>
              </a:rPr>
              <a:t>Challenge:</a:t>
            </a:r>
          </a:p>
        </p:txBody>
      </p:sp>
      <p:sp>
        <p:nvSpPr>
          <p:cNvPr id="74" name="DP1 object 67">
            <a:extLst xmlns:a="http://schemas.openxmlformats.org/drawingml/2006/main">
              <a:ext uri="{FF2B5EF4-FFF2-40B4-BE49-F238E27FC236}">
                <a16:creationId xmlns:a16="http://schemas.microsoft.com/office/drawing/2014/main" id="{67054AAB-3EF4-4893-9B4C-8778BB1F60FE}"/>
              </a:ext>
            </a:extLst>
          </p:cNvPr>
          <p:cNvSpPr>
            <a:spLocks xmlns:a="http://schemas.openxmlformats.org/drawingml/2006/main" noGrp="1"/>
          </p:cNvSpPr>
          <p:nvPr/>
        </p:nvSpPr>
        <p:spPr>
          <a:xfrm xmlns:a="http://schemas.openxmlformats.org/drawingml/2006/main">
            <a:off x="3238500" y="8953500"/>
            <a:ext cx="14287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1) 후속 요청에 필요한 근거의 반복 탐색·구성을 줄일 방안 필요</a:t>
            </a:r>
          </a:p>
        </p:txBody>
      </p:sp>
      <p:sp>
        <p:nvSpPr>
          <p:cNvPr id="75" name="DP1 object 68">
            <a:extLst xmlns:a="http://schemas.openxmlformats.org/drawingml/2006/main">
              <a:ext uri="{FF2B5EF4-FFF2-40B4-BE49-F238E27FC236}">
                <a16:creationId xmlns:a16="http://schemas.microsoft.com/office/drawing/2014/main" id="{0363D299-DC36-430E-9300-C7B4A35ACB1E}"/>
              </a:ext>
            </a:extLst>
          </p:cNvPr>
          <p:cNvSpPr>
            <a:spLocks xmlns:a="http://schemas.openxmlformats.org/drawingml/2006/main" noGrp="1"/>
          </p:cNvSpPr>
          <p:nvPr/>
        </p:nvSpPr>
        <p:spPr>
          <a:xfrm xmlns:a="http://schemas.openxmlformats.org/drawingml/2006/main">
            <a:off x="3238500" y="9477375"/>
            <a:ext cx="14287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2) 원문 변경을 반영하며 불필요한 유지·사전 생산 비용을 제한할 방안 필요</a:t>
            </a:r>
          </a:p>
        </p:txBody>
      </p:sp>
    </p:spTree>
    <p:extLst>
      <p:ext uri="{BB962C8B-B14F-4D97-AF65-F5344CB8AC3E}">
        <p14:creationId xmlns:p14="http://schemas.microsoft.com/office/powerpoint/2010/main" val="14588625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 name="DP1 object 69">
            <a:extLst xmlns:a="http://schemas.openxmlformats.org/drawingml/2006/main">
              <a:ext uri="{FF2B5EF4-FFF2-40B4-BE49-F238E27FC236}">
                <a16:creationId xmlns:a16="http://schemas.microsoft.com/office/drawing/2014/main" id="{B3A8D335-FF64-4D42-B58D-D4AA6674EF19}"/>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a:t>
            </a:r>
          </a:p>
        </p:txBody>
      </p:sp>
      <p:sp>
        <p:nvSpPr>
          <p:cNvPr id="2" name="DP1 object 70">
            <a:extLst xmlns:a="http://schemas.openxmlformats.org/drawingml/2006/main">
              <a:ext uri="{FF2B5EF4-FFF2-40B4-BE49-F238E27FC236}">
                <a16:creationId xmlns:a16="http://schemas.microsoft.com/office/drawing/2014/main" id="{01C074CA-A9C1-415F-B812-0F75F355C890}"/>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71">
            <a:extLst xmlns:a="http://schemas.openxmlformats.org/drawingml/2006/main">
              <a:ext uri="{FF2B5EF4-FFF2-40B4-BE49-F238E27FC236}">
                <a16:creationId xmlns:a16="http://schemas.microsoft.com/office/drawing/2014/main" id="{8C4ED485-4845-4D0E-B77C-C1743D239EA1}"/>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72">
            <a:extLst xmlns:a="http://schemas.openxmlformats.org/drawingml/2006/main">
              <a:ext uri="{FF2B5EF4-FFF2-40B4-BE49-F238E27FC236}">
                <a16:creationId xmlns:a16="http://schemas.microsoft.com/office/drawing/2014/main" id="{34EA7E70-77A8-43E1-9B5E-4DA7E26CE9F2}"/>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73">
            <a:extLst xmlns:a="http://schemas.openxmlformats.org/drawingml/2006/main">
              <a:ext uri="{FF2B5EF4-FFF2-40B4-BE49-F238E27FC236}">
                <a16:creationId xmlns:a16="http://schemas.microsoft.com/office/drawing/2014/main" id="{00D94105-2556-4E2F-AF74-E372D2021205}"/>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74">
            <a:extLst xmlns:a="http://schemas.openxmlformats.org/drawingml/2006/main">
              <a:ext uri="{FF2B5EF4-FFF2-40B4-BE49-F238E27FC236}">
                <a16:creationId xmlns:a16="http://schemas.microsoft.com/office/drawing/2014/main" id="{4026E5D1-1A40-40F0-89A0-6FA4D03E3E3F}"/>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75">
            <a:extLst xmlns:a="http://schemas.openxmlformats.org/drawingml/2006/main">
              <a:ext uri="{FF2B5EF4-FFF2-40B4-BE49-F238E27FC236}">
                <a16:creationId xmlns:a16="http://schemas.microsoft.com/office/drawing/2014/main" id="{3154F0FF-DA1A-4211-95E7-55520095B4E2}"/>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76">
            <a:extLst xmlns:a="http://schemas.openxmlformats.org/drawingml/2006/main">
              <a:ext uri="{FF2B5EF4-FFF2-40B4-BE49-F238E27FC236}">
                <a16:creationId xmlns:a16="http://schemas.microsoft.com/office/drawing/2014/main" id="{8413D31F-48F5-410F-BBD0-B8B4EDFE4876}"/>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77">
            <a:extLst xmlns:a="http://schemas.openxmlformats.org/drawingml/2006/main">
              <a:ext uri="{FF2B5EF4-FFF2-40B4-BE49-F238E27FC236}">
                <a16:creationId xmlns:a16="http://schemas.microsoft.com/office/drawing/2014/main" id="{5E29AD7B-77E0-430A-AB3D-7C5D23887EC3}"/>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78">
            <a:extLst xmlns:a="http://schemas.openxmlformats.org/drawingml/2006/main">
              <a:ext uri="{FF2B5EF4-FFF2-40B4-BE49-F238E27FC236}">
                <a16:creationId xmlns:a16="http://schemas.microsoft.com/office/drawing/2014/main" id="{0B66A528-97D7-47C0-9AE6-F498F429287D}"/>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79">
            <a:extLst xmlns:a="http://schemas.openxmlformats.org/drawingml/2006/main">
              <a:ext uri="{FF2B5EF4-FFF2-40B4-BE49-F238E27FC236}">
                <a16:creationId xmlns:a16="http://schemas.microsoft.com/office/drawing/2014/main" id="{AA5E5610-0E4D-47E4-848E-1A401B13A09F}"/>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80">
            <a:extLst xmlns:a="http://schemas.openxmlformats.org/drawingml/2006/main">
              <a:ext uri="{FF2B5EF4-FFF2-40B4-BE49-F238E27FC236}">
                <a16:creationId xmlns:a16="http://schemas.microsoft.com/office/drawing/2014/main" id="{4A6880FB-8DB9-4A43-B8FC-44C1270C0048}"/>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81">
            <a:extLst xmlns:a="http://schemas.openxmlformats.org/drawingml/2006/main">
              <a:ext uri="{FF2B5EF4-FFF2-40B4-BE49-F238E27FC236}">
                <a16:creationId xmlns:a16="http://schemas.microsoft.com/office/drawing/2014/main" id="{0539988B-0332-481D-8B76-B11FEFDF1B2B}"/>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2</a:t>
            </a:r>
          </a:p>
        </p:txBody>
      </p:sp>
      <p:sp>
        <p:nvSpPr>
          <p:cNvPr id="14" name="DP1 object 82">
            <a:extLst xmlns:a="http://schemas.openxmlformats.org/drawingml/2006/main">
              <a:ext uri="{FF2B5EF4-FFF2-40B4-BE49-F238E27FC236}">
                <a16:creationId xmlns:a16="http://schemas.microsoft.com/office/drawing/2014/main" id="{A55E15F7-68B9-409F-9E49-E3E298DE30EE}"/>
              </a:ext>
            </a:extLst>
          </p:cNvPr>
          <p:cNvSpPr>
            <a:spLocks xmlns:a="http://schemas.openxmlformats.org/drawingml/2006/main" noGrp="1"/>
          </p:cNvSpPr>
          <p:nvPr/>
        </p:nvSpPr>
        <p:spPr>
          <a:xfrm xmlns:a="http://schemas.openxmlformats.org/drawingml/2006/main">
            <a:off x="266700" y="11620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111111"/>
                </a:solidFill>
                <a:latin typeface="Apple SD Gothic Neo"/>
                <a:ea typeface="Apple SD Gothic Neo"/>
                <a:cs typeface="Apple SD Gothic Neo"/>
              </a:defRPr>
            </a:defPPr>
            <a:lvl1pPr algn="l">
              <a:defRPr sz="1800" b="1">
                <a:solidFill>
                  <a:srgbClr val="111111"/>
                </a:solidFill>
                <a:latin typeface="Apple SD Gothic Neo"/>
                <a:ea typeface="Apple SD Gothic Neo"/>
                <a:cs typeface="Apple SD Gothic Neo"/>
              </a:defRPr>
            </a:lvl1pPr>
            <a:lvl2pPr algn="l">
              <a:defRPr sz="1800" b="1">
                <a:solidFill>
                  <a:srgbClr val="111111"/>
                </a:solidFill>
                <a:latin typeface="Apple SD Gothic Neo"/>
                <a:ea typeface="Apple SD Gothic Neo"/>
                <a:cs typeface="Apple SD Gothic Neo"/>
              </a:defRPr>
            </a:lvl2pPr>
            <a:lvl3pPr algn="l">
              <a:defRPr sz="1800" b="1">
                <a:solidFill>
                  <a:srgbClr val="111111"/>
                </a:solidFill>
                <a:latin typeface="Apple SD Gothic Neo"/>
                <a:ea typeface="Apple SD Gothic Neo"/>
                <a:cs typeface="Apple SD Gothic Neo"/>
              </a:defRPr>
            </a:lvl3pPr>
            <a:lvl4pPr algn="l">
              <a:defRPr sz="1800" b="1">
                <a:solidFill>
                  <a:srgbClr val="111111"/>
                </a:solidFill>
                <a:latin typeface="Apple SD Gothic Neo"/>
                <a:ea typeface="Apple SD Gothic Neo"/>
                <a:cs typeface="Apple SD Gothic Neo"/>
              </a:defRPr>
            </a:lvl4pPr>
            <a:lvl5pPr algn="l">
              <a:defRPr sz="1800" b="1">
                <a:solidFill>
                  <a:srgbClr val="111111"/>
                </a:solidFill>
                <a:latin typeface="Apple SD Gothic Neo"/>
                <a:ea typeface="Apple SD Gothic Neo"/>
                <a:cs typeface="Apple SD Gothic Neo"/>
              </a:defRPr>
            </a:lvl5pPr>
            <a:lvl6pPr algn="l">
              <a:defRPr sz="1800" b="1">
                <a:solidFill>
                  <a:srgbClr val="111111"/>
                </a:solidFill>
                <a:latin typeface="Apple SD Gothic Neo"/>
                <a:ea typeface="Apple SD Gothic Neo"/>
                <a:cs typeface="Apple SD Gothic Neo"/>
              </a:defRPr>
            </a:lvl6pPr>
            <a:lvl7pPr algn="l">
              <a:defRPr sz="1800" b="1">
                <a:solidFill>
                  <a:srgbClr val="111111"/>
                </a:solidFill>
                <a:latin typeface="Apple SD Gothic Neo"/>
                <a:ea typeface="Apple SD Gothic Neo"/>
                <a:cs typeface="Apple SD Gothic Neo"/>
              </a:defRPr>
            </a:lvl7pPr>
            <a:lvl8pPr algn="l">
              <a:defRPr sz="1800" b="1">
                <a:solidFill>
                  <a:srgbClr val="111111"/>
                </a:solidFill>
                <a:latin typeface="Apple SD Gothic Neo"/>
                <a:ea typeface="Apple SD Gothic Neo"/>
                <a:cs typeface="Apple SD Gothic Neo"/>
              </a:defRPr>
            </a:lvl8pPr>
            <a:lvl9pPr algn="l">
              <a:defRPr sz="1800" b="1">
                <a:solidFill>
                  <a:srgbClr val="111111"/>
                </a:solidFill>
                <a:latin typeface="Apple SD Gothic Neo"/>
                <a:ea typeface="Apple SD Gothic Neo"/>
                <a:cs typeface="Apple SD Gothic Neo"/>
              </a:defRPr>
            </a:lvl9pPr>
          </a:lstStyle>
          <a:p xmlns:a="http://schemas.openxmlformats.org/drawingml/2006/main">
            <a:pPr algn="l">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A/B: 작업 문맥의 수명    B/C: 별도 근거의 생산 시점과 책임</a:t>
            </a:r>
          </a:p>
        </p:txBody>
      </p:sp>
      <p:sp>
        <p:nvSpPr>
          <p:cNvPr id="15" name="DP1 object 83">
            <a:extLst xmlns:a="http://schemas.openxmlformats.org/drawingml/2006/main">
              <a:ext uri="{FF2B5EF4-FFF2-40B4-BE49-F238E27FC236}">
                <a16:creationId xmlns:a16="http://schemas.microsoft.com/office/drawing/2014/main" id="{5450428B-2880-4890-9D5B-44B40A759CE9}"/>
              </a:ext>
            </a:extLst>
          </p:cNvPr>
          <p:cNvSpPr>
            <a:spLocks xmlns:a="http://schemas.openxmlformats.org/drawingml/2006/main" noGrp="1"/>
          </p:cNvSpPr>
          <p:nvPr/>
        </p:nvSpPr>
        <p:spPr>
          <a:xfrm xmlns:a="http://schemas.openxmlformats.org/drawingml/2006/main">
            <a:off x="13811250" y="1152525"/>
            <a:ext cx="4229100" cy="276225"/>
          </a:xfrm>
          <a:prstGeom xmlns:a="http://schemas.openxmlformats.org/drawingml/2006/main" prst="roundRect">
            <a:avLst>
              <a:gd name="adj" fmla="val 27586"/>
            </a:avLst>
          </a:prstGeom>
          <a:solidFill xmlns:a="http://schemas.openxmlformats.org/drawingml/2006/main">
            <a:srgbClr val="70A843"/>
          </a:solidFill>
          <a:ln xmlns:a="http://schemas.openxmlformats.org/drawingml/2006/main" w="0">
            <a:noFill/>
            <a:prstDash val="solid"/>
          </a:ln>
        </p:spPr>
      </p:sp>
      <p:sp>
        <p:nvSpPr>
          <p:cNvPr id="16" name="DP1 object 84">
            <a:extLst xmlns:a="http://schemas.openxmlformats.org/drawingml/2006/main">
              <a:ext uri="{FF2B5EF4-FFF2-40B4-BE49-F238E27FC236}">
                <a16:creationId xmlns:a16="http://schemas.microsoft.com/office/drawing/2014/main" id="{0A34A70E-217C-42CC-BC72-0C0E02027B4D}"/>
              </a:ext>
            </a:extLst>
          </p:cNvPr>
          <p:cNvSpPr>
            <a:spLocks xmlns:a="http://schemas.openxmlformats.org/drawingml/2006/main" noGrp="1"/>
          </p:cNvSpPr>
          <p:nvPr/>
        </p:nvSpPr>
        <p:spPr>
          <a:xfrm xmlns:a="http://schemas.openxmlformats.org/drawingml/2006/main">
            <a:off x="13887450" y="1152525"/>
            <a:ext cx="407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FFFFFF"/>
                </a:solidFill>
                <a:latin typeface="Apple SD Gothic Neo"/>
                <a:ea typeface="Apple SD Gothic Neo"/>
                <a:cs typeface="Apple SD Gothic Neo"/>
              </a:defRPr>
            </a:defPPr>
            <a:lvl1pPr algn="ctr">
              <a:defRPr sz="1425" b="0">
                <a:solidFill>
                  <a:srgbClr val="FFFFFF"/>
                </a:solidFill>
                <a:latin typeface="Apple SD Gothic Neo"/>
                <a:ea typeface="Apple SD Gothic Neo"/>
                <a:cs typeface="Apple SD Gothic Neo"/>
              </a:defRPr>
            </a:lvl1pPr>
            <a:lvl2pPr algn="ctr">
              <a:defRPr sz="1425" b="0">
                <a:solidFill>
                  <a:srgbClr val="FFFFFF"/>
                </a:solidFill>
                <a:latin typeface="Apple SD Gothic Neo"/>
                <a:ea typeface="Apple SD Gothic Neo"/>
                <a:cs typeface="Apple SD Gothic Neo"/>
              </a:defRPr>
            </a:lvl2pPr>
            <a:lvl3pPr algn="ctr">
              <a:defRPr sz="1425" b="0">
                <a:solidFill>
                  <a:srgbClr val="FFFFFF"/>
                </a:solidFill>
                <a:latin typeface="Apple SD Gothic Neo"/>
                <a:ea typeface="Apple SD Gothic Neo"/>
                <a:cs typeface="Apple SD Gothic Neo"/>
              </a:defRPr>
            </a:lvl3pPr>
            <a:lvl4pPr algn="ctr">
              <a:defRPr sz="1425" b="0">
                <a:solidFill>
                  <a:srgbClr val="FFFFFF"/>
                </a:solidFill>
                <a:latin typeface="Apple SD Gothic Neo"/>
                <a:ea typeface="Apple SD Gothic Neo"/>
                <a:cs typeface="Apple SD Gothic Neo"/>
              </a:defRPr>
            </a:lvl4pPr>
            <a:lvl5pPr algn="ctr">
              <a:defRPr sz="1425" b="0">
                <a:solidFill>
                  <a:srgbClr val="FFFFFF"/>
                </a:solidFill>
                <a:latin typeface="Apple SD Gothic Neo"/>
                <a:ea typeface="Apple SD Gothic Neo"/>
                <a:cs typeface="Apple SD Gothic Neo"/>
              </a:defRPr>
            </a:lvl5pPr>
            <a:lvl6pPr algn="ctr">
              <a:defRPr sz="1425" b="0">
                <a:solidFill>
                  <a:srgbClr val="FFFFFF"/>
                </a:solidFill>
                <a:latin typeface="Apple SD Gothic Neo"/>
                <a:ea typeface="Apple SD Gothic Neo"/>
                <a:cs typeface="Apple SD Gothic Neo"/>
              </a:defRPr>
            </a:lvl6pPr>
            <a:lvl7pPr algn="ctr">
              <a:defRPr sz="1425" b="0">
                <a:solidFill>
                  <a:srgbClr val="FFFFFF"/>
                </a:solidFill>
                <a:latin typeface="Apple SD Gothic Neo"/>
                <a:ea typeface="Apple SD Gothic Neo"/>
                <a:cs typeface="Apple SD Gothic Neo"/>
              </a:defRPr>
            </a:lvl7pPr>
            <a:lvl8pPr algn="ctr">
              <a:defRPr sz="1425" b="0">
                <a:solidFill>
                  <a:srgbClr val="FFFFFF"/>
                </a:solidFill>
                <a:latin typeface="Apple SD Gothic Neo"/>
                <a:ea typeface="Apple SD Gothic Neo"/>
                <a:cs typeface="Apple SD Gothic Neo"/>
              </a:defRPr>
            </a:lvl8pPr>
            <a:lvl9pPr algn="ctr">
              <a:defRPr sz="1425" b="0">
                <a:solidFill>
                  <a:srgbClr val="FFFFFF"/>
                </a:solidFill>
                <a:latin typeface="Apple SD Gothic Neo"/>
                <a:ea typeface="Apple SD Gothic Neo"/>
                <a:cs typeface="Apple SD Gothic Neo"/>
              </a:defRPr>
            </a:lvl9pPr>
          </a:lstStyle>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현재 요청의 유효 근거 공급</a:t>
            </a:r>
          </a:p>
        </p:txBody>
      </p:sp>
      <p:sp>
        <p:nvSpPr>
          <p:cNvPr id="17" name="DP1 object 85">
            <a:extLst xmlns:a="http://schemas.openxmlformats.org/drawingml/2006/main">
              <a:ext uri="{FF2B5EF4-FFF2-40B4-BE49-F238E27FC236}">
                <a16:creationId xmlns:a16="http://schemas.microsoft.com/office/drawing/2014/main" id="{09700C50-4316-4DC5-9295-E1A1A4C1D97A}"/>
              </a:ext>
            </a:extLst>
          </p:cNvPr>
          <p:cNvSpPr>
            <a:spLocks xmlns:a="http://schemas.openxmlformats.org/drawingml/2006/main" noGrp="1"/>
          </p:cNvSpPr>
          <p:nvPr/>
        </p:nvSpPr>
        <p:spPr>
          <a:xfrm xmlns:a="http://schemas.openxmlformats.org/drawingml/2006/main">
            <a:off x="11525250" y="1438275"/>
            <a:ext cx="2114550" cy="276225"/>
          </a:xfrm>
          <a:prstGeom xmlns:a="http://schemas.openxmlformats.org/drawingml/2006/main" prst="roundRect">
            <a:avLst>
              <a:gd name="adj" fmla="val 27586"/>
            </a:avLst>
          </a:prstGeom>
          <a:solidFill xmlns:a="http://schemas.openxmlformats.org/drawingml/2006/main">
            <a:srgbClr val="4676CB"/>
          </a:solidFill>
          <a:ln xmlns:a="http://schemas.openxmlformats.org/drawingml/2006/main" w="0">
            <a:noFill/>
            <a:prstDash val="solid"/>
          </a:ln>
        </p:spPr>
      </p:sp>
      <p:sp>
        <p:nvSpPr>
          <p:cNvPr id="18" name="DP1 object 86">
            <a:extLst xmlns:a="http://schemas.openxmlformats.org/drawingml/2006/main">
              <a:ext uri="{FF2B5EF4-FFF2-40B4-BE49-F238E27FC236}">
                <a16:creationId xmlns:a16="http://schemas.microsoft.com/office/drawing/2014/main" id="{AEF298CC-F379-48DE-BE16-7DD78B2410DD}"/>
              </a:ext>
            </a:extLst>
          </p:cNvPr>
          <p:cNvSpPr>
            <a:spLocks xmlns:a="http://schemas.openxmlformats.org/drawingml/2006/main" noGrp="1"/>
          </p:cNvSpPr>
          <p:nvPr/>
        </p:nvSpPr>
        <p:spPr>
          <a:xfrm xmlns:a="http://schemas.openxmlformats.org/drawingml/2006/main">
            <a:off x="11601450" y="1438275"/>
            <a:ext cx="1962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FFFFFF"/>
                </a:solidFill>
                <a:latin typeface="Apple SD Gothic Neo"/>
                <a:ea typeface="Apple SD Gothic Neo"/>
                <a:cs typeface="Apple SD Gothic Neo"/>
              </a:defRPr>
            </a:defPPr>
            <a:lvl1pPr algn="ctr">
              <a:defRPr sz="1425" b="0">
                <a:solidFill>
                  <a:srgbClr val="FFFFFF"/>
                </a:solidFill>
                <a:latin typeface="Apple SD Gothic Neo"/>
                <a:ea typeface="Apple SD Gothic Neo"/>
                <a:cs typeface="Apple SD Gothic Neo"/>
              </a:defRPr>
            </a:lvl1pPr>
            <a:lvl2pPr algn="ctr">
              <a:defRPr sz="1425" b="0">
                <a:solidFill>
                  <a:srgbClr val="FFFFFF"/>
                </a:solidFill>
                <a:latin typeface="Apple SD Gothic Neo"/>
                <a:ea typeface="Apple SD Gothic Neo"/>
                <a:cs typeface="Apple SD Gothic Neo"/>
              </a:defRPr>
            </a:lvl2pPr>
            <a:lvl3pPr algn="ctr">
              <a:defRPr sz="1425" b="0">
                <a:solidFill>
                  <a:srgbClr val="FFFFFF"/>
                </a:solidFill>
                <a:latin typeface="Apple SD Gothic Neo"/>
                <a:ea typeface="Apple SD Gothic Neo"/>
                <a:cs typeface="Apple SD Gothic Neo"/>
              </a:defRPr>
            </a:lvl3pPr>
            <a:lvl4pPr algn="ctr">
              <a:defRPr sz="1425" b="0">
                <a:solidFill>
                  <a:srgbClr val="FFFFFF"/>
                </a:solidFill>
                <a:latin typeface="Apple SD Gothic Neo"/>
                <a:ea typeface="Apple SD Gothic Neo"/>
                <a:cs typeface="Apple SD Gothic Neo"/>
              </a:defRPr>
            </a:lvl4pPr>
            <a:lvl5pPr algn="ctr">
              <a:defRPr sz="1425" b="0">
                <a:solidFill>
                  <a:srgbClr val="FFFFFF"/>
                </a:solidFill>
                <a:latin typeface="Apple SD Gothic Neo"/>
                <a:ea typeface="Apple SD Gothic Neo"/>
                <a:cs typeface="Apple SD Gothic Neo"/>
              </a:defRPr>
            </a:lvl5pPr>
            <a:lvl6pPr algn="ctr">
              <a:defRPr sz="1425" b="0">
                <a:solidFill>
                  <a:srgbClr val="FFFFFF"/>
                </a:solidFill>
                <a:latin typeface="Apple SD Gothic Neo"/>
                <a:ea typeface="Apple SD Gothic Neo"/>
                <a:cs typeface="Apple SD Gothic Neo"/>
              </a:defRPr>
            </a:lvl6pPr>
            <a:lvl7pPr algn="ctr">
              <a:defRPr sz="1425" b="0">
                <a:solidFill>
                  <a:srgbClr val="FFFFFF"/>
                </a:solidFill>
                <a:latin typeface="Apple SD Gothic Neo"/>
                <a:ea typeface="Apple SD Gothic Neo"/>
                <a:cs typeface="Apple SD Gothic Neo"/>
              </a:defRPr>
            </a:lvl7pPr>
            <a:lvl8pPr algn="ctr">
              <a:defRPr sz="1425" b="0">
                <a:solidFill>
                  <a:srgbClr val="FFFFFF"/>
                </a:solidFill>
                <a:latin typeface="Apple SD Gothic Neo"/>
                <a:ea typeface="Apple SD Gothic Neo"/>
                <a:cs typeface="Apple SD Gothic Neo"/>
              </a:defRPr>
            </a:lvl8pPr>
            <a:lvl9pPr algn="ctr">
              <a:defRPr sz="1425" b="0">
                <a:solidFill>
                  <a:srgbClr val="FFFFFF"/>
                </a:solidFill>
                <a:latin typeface="Apple SD Gothic Neo"/>
                <a:ea typeface="Apple SD Gothic Neo"/>
                <a:cs typeface="Apple SD Gothic Neo"/>
              </a:defRPr>
            </a:lvl9pPr>
          </a:lstStyle>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QA01 첫 응답</a:t>
            </a:r>
          </a:p>
        </p:txBody>
      </p:sp>
      <p:sp>
        <p:nvSpPr>
          <p:cNvPr id="19" name="DP1 object 87">
            <a:extLst xmlns:a="http://schemas.openxmlformats.org/drawingml/2006/main">
              <a:ext uri="{FF2B5EF4-FFF2-40B4-BE49-F238E27FC236}">
                <a16:creationId xmlns:a16="http://schemas.microsoft.com/office/drawing/2014/main" id="{E1092FC7-396C-41E4-9491-F28885D2D95D}"/>
              </a:ext>
            </a:extLst>
          </p:cNvPr>
          <p:cNvSpPr>
            <a:spLocks xmlns:a="http://schemas.openxmlformats.org/drawingml/2006/main" noGrp="1"/>
          </p:cNvSpPr>
          <p:nvPr/>
        </p:nvSpPr>
        <p:spPr>
          <a:xfrm xmlns:a="http://schemas.openxmlformats.org/drawingml/2006/main">
            <a:off x="13706475" y="1438275"/>
            <a:ext cx="2114550" cy="276225"/>
          </a:xfrm>
          <a:prstGeom xmlns:a="http://schemas.openxmlformats.org/drawingml/2006/main" prst="roundRect">
            <a:avLst>
              <a:gd name="adj" fmla="val 27586"/>
            </a:avLst>
          </a:prstGeom>
          <a:solidFill xmlns:a="http://schemas.openxmlformats.org/drawingml/2006/main">
            <a:srgbClr val="4676CB"/>
          </a:solidFill>
          <a:ln xmlns:a="http://schemas.openxmlformats.org/drawingml/2006/main" w="0">
            <a:noFill/>
            <a:prstDash val="solid"/>
          </a:ln>
        </p:spPr>
      </p:sp>
      <p:sp>
        <p:nvSpPr>
          <p:cNvPr id="20" name="DP1 object 88">
            <a:extLst xmlns:a="http://schemas.openxmlformats.org/drawingml/2006/main">
              <a:ext uri="{FF2B5EF4-FFF2-40B4-BE49-F238E27FC236}">
                <a16:creationId xmlns:a16="http://schemas.microsoft.com/office/drawing/2014/main" id="{85FA6E49-0B48-40D2-8E37-DA5B1B362676}"/>
              </a:ext>
            </a:extLst>
          </p:cNvPr>
          <p:cNvSpPr>
            <a:spLocks xmlns:a="http://schemas.openxmlformats.org/drawingml/2006/main" noGrp="1"/>
          </p:cNvSpPr>
          <p:nvPr/>
        </p:nvSpPr>
        <p:spPr>
          <a:xfrm xmlns:a="http://schemas.openxmlformats.org/drawingml/2006/main">
            <a:off x="13782675" y="1438275"/>
            <a:ext cx="1962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FFFFFF"/>
                </a:solidFill>
                <a:latin typeface="Apple SD Gothic Neo"/>
                <a:ea typeface="Apple SD Gothic Neo"/>
                <a:cs typeface="Apple SD Gothic Neo"/>
              </a:defRPr>
            </a:defPPr>
            <a:lvl1pPr algn="ctr">
              <a:defRPr sz="1425" b="0">
                <a:solidFill>
                  <a:srgbClr val="FFFFFF"/>
                </a:solidFill>
                <a:latin typeface="Apple SD Gothic Neo"/>
                <a:ea typeface="Apple SD Gothic Neo"/>
                <a:cs typeface="Apple SD Gothic Neo"/>
              </a:defRPr>
            </a:lvl1pPr>
            <a:lvl2pPr algn="ctr">
              <a:defRPr sz="1425" b="0">
                <a:solidFill>
                  <a:srgbClr val="FFFFFF"/>
                </a:solidFill>
                <a:latin typeface="Apple SD Gothic Neo"/>
                <a:ea typeface="Apple SD Gothic Neo"/>
                <a:cs typeface="Apple SD Gothic Neo"/>
              </a:defRPr>
            </a:lvl2pPr>
            <a:lvl3pPr algn="ctr">
              <a:defRPr sz="1425" b="0">
                <a:solidFill>
                  <a:srgbClr val="FFFFFF"/>
                </a:solidFill>
                <a:latin typeface="Apple SD Gothic Neo"/>
                <a:ea typeface="Apple SD Gothic Neo"/>
                <a:cs typeface="Apple SD Gothic Neo"/>
              </a:defRPr>
            </a:lvl3pPr>
            <a:lvl4pPr algn="ctr">
              <a:defRPr sz="1425" b="0">
                <a:solidFill>
                  <a:srgbClr val="FFFFFF"/>
                </a:solidFill>
                <a:latin typeface="Apple SD Gothic Neo"/>
                <a:ea typeface="Apple SD Gothic Neo"/>
                <a:cs typeface="Apple SD Gothic Neo"/>
              </a:defRPr>
            </a:lvl4pPr>
            <a:lvl5pPr algn="ctr">
              <a:defRPr sz="1425" b="0">
                <a:solidFill>
                  <a:srgbClr val="FFFFFF"/>
                </a:solidFill>
                <a:latin typeface="Apple SD Gothic Neo"/>
                <a:ea typeface="Apple SD Gothic Neo"/>
                <a:cs typeface="Apple SD Gothic Neo"/>
              </a:defRPr>
            </a:lvl5pPr>
            <a:lvl6pPr algn="ctr">
              <a:defRPr sz="1425" b="0">
                <a:solidFill>
                  <a:srgbClr val="FFFFFF"/>
                </a:solidFill>
                <a:latin typeface="Apple SD Gothic Neo"/>
                <a:ea typeface="Apple SD Gothic Neo"/>
                <a:cs typeface="Apple SD Gothic Neo"/>
              </a:defRPr>
            </a:lvl6pPr>
            <a:lvl7pPr algn="ctr">
              <a:defRPr sz="1425" b="0">
                <a:solidFill>
                  <a:srgbClr val="FFFFFF"/>
                </a:solidFill>
                <a:latin typeface="Apple SD Gothic Neo"/>
                <a:ea typeface="Apple SD Gothic Neo"/>
                <a:cs typeface="Apple SD Gothic Neo"/>
              </a:defRPr>
            </a:lvl7pPr>
            <a:lvl8pPr algn="ctr">
              <a:defRPr sz="1425" b="0">
                <a:solidFill>
                  <a:srgbClr val="FFFFFF"/>
                </a:solidFill>
                <a:latin typeface="Apple SD Gothic Neo"/>
                <a:ea typeface="Apple SD Gothic Neo"/>
                <a:cs typeface="Apple SD Gothic Neo"/>
              </a:defRPr>
            </a:lvl8pPr>
            <a:lvl9pPr algn="ctr">
              <a:defRPr sz="1425" b="0">
                <a:solidFill>
                  <a:srgbClr val="FFFFFF"/>
                </a:solidFill>
                <a:latin typeface="Apple SD Gothic Neo"/>
                <a:ea typeface="Apple SD Gothic Neo"/>
                <a:cs typeface="Apple SD Gothic Neo"/>
              </a:defRPr>
            </a:lvl9pPr>
          </a:lstStyle>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QA02 지칭 집합</a:t>
            </a:r>
          </a:p>
        </p:txBody>
      </p:sp>
      <p:sp>
        <p:nvSpPr>
          <p:cNvPr id="21" name="DP1 object 89">
            <a:extLst xmlns:a="http://schemas.openxmlformats.org/drawingml/2006/main">
              <a:ext uri="{FF2B5EF4-FFF2-40B4-BE49-F238E27FC236}">
                <a16:creationId xmlns:a16="http://schemas.microsoft.com/office/drawing/2014/main" id="{6881F216-E059-4A34-9FC7-6140E2380B76}"/>
              </a:ext>
            </a:extLst>
          </p:cNvPr>
          <p:cNvSpPr>
            <a:spLocks xmlns:a="http://schemas.openxmlformats.org/drawingml/2006/main" noGrp="1"/>
          </p:cNvSpPr>
          <p:nvPr/>
        </p:nvSpPr>
        <p:spPr>
          <a:xfrm xmlns:a="http://schemas.openxmlformats.org/drawingml/2006/main">
            <a:off x="15887700" y="1438275"/>
            <a:ext cx="2114550" cy="276225"/>
          </a:xfrm>
          <a:prstGeom xmlns:a="http://schemas.openxmlformats.org/drawingml/2006/main" prst="roundRect">
            <a:avLst>
              <a:gd name="adj" fmla="val 27586"/>
            </a:avLst>
          </a:prstGeom>
          <a:solidFill xmlns:a="http://schemas.openxmlformats.org/drawingml/2006/main">
            <a:srgbClr val="4676CB"/>
          </a:solidFill>
          <a:ln xmlns:a="http://schemas.openxmlformats.org/drawingml/2006/main" w="0">
            <a:noFill/>
            <a:prstDash val="solid"/>
          </a:ln>
        </p:spPr>
      </p:sp>
      <p:sp>
        <p:nvSpPr>
          <p:cNvPr id="22" name="DP1 object 90">
            <a:extLst xmlns:a="http://schemas.openxmlformats.org/drawingml/2006/main">
              <a:ext uri="{FF2B5EF4-FFF2-40B4-BE49-F238E27FC236}">
                <a16:creationId xmlns:a16="http://schemas.microsoft.com/office/drawing/2014/main" id="{F42D1B1D-11F3-4440-8031-A06BDA978423}"/>
              </a:ext>
            </a:extLst>
          </p:cNvPr>
          <p:cNvSpPr>
            <a:spLocks xmlns:a="http://schemas.openxmlformats.org/drawingml/2006/main" noGrp="1"/>
          </p:cNvSpPr>
          <p:nvPr/>
        </p:nvSpPr>
        <p:spPr>
          <a:xfrm xmlns:a="http://schemas.openxmlformats.org/drawingml/2006/main">
            <a:off x="15963900" y="1438275"/>
            <a:ext cx="1962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FFFFFF"/>
                </a:solidFill>
                <a:latin typeface="Apple SD Gothic Neo"/>
                <a:ea typeface="Apple SD Gothic Neo"/>
                <a:cs typeface="Apple SD Gothic Neo"/>
              </a:defRPr>
            </a:defPPr>
            <a:lvl1pPr algn="ctr">
              <a:defRPr sz="1425" b="0">
                <a:solidFill>
                  <a:srgbClr val="FFFFFF"/>
                </a:solidFill>
                <a:latin typeface="Apple SD Gothic Neo"/>
                <a:ea typeface="Apple SD Gothic Neo"/>
                <a:cs typeface="Apple SD Gothic Neo"/>
              </a:defRPr>
            </a:lvl1pPr>
            <a:lvl2pPr algn="ctr">
              <a:defRPr sz="1425" b="0">
                <a:solidFill>
                  <a:srgbClr val="FFFFFF"/>
                </a:solidFill>
                <a:latin typeface="Apple SD Gothic Neo"/>
                <a:ea typeface="Apple SD Gothic Neo"/>
                <a:cs typeface="Apple SD Gothic Neo"/>
              </a:defRPr>
            </a:lvl2pPr>
            <a:lvl3pPr algn="ctr">
              <a:defRPr sz="1425" b="0">
                <a:solidFill>
                  <a:srgbClr val="FFFFFF"/>
                </a:solidFill>
                <a:latin typeface="Apple SD Gothic Neo"/>
                <a:ea typeface="Apple SD Gothic Neo"/>
                <a:cs typeface="Apple SD Gothic Neo"/>
              </a:defRPr>
            </a:lvl3pPr>
            <a:lvl4pPr algn="ctr">
              <a:defRPr sz="1425" b="0">
                <a:solidFill>
                  <a:srgbClr val="FFFFFF"/>
                </a:solidFill>
                <a:latin typeface="Apple SD Gothic Neo"/>
                <a:ea typeface="Apple SD Gothic Neo"/>
                <a:cs typeface="Apple SD Gothic Neo"/>
              </a:defRPr>
            </a:lvl4pPr>
            <a:lvl5pPr algn="ctr">
              <a:defRPr sz="1425" b="0">
                <a:solidFill>
                  <a:srgbClr val="FFFFFF"/>
                </a:solidFill>
                <a:latin typeface="Apple SD Gothic Neo"/>
                <a:ea typeface="Apple SD Gothic Neo"/>
                <a:cs typeface="Apple SD Gothic Neo"/>
              </a:defRPr>
            </a:lvl5pPr>
            <a:lvl6pPr algn="ctr">
              <a:defRPr sz="1425" b="0">
                <a:solidFill>
                  <a:srgbClr val="FFFFFF"/>
                </a:solidFill>
                <a:latin typeface="Apple SD Gothic Neo"/>
                <a:ea typeface="Apple SD Gothic Neo"/>
                <a:cs typeface="Apple SD Gothic Neo"/>
              </a:defRPr>
            </a:lvl6pPr>
            <a:lvl7pPr algn="ctr">
              <a:defRPr sz="1425" b="0">
                <a:solidFill>
                  <a:srgbClr val="FFFFFF"/>
                </a:solidFill>
                <a:latin typeface="Apple SD Gothic Neo"/>
                <a:ea typeface="Apple SD Gothic Neo"/>
                <a:cs typeface="Apple SD Gothic Neo"/>
              </a:defRPr>
            </a:lvl7pPr>
            <a:lvl8pPr algn="ctr">
              <a:defRPr sz="1425" b="0">
                <a:solidFill>
                  <a:srgbClr val="FFFFFF"/>
                </a:solidFill>
                <a:latin typeface="Apple SD Gothic Neo"/>
                <a:ea typeface="Apple SD Gothic Neo"/>
                <a:cs typeface="Apple SD Gothic Neo"/>
              </a:defRPr>
            </a:lvl8pPr>
            <a:lvl9pPr algn="ctr">
              <a:defRPr sz="1425" b="0">
                <a:solidFill>
                  <a:srgbClr val="FFFFFF"/>
                </a:solidFill>
                <a:latin typeface="Apple SD Gothic Neo"/>
                <a:ea typeface="Apple SD Gothic Neo"/>
                <a:cs typeface="Apple SD Gothic Neo"/>
              </a:defRPr>
            </a:lvl9pPr>
          </a:lstStyle>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QA05 모델 비용</a:t>
            </a:r>
          </a:p>
        </p:txBody>
      </p:sp>
      <p:graphicFrame>
        <p:nvGraphicFramePr>
          <p:cNvPr id="23" name="">
            <a:extLst xmlns:a="http://schemas.openxmlformats.org/drawingml/2006/main">
              <a:ext uri="{FF2B5EF4-FFF2-40B4-BE49-F238E27FC236}">
                <a16:creationId xmlns:a16="http://schemas.microsoft.com/office/drawing/2014/main" id="{E706415A-C5B4-48B6-8036-5E54092DE5F7}"/>
              </a:ext>
            </a:extLst>
          </p:cNvPr>
          <p:cNvGraphicFramePr/>
          <p:nvPr/>
        </p:nvGraphicFramePr>
        <p:xfrm>
          <a:off xmlns:a="http://schemas.openxmlformats.org/drawingml/2006/main" x="228600" y="1752600"/>
          <a:ext xmlns:a="http://schemas.openxmlformats.org/drawingml/2006/main" cx="17830800" cy="7105650"/>
        </p:xfrm>
        <a:graphic xmlns:a="http://schemas.openxmlformats.org/drawingml/2006/main">
          <a:graphicData uri="http://schemas.openxmlformats.org/drawingml/2006/table">
            <a:tbl>
              <a:tblPr firstRow="0" bandRow="0" bandCol="0"/>
              <a:tblGrid>
                <a:gridCol w="2057400"/>
                <a:gridCol w="5257800"/>
                <a:gridCol w="5257800"/>
                <a:gridCol w="5257800"/>
              </a:tblGrid>
              <a:tr h="476250">
                <a:tc>
                  <a:txBody>
                    <a:bodyPr anchor="ctr"/>
                    <a:lstStyle/>
                    <a:p>
                      <a:pPr algn="ctr"/>
                      <a:r>
                        <a:rPr sz="1950"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950" b="1">
                          <a:solidFill>
                            <a:srgbClr val="111111"/>
                          </a:solidFill>
                          <a:latin typeface="Apple SD Gothic Neo"/>
                          <a:ea typeface="Apple SD Gothic Neo"/>
                          <a:cs typeface="Apple SD Gothic Neo"/>
                        </a:rPr>
                        <a:t>(A) 유효 작업 문맥 유지</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950" b="1">
                          <a:solidFill>
                            <a:srgbClr val="111111"/>
                          </a:solidFill>
                          <a:latin typeface="Apple SD Gothic Neo"/>
                          <a:ea typeface="Apple SD Gothic Neo"/>
                          <a:cs typeface="Apple SD Gothic Neo"/>
                        </a:rPr>
                        <a:t>(B) 요청마다 원본 구성</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950" b="1">
                          <a:solidFill>
                            <a:srgbClr val="111111"/>
                          </a:solidFill>
                          <a:latin typeface="Apple SD Gothic Neo"/>
                          <a:ea typeface="Apple SD Gothic Neo"/>
                          <a:cs typeface="Apple SD Gothic Neo"/>
                        </a:rPr>
                        <a:t>(C) 별도 근거 생산·게시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371850">
                <a:tc>
                  <a:txBody>
                    <a:bodyPr anchor="ctr"/>
                    <a:lstStyle/>
                    <a:p>
                      <a:pPr algn="ctr"/>
                      <a:r>
                        <a:rPr sz="2250" b="1">
                          <a:solidFill>
                            <a:srgbClr val="111111"/>
                          </a:solidFill>
                          <a:latin typeface="Apple SD Gothic Neo"/>
                          <a:ea typeface="Apple SD Gothic Neo"/>
                          <a:cs typeface="Apple SD Gothic Neo"/>
                        </a:rPr>
                        <a:t>구조</a:t>
                      </a:r>
                    </a:p>
                  </a:txBody>
                  <a:tcPr marL="114300" marR="114300" marT="161925"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90550">
                <a:tc>
                  <a:txBody>
                    <a:bodyPr anchor="ctr"/>
                    <a:lstStyle/>
                    <a:p>
                      <a:pPr algn="ctr"/>
                      <a:r>
                        <a:rPr sz="202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후속 질문에서 같은 근거의</a:t>
                      </a:r>
                    </a:p>
                    <a:p>
                      <a:pPr algn="ctr"/>
                      <a:r>
                        <a:rPr sz="1650">
                          <a:solidFill>
                            <a:srgbClr val="111111"/>
                          </a:solidFill>
                          <a:latin typeface="Apple SD Gothic Neo"/>
                          <a:ea typeface="Apple SD Gothic Neo"/>
                          <a:cs typeface="Apple SD Gothic Neo"/>
                        </a:rPr>
                        <a:t>발견과 조합 반복 감소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현재 목적에 필요한 범위로 구성</a:t>
                      </a:r>
                    </a:p>
                    <a:p>
                      <a:pPr algn="ctr"/>
                      <a:r>
                        <a:rPr sz="1650">
                          <a:solidFill>
                            <a:srgbClr val="111111"/>
                          </a:solidFill>
                          <a:latin typeface="Apple SD Gothic Neo"/>
                          <a:ea typeface="Apple SD Gothic Neo"/>
                          <a:cs typeface="Apple SD Gothic Neo"/>
                        </a:rPr>
                        <a:t>이전 해석 문맥의 유지 부담 감소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대화가 바뀌어도 게시한 근거와</a:t>
                      </a:r>
                    </a:p>
                    <a:p>
                      <a:pPr algn="ctr"/>
                      <a:r>
                        <a:rPr sz="1650">
                          <a:solidFill>
                            <a:srgbClr val="111111"/>
                          </a:solidFill>
                          <a:latin typeface="Apple SD Gothic Neo"/>
                          <a:ea typeface="Apple SD Gothic Neo"/>
                          <a:cs typeface="Apple SD Gothic Neo"/>
                        </a:rPr>
                        <a:t>관계를 반복 활용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r>
                        <a:rPr sz="202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C00000"/>
                          </a:solidFill>
                          <a:latin typeface="Apple SD Gothic Neo"/>
                          <a:ea typeface="Apple SD Gothic Neo"/>
                          <a:cs typeface="Apple SD Gothic Neo"/>
                        </a:rPr>
                        <a:t>주제 전환 후 불필요한 입력</a:t>
                      </a:r>
                    </a:p>
                    <a:p>
                      <a:pPr algn="ctr"/>
                      <a:r>
                        <a:rPr sz="1650">
                          <a:solidFill>
                            <a:srgbClr val="C00000"/>
                          </a:solidFill>
                          <a:latin typeface="Apple SD Gothic Neo"/>
                          <a:ea typeface="Apple SD Gothic Neo"/>
                          <a:cs typeface="Apple SD Gothic Neo"/>
                        </a:rPr>
                        <a:t>원문 정정에 따른 문맥 갱신</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C00000"/>
                          </a:solidFill>
                          <a:latin typeface="Apple SD Gothic Neo"/>
                          <a:ea typeface="Apple SD Gothic Neo"/>
                          <a:cs typeface="Apple SD Gothic Neo"/>
                        </a:rPr>
                        <a:t>같은 자료를 이어 물으면</a:t>
                      </a:r>
                    </a:p>
                    <a:p>
                      <a:pPr algn="ctr"/>
                      <a:r>
                        <a:rPr sz="1650">
                          <a:solidFill>
                            <a:srgbClr val="C00000"/>
                          </a:solidFill>
                          <a:latin typeface="Apple SD Gothic Neo"/>
                          <a:ea typeface="Apple SD Gothic Neo"/>
                          <a:cs typeface="Apple SD Gothic Neo"/>
                        </a:rPr>
                        <a:t>근거의 재조회와 재조합</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C00000"/>
                          </a:solidFill>
                          <a:latin typeface="Apple SD Gothic Neo"/>
                          <a:ea typeface="Apple SD Gothic Neo"/>
                          <a:cs typeface="Apple SD Gothic Neo"/>
                        </a:rPr>
                        <a:t>사전 생산과 갱신 비용</a:t>
                      </a:r>
                    </a:p>
                    <a:p>
                      <a:pPr algn="ctr"/>
                      <a:r>
                        <a:rPr sz="1650">
                          <a:solidFill>
                            <a:srgbClr val="C00000"/>
                          </a:solidFill>
                          <a:latin typeface="Apple SD Gothic Neo"/>
                          <a:ea typeface="Apple SD Gothic Neo"/>
                          <a:cs typeface="Apple SD Gothic Neo"/>
                        </a:rPr>
                        <a:t>미사용 생산 및 원본 보완 비용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6.609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6.267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11.995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34/36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QA03 처리시간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13.617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14.242 (35/36)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12.364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QA04 변경 모듈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0.06750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0.06992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0.16308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QA06 최고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44.253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45.318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50.364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4" name="Component">
            <a:extLst xmlns:a="http://schemas.openxmlformats.org/drawingml/2006/main">
              <a:ext uri="{FF2B5EF4-FFF2-40B4-BE49-F238E27FC236}">
                <a16:creationId xmlns:a16="http://schemas.microsoft.com/office/drawing/2014/main" id="{ED9C368A-1185-4214-8EFE-830664ABE862}"/>
              </a:ext>
            </a:extLst>
          </p:cNvPr>
          <p:cNvSpPr>
            <a:spLocks xmlns:a="http://schemas.openxmlformats.org/drawingml/2006/main" noGrp="1"/>
          </p:cNvSpPr>
          <p:nvPr/>
        </p:nvSpPr>
        <p:spPr>
          <a:xfrm xmlns:a="http://schemas.openxmlformats.org/drawingml/2006/main">
            <a:off x="438150" y="3200400"/>
            <a:ext cx="1609725" cy="4572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25" name="DP1 object 91">
            <a:extLst xmlns:a="http://schemas.openxmlformats.org/drawingml/2006/main">
              <a:ext uri="{FF2B5EF4-FFF2-40B4-BE49-F238E27FC236}">
                <a16:creationId xmlns:a16="http://schemas.microsoft.com/office/drawing/2014/main" id="{7CA685D0-BDCF-4369-A8E5-1544B0524456}"/>
              </a:ext>
            </a:extLst>
          </p:cNvPr>
          <p:cNvSpPr>
            <a:spLocks xmlns:a="http://schemas.openxmlformats.org/drawingml/2006/main" noGrp="1"/>
          </p:cNvSpPr>
          <p:nvPr/>
        </p:nvSpPr>
        <p:spPr>
          <a:xfrm xmlns:a="http://schemas.openxmlformats.org/drawingml/2006/main">
            <a:off x="504825" y="3238500"/>
            <a:ext cx="1476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Component</a:t>
            </a:r>
          </a:p>
        </p:txBody>
      </p:sp>
      <p:sp>
        <p:nvSpPr>
          <p:cNvPr id="26" name="보존 상태">
            <a:extLst xmlns:a="http://schemas.openxmlformats.org/drawingml/2006/main">
              <a:ext uri="{FF2B5EF4-FFF2-40B4-BE49-F238E27FC236}">
                <a16:creationId xmlns:a16="http://schemas.microsoft.com/office/drawing/2014/main" id="{1629B736-FBC6-4CBF-AAC1-EE18E69A9787}"/>
              </a:ext>
            </a:extLst>
          </p:cNvPr>
          <p:cNvSpPr>
            <a:spLocks xmlns:a="http://schemas.openxmlformats.org/drawingml/2006/main" noGrp="1"/>
          </p:cNvSpPr>
          <p:nvPr/>
        </p:nvSpPr>
        <p:spPr>
          <a:xfrm xmlns:a="http://schemas.openxmlformats.org/drawingml/2006/main">
            <a:off x="438150" y="3924300"/>
            <a:ext cx="1609725" cy="5905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1 object 92">
            <a:extLst xmlns:a="http://schemas.openxmlformats.org/drawingml/2006/main">
              <a:ext uri="{FF2B5EF4-FFF2-40B4-BE49-F238E27FC236}">
                <a16:creationId xmlns:a16="http://schemas.microsoft.com/office/drawing/2014/main" id="{6EAAB510-62AB-4614-B9A4-2BBA83D75FB4}"/>
              </a:ext>
            </a:extLst>
          </p:cNvPr>
          <p:cNvSpPr>
            <a:spLocks xmlns:a="http://schemas.openxmlformats.org/drawingml/2006/main" noGrp="1"/>
          </p:cNvSpPr>
          <p:nvPr/>
        </p:nvSpPr>
        <p:spPr>
          <a:xfrm xmlns:a="http://schemas.openxmlformats.org/drawingml/2006/main">
            <a:off x="485775" y="4029075"/>
            <a:ext cx="15144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보존 상태</a:t>
            </a:r>
          </a:p>
        </p:txBody>
      </p:sp>
      <p:sp>
        <p:nvSpPr>
          <p:cNvPr id="28" name="DP1 object 93">
            <a:extLst xmlns:a="http://schemas.openxmlformats.org/drawingml/2006/main">
              <a:ext uri="{FF2B5EF4-FFF2-40B4-BE49-F238E27FC236}">
                <a16:creationId xmlns:a16="http://schemas.microsoft.com/office/drawing/2014/main" id="{976153DA-1F63-47AF-A272-760278AC7218}"/>
              </a:ext>
            </a:extLst>
          </p:cNvPr>
          <p:cNvSpPr>
            <a:spLocks xmlns:a="http://schemas.openxmlformats.org/drawingml/2006/main" noGrp="1"/>
          </p:cNvSpPr>
          <p:nvPr/>
        </p:nvSpPr>
        <p:spPr>
          <a:xfrm xmlns:a="http://schemas.openxmlformats.org/drawingml/2006/main">
            <a:off x="457200" y="4772025"/>
            <a:ext cx="285750" cy="219075"/>
          </a:xfrm>
          <a:prstGeom xmlns:a="http://schemas.openxmlformats.org/drawingml/2006/main" prst="rect">
            <a:avLst/>
          </a:prstGeom>
          <a:solidFill xmlns:a="http://schemas.openxmlformats.org/drawingml/2006/main">
            <a:srgbClr val="FFF6DD"/>
          </a:solidFill>
          <a:ln xmlns:a="http://schemas.openxmlformats.org/drawingml/2006/main" w="11430">
            <a:solidFill>
              <a:srgbClr val="111111"/>
            </a:solidFill>
            <a:prstDash val="solid"/>
          </a:ln>
        </p:spPr>
      </p:sp>
      <p:sp>
        <p:nvSpPr>
          <p:cNvPr id="29" name="DP1 object 94">
            <a:extLst xmlns:a="http://schemas.openxmlformats.org/drawingml/2006/main">
              <a:ext uri="{FF2B5EF4-FFF2-40B4-BE49-F238E27FC236}">
                <a16:creationId xmlns:a16="http://schemas.microsoft.com/office/drawing/2014/main" id="{09A3A2F4-B1A5-460D-87F2-40D4AC87E582}"/>
              </a:ext>
            </a:extLst>
          </p:cNvPr>
          <p:cNvSpPr>
            <a:spLocks xmlns:a="http://schemas.openxmlformats.org/drawingml/2006/main" noGrp="1"/>
          </p:cNvSpPr>
          <p:nvPr/>
        </p:nvSpPr>
        <p:spPr>
          <a:xfrm xmlns:a="http://schemas.openxmlformats.org/drawingml/2006/main">
            <a:off x="838200" y="4724400"/>
            <a:ext cx="1219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111111"/>
                </a:solidFill>
                <a:latin typeface="Apple SD Gothic Neo"/>
                <a:ea typeface="Apple SD Gothic Neo"/>
                <a:cs typeface="Apple SD Gothic Neo"/>
              </a:defRPr>
            </a:defPPr>
            <a:lvl1pPr algn="l">
              <a:defRPr sz="1500" b="0">
                <a:solidFill>
                  <a:srgbClr val="111111"/>
                </a:solidFill>
                <a:latin typeface="Apple SD Gothic Neo"/>
                <a:ea typeface="Apple SD Gothic Neo"/>
                <a:cs typeface="Apple SD Gothic Neo"/>
              </a:defRPr>
            </a:lvl1pPr>
            <a:lvl2pPr algn="l">
              <a:defRPr sz="1500" b="0">
                <a:solidFill>
                  <a:srgbClr val="111111"/>
                </a:solidFill>
                <a:latin typeface="Apple SD Gothic Neo"/>
                <a:ea typeface="Apple SD Gothic Neo"/>
                <a:cs typeface="Apple SD Gothic Neo"/>
              </a:defRPr>
            </a:lvl2pPr>
            <a:lvl3pPr algn="l">
              <a:defRPr sz="1500" b="0">
                <a:solidFill>
                  <a:srgbClr val="111111"/>
                </a:solidFill>
                <a:latin typeface="Apple SD Gothic Neo"/>
                <a:ea typeface="Apple SD Gothic Neo"/>
                <a:cs typeface="Apple SD Gothic Neo"/>
              </a:defRPr>
            </a:lvl3pPr>
            <a:lvl4pPr algn="l">
              <a:defRPr sz="1500" b="0">
                <a:solidFill>
                  <a:srgbClr val="111111"/>
                </a:solidFill>
                <a:latin typeface="Apple SD Gothic Neo"/>
                <a:ea typeface="Apple SD Gothic Neo"/>
                <a:cs typeface="Apple SD Gothic Neo"/>
              </a:defRPr>
            </a:lvl4pPr>
            <a:lvl5pPr algn="l">
              <a:defRPr sz="1500" b="0">
                <a:solidFill>
                  <a:srgbClr val="111111"/>
                </a:solidFill>
                <a:latin typeface="Apple SD Gothic Neo"/>
                <a:ea typeface="Apple SD Gothic Neo"/>
                <a:cs typeface="Apple SD Gothic Neo"/>
              </a:defRPr>
            </a:lvl5pPr>
            <a:lvl6pPr algn="l">
              <a:defRPr sz="1500" b="0">
                <a:solidFill>
                  <a:srgbClr val="111111"/>
                </a:solidFill>
                <a:latin typeface="Apple SD Gothic Neo"/>
                <a:ea typeface="Apple SD Gothic Neo"/>
                <a:cs typeface="Apple SD Gothic Neo"/>
              </a:defRPr>
            </a:lvl6pPr>
            <a:lvl7pPr algn="l">
              <a:defRPr sz="1500" b="0">
                <a:solidFill>
                  <a:srgbClr val="111111"/>
                </a:solidFill>
                <a:latin typeface="Apple SD Gothic Neo"/>
                <a:ea typeface="Apple SD Gothic Neo"/>
                <a:cs typeface="Apple SD Gothic Neo"/>
              </a:defRPr>
            </a:lvl7pPr>
            <a:lvl8pPr algn="l">
              <a:defRPr sz="1500" b="0">
                <a:solidFill>
                  <a:srgbClr val="111111"/>
                </a:solidFill>
                <a:latin typeface="Apple SD Gothic Neo"/>
                <a:ea typeface="Apple SD Gothic Neo"/>
                <a:cs typeface="Apple SD Gothic Neo"/>
              </a:defRPr>
            </a:lvl8pPr>
            <a:lvl9pPr algn="l">
              <a:defRPr sz="1500" b="0">
                <a:solidFill>
                  <a:srgbClr val="111111"/>
                </a:solidFill>
                <a:latin typeface="Apple SD Gothic Neo"/>
                <a:ea typeface="Apple SD Gothic Neo"/>
                <a:cs typeface="Apple SD Gothic Neo"/>
              </a:defRPr>
            </a:lvl9pPr>
          </a:lstStyle>
          <a:p xmlns:a="http://schemas.openxmlformats.org/drawingml/2006/main">
            <a:pPr algn="l">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비교 대상</a:t>
            </a:r>
          </a:p>
        </p:txBody>
      </p:sp>
      <p:sp>
        <p:nvSpPr>
          <p:cNvPr id="30" name="DP1 object 95">
            <a:extLst xmlns:a="http://schemas.openxmlformats.org/drawingml/2006/main">
              <a:ext uri="{FF2B5EF4-FFF2-40B4-BE49-F238E27FC236}">
                <a16:creationId xmlns:a16="http://schemas.microsoft.com/office/drawing/2014/main" id="{D58015A1-5DD6-401D-AAD7-E0868E812CD9}"/>
              </a:ext>
            </a:extLst>
          </p:cNvPr>
          <p:cNvSpPr>
            <a:spLocks xmlns:a="http://schemas.openxmlformats.org/drawingml/2006/main" noGrp="1"/>
          </p:cNvSpPr>
          <p:nvPr/>
        </p:nvSpPr>
        <p:spPr>
          <a:xfrm xmlns:a="http://schemas.openxmlformats.org/drawingml/2006/main">
            <a:off x="438150" y="5153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번호: 처리 순서</a:t>
            </a:r>
          </a:p>
        </p:txBody>
      </p:sp>
      <p:sp>
        <p:nvSpPr>
          <p:cNvPr id="31" name="DP1 object 96">
            <a:extLst xmlns:a="http://schemas.openxmlformats.org/drawingml/2006/main">
              <a:ext uri="{FF2B5EF4-FFF2-40B4-BE49-F238E27FC236}">
                <a16:creationId xmlns:a16="http://schemas.microsoft.com/office/drawing/2014/main" id="{52E1B857-14D9-4577-855A-B864BEC886A5}"/>
              </a:ext>
            </a:extLst>
          </p:cNvPr>
          <p:cNvSpPr>
            <a:spLocks xmlns:a="http://schemas.openxmlformats.org/drawingml/2006/main" noGrp="1"/>
          </p:cNvSpPr>
          <p:nvPr/>
        </p:nvSpPr>
        <p:spPr>
          <a:xfrm xmlns:a="http://schemas.openxmlformats.org/drawingml/2006/main">
            <a:off x="2466975" y="2257425"/>
            <a:ext cx="2714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111111"/>
                </a:solidFill>
                <a:latin typeface="Apple SD Gothic Neo"/>
                <a:ea typeface="Apple SD Gothic Neo"/>
                <a:cs typeface="Apple SD Gothic Neo"/>
              </a:defRPr>
            </a:defPPr>
            <a:lvl1pPr algn="l">
              <a:defRPr sz="1500" b="1">
                <a:solidFill>
                  <a:srgbClr val="111111"/>
                </a:solidFill>
                <a:latin typeface="Apple SD Gothic Neo"/>
                <a:ea typeface="Apple SD Gothic Neo"/>
                <a:cs typeface="Apple SD Gothic Neo"/>
              </a:defRPr>
            </a:lvl1pPr>
            <a:lvl2pPr algn="l">
              <a:defRPr sz="1500" b="1">
                <a:solidFill>
                  <a:srgbClr val="111111"/>
                </a:solidFill>
                <a:latin typeface="Apple SD Gothic Neo"/>
                <a:ea typeface="Apple SD Gothic Neo"/>
                <a:cs typeface="Apple SD Gothic Neo"/>
              </a:defRPr>
            </a:lvl2pPr>
            <a:lvl3pPr algn="l">
              <a:defRPr sz="1500" b="1">
                <a:solidFill>
                  <a:srgbClr val="111111"/>
                </a:solidFill>
                <a:latin typeface="Apple SD Gothic Neo"/>
                <a:ea typeface="Apple SD Gothic Neo"/>
                <a:cs typeface="Apple SD Gothic Neo"/>
              </a:defRPr>
            </a:lvl3pPr>
            <a:lvl4pPr algn="l">
              <a:defRPr sz="1500" b="1">
                <a:solidFill>
                  <a:srgbClr val="111111"/>
                </a:solidFill>
                <a:latin typeface="Apple SD Gothic Neo"/>
                <a:ea typeface="Apple SD Gothic Neo"/>
                <a:cs typeface="Apple SD Gothic Neo"/>
              </a:defRPr>
            </a:lvl4pPr>
            <a:lvl5pPr algn="l">
              <a:defRPr sz="1500" b="1">
                <a:solidFill>
                  <a:srgbClr val="111111"/>
                </a:solidFill>
                <a:latin typeface="Apple SD Gothic Neo"/>
                <a:ea typeface="Apple SD Gothic Neo"/>
                <a:cs typeface="Apple SD Gothic Neo"/>
              </a:defRPr>
            </a:lvl5pPr>
            <a:lvl6pPr algn="l">
              <a:defRPr sz="1500" b="1">
                <a:solidFill>
                  <a:srgbClr val="111111"/>
                </a:solidFill>
                <a:latin typeface="Apple SD Gothic Neo"/>
                <a:ea typeface="Apple SD Gothic Neo"/>
                <a:cs typeface="Apple SD Gothic Neo"/>
              </a:defRPr>
            </a:lvl6pPr>
            <a:lvl7pPr algn="l">
              <a:defRPr sz="1500" b="1">
                <a:solidFill>
                  <a:srgbClr val="111111"/>
                </a:solidFill>
                <a:latin typeface="Apple SD Gothic Neo"/>
                <a:ea typeface="Apple SD Gothic Neo"/>
                <a:cs typeface="Apple SD Gothic Neo"/>
              </a:defRPr>
            </a:lvl7pPr>
            <a:lvl8pPr algn="l">
              <a:defRPr sz="1500" b="1">
                <a:solidFill>
                  <a:srgbClr val="111111"/>
                </a:solidFill>
                <a:latin typeface="Apple SD Gothic Neo"/>
                <a:ea typeface="Apple SD Gothic Neo"/>
                <a:cs typeface="Apple SD Gothic Neo"/>
              </a:defRPr>
            </a:lvl8pPr>
            <a:lvl9pPr algn="l">
              <a:defRPr sz="1500" b="1">
                <a:solidFill>
                  <a:srgbClr val="111111"/>
                </a:solidFill>
                <a:latin typeface="Apple SD Gothic Neo"/>
                <a:ea typeface="Apple SD Gothic Neo"/>
                <a:cs typeface="Apple SD Gothic Neo"/>
              </a:defRPr>
            </a:lvl9pPr>
          </a:lstStyle>
          <a:p xmlns:a="http://schemas.openxmlformats.org/drawingml/2006/main">
            <a:pPr algn="l">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현재 입력 + 최근 대화·채택 상태</a:t>
            </a:r>
          </a:p>
        </p:txBody>
      </p:sp>
      <p:sp>
        <p:nvSpPr>
          <p:cNvPr id="32" name="Editable path 97">
            <a:extLst xmlns:a="http://schemas.openxmlformats.org/drawingml/2006/main">
              <a:ext uri="{FF2B5EF4-FFF2-40B4-BE49-F238E27FC236}">
                <a16:creationId xmlns:a16="http://schemas.microsoft.com/office/drawing/2014/main" id="{9A3D044C-AB59-420F-8C21-88C7B42FF21B}"/>
              </a:ext>
            </a:extLst>
          </p:cNvPr>
          <p:cNvSpPr>
            <a:spLocks xmlns:a="http://schemas.openxmlformats.org/drawingml/2006/main" noGrp="1"/>
          </p:cNvSpPr>
          <p:nvPr/>
        </p:nvSpPr>
        <p:spPr>
          <a:xfrm xmlns:a="http://schemas.openxmlformats.org/drawingml/2006/main">
            <a:off x="3590925" y="25336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6193">
            <a:solidFill>
              <a:srgbClr val="111111"/>
            </a:solidFill>
            <a:prstDash val="solid"/>
          </a:ln>
        </p:spPr>
      </p:sp>
      <p:sp>
        <p:nvSpPr>
          <p:cNvPr id="33" name="Editable arrowhead 98">
            <a:extLst xmlns:a="http://schemas.openxmlformats.org/drawingml/2006/main">
              <a:ext uri="{FF2B5EF4-FFF2-40B4-BE49-F238E27FC236}">
                <a16:creationId xmlns:a16="http://schemas.microsoft.com/office/drawing/2014/main" id="{020AA915-5873-48C8-B60A-FE0F1B1D15CC}"/>
              </a:ext>
            </a:extLst>
          </p:cNvPr>
          <p:cNvSpPr>
            <a:spLocks xmlns:a="http://schemas.openxmlformats.org/drawingml/2006/main" noGrp="1"/>
          </p:cNvSpPr>
          <p:nvPr/>
        </p:nvSpPr>
        <p:spPr>
          <a:xfrm xmlns:a="http://schemas.openxmlformats.org/drawingml/2006/main">
            <a:off x="3543300" y="2667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4" name="DP1 object 99">
            <a:extLst xmlns:a="http://schemas.openxmlformats.org/drawingml/2006/main">
              <a:ext uri="{FF2B5EF4-FFF2-40B4-BE49-F238E27FC236}">
                <a16:creationId xmlns:a16="http://schemas.microsoft.com/office/drawing/2014/main" id="{A203CCAA-A951-4210-83B1-FD786EF1B840}"/>
              </a:ext>
            </a:extLst>
          </p:cNvPr>
          <p:cNvSpPr>
            <a:spLocks xmlns:a="http://schemas.openxmlformats.org/drawingml/2006/main" noGrp="1"/>
          </p:cNvSpPr>
          <p:nvPr/>
        </p:nvSpPr>
        <p:spPr>
          <a:xfrm xmlns:a="http://schemas.openxmlformats.org/drawingml/2006/main">
            <a:off x="2495550" y="2762250"/>
            <a:ext cx="2324100" cy="17526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35" name="DP1 object 100">
            <a:extLst xmlns:a="http://schemas.openxmlformats.org/drawingml/2006/main">
              <a:ext uri="{FF2B5EF4-FFF2-40B4-BE49-F238E27FC236}">
                <a16:creationId xmlns:a16="http://schemas.microsoft.com/office/drawing/2014/main" id="{CA0AF4AE-011F-475F-A48B-9A33CC258914}"/>
              </a:ext>
            </a:extLst>
          </p:cNvPr>
          <p:cNvSpPr>
            <a:spLocks xmlns:a="http://schemas.openxmlformats.org/drawingml/2006/main" noGrp="1"/>
          </p:cNvSpPr>
          <p:nvPr/>
        </p:nvSpPr>
        <p:spPr>
          <a:xfrm xmlns:a="http://schemas.openxmlformats.org/drawingml/2006/main">
            <a:off x="2562225" y="2800350"/>
            <a:ext cx="2190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r>
              <a:t/>
            </a:r>
          </a:p>
        </p:txBody>
      </p:sp>
      <p:sp>
        <p:nvSpPr>
          <p:cNvPr id="36" name="DP1 object 101">
            <a:extLst xmlns:a="http://schemas.openxmlformats.org/drawingml/2006/main">
              <a:ext uri="{FF2B5EF4-FFF2-40B4-BE49-F238E27FC236}">
                <a16:creationId xmlns:a16="http://schemas.microsoft.com/office/drawing/2014/main" id="{4294186E-D2FE-4F8E-A8E7-AAB4AABFE555}"/>
              </a:ext>
            </a:extLst>
          </p:cNvPr>
          <p:cNvSpPr>
            <a:spLocks xmlns:a="http://schemas.openxmlformats.org/drawingml/2006/main" noGrp="1"/>
          </p:cNvSpPr>
          <p:nvPr/>
        </p:nvSpPr>
        <p:spPr>
          <a:xfrm xmlns:a="http://schemas.openxmlformats.org/drawingml/2006/main">
            <a:off x="2562225" y="28575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Interpreter</a:t>
            </a:r>
          </a:p>
        </p:txBody>
      </p:sp>
      <p:sp>
        <p:nvSpPr>
          <p:cNvPr id="37" name="Editable path 102">
            <a:extLst xmlns:a="http://schemas.openxmlformats.org/drawingml/2006/main">
              <a:ext uri="{FF2B5EF4-FFF2-40B4-BE49-F238E27FC236}">
                <a16:creationId xmlns:a16="http://schemas.microsoft.com/office/drawing/2014/main" id="{AADE4D38-9027-4CA1-883E-9CEA36F47AC1}"/>
              </a:ext>
            </a:extLst>
          </p:cNvPr>
          <p:cNvSpPr>
            <a:spLocks xmlns:a="http://schemas.openxmlformats.org/drawingml/2006/main" noGrp="1"/>
          </p:cNvSpPr>
          <p:nvPr/>
        </p:nvSpPr>
        <p:spPr>
          <a:xfrm xmlns:a="http://schemas.openxmlformats.org/drawingml/2006/main">
            <a:off x="2609850" y="3257550"/>
            <a:ext cx="2095500" cy="953"/>
          </a:xfrm>
          <a:custGeom xmlns:a="http://schemas.openxmlformats.org/drawingml/2006/main">
            <a:pathLst>
              <a:path w="2095500" h="953">
                <a:moveTo>
                  <a:pt x="0" y="0"/>
                </a:moveTo>
                <a:lnTo>
                  <a:pt x="2095500" y="0"/>
                </a:lnTo>
              </a:path>
            </a:pathLst>
          </a:custGeom>
          <a:noFill xmlns:a="http://schemas.openxmlformats.org/drawingml/2006/main"/>
          <a:ln xmlns:a="http://schemas.openxmlformats.org/drawingml/2006/main" w="11430">
            <a:solidFill>
              <a:srgbClr val="111111"/>
            </a:solidFill>
            <a:prstDash val="solid"/>
          </a:ln>
        </p:spPr>
      </p:sp>
      <p:sp>
        <p:nvSpPr>
          <p:cNvPr id="38" name="DP1 object 103">
            <a:extLst xmlns:a="http://schemas.openxmlformats.org/drawingml/2006/main">
              <a:ext uri="{FF2B5EF4-FFF2-40B4-BE49-F238E27FC236}">
                <a16:creationId xmlns:a16="http://schemas.microsoft.com/office/drawing/2014/main" id="{B68677F7-8009-43DB-B02D-55DB57E8CFF1}"/>
              </a:ext>
            </a:extLst>
          </p:cNvPr>
          <p:cNvSpPr>
            <a:spLocks xmlns:a="http://schemas.openxmlformats.org/drawingml/2006/main" noGrp="1"/>
          </p:cNvSpPr>
          <p:nvPr/>
        </p:nvSpPr>
        <p:spPr>
          <a:xfrm xmlns:a="http://schemas.openxmlformats.org/drawingml/2006/main">
            <a:off x="2609850" y="3371850"/>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유효 근거에서</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현재 의미 판단</a:t>
            </a:r>
          </a:p>
        </p:txBody>
      </p:sp>
      <p:sp>
        <p:nvSpPr>
          <p:cNvPr id="39" name="DP1 object 104">
            <a:extLst xmlns:a="http://schemas.openxmlformats.org/drawingml/2006/main">
              <a:ext uri="{FF2B5EF4-FFF2-40B4-BE49-F238E27FC236}">
                <a16:creationId xmlns:a16="http://schemas.microsoft.com/office/drawing/2014/main" id="{A66DD1CD-1A82-4EB1-A208-FFB25206A42E}"/>
              </a:ext>
            </a:extLst>
          </p:cNvPr>
          <p:cNvSpPr>
            <a:spLocks xmlns:a="http://schemas.openxmlformats.org/drawingml/2006/main" noGrp="1"/>
          </p:cNvSpPr>
          <p:nvPr/>
        </p:nvSpPr>
        <p:spPr>
          <a:xfrm xmlns:a="http://schemas.openxmlformats.org/drawingml/2006/main">
            <a:off x="2609850" y="40671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부족하면 추가 조회</a:t>
            </a:r>
          </a:p>
        </p:txBody>
      </p:sp>
      <p:sp>
        <p:nvSpPr>
          <p:cNvPr id="40" name="유효 작업 문맥&#10;대화 수명">
            <a:extLst xmlns:a="http://schemas.openxmlformats.org/drawingml/2006/main">
              <a:ext uri="{FF2B5EF4-FFF2-40B4-BE49-F238E27FC236}">
                <a16:creationId xmlns:a16="http://schemas.microsoft.com/office/drawing/2014/main" id="{C0F7DC1E-A07E-4A03-8BA7-2BACFF14980B}"/>
              </a:ext>
            </a:extLst>
          </p:cNvPr>
          <p:cNvSpPr>
            <a:spLocks xmlns:a="http://schemas.openxmlformats.org/drawingml/2006/main" noGrp="1"/>
          </p:cNvSpPr>
          <p:nvPr/>
        </p:nvSpPr>
        <p:spPr>
          <a:xfrm xmlns:a="http://schemas.openxmlformats.org/drawingml/2006/main">
            <a:off x="5419725" y="2724150"/>
            <a:ext cx="1885950" cy="6858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41" name="DP1 object 105">
            <a:extLst xmlns:a="http://schemas.openxmlformats.org/drawingml/2006/main">
              <a:ext uri="{FF2B5EF4-FFF2-40B4-BE49-F238E27FC236}">
                <a16:creationId xmlns:a16="http://schemas.microsoft.com/office/drawing/2014/main" id="{3644FF9A-D5BA-42A2-964F-E783300E43F1}"/>
              </a:ext>
            </a:extLst>
          </p:cNvPr>
          <p:cNvSpPr>
            <a:spLocks xmlns:a="http://schemas.openxmlformats.org/drawingml/2006/main" noGrp="1"/>
          </p:cNvSpPr>
          <p:nvPr/>
        </p:nvSpPr>
        <p:spPr>
          <a:xfrm xmlns:a="http://schemas.openxmlformats.org/drawingml/2006/main">
            <a:off x="5467350" y="2828925"/>
            <a:ext cx="1790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유효 작업 문맥</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대화 수명</a:t>
            </a:r>
          </a:p>
        </p:txBody>
      </p:sp>
      <p:sp>
        <p:nvSpPr>
          <p:cNvPr id="42" name="Editable path 106">
            <a:extLst xmlns:a="http://schemas.openxmlformats.org/drawingml/2006/main">
              <a:ext uri="{FF2B5EF4-FFF2-40B4-BE49-F238E27FC236}">
                <a16:creationId xmlns:a16="http://schemas.microsoft.com/office/drawing/2014/main" id="{E5CAE313-AB82-455E-B8DA-B99F2506B2C0}"/>
              </a:ext>
            </a:extLst>
          </p:cNvPr>
          <p:cNvSpPr>
            <a:spLocks xmlns:a="http://schemas.openxmlformats.org/drawingml/2006/main" noGrp="1"/>
          </p:cNvSpPr>
          <p:nvPr/>
        </p:nvSpPr>
        <p:spPr>
          <a:xfrm xmlns:a="http://schemas.openxmlformats.org/drawingml/2006/main">
            <a:off x="4819650" y="309562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8098">
            <a:solidFill>
              <a:srgbClr val="111111"/>
            </a:solidFill>
            <a:prstDash val="solid"/>
          </a:ln>
        </p:spPr>
      </p:sp>
      <p:sp>
        <p:nvSpPr>
          <p:cNvPr id="43" name="Editable arrowhead 107">
            <a:extLst xmlns:a="http://schemas.openxmlformats.org/drawingml/2006/main">
              <a:ext uri="{FF2B5EF4-FFF2-40B4-BE49-F238E27FC236}">
                <a16:creationId xmlns:a16="http://schemas.microsoft.com/office/drawing/2014/main" id="{33D3E864-5A71-44BE-A04B-0E2D7A382283}"/>
              </a:ext>
            </a:extLst>
          </p:cNvPr>
          <p:cNvSpPr>
            <a:spLocks xmlns:a="http://schemas.openxmlformats.org/drawingml/2006/main" noGrp="1"/>
          </p:cNvSpPr>
          <p:nvPr/>
        </p:nvSpPr>
        <p:spPr>
          <a:xfrm xmlns:a="http://schemas.openxmlformats.org/drawingml/2006/main">
            <a:off x="4819650" y="30480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DP1 object 108">
            <a:extLst xmlns:a="http://schemas.openxmlformats.org/drawingml/2006/main">
              <a:ext uri="{FF2B5EF4-FFF2-40B4-BE49-F238E27FC236}">
                <a16:creationId xmlns:a16="http://schemas.microsoft.com/office/drawing/2014/main" id="{4D3C1349-5C9F-488D-85D3-B3AE09C81B03}"/>
              </a:ext>
            </a:extLst>
          </p:cNvPr>
          <p:cNvSpPr>
            <a:spLocks xmlns:a="http://schemas.openxmlformats.org/drawingml/2006/main" noGrp="1"/>
          </p:cNvSpPr>
          <p:nvPr/>
        </p:nvSpPr>
        <p:spPr>
          <a:xfrm xmlns:a="http://schemas.openxmlformats.org/drawingml/2006/main">
            <a:off x="5000625" y="27527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5" name="DP1 object 109">
            <a:extLst xmlns:a="http://schemas.openxmlformats.org/drawingml/2006/main">
              <a:ext uri="{FF2B5EF4-FFF2-40B4-BE49-F238E27FC236}">
                <a16:creationId xmlns:a16="http://schemas.microsoft.com/office/drawing/2014/main" id="{8290CBFF-CE1E-4E27-BD5D-F15DC0F4A57D}"/>
              </a:ext>
            </a:extLst>
          </p:cNvPr>
          <p:cNvSpPr>
            <a:spLocks xmlns:a="http://schemas.openxmlformats.org/drawingml/2006/main" noGrp="1"/>
          </p:cNvSpPr>
          <p:nvPr/>
        </p:nvSpPr>
        <p:spPr>
          <a:xfrm xmlns:a="http://schemas.openxmlformats.org/drawingml/2006/main">
            <a:off x="5000625" y="27527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6" name="DP1 object 110">
            <a:extLst xmlns:a="http://schemas.openxmlformats.org/drawingml/2006/main">
              <a:ext uri="{FF2B5EF4-FFF2-40B4-BE49-F238E27FC236}">
                <a16:creationId xmlns:a16="http://schemas.microsoft.com/office/drawing/2014/main" id="{FA52F990-489D-42BD-B9B5-A064B75A847E}"/>
              </a:ext>
            </a:extLst>
          </p:cNvPr>
          <p:cNvSpPr>
            <a:spLocks xmlns:a="http://schemas.openxmlformats.org/drawingml/2006/main" noGrp="1"/>
          </p:cNvSpPr>
          <p:nvPr/>
        </p:nvSpPr>
        <p:spPr>
          <a:xfrm xmlns:a="http://schemas.openxmlformats.org/drawingml/2006/main">
            <a:off x="4857750" y="3162300"/>
            <a:ext cx="552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재사용</a:t>
            </a:r>
          </a:p>
        </p:txBody>
      </p:sp>
      <p:sp>
        <p:nvSpPr>
          <p:cNvPr id="47" name="Context Manager">
            <a:extLst xmlns:a="http://schemas.openxmlformats.org/drawingml/2006/main">
              <a:ext uri="{FF2B5EF4-FFF2-40B4-BE49-F238E27FC236}">
                <a16:creationId xmlns:a16="http://schemas.microsoft.com/office/drawing/2014/main" id="{BE2BA565-39F2-4B2F-9F56-47032A5932B3}"/>
              </a:ext>
            </a:extLst>
          </p:cNvPr>
          <p:cNvSpPr>
            <a:spLocks xmlns:a="http://schemas.openxmlformats.org/drawingml/2006/main" noGrp="1"/>
          </p:cNvSpPr>
          <p:nvPr/>
        </p:nvSpPr>
        <p:spPr>
          <a:xfrm xmlns:a="http://schemas.openxmlformats.org/drawingml/2006/main">
            <a:off x="5419725" y="3924300"/>
            <a:ext cx="1885950" cy="5905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48" name="DP1 object 111">
            <a:extLst xmlns:a="http://schemas.openxmlformats.org/drawingml/2006/main">
              <a:ext uri="{FF2B5EF4-FFF2-40B4-BE49-F238E27FC236}">
                <a16:creationId xmlns:a16="http://schemas.microsoft.com/office/drawing/2014/main" id="{EFEF2A74-DE32-4C5C-9D05-5FCDCF7A94ED}"/>
              </a:ext>
            </a:extLst>
          </p:cNvPr>
          <p:cNvSpPr>
            <a:spLocks xmlns:a="http://schemas.openxmlformats.org/drawingml/2006/main" noGrp="1"/>
          </p:cNvSpPr>
          <p:nvPr/>
        </p:nvSpPr>
        <p:spPr>
          <a:xfrm xmlns:a="http://schemas.openxmlformats.org/drawingml/2006/main">
            <a:off x="5486400" y="3962400"/>
            <a:ext cx="1752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49" name="DP1 object 112">
            <a:extLst xmlns:a="http://schemas.openxmlformats.org/drawingml/2006/main">
              <a:ext uri="{FF2B5EF4-FFF2-40B4-BE49-F238E27FC236}">
                <a16:creationId xmlns:a16="http://schemas.microsoft.com/office/drawing/2014/main" id="{9E38B211-A8D5-49F2-9758-1BDABE725A0A}"/>
              </a:ext>
            </a:extLst>
          </p:cNvPr>
          <p:cNvSpPr>
            <a:spLocks xmlns:a="http://schemas.openxmlformats.org/drawingml/2006/main" noGrp="1"/>
          </p:cNvSpPr>
          <p:nvPr/>
        </p:nvSpPr>
        <p:spPr>
          <a:xfrm xmlns:a="http://schemas.openxmlformats.org/drawingml/2006/main">
            <a:off x="5314950" y="3600450"/>
            <a:ext cx="2076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부족·변경 시 보완</a:t>
            </a:r>
          </a:p>
        </p:txBody>
      </p:sp>
      <p:sp>
        <p:nvSpPr>
          <p:cNvPr id="50" name="Editable path 113">
            <a:extLst xmlns:a="http://schemas.openxmlformats.org/drawingml/2006/main">
              <a:ext uri="{FF2B5EF4-FFF2-40B4-BE49-F238E27FC236}">
                <a16:creationId xmlns:a16="http://schemas.microsoft.com/office/drawing/2014/main" id="{057C4C8E-8FE3-4762-BBD4-968910FDFBA9}"/>
              </a:ext>
            </a:extLst>
          </p:cNvPr>
          <p:cNvSpPr>
            <a:spLocks xmlns:a="http://schemas.openxmlformats.org/drawingml/2006/main" noGrp="1"/>
          </p:cNvSpPr>
          <p:nvPr/>
        </p:nvSpPr>
        <p:spPr>
          <a:xfrm xmlns:a="http://schemas.openxmlformats.org/drawingml/2006/main">
            <a:off x="4819650" y="4105275"/>
            <a:ext cx="600075" cy="953"/>
          </a:xfrm>
          <a:custGeom xmlns:a="http://schemas.openxmlformats.org/drawingml/2006/main">
            <a:pathLst>
              <a:path w="600075" h="953">
                <a:moveTo>
                  <a:pt x="0" y="0"/>
                </a:moveTo>
                <a:lnTo>
                  <a:pt x="600075" y="0"/>
                </a:lnTo>
              </a:path>
            </a:pathLst>
          </a:custGeom>
          <a:noFill xmlns:a="http://schemas.openxmlformats.org/drawingml/2006/main"/>
          <a:ln xmlns:a="http://schemas.openxmlformats.org/drawingml/2006/main" w="17145">
            <a:solidFill>
              <a:srgbClr val="111111"/>
            </a:solidFill>
            <a:prstDash val="solid"/>
          </a:ln>
        </p:spPr>
      </p:sp>
      <p:sp>
        <p:nvSpPr>
          <p:cNvPr id="51" name="Editable arrowhead 114">
            <a:extLst xmlns:a="http://schemas.openxmlformats.org/drawingml/2006/main">
              <a:ext uri="{FF2B5EF4-FFF2-40B4-BE49-F238E27FC236}">
                <a16:creationId xmlns:a16="http://schemas.microsoft.com/office/drawing/2014/main" id="{6149CD32-63C3-4896-A57F-739875111829}"/>
              </a:ext>
            </a:extLst>
          </p:cNvPr>
          <p:cNvSpPr>
            <a:spLocks xmlns:a="http://schemas.openxmlformats.org/drawingml/2006/main" noGrp="1"/>
          </p:cNvSpPr>
          <p:nvPr/>
        </p:nvSpPr>
        <p:spPr>
          <a:xfrm xmlns:a="http://schemas.openxmlformats.org/drawingml/2006/main">
            <a:off x="5324475" y="40576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2" name="Editable path 115">
            <a:extLst xmlns:a="http://schemas.openxmlformats.org/drawingml/2006/main">
              <a:ext uri="{FF2B5EF4-FFF2-40B4-BE49-F238E27FC236}">
                <a16:creationId xmlns:a16="http://schemas.microsoft.com/office/drawing/2014/main" id="{19892D3F-7202-4A98-B02D-B8EF9355DEB7}"/>
              </a:ext>
            </a:extLst>
          </p:cNvPr>
          <p:cNvSpPr>
            <a:spLocks xmlns:a="http://schemas.openxmlformats.org/drawingml/2006/main" noGrp="1"/>
          </p:cNvSpPr>
          <p:nvPr/>
        </p:nvSpPr>
        <p:spPr>
          <a:xfrm xmlns:a="http://schemas.openxmlformats.org/drawingml/2006/main">
            <a:off x="4819650" y="433387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7145">
            <a:solidFill>
              <a:srgbClr val="111111"/>
            </a:solidFill>
            <a:prstDash val="solid"/>
          </a:ln>
        </p:spPr>
      </p:sp>
      <p:sp>
        <p:nvSpPr>
          <p:cNvPr id="53" name="Editable arrowhead 116">
            <a:extLst xmlns:a="http://schemas.openxmlformats.org/drawingml/2006/main">
              <a:ext uri="{FF2B5EF4-FFF2-40B4-BE49-F238E27FC236}">
                <a16:creationId xmlns:a16="http://schemas.microsoft.com/office/drawing/2014/main" id="{F94BD7EB-182C-409A-8AED-43BB3FB5421E}"/>
              </a:ext>
            </a:extLst>
          </p:cNvPr>
          <p:cNvSpPr>
            <a:spLocks xmlns:a="http://schemas.openxmlformats.org/drawingml/2006/main" noGrp="1"/>
          </p:cNvSpPr>
          <p:nvPr/>
        </p:nvSpPr>
        <p:spPr>
          <a:xfrm xmlns:a="http://schemas.openxmlformats.org/drawingml/2006/main">
            <a:off x="4819650" y="42862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4" name="DP1 object 117">
            <a:extLst xmlns:a="http://schemas.openxmlformats.org/drawingml/2006/main">
              <a:ext uri="{FF2B5EF4-FFF2-40B4-BE49-F238E27FC236}">
                <a16:creationId xmlns:a16="http://schemas.microsoft.com/office/drawing/2014/main" id="{CBC61AC3-E5BD-4063-89F0-C1F56B76E2D0}"/>
              </a:ext>
            </a:extLst>
          </p:cNvPr>
          <p:cNvSpPr>
            <a:spLocks xmlns:a="http://schemas.openxmlformats.org/drawingml/2006/main" noGrp="1"/>
          </p:cNvSpPr>
          <p:nvPr/>
        </p:nvSpPr>
        <p:spPr>
          <a:xfrm xmlns:a="http://schemas.openxmlformats.org/drawingml/2006/main">
            <a:off x="5000625" y="3781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5" name="DP1 object 118">
            <a:extLst xmlns:a="http://schemas.openxmlformats.org/drawingml/2006/main">
              <a:ext uri="{FF2B5EF4-FFF2-40B4-BE49-F238E27FC236}">
                <a16:creationId xmlns:a16="http://schemas.microsoft.com/office/drawing/2014/main" id="{A5223976-4760-4DD4-B7C2-0610668EC8E8}"/>
              </a:ext>
            </a:extLst>
          </p:cNvPr>
          <p:cNvSpPr>
            <a:spLocks xmlns:a="http://schemas.openxmlformats.org/drawingml/2006/main" noGrp="1"/>
          </p:cNvSpPr>
          <p:nvPr/>
        </p:nvSpPr>
        <p:spPr>
          <a:xfrm xmlns:a="http://schemas.openxmlformats.org/drawingml/2006/main">
            <a:off x="5000625" y="3781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6" name="Editable path 119">
            <a:extLst xmlns:a="http://schemas.openxmlformats.org/drawingml/2006/main">
              <a:ext uri="{FF2B5EF4-FFF2-40B4-BE49-F238E27FC236}">
                <a16:creationId xmlns:a16="http://schemas.microsoft.com/office/drawing/2014/main" id="{13599949-EA33-43AE-B68C-E5B602907636}"/>
              </a:ext>
            </a:extLst>
          </p:cNvPr>
          <p:cNvSpPr>
            <a:spLocks xmlns:a="http://schemas.openxmlformats.org/drawingml/2006/main" noGrp="1"/>
          </p:cNvSpPr>
          <p:nvPr/>
        </p:nvSpPr>
        <p:spPr>
          <a:xfrm xmlns:a="http://schemas.openxmlformats.org/drawingml/2006/main">
            <a:off x="6362700" y="3409950"/>
            <a:ext cx="953" cy="514350"/>
          </a:xfrm>
          <a:custGeom xmlns:a="http://schemas.openxmlformats.org/drawingml/2006/main">
            <a:pathLst>
              <a:path w="953" h="514350">
                <a:moveTo>
                  <a:pt x="0" y="514350"/>
                </a:moveTo>
                <a:lnTo>
                  <a:pt x="0" y="0"/>
                </a:lnTo>
              </a:path>
            </a:pathLst>
          </a:custGeom>
          <a:noFill xmlns:a="http://schemas.openxmlformats.org/drawingml/2006/main"/>
          <a:ln xmlns:a="http://schemas.openxmlformats.org/drawingml/2006/main" w="17145">
            <a:solidFill>
              <a:srgbClr val="111111"/>
            </a:solidFill>
            <a:prstDash val="solid"/>
          </a:ln>
        </p:spPr>
      </p:sp>
      <p:sp>
        <p:nvSpPr>
          <p:cNvPr id="57" name="Editable arrowhead 120">
            <a:extLst xmlns:a="http://schemas.openxmlformats.org/drawingml/2006/main">
              <a:ext uri="{FF2B5EF4-FFF2-40B4-BE49-F238E27FC236}">
                <a16:creationId xmlns:a16="http://schemas.microsoft.com/office/drawing/2014/main" id="{5F420999-3947-4678-B9D4-A3DC229C2CFC}"/>
              </a:ext>
            </a:extLst>
          </p:cNvPr>
          <p:cNvSpPr>
            <a:spLocks xmlns:a="http://schemas.openxmlformats.org/drawingml/2006/main" noGrp="1"/>
          </p:cNvSpPr>
          <p:nvPr/>
        </p:nvSpPr>
        <p:spPr>
          <a:xfrm xmlns:a="http://schemas.openxmlformats.org/drawingml/2006/main">
            <a:off x="6315075" y="34099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8" name="허용 원본">
            <a:extLst xmlns:a="http://schemas.openxmlformats.org/drawingml/2006/main">
              <a:ext uri="{FF2B5EF4-FFF2-40B4-BE49-F238E27FC236}">
                <a16:creationId xmlns:a16="http://schemas.microsoft.com/office/drawing/2014/main" id="{71D62196-CD9F-455A-937E-2D3FB65823DE}"/>
              </a:ext>
            </a:extLst>
          </p:cNvPr>
          <p:cNvSpPr>
            <a:spLocks xmlns:a="http://schemas.openxmlformats.org/drawingml/2006/main" noGrp="1"/>
          </p:cNvSpPr>
          <p:nvPr/>
        </p:nvSpPr>
        <p:spPr>
          <a:xfrm xmlns:a="http://schemas.openxmlformats.org/drawingml/2006/main">
            <a:off x="5419725" y="4838700"/>
            <a:ext cx="1885950" cy="4953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59" name="DP1 object 121">
            <a:extLst xmlns:a="http://schemas.openxmlformats.org/drawingml/2006/main">
              <a:ext uri="{FF2B5EF4-FFF2-40B4-BE49-F238E27FC236}">
                <a16:creationId xmlns:a16="http://schemas.microsoft.com/office/drawing/2014/main" id="{BC4009D2-7C75-47DC-8AD2-4DE6E300F39A}"/>
              </a:ext>
            </a:extLst>
          </p:cNvPr>
          <p:cNvSpPr>
            <a:spLocks xmlns:a="http://schemas.openxmlformats.org/drawingml/2006/main" noGrp="1"/>
          </p:cNvSpPr>
          <p:nvPr/>
        </p:nvSpPr>
        <p:spPr>
          <a:xfrm xmlns:a="http://schemas.openxmlformats.org/drawingml/2006/main">
            <a:off x="5467350" y="4943475"/>
            <a:ext cx="1790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60" name="Editable path 122">
            <a:extLst xmlns:a="http://schemas.openxmlformats.org/drawingml/2006/main">
              <a:ext uri="{FF2B5EF4-FFF2-40B4-BE49-F238E27FC236}">
                <a16:creationId xmlns:a16="http://schemas.microsoft.com/office/drawing/2014/main" id="{C2CBC2A9-DE3B-4C98-9F7C-988CCB929D34}"/>
              </a:ext>
            </a:extLst>
          </p:cNvPr>
          <p:cNvSpPr>
            <a:spLocks xmlns:a="http://schemas.openxmlformats.org/drawingml/2006/main" noGrp="1"/>
          </p:cNvSpPr>
          <p:nvPr/>
        </p:nvSpPr>
        <p:spPr>
          <a:xfrm xmlns:a="http://schemas.openxmlformats.org/drawingml/2006/main">
            <a:off x="6362700" y="4514850"/>
            <a:ext cx="953" cy="323850"/>
          </a:xfrm>
          <a:custGeom xmlns:a="http://schemas.openxmlformats.org/drawingml/2006/main">
            <a:pathLst>
              <a:path w="953" h="323850">
                <a:moveTo>
                  <a:pt x="0" y="323850"/>
                </a:moveTo>
                <a:lnTo>
                  <a:pt x="0" y="0"/>
                </a:lnTo>
              </a:path>
            </a:pathLst>
          </a:custGeom>
          <a:noFill xmlns:a="http://schemas.openxmlformats.org/drawingml/2006/main"/>
          <a:ln xmlns:a="http://schemas.openxmlformats.org/drawingml/2006/main" w="17145">
            <a:solidFill>
              <a:srgbClr val="111111"/>
            </a:solidFill>
            <a:prstDash val="solid"/>
          </a:ln>
        </p:spPr>
      </p:sp>
      <p:sp>
        <p:nvSpPr>
          <p:cNvPr id="61" name="Editable arrowhead 123">
            <a:extLst xmlns:a="http://schemas.openxmlformats.org/drawingml/2006/main">
              <a:ext uri="{FF2B5EF4-FFF2-40B4-BE49-F238E27FC236}">
                <a16:creationId xmlns:a16="http://schemas.microsoft.com/office/drawing/2014/main" id="{E5D232F1-43B5-4DA8-8DEF-BABBED67447A}"/>
              </a:ext>
            </a:extLst>
          </p:cNvPr>
          <p:cNvSpPr>
            <a:spLocks xmlns:a="http://schemas.openxmlformats.org/drawingml/2006/main" noGrp="1"/>
          </p:cNvSpPr>
          <p:nvPr/>
        </p:nvSpPr>
        <p:spPr>
          <a:xfrm xmlns:a="http://schemas.openxmlformats.org/drawingml/2006/main">
            <a:off x="6315075" y="45148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2" name="Editable path 124">
            <a:extLst xmlns:a="http://schemas.openxmlformats.org/drawingml/2006/main">
              <a:ext uri="{FF2B5EF4-FFF2-40B4-BE49-F238E27FC236}">
                <a16:creationId xmlns:a16="http://schemas.microsoft.com/office/drawing/2014/main" id="{D2558BAE-02F4-4D52-8112-05395D769F01}"/>
              </a:ext>
            </a:extLst>
          </p:cNvPr>
          <p:cNvSpPr>
            <a:spLocks xmlns:a="http://schemas.openxmlformats.org/drawingml/2006/main" noGrp="1"/>
          </p:cNvSpPr>
          <p:nvPr/>
        </p:nvSpPr>
        <p:spPr>
          <a:xfrm xmlns:a="http://schemas.openxmlformats.org/drawingml/2006/main">
            <a:off x="3657600" y="4514850"/>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17145">
            <a:solidFill>
              <a:srgbClr val="111111"/>
            </a:solidFill>
            <a:prstDash val="solid"/>
          </a:ln>
        </p:spPr>
      </p:sp>
      <p:sp>
        <p:nvSpPr>
          <p:cNvPr id="63" name="Editable arrowhead 125">
            <a:extLst xmlns:a="http://schemas.openxmlformats.org/drawingml/2006/main">
              <a:ext uri="{FF2B5EF4-FFF2-40B4-BE49-F238E27FC236}">
                <a16:creationId xmlns:a16="http://schemas.microsoft.com/office/drawing/2014/main" id="{A15DC8A0-A691-460C-A0CE-5FB6920942ED}"/>
              </a:ext>
            </a:extLst>
          </p:cNvPr>
          <p:cNvSpPr>
            <a:spLocks xmlns:a="http://schemas.openxmlformats.org/drawingml/2006/main" noGrp="1"/>
          </p:cNvSpPr>
          <p:nvPr/>
        </p:nvSpPr>
        <p:spPr>
          <a:xfrm xmlns:a="http://schemas.openxmlformats.org/drawingml/2006/main">
            <a:off x="3609975" y="47815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4" name="DP1 object 126">
            <a:extLst xmlns:a="http://schemas.openxmlformats.org/drawingml/2006/main">
              <a:ext uri="{FF2B5EF4-FFF2-40B4-BE49-F238E27FC236}">
                <a16:creationId xmlns:a16="http://schemas.microsoft.com/office/drawing/2014/main" id="{7CC85B3E-4E74-43AE-A0E2-2B348BFC82F5}"/>
              </a:ext>
            </a:extLst>
          </p:cNvPr>
          <p:cNvSpPr>
            <a:spLocks xmlns:a="http://schemas.openxmlformats.org/drawingml/2006/main" noGrp="1"/>
          </p:cNvSpPr>
          <p:nvPr/>
        </p:nvSpPr>
        <p:spPr>
          <a:xfrm xmlns:a="http://schemas.openxmlformats.org/drawingml/2006/main">
            <a:off x="3790950" y="45720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65" name="DP1 object 127">
            <a:extLst xmlns:a="http://schemas.openxmlformats.org/drawingml/2006/main">
              <a:ext uri="{FF2B5EF4-FFF2-40B4-BE49-F238E27FC236}">
                <a16:creationId xmlns:a16="http://schemas.microsoft.com/office/drawing/2014/main" id="{DBF15DB2-16C2-4F16-9A46-D4D5F2F981AD}"/>
              </a:ext>
            </a:extLst>
          </p:cNvPr>
          <p:cNvSpPr>
            <a:spLocks xmlns:a="http://schemas.openxmlformats.org/drawingml/2006/main" noGrp="1"/>
          </p:cNvSpPr>
          <p:nvPr/>
        </p:nvSpPr>
        <p:spPr>
          <a:xfrm xmlns:a="http://schemas.openxmlformats.org/drawingml/2006/main">
            <a:off x="3790950" y="45720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66" name="Request Controller&#10;현재 요청에서 채택">
            <a:extLst xmlns:a="http://schemas.openxmlformats.org/drawingml/2006/main">
              <a:ext uri="{FF2B5EF4-FFF2-40B4-BE49-F238E27FC236}">
                <a16:creationId xmlns:a16="http://schemas.microsoft.com/office/drawing/2014/main" id="{32AD2E3F-817D-4D36-B305-09C1B1262E09}"/>
              </a:ext>
            </a:extLst>
          </p:cNvPr>
          <p:cNvSpPr>
            <a:spLocks xmlns:a="http://schemas.openxmlformats.org/drawingml/2006/main" noGrp="1"/>
          </p:cNvSpPr>
          <p:nvPr/>
        </p:nvSpPr>
        <p:spPr>
          <a:xfrm xmlns:a="http://schemas.openxmlformats.org/drawingml/2006/main">
            <a:off x="2495550" y="4876800"/>
            <a:ext cx="2324100" cy="4762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7" name="DP1 object 128">
            <a:extLst xmlns:a="http://schemas.openxmlformats.org/drawingml/2006/main">
              <a:ext uri="{FF2B5EF4-FFF2-40B4-BE49-F238E27FC236}">
                <a16:creationId xmlns:a16="http://schemas.microsoft.com/office/drawing/2014/main" id="{84A29CE1-9356-4C73-9BE4-6F50B8394D4B}"/>
              </a:ext>
            </a:extLst>
          </p:cNvPr>
          <p:cNvSpPr>
            <a:spLocks xmlns:a="http://schemas.openxmlformats.org/drawingml/2006/main" noGrp="1"/>
          </p:cNvSpPr>
          <p:nvPr/>
        </p:nvSpPr>
        <p:spPr>
          <a:xfrm xmlns:a="http://schemas.openxmlformats.org/drawingml/2006/main">
            <a:off x="2562225" y="49149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Request Controller</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 요청에서 채택</a:t>
            </a:r>
          </a:p>
        </p:txBody>
      </p:sp>
      <p:sp>
        <p:nvSpPr>
          <p:cNvPr id="68" name="DP1 object 129">
            <a:extLst xmlns:a="http://schemas.openxmlformats.org/drawingml/2006/main">
              <a:ext uri="{FF2B5EF4-FFF2-40B4-BE49-F238E27FC236}">
                <a16:creationId xmlns:a16="http://schemas.microsoft.com/office/drawing/2014/main" id="{D8E74379-B7A1-4CE0-988D-36060788F28F}"/>
              </a:ext>
            </a:extLst>
          </p:cNvPr>
          <p:cNvSpPr>
            <a:spLocks xmlns:a="http://schemas.openxmlformats.org/drawingml/2006/main" noGrp="1"/>
          </p:cNvSpPr>
          <p:nvPr/>
        </p:nvSpPr>
        <p:spPr>
          <a:xfrm xmlns:a="http://schemas.openxmlformats.org/drawingml/2006/main">
            <a:off x="2495550" y="5381625"/>
            <a:ext cx="4810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다음 요청에 유효 문맥 유지</a:t>
            </a:r>
          </a:p>
        </p:txBody>
      </p:sp>
      <p:sp>
        <p:nvSpPr>
          <p:cNvPr id="69" name="DP1 object 130">
            <a:extLst xmlns:a="http://schemas.openxmlformats.org/drawingml/2006/main">
              <a:ext uri="{FF2B5EF4-FFF2-40B4-BE49-F238E27FC236}">
                <a16:creationId xmlns:a16="http://schemas.microsoft.com/office/drawing/2014/main" id="{BC185492-6240-4B14-B71E-3975550BC401}"/>
              </a:ext>
            </a:extLst>
          </p:cNvPr>
          <p:cNvSpPr>
            <a:spLocks xmlns:a="http://schemas.openxmlformats.org/drawingml/2006/main" noGrp="1"/>
          </p:cNvSpPr>
          <p:nvPr/>
        </p:nvSpPr>
        <p:spPr>
          <a:xfrm xmlns:a="http://schemas.openxmlformats.org/drawingml/2006/main">
            <a:off x="7724775" y="2257425"/>
            <a:ext cx="2714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111111"/>
                </a:solidFill>
                <a:latin typeface="Apple SD Gothic Neo"/>
                <a:ea typeface="Apple SD Gothic Neo"/>
                <a:cs typeface="Apple SD Gothic Neo"/>
              </a:defRPr>
            </a:defPPr>
            <a:lvl1pPr algn="l">
              <a:defRPr sz="1500" b="1">
                <a:solidFill>
                  <a:srgbClr val="111111"/>
                </a:solidFill>
                <a:latin typeface="Apple SD Gothic Neo"/>
                <a:ea typeface="Apple SD Gothic Neo"/>
                <a:cs typeface="Apple SD Gothic Neo"/>
              </a:defRPr>
            </a:lvl1pPr>
            <a:lvl2pPr algn="l">
              <a:defRPr sz="1500" b="1">
                <a:solidFill>
                  <a:srgbClr val="111111"/>
                </a:solidFill>
                <a:latin typeface="Apple SD Gothic Neo"/>
                <a:ea typeface="Apple SD Gothic Neo"/>
                <a:cs typeface="Apple SD Gothic Neo"/>
              </a:defRPr>
            </a:lvl2pPr>
            <a:lvl3pPr algn="l">
              <a:defRPr sz="1500" b="1">
                <a:solidFill>
                  <a:srgbClr val="111111"/>
                </a:solidFill>
                <a:latin typeface="Apple SD Gothic Neo"/>
                <a:ea typeface="Apple SD Gothic Neo"/>
                <a:cs typeface="Apple SD Gothic Neo"/>
              </a:defRPr>
            </a:lvl3pPr>
            <a:lvl4pPr algn="l">
              <a:defRPr sz="1500" b="1">
                <a:solidFill>
                  <a:srgbClr val="111111"/>
                </a:solidFill>
                <a:latin typeface="Apple SD Gothic Neo"/>
                <a:ea typeface="Apple SD Gothic Neo"/>
                <a:cs typeface="Apple SD Gothic Neo"/>
              </a:defRPr>
            </a:lvl4pPr>
            <a:lvl5pPr algn="l">
              <a:defRPr sz="1500" b="1">
                <a:solidFill>
                  <a:srgbClr val="111111"/>
                </a:solidFill>
                <a:latin typeface="Apple SD Gothic Neo"/>
                <a:ea typeface="Apple SD Gothic Neo"/>
                <a:cs typeface="Apple SD Gothic Neo"/>
              </a:defRPr>
            </a:lvl5pPr>
            <a:lvl6pPr algn="l">
              <a:defRPr sz="1500" b="1">
                <a:solidFill>
                  <a:srgbClr val="111111"/>
                </a:solidFill>
                <a:latin typeface="Apple SD Gothic Neo"/>
                <a:ea typeface="Apple SD Gothic Neo"/>
                <a:cs typeface="Apple SD Gothic Neo"/>
              </a:defRPr>
            </a:lvl6pPr>
            <a:lvl7pPr algn="l">
              <a:defRPr sz="1500" b="1">
                <a:solidFill>
                  <a:srgbClr val="111111"/>
                </a:solidFill>
                <a:latin typeface="Apple SD Gothic Neo"/>
                <a:ea typeface="Apple SD Gothic Neo"/>
                <a:cs typeface="Apple SD Gothic Neo"/>
              </a:defRPr>
            </a:lvl7pPr>
            <a:lvl8pPr algn="l">
              <a:defRPr sz="1500" b="1">
                <a:solidFill>
                  <a:srgbClr val="111111"/>
                </a:solidFill>
                <a:latin typeface="Apple SD Gothic Neo"/>
                <a:ea typeface="Apple SD Gothic Neo"/>
                <a:cs typeface="Apple SD Gothic Neo"/>
              </a:defRPr>
            </a:lvl8pPr>
            <a:lvl9pPr algn="l">
              <a:defRPr sz="1500" b="1">
                <a:solidFill>
                  <a:srgbClr val="111111"/>
                </a:solidFill>
                <a:latin typeface="Apple SD Gothic Neo"/>
                <a:ea typeface="Apple SD Gothic Neo"/>
                <a:cs typeface="Apple SD Gothic Neo"/>
              </a:defRPr>
            </a:lvl9pPr>
          </a:lstStyle>
          <a:p xmlns:a="http://schemas.openxmlformats.org/drawingml/2006/main">
            <a:pPr algn="l">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현재 입력 + 최근 대화·채택 상태</a:t>
            </a:r>
          </a:p>
        </p:txBody>
      </p:sp>
      <p:sp>
        <p:nvSpPr>
          <p:cNvPr id="70" name="Editable path 131">
            <a:extLst xmlns:a="http://schemas.openxmlformats.org/drawingml/2006/main">
              <a:ext uri="{FF2B5EF4-FFF2-40B4-BE49-F238E27FC236}">
                <a16:creationId xmlns:a16="http://schemas.microsoft.com/office/drawing/2014/main" id="{BF0CBC4A-D09B-4437-A52A-0A9CBA9A1571}"/>
              </a:ext>
            </a:extLst>
          </p:cNvPr>
          <p:cNvSpPr>
            <a:spLocks xmlns:a="http://schemas.openxmlformats.org/drawingml/2006/main" noGrp="1"/>
          </p:cNvSpPr>
          <p:nvPr/>
        </p:nvSpPr>
        <p:spPr>
          <a:xfrm xmlns:a="http://schemas.openxmlformats.org/drawingml/2006/main">
            <a:off x="8848725" y="25336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6193">
            <a:solidFill>
              <a:srgbClr val="111111"/>
            </a:solidFill>
            <a:prstDash val="solid"/>
          </a:ln>
        </p:spPr>
      </p:sp>
      <p:sp>
        <p:nvSpPr>
          <p:cNvPr id="71" name="Editable arrowhead 132">
            <a:extLst xmlns:a="http://schemas.openxmlformats.org/drawingml/2006/main">
              <a:ext uri="{FF2B5EF4-FFF2-40B4-BE49-F238E27FC236}">
                <a16:creationId xmlns:a16="http://schemas.microsoft.com/office/drawing/2014/main" id="{33104297-27CC-4C86-9374-D4FF7B346EA0}"/>
              </a:ext>
            </a:extLst>
          </p:cNvPr>
          <p:cNvSpPr>
            <a:spLocks xmlns:a="http://schemas.openxmlformats.org/drawingml/2006/main" noGrp="1"/>
          </p:cNvSpPr>
          <p:nvPr/>
        </p:nvSpPr>
        <p:spPr>
          <a:xfrm xmlns:a="http://schemas.openxmlformats.org/drawingml/2006/main">
            <a:off x="8801100" y="2667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2" name="DP1 object 133">
            <a:extLst xmlns:a="http://schemas.openxmlformats.org/drawingml/2006/main">
              <a:ext uri="{FF2B5EF4-FFF2-40B4-BE49-F238E27FC236}">
                <a16:creationId xmlns:a16="http://schemas.microsoft.com/office/drawing/2014/main" id="{86D96CFA-9997-44A1-AD3D-14D291347872}"/>
              </a:ext>
            </a:extLst>
          </p:cNvPr>
          <p:cNvSpPr>
            <a:spLocks xmlns:a="http://schemas.openxmlformats.org/drawingml/2006/main" noGrp="1"/>
          </p:cNvSpPr>
          <p:nvPr/>
        </p:nvSpPr>
        <p:spPr>
          <a:xfrm xmlns:a="http://schemas.openxmlformats.org/drawingml/2006/main">
            <a:off x="7753350" y="2762250"/>
            <a:ext cx="2324100" cy="17526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73" name="DP1 object 134">
            <a:extLst xmlns:a="http://schemas.openxmlformats.org/drawingml/2006/main">
              <a:ext uri="{FF2B5EF4-FFF2-40B4-BE49-F238E27FC236}">
                <a16:creationId xmlns:a16="http://schemas.microsoft.com/office/drawing/2014/main" id="{72BAD3E2-B456-4150-9933-BEB007A0F914}"/>
              </a:ext>
            </a:extLst>
          </p:cNvPr>
          <p:cNvSpPr>
            <a:spLocks xmlns:a="http://schemas.openxmlformats.org/drawingml/2006/main" noGrp="1"/>
          </p:cNvSpPr>
          <p:nvPr/>
        </p:nvSpPr>
        <p:spPr>
          <a:xfrm xmlns:a="http://schemas.openxmlformats.org/drawingml/2006/main">
            <a:off x="7820025" y="2800350"/>
            <a:ext cx="2190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r>
              <a:t/>
            </a:r>
          </a:p>
        </p:txBody>
      </p:sp>
      <p:sp>
        <p:nvSpPr>
          <p:cNvPr id="74" name="DP1 object 135">
            <a:extLst xmlns:a="http://schemas.openxmlformats.org/drawingml/2006/main">
              <a:ext uri="{FF2B5EF4-FFF2-40B4-BE49-F238E27FC236}">
                <a16:creationId xmlns:a16="http://schemas.microsoft.com/office/drawing/2014/main" id="{48FF2170-6B2C-476F-9068-525C0F583F77}"/>
              </a:ext>
            </a:extLst>
          </p:cNvPr>
          <p:cNvSpPr>
            <a:spLocks xmlns:a="http://schemas.openxmlformats.org/drawingml/2006/main" noGrp="1"/>
          </p:cNvSpPr>
          <p:nvPr/>
        </p:nvSpPr>
        <p:spPr>
          <a:xfrm xmlns:a="http://schemas.openxmlformats.org/drawingml/2006/main">
            <a:off x="7820025" y="28575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Interpreter</a:t>
            </a:r>
          </a:p>
        </p:txBody>
      </p:sp>
      <p:sp>
        <p:nvSpPr>
          <p:cNvPr id="75" name="Editable path 136">
            <a:extLst xmlns:a="http://schemas.openxmlformats.org/drawingml/2006/main">
              <a:ext uri="{FF2B5EF4-FFF2-40B4-BE49-F238E27FC236}">
                <a16:creationId xmlns:a16="http://schemas.microsoft.com/office/drawing/2014/main" id="{F39B066E-7B65-4B2F-AA4C-BA118A91F33B}"/>
              </a:ext>
            </a:extLst>
          </p:cNvPr>
          <p:cNvSpPr>
            <a:spLocks xmlns:a="http://schemas.openxmlformats.org/drawingml/2006/main" noGrp="1"/>
          </p:cNvSpPr>
          <p:nvPr/>
        </p:nvSpPr>
        <p:spPr>
          <a:xfrm xmlns:a="http://schemas.openxmlformats.org/drawingml/2006/main">
            <a:off x="7867650" y="3257550"/>
            <a:ext cx="2095500" cy="953"/>
          </a:xfrm>
          <a:custGeom xmlns:a="http://schemas.openxmlformats.org/drawingml/2006/main">
            <a:pathLst>
              <a:path w="2095500" h="953">
                <a:moveTo>
                  <a:pt x="0" y="0"/>
                </a:moveTo>
                <a:lnTo>
                  <a:pt x="2095500" y="0"/>
                </a:lnTo>
              </a:path>
            </a:pathLst>
          </a:custGeom>
          <a:noFill xmlns:a="http://schemas.openxmlformats.org/drawingml/2006/main"/>
          <a:ln xmlns:a="http://schemas.openxmlformats.org/drawingml/2006/main" w="11430">
            <a:solidFill>
              <a:srgbClr val="111111"/>
            </a:solidFill>
            <a:prstDash val="solid"/>
          </a:ln>
        </p:spPr>
      </p:sp>
      <p:sp>
        <p:nvSpPr>
          <p:cNvPr id="76" name="DP1 object 137">
            <a:extLst xmlns:a="http://schemas.openxmlformats.org/drawingml/2006/main">
              <a:ext uri="{FF2B5EF4-FFF2-40B4-BE49-F238E27FC236}">
                <a16:creationId xmlns:a16="http://schemas.microsoft.com/office/drawing/2014/main" id="{72B3331A-B116-4954-AE35-9733BC843108}"/>
              </a:ext>
            </a:extLst>
          </p:cNvPr>
          <p:cNvSpPr>
            <a:spLocks xmlns:a="http://schemas.openxmlformats.org/drawingml/2006/main" noGrp="1"/>
          </p:cNvSpPr>
          <p:nvPr/>
        </p:nvSpPr>
        <p:spPr>
          <a:xfrm xmlns:a="http://schemas.openxmlformats.org/drawingml/2006/main">
            <a:off x="7867650" y="3371850"/>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이번 요청에 필요한</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근거 범위 판단</a:t>
            </a:r>
          </a:p>
        </p:txBody>
      </p:sp>
      <p:sp>
        <p:nvSpPr>
          <p:cNvPr id="77" name="DP1 object 138">
            <a:extLst xmlns:a="http://schemas.openxmlformats.org/drawingml/2006/main">
              <a:ext uri="{FF2B5EF4-FFF2-40B4-BE49-F238E27FC236}">
                <a16:creationId xmlns:a16="http://schemas.microsoft.com/office/drawing/2014/main" id="{2983D69B-AF49-46EF-A587-550408913804}"/>
              </a:ext>
            </a:extLst>
          </p:cNvPr>
          <p:cNvSpPr>
            <a:spLocks xmlns:a="http://schemas.openxmlformats.org/drawingml/2006/main" noGrp="1"/>
          </p:cNvSpPr>
          <p:nvPr/>
        </p:nvSpPr>
        <p:spPr>
          <a:xfrm xmlns:a="http://schemas.openxmlformats.org/drawingml/2006/main">
            <a:off x="7867650" y="40671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부족하면 추가 조회</a:t>
            </a:r>
          </a:p>
        </p:txBody>
      </p:sp>
      <p:sp>
        <p:nvSpPr>
          <p:cNvPr id="78" name="요청 근거 묶음&#10;요청 수명">
            <a:extLst xmlns:a="http://schemas.openxmlformats.org/drawingml/2006/main">
              <a:ext uri="{FF2B5EF4-FFF2-40B4-BE49-F238E27FC236}">
                <a16:creationId xmlns:a16="http://schemas.microsoft.com/office/drawing/2014/main" id="{F94A867D-5C3D-4D9D-AF75-E05EA6EE60E1}"/>
              </a:ext>
            </a:extLst>
          </p:cNvPr>
          <p:cNvSpPr>
            <a:spLocks xmlns:a="http://schemas.openxmlformats.org/drawingml/2006/main" noGrp="1"/>
          </p:cNvSpPr>
          <p:nvPr/>
        </p:nvSpPr>
        <p:spPr>
          <a:xfrm xmlns:a="http://schemas.openxmlformats.org/drawingml/2006/main">
            <a:off x="10677525" y="2724150"/>
            <a:ext cx="1885950" cy="6858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79" name="DP1 object 139">
            <a:extLst xmlns:a="http://schemas.openxmlformats.org/drawingml/2006/main">
              <a:ext uri="{FF2B5EF4-FFF2-40B4-BE49-F238E27FC236}">
                <a16:creationId xmlns:a16="http://schemas.microsoft.com/office/drawing/2014/main" id="{1E99DA22-43B0-4BB9-ACD2-3ADBEF305D61}"/>
              </a:ext>
            </a:extLst>
          </p:cNvPr>
          <p:cNvSpPr>
            <a:spLocks xmlns:a="http://schemas.openxmlformats.org/drawingml/2006/main" noGrp="1"/>
          </p:cNvSpPr>
          <p:nvPr/>
        </p:nvSpPr>
        <p:spPr>
          <a:xfrm xmlns:a="http://schemas.openxmlformats.org/drawingml/2006/main">
            <a:off x="10725150" y="2828925"/>
            <a:ext cx="1790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요청 근거 묶음</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요청 수명</a:t>
            </a:r>
          </a:p>
        </p:txBody>
      </p:sp>
      <p:sp>
        <p:nvSpPr>
          <p:cNvPr id="80" name="DP1 object 140">
            <a:extLst xmlns:a="http://schemas.openxmlformats.org/drawingml/2006/main">
              <a:ext uri="{FF2B5EF4-FFF2-40B4-BE49-F238E27FC236}">
                <a16:creationId xmlns:a16="http://schemas.microsoft.com/office/drawing/2014/main" id="{6905E559-3E76-4112-AB24-4C3F178BF628}"/>
              </a:ext>
            </a:extLst>
          </p:cNvPr>
          <p:cNvSpPr>
            <a:spLocks xmlns:a="http://schemas.openxmlformats.org/drawingml/2006/main" noGrp="1"/>
          </p:cNvSpPr>
          <p:nvPr/>
        </p:nvSpPr>
        <p:spPr>
          <a:xfrm xmlns:a="http://schemas.openxmlformats.org/drawingml/2006/main">
            <a:off x="10582275" y="2638425"/>
            <a:ext cx="2076450" cy="847725"/>
          </a:xfrm>
          <a:prstGeom xmlns:a="http://schemas.openxmlformats.org/drawingml/2006/main" prst="rect">
            <a:avLst/>
          </a:prstGeom>
          <a:noFill xmlns:a="http://schemas.openxmlformats.org/drawingml/2006/main"/>
          <a:ln xmlns:a="http://schemas.openxmlformats.org/drawingml/2006/main" w="11430">
            <a:solidFill>
              <a:srgbClr val="98999B"/>
            </a:solidFill>
            <a:prstDash val="dash"/>
          </a:ln>
        </p:spPr>
      </p:sp>
      <p:sp>
        <p:nvSpPr>
          <p:cNvPr id="81" name="Editable path 141">
            <a:extLst xmlns:a="http://schemas.openxmlformats.org/drawingml/2006/main">
              <a:ext uri="{FF2B5EF4-FFF2-40B4-BE49-F238E27FC236}">
                <a16:creationId xmlns:a16="http://schemas.microsoft.com/office/drawing/2014/main" id="{4936D0B0-424D-443C-8D2E-901874BDFCEB}"/>
              </a:ext>
            </a:extLst>
          </p:cNvPr>
          <p:cNvSpPr>
            <a:spLocks xmlns:a="http://schemas.openxmlformats.org/drawingml/2006/main" noGrp="1"/>
          </p:cNvSpPr>
          <p:nvPr/>
        </p:nvSpPr>
        <p:spPr>
          <a:xfrm xmlns:a="http://schemas.openxmlformats.org/drawingml/2006/main">
            <a:off x="10077450" y="309562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8098">
            <a:solidFill>
              <a:srgbClr val="111111"/>
            </a:solidFill>
            <a:prstDash val="solid"/>
          </a:ln>
        </p:spPr>
      </p:sp>
      <p:sp>
        <p:nvSpPr>
          <p:cNvPr id="82" name="Editable arrowhead 142">
            <a:extLst xmlns:a="http://schemas.openxmlformats.org/drawingml/2006/main">
              <a:ext uri="{FF2B5EF4-FFF2-40B4-BE49-F238E27FC236}">
                <a16:creationId xmlns:a16="http://schemas.microsoft.com/office/drawing/2014/main" id="{34569D52-DF81-40F0-A5A9-BCCE7DEEEB59}"/>
              </a:ext>
            </a:extLst>
          </p:cNvPr>
          <p:cNvSpPr>
            <a:spLocks xmlns:a="http://schemas.openxmlformats.org/drawingml/2006/main" noGrp="1"/>
          </p:cNvSpPr>
          <p:nvPr/>
        </p:nvSpPr>
        <p:spPr>
          <a:xfrm xmlns:a="http://schemas.openxmlformats.org/drawingml/2006/main">
            <a:off x="10077450" y="30480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3" name="DP1 object 143">
            <a:extLst xmlns:a="http://schemas.openxmlformats.org/drawingml/2006/main">
              <a:ext uri="{FF2B5EF4-FFF2-40B4-BE49-F238E27FC236}">
                <a16:creationId xmlns:a16="http://schemas.microsoft.com/office/drawing/2014/main" id="{2395BB29-B25F-45E3-881A-283167686876}"/>
              </a:ext>
            </a:extLst>
          </p:cNvPr>
          <p:cNvSpPr>
            <a:spLocks xmlns:a="http://schemas.openxmlformats.org/drawingml/2006/main" noGrp="1"/>
          </p:cNvSpPr>
          <p:nvPr/>
        </p:nvSpPr>
        <p:spPr>
          <a:xfrm xmlns:a="http://schemas.openxmlformats.org/drawingml/2006/main">
            <a:off x="10258425" y="27527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84" name="DP1 object 144">
            <a:extLst xmlns:a="http://schemas.openxmlformats.org/drawingml/2006/main">
              <a:ext uri="{FF2B5EF4-FFF2-40B4-BE49-F238E27FC236}">
                <a16:creationId xmlns:a16="http://schemas.microsoft.com/office/drawing/2014/main" id="{D39F7ED9-536C-47AB-B459-E59BDDEABC71}"/>
              </a:ext>
            </a:extLst>
          </p:cNvPr>
          <p:cNvSpPr>
            <a:spLocks xmlns:a="http://schemas.openxmlformats.org/drawingml/2006/main" noGrp="1"/>
          </p:cNvSpPr>
          <p:nvPr/>
        </p:nvSpPr>
        <p:spPr>
          <a:xfrm xmlns:a="http://schemas.openxmlformats.org/drawingml/2006/main">
            <a:off x="10258425" y="27527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85" name="DP1 object 145">
            <a:extLst xmlns:a="http://schemas.openxmlformats.org/drawingml/2006/main">
              <a:ext uri="{FF2B5EF4-FFF2-40B4-BE49-F238E27FC236}">
                <a16:creationId xmlns:a16="http://schemas.microsoft.com/office/drawing/2014/main" id="{74C4421D-0576-40C5-8F7A-268989BCE43A}"/>
              </a:ext>
            </a:extLst>
          </p:cNvPr>
          <p:cNvSpPr>
            <a:spLocks xmlns:a="http://schemas.openxmlformats.org/drawingml/2006/main" noGrp="1"/>
          </p:cNvSpPr>
          <p:nvPr/>
        </p:nvSpPr>
        <p:spPr>
          <a:xfrm xmlns:a="http://schemas.openxmlformats.org/drawingml/2006/main">
            <a:off x="10115550" y="3162300"/>
            <a:ext cx="552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반환</a:t>
            </a:r>
          </a:p>
        </p:txBody>
      </p:sp>
      <p:sp>
        <p:nvSpPr>
          <p:cNvPr id="86" name="Context Manager">
            <a:extLst xmlns:a="http://schemas.openxmlformats.org/drawingml/2006/main">
              <a:ext uri="{FF2B5EF4-FFF2-40B4-BE49-F238E27FC236}">
                <a16:creationId xmlns:a16="http://schemas.microsoft.com/office/drawing/2014/main" id="{AD5185E2-64B6-42FB-B7D9-3BB0780A5091}"/>
              </a:ext>
            </a:extLst>
          </p:cNvPr>
          <p:cNvSpPr>
            <a:spLocks xmlns:a="http://schemas.openxmlformats.org/drawingml/2006/main" noGrp="1"/>
          </p:cNvSpPr>
          <p:nvPr/>
        </p:nvSpPr>
        <p:spPr>
          <a:xfrm xmlns:a="http://schemas.openxmlformats.org/drawingml/2006/main">
            <a:off x="10677525" y="3924300"/>
            <a:ext cx="1885950" cy="5905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87" name="DP1 object 146">
            <a:extLst xmlns:a="http://schemas.openxmlformats.org/drawingml/2006/main">
              <a:ext uri="{FF2B5EF4-FFF2-40B4-BE49-F238E27FC236}">
                <a16:creationId xmlns:a16="http://schemas.microsoft.com/office/drawing/2014/main" id="{C7577A94-0B9D-4F4C-A667-A704758B9970}"/>
              </a:ext>
            </a:extLst>
          </p:cNvPr>
          <p:cNvSpPr>
            <a:spLocks xmlns:a="http://schemas.openxmlformats.org/drawingml/2006/main" noGrp="1"/>
          </p:cNvSpPr>
          <p:nvPr/>
        </p:nvSpPr>
        <p:spPr>
          <a:xfrm xmlns:a="http://schemas.openxmlformats.org/drawingml/2006/main">
            <a:off x="10744200" y="3962400"/>
            <a:ext cx="1752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88" name="DP1 object 147">
            <a:extLst xmlns:a="http://schemas.openxmlformats.org/drawingml/2006/main">
              <a:ext uri="{FF2B5EF4-FFF2-40B4-BE49-F238E27FC236}">
                <a16:creationId xmlns:a16="http://schemas.microsoft.com/office/drawing/2014/main" id="{BA5DF0A2-4386-4405-B0CB-188C0FB0F82B}"/>
              </a:ext>
            </a:extLst>
          </p:cNvPr>
          <p:cNvSpPr>
            <a:spLocks xmlns:a="http://schemas.openxmlformats.org/drawingml/2006/main" noGrp="1"/>
          </p:cNvSpPr>
          <p:nvPr/>
        </p:nvSpPr>
        <p:spPr>
          <a:xfrm xmlns:a="http://schemas.openxmlformats.org/drawingml/2006/main">
            <a:off x="10572750" y="3600450"/>
            <a:ext cx="2076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현재 요청에 맞춰 구성</a:t>
            </a:r>
          </a:p>
        </p:txBody>
      </p:sp>
      <p:sp>
        <p:nvSpPr>
          <p:cNvPr id="89" name="Editable path 148">
            <a:extLst xmlns:a="http://schemas.openxmlformats.org/drawingml/2006/main">
              <a:ext uri="{FF2B5EF4-FFF2-40B4-BE49-F238E27FC236}">
                <a16:creationId xmlns:a16="http://schemas.microsoft.com/office/drawing/2014/main" id="{0381785B-D103-422F-BE74-7344DE7D7DC9}"/>
              </a:ext>
            </a:extLst>
          </p:cNvPr>
          <p:cNvSpPr>
            <a:spLocks xmlns:a="http://schemas.openxmlformats.org/drawingml/2006/main" noGrp="1"/>
          </p:cNvSpPr>
          <p:nvPr/>
        </p:nvSpPr>
        <p:spPr>
          <a:xfrm xmlns:a="http://schemas.openxmlformats.org/drawingml/2006/main">
            <a:off x="10077450" y="4105275"/>
            <a:ext cx="600075" cy="953"/>
          </a:xfrm>
          <a:custGeom xmlns:a="http://schemas.openxmlformats.org/drawingml/2006/main">
            <a:pathLst>
              <a:path w="600075" h="953">
                <a:moveTo>
                  <a:pt x="0" y="0"/>
                </a:moveTo>
                <a:lnTo>
                  <a:pt x="600075" y="0"/>
                </a:lnTo>
              </a:path>
            </a:pathLst>
          </a:custGeom>
          <a:noFill xmlns:a="http://schemas.openxmlformats.org/drawingml/2006/main"/>
          <a:ln xmlns:a="http://schemas.openxmlformats.org/drawingml/2006/main" w="17145">
            <a:solidFill>
              <a:srgbClr val="111111"/>
            </a:solidFill>
            <a:prstDash val="solid"/>
          </a:ln>
        </p:spPr>
      </p:sp>
      <p:sp>
        <p:nvSpPr>
          <p:cNvPr id="90" name="Editable arrowhead 149">
            <a:extLst xmlns:a="http://schemas.openxmlformats.org/drawingml/2006/main">
              <a:ext uri="{FF2B5EF4-FFF2-40B4-BE49-F238E27FC236}">
                <a16:creationId xmlns:a16="http://schemas.microsoft.com/office/drawing/2014/main" id="{2583250F-911A-46AC-9CA3-1A2410744659}"/>
              </a:ext>
            </a:extLst>
          </p:cNvPr>
          <p:cNvSpPr>
            <a:spLocks xmlns:a="http://schemas.openxmlformats.org/drawingml/2006/main" noGrp="1"/>
          </p:cNvSpPr>
          <p:nvPr/>
        </p:nvSpPr>
        <p:spPr>
          <a:xfrm xmlns:a="http://schemas.openxmlformats.org/drawingml/2006/main">
            <a:off x="10582275" y="40576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1" name="Editable path 150">
            <a:extLst xmlns:a="http://schemas.openxmlformats.org/drawingml/2006/main">
              <a:ext uri="{FF2B5EF4-FFF2-40B4-BE49-F238E27FC236}">
                <a16:creationId xmlns:a16="http://schemas.microsoft.com/office/drawing/2014/main" id="{B7E88F75-CC2A-459B-A536-D5E2961775FC}"/>
              </a:ext>
            </a:extLst>
          </p:cNvPr>
          <p:cNvSpPr>
            <a:spLocks xmlns:a="http://schemas.openxmlformats.org/drawingml/2006/main" noGrp="1"/>
          </p:cNvSpPr>
          <p:nvPr/>
        </p:nvSpPr>
        <p:spPr>
          <a:xfrm xmlns:a="http://schemas.openxmlformats.org/drawingml/2006/main">
            <a:off x="10077450" y="433387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7145">
            <a:solidFill>
              <a:srgbClr val="111111"/>
            </a:solidFill>
            <a:prstDash val="solid"/>
          </a:ln>
        </p:spPr>
      </p:sp>
      <p:sp>
        <p:nvSpPr>
          <p:cNvPr id="92" name="Editable arrowhead 151">
            <a:extLst xmlns:a="http://schemas.openxmlformats.org/drawingml/2006/main">
              <a:ext uri="{FF2B5EF4-FFF2-40B4-BE49-F238E27FC236}">
                <a16:creationId xmlns:a16="http://schemas.microsoft.com/office/drawing/2014/main" id="{BA0857B0-9C0F-4A43-BEEC-11B4C38E084C}"/>
              </a:ext>
            </a:extLst>
          </p:cNvPr>
          <p:cNvSpPr>
            <a:spLocks xmlns:a="http://schemas.openxmlformats.org/drawingml/2006/main" noGrp="1"/>
          </p:cNvSpPr>
          <p:nvPr/>
        </p:nvSpPr>
        <p:spPr>
          <a:xfrm xmlns:a="http://schemas.openxmlformats.org/drawingml/2006/main">
            <a:off x="10077450" y="42862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3" name="DP1 object 152">
            <a:extLst xmlns:a="http://schemas.openxmlformats.org/drawingml/2006/main">
              <a:ext uri="{FF2B5EF4-FFF2-40B4-BE49-F238E27FC236}">
                <a16:creationId xmlns:a16="http://schemas.microsoft.com/office/drawing/2014/main" id="{A7C0C582-DEA9-4805-8A3D-A1D91E4A49B6}"/>
              </a:ext>
            </a:extLst>
          </p:cNvPr>
          <p:cNvSpPr>
            <a:spLocks xmlns:a="http://schemas.openxmlformats.org/drawingml/2006/main" noGrp="1"/>
          </p:cNvSpPr>
          <p:nvPr/>
        </p:nvSpPr>
        <p:spPr>
          <a:xfrm xmlns:a="http://schemas.openxmlformats.org/drawingml/2006/main">
            <a:off x="10258425" y="3781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94" name="DP1 object 153">
            <a:extLst xmlns:a="http://schemas.openxmlformats.org/drawingml/2006/main">
              <a:ext uri="{FF2B5EF4-FFF2-40B4-BE49-F238E27FC236}">
                <a16:creationId xmlns:a16="http://schemas.microsoft.com/office/drawing/2014/main" id="{48634A64-E3CC-49EA-9FD9-949643AA101C}"/>
              </a:ext>
            </a:extLst>
          </p:cNvPr>
          <p:cNvSpPr>
            <a:spLocks xmlns:a="http://schemas.openxmlformats.org/drawingml/2006/main" noGrp="1"/>
          </p:cNvSpPr>
          <p:nvPr/>
        </p:nvSpPr>
        <p:spPr>
          <a:xfrm xmlns:a="http://schemas.openxmlformats.org/drawingml/2006/main">
            <a:off x="10258425" y="3781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95" name="Editable path 154">
            <a:extLst xmlns:a="http://schemas.openxmlformats.org/drawingml/2006/main">
              <a:ext uri="{FF2B5EF4-FFF2-40B4-BE49-F238E27FC236}">
                <a16:creationId xmlns:a16="http://schemas.microsoft.com/office/drawing/2014/main" id="{D07D010A-BF30-4781-8F91-980536CB8FA9}"/>
              </a:ext>
            </a:extLst>
          </p:cNvPr>
          <p:cNvSpPr>
            <a:spLocks xmlns:a="http://schemas.openxmlformats.org/drawingml/2006/main" noGrp="1"/>
          </p:cNvSpPr>
          <p:nvPr/>
        </p:nvSpPr>
        <p:spPr>
          <a:xfrm xmlns:a="http://schemas.openxmlformats.org/drawingml/2006/main">
            <a:off x="11620500" y="3409950"/>
            <a:ext cx="953" cy="514350"/>
          </a:xfrm>
          <a:custGeom xmlns:a="http://schemas.openxmlformats.org/drawingml/2006/main">
            <a:pathLst>
              <a:path w="953" h="514350">
                <a:moveTo>
                  <a:pt x="0" y="514350"/>
                </a:moveTo>
                <a:lnTo>
                  <a:pt x="0" y="0"/>
                </a:lnTo>
              </a:path>
            </a:pathLst>
          </a:custGeom>
          <a:noFill xmlns:a="http://schemas.openxmlformats.org/drawingml/2006/main"/>
          <a:ln xmlns:a="http://schemas.openxmlformats.org/drawingml/2006/main" w="17145">
            <a:solidFill>
              <a:srgbClr val="111111"/>
            </a:solidFill>
            <a:prstDash val="solid"/>
          </a:ln>
        </p:spPr>
      </p:sp>
      <p:sp>
        <p:nvSpPr>
          <p:cNvPr id="96" name="Editable arrowhead 155">
            <a:extLst xmlns:a="http://schemas.openxmlformats.org/drawingml/2006/main">
              <a:ext uri="{FF2B5EF4-FFF2-40B4-BE49-F238E27FC236}">
                <a16:creationId xmlns:a16="http://schemas.microsoft.com/office/drawing/2014/main" id="{01A1C564-8EBE-4C91-B08E-02EDB7A8A0A6}"/>
              </a:ext>
            </a:extLst>
          </p:cNvPr>
          <p:cNvSpPr>
            <a:spLocks xmlns:a="http://schemas.openxmlformats.org/drawingml/2006/main" noGrp="1"/>
          </p:cNvSpPr>
          <p:nvPr/>
        </p:nvSpPr>
        <p:spPr>
          <a:xfrm xmlns:a="http://schemas.openxmlformats.org/drawingml/2006/main">
            <a:off x="11572875" y="34099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7" name="허용 원본">
            <a:extLst xmlns:a="http://schemas.openxmlformats.org/drawingml/2006/main">
              <a:ext uri="{FF2B5EF4-FFF2-40B4-BE49-F238E27FC236}">
                <a16:creationId xmlns:a16="http://schemas.microsoft.com/office/drawing/2014/main" id="{CCE00A01-226A-40F6-B3BB-994B8E447E94}"/>
              </a:ext>
            </a:extLst>
          </p:cNvPr>
          <p:cNvSpPr>
            <a:spLocks xmlns:a="http://schemas.openxmlformats.org/drawingml/2006/main" noGrp="1"/>
          </p:cNvSpPr>
          <p:nvPr/>
        </p:nvSpPr>
        <p:spPr>
          <a:xfrm xmlns:a="http://schemas.openxmlformats.org/drawingml/2006/main">
            <a:off x="10677525" y="4838700"/>
            <a:ext cx="1885950" cy="4953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98" name="DP1 object 156">
            <a:extLst xmlns:a="http://schemas.openxmlformats.org/drawingml/2006/main">
              <a:ext uri="{FF2B5EF4-FFF2-40B4-BE49-F238E27FC236}">
                <a16:creationId xmlns:a16="http://schemas.microsoft.com/office/drawing/2014/main" id="{522411D4-0A65-4CCD-BA3F-DB8960AA3F7E}"/>
              </a:ext>
            </a:extLst>
          </p:cNvPr>
          <p:cNvSpPr>
            <a:spLocks xmlns:a="http://schemas.openxmlformats.org/drawingml/2006/main" noGrp="1"/>
          </p:cNvSpPr>
          <p:nvPr/>
        </p:nvSpPr>
        <p:spPr>
          <a:xfrm xmlns:a="http://schemas.openxmlformats.org/drawingml/2006/main">
            <a:off x="10725150" y="4943475"/>
            <a:ext cx="1790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99" name="Editable path 157">
            <a:extLst xmlns:a="http://schemas.openxmlformats.org/drawingml/2006/main">
              <a:ext uri="{FF2B5EF4-FFF2-40B4-BE49-F238E27FC236}">
                <a16:creationId xmlns:a16="http://schemas.microsoft.com/office/drawing/2014/main" id="{96685FCD-23D2-4BE0-A422-F309E5C6BF5D}"/>
              </a:ext>
            </a:extLst>
          </p:cNvPr>
          <p:cNvSpPr>
            <a:spLocks xmlns:a="http://schemas.openxmlformats.org/drawingml/2006/main" noGrp="1"/>
          </p:cNvSpPr>
          <p:nvPr/>
        </p:nvSpPr>
        <p:spPr>
          <a:xfrm xmlns:a="http://schemas.openxmlformats.org/drawingml/2006/main">
            <a:off x="11620500" y="4514850"/>
            <a:ext cx="953" cy="323850"/>
          </a:xfrm>
          <a:custGeom xmlns:a="http://schemas.openxmlformats.org/drawingml/2006/main">
            <a:pathLst>
              <a:path w="953" h="323850">
                <a:moveTo>
                  <a:pt x="0" y="323850"/>
                </a:moveTo>
                <a:lnTo>
                  <a:pt x="0" y="0"/>
                </a:lnTo>
              </a:path>
            </a:pathLst>
          </a:custGeom>
          <a:noFill xmlns:a="http://schemas.openxmlformats.org/drawingml/2006/main"/>
          <a:ln xmlns:a="http://schemas.openxmlformats.org/drawingml/2006/main" w="17145">
            <a:solidFill>
              <a:srgbClr val="111111"/>
            </a:solidFill>
            <a:prstDash val="solid"/>
          </a:ln>
        </p:spPr>
      </p:sp>
      <p:sp>
        <p:nvSpPr>
          <p:cNvPr id="100" name="Editable arrowhead 158">
            <a:extLst xmlns:a="http://schemas.openxmlformats.org/drawingml/2006/main">
              <a:ext uri="{FF2B5EF4-FFF2-40B4-BE49-F238E27FC236}">
                <a16:creationId xmlns:a16="http://schemas.microsoft.com/office/drawing/2014/main" id="{AFE72FBB-4430-488B-B12C-63E32806279F}"/>
              </a:ext>
            </a:extLst>
          </p:cNvPr>
          <p:cNvSpPr>
            <a:spLocks xmlns:a="http://schemas.openxmlformats.org/drawingml/2006/main" noGrp="1"/>
          </p:cNvSpPr>
          <p:nvPr/>
        </p:nvSpPr>
        <p:spPr>
          <a:xfrm xmlns:a="http://schemas.openxmlformats.org/drawingml/2006/main">
            <a:off x="11572875" y="45148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1" name="Editable path 159">
            <a:extLst xmlns:a="http://schemas.openxmlformats.org/drawingml/2006/main">
              <a:ext uri="{FF2B5EF4-FFF2-40B4-BE49-F238E27FC236}">
                <a16:creationId xmlns:a16="http://schemas.microsoft.com/office/drawing/2014/main" id="{5D9F3361-41C1-4ED1-A803-7871B2C84827}"/>
              </a:ext>
            </a:extLst>
          </p:cNvPr>
          <p:cNvSpPr>
            <a:spLocks xmlns:a="http://schemas.openxmlformats.org/drawingml/2006/main" noGrp="1"/>
          </p:cNvSpPr>
          <p:nvPr/>
        </p:nvSpPr>
        <p:spPr>
          <a:xfrm xmlns:a="http://schemas.openxmlformats.org/drawingml/2006/main">
            <a:off x="8915400" y="4514850"/>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17145">
            <a:solidFill>
              <a:srgbClr val="111111"/>
            </a:solidFill>
            <a:prstDash val="solid"/>
          </a:ln>
        </p:spPr>
      </p:sp>
      <p:sp>
        <p:nvSpPr>
          <p:cNvPr id="102" name="Editable arrowhead 160">
            <a:extLst xmlns:a="http://schemas.openxmlformats.org/drawingml/2006/main">
              <a:ext uri="{FF2B5EF4-FFF2-40B4-BE49-F238E27FC236}">
                <a16:creationId xmlns:a16="http://schemas.microsoft.com/office/drawing/2014/main" id="{4BA2A176-45FC-407F-B77C-733E1A0294B2}"/>
              </a:ext>
            </a:extLst>
          </p:cNvPr>
          <p:cNvSpPr>
            <a:spLocks xmlns:a="http://schemas.openxmlformats.org/drawingml/2006/main" noGrp="1"/>
          </p:cNvSpPr>
          <p:nvPr/>
        </p:nvSpPr>
        <p:spPr>
          <a:xfrm xmlns:a="http://schemas.openxmlformats.org/drawingml/2006/main">
            <a:off x="8867775" y="47815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3" name="DP1 object 161">
            <a:extLst xmlns:a="http://schemas.openxmlformats.org/drawingml/2006/main">
              <a:ext uri="{FF2B5EF4-FFF2-40B4-BE49-F238E27FC236}">
                <a16:creationId xmlns:a16="http://schemas.microsoft.com/office/drawing/2014/main" id="{82ECB1CB-B09C-4C52-84BA-80DEBE9FDF0D}"/>
              </a:ext>
            </a:extLst>
          </p:cNvPr>
          <p:cNvSpPr>
            <a:spLocks xmlns:a="http://schemas.openxmlformats.org/drawingml/2006/main" noGrp="1"/>
          </p:cNvSpPr>
          <p:nvPr/>
        </p:nvSpPr>
        <p:spPr>
          <a:xfrm xmlns:a="http://schemas.openxmlformats.org/drawingml/2006/main">
            <a:off x="9048750" y="45720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04" name="DP1 object 162">
            <a:extLst xmlns:a="http://schemas.openxmlformats.org/drawingml/2006/main">
              <a:ext uri="{FF2B5EF4-FFF2-40B4-BE49-F238E27FC236}">
                <a16:creationId xmlns:a16="http://schemas.microsoft.com/office/drawing/2014/main" id="{AC618AAE-A824-4034-A14A-6F95460A9839}"/>
              </a:ext>
            </a:extLst>
          </p:cNvPr>
          <p:cNvSpPr>
            <a:spLocks xmlns:a="http://schemas.openxmlformats.org/drawingml/2006/main" noGrp="1"/>
          </p:cNvSpPr>
          <p:nvPr/>
        </p:nvSpPr>
        <p:spPr>
          <a:xfrm xmlns:a="http://schemas.openxmlformats.org/drawingml/2006/main">
            <a:off x="9048750" y="45720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05" name="Request Controller&#10;현재 요청에서 채택">
            <a:extLst xmlns:a="http://schemas.openxmlformats.org/drawingml/2006/main">
              <a:ext uri="{FF2B5EF4-FFF2-40B4-BE49-F238E27FC236}">
                <a16:creationId xmlns:a16="http://schemas.microsoft.com/office/drawing/2014/main" id="{B2759B83-4AEB-49CD-900E-0974CC8D9123}"/>
              </a:ext>
            </a:extLst>
          </p:cNvPr>
          <p:cNvSpPr>
            <a:spLocks xmlns:a="http://schemas.openxmlformats.org/drawingml/2006/main" noGrp="1"/>
          </p:cNvSpPr>
          <p:nvPr/>
        </p:nvSpPr>
        <p:spPr>
          <a:xfrm xmlns:a="http://schemas.openxmlformats.org/drawingml/2006/main">
            <a:off x="7753350" y="4876800"/>
            <a:ext cx="2324100" cy="4762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06" name="DP1 object 163">
            <a:extLst xmlns:a="http://schemas.openxmlformats.org/drawingml/2006/main">
              <a:ext uri="{FF2B5EF4-FFF2-40B4-BE49-F238E27FC236}">
                <a16:creationId xmlns:a16="http://schemas.microsoft.com/office/drawing/2014/main" id="{ADB1BE02-1955-4D1F-9C30-7B4892CA7FCE}"/>
              </a:ext>
            </a:extLst>
          </p:cNvPr>
          <p:cNvSpPr>
            <a:spLocks xmlns:a="http://schemas.openxmlformats.org/drawingml/2006/main" noGrp="1"/>
          </p:cNvSpPr>
          <p:nvPr/>
        </p:nvSpPr>
        <p:spPr>
          <a:xfrm xmlns:a="http://schemas.openxmlformats.org/drawingml/2006/main">
            <a:off x="7820025" y="49149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Request Controller</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 요청에서 채택</a:t>
            </a:r>
          </a:p>
        </p:txBody>
      </p:sp>
      <p:sp>
        <p:nvSpPr>
          <p:cNvPr id="107" name="DP1 object 164">
            <a:extLst xmlns:a="http://schemas.openxmlformats.org/drawingml/2006/main">
              <a:ext uri="{FF2B5EF4-FFF2-40B4-BE49-F238E27FC236}">
                <a16:creationId xmlns:a16="http://schemas.microsoft.com/office/drawing/2014/main" id="{FFB0EF23-2B94-4EE5-8358-1BFCE3A76A90}"/>
              </a:ext>
            </a:extLst>
          </p:cNvPr>
          <p:cNvSpPr>
            <a:spLocks xmlns:a="http://schemas.openxmlformats.org/drawingml/2006/main" noGrp="1"/>
          </p:cNvSpPr>
          <p:nvPr/>
        </p:nvSpPr>
        <p:spPr>
          <a:xfrm xmlns:a="http://schemas.openxmlformats.org/drawingml/2006/main">
            <a:off x="7753350" y="5381625"/>
            <a:ext cx="4810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요청 종료 후 추가 묶음 해제</a:t>
            </a:r>
          </a:p>
        </p:txBody>
      </p:sp>
      <p:sp>
        <p:nvSpPr>
          <p:cNvPr id="108" name="DP1 object 165">
            <a:extLst xmlns:a="http://schemas.openxmlformats.org/drawingml/2006/main">
              <a:ext uri="{FF2B5EF4-FFF2-40B4-BE49-F238E27FC236}">
                <a16:creationId xmlns:a16="http://schemas.microsoft.com/office/drawing/2014/main" id="{790E49CE-1C27-4AE7-BE26-4E8013EA32EC}"/>
              </a:ext>
            </a:extLst>
          </p:cNvPr>
          <p:cNvSpPr>
            <a:spLocks xmlns:a="http://schemas.openxmlformats.org/drawingml/2006/main" noGrp="1"/>
          </p:cNvSpPr>
          <p:nvPr/>
        </p:nvSpPr>
        <p:spPr>
          <a:xfrm xmlns:a="http://schemas.openxmlformats.org/drawingml/2006/main">
            <a:off x="12982575" y="2257425"/>
            <a:ext cx="2714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111111"/>
                </a:solidFill>
                <a:latin typeface="Apple SD Gothic Neo"/>
                <a:ea typeface="Apple SD Gothic Neo"/>
                <a:cs typeface="Apple SD Gothic Neo"/>
              </a:defRPr>
            </a:defPPr>
            <a:lvl1pPr algn="l">
              <a:defRPr sz="1500" b="1">
                <a:solidFill>
                  <a:srgbClr val="111111"/>
                </a:solidFill>
                <a:latin typeface="Apple SD Gothic Neo"/>
                <a:ea typeface="Apple SD Gothic Neo"/>
                <a:cs typeface="Apple SD Gothic Neo"/>
              </a:defRPr>
            </a:lvl1pPr>
            <a:lvl2pPr algn="l">
              <a:defRPr sz="1500" b="1">
                <a:solidFill>
                  <a:srgbClr val="111111"/>
                </a:solidFill>
                <a:latin typeface="Apple SD Gothic Neo"/>
                <a:ea typeface="Apple SD Gothic Neo"/>
                <a:cs typeface="Apple SD Gothic Neo"/>
              </a:defRPr>
            </a:lvl2pPr>
            <a:lvl3pPr algn="l">
              <a:defRPr sz="1500" b="1">
                <a:solidFill>
                  <a:srgbClr val="111111"/>
                </a:solidFill>
                <a:latin typeface="Apple SD Gothic Neo"/>
                <a:ea typeface="Apple SD Gothic Neo"/>
                <a:cs typeface="Apple SD Gothic Neo"/>
              </a:defRPr>
            </a:lvl3pPr>
            <a:lvl4pPr algn="l">
              <a:defRPr sz="1500" b="1">
                <a:solidFill>
                  <a:srgbClr val="111111"/>
                </a:solidFill>
                <a:latin typeface="Apple SD Gothic Neo"/>
                <a:ea typeface="Apple SD Gothic Neo"/>
                <a:cs typeface="Apple SD Gothic Neo"/>
              </a:defRPr>
            </a:lvl4pPr>
            <a:lvl5pPr algn="l">
              <a:defRPr sz="1500" b="1">
                <a:solidFill>
                  <a:srgbClr val="111111"/>
                </a:solidFill>
                <a:latin typeface="Apple SD Gothic Neo"/>
                <a:ea typeface="Apple SD Gothic Neo"/>
                <a:cs typeface="Apple SD Gothic Neo"/>
              </a:defRPr>
            </a:lvl5pPr>
            <a:lvl6pPr algn="l">
              <a:defRPr sz="1500" b="1">
                <a:solidFill>
                  <a:srgbClr val="111111"/>
                </a:solidFill>
                <a:latin typeface="Apple SD Gothic Neo"/>
                <a:ea typeface="Apple SD Gothic Neo"/>
                <a:cs typeface="Apple SD Gothic Neo"/>
              </a:defRPr>
            </a:lvl6pPr>
            <a:lvl7pPr algn="l">
              <a:defRPr sz="1500" b="1">
                <a:solidFill>
                  <a:srgbClr val="111111"/>
                </a:solidFill>
                <a:latin typeface="Apple SD Gothic Neo"/>
                <a:ea typeface="Apple SD Gothic Neo"/>
                <a:cs typeface="Apple SD Gothic Neo"/>
              </a:defRPr>
            </a:lvl7pPr>
            <a:lvl8pPr algn="l">
              <a:defRPr sz="1500" b="1">
                <a:solidFill>
                  <a:srgbClr val="111111"/>
                </a:solidFill>
                <a:latin typeface="Apple SD Gothic Neo"/>
                <a:ea typeface="Apple SD Gothic Neo"/>
                <a:cs typeface="Apple SD Gothic Neo"/>
              </a:defRPr>
            </a:lvl8pPr>
            <a:lvl9pPr algn="l">
              <a:defRPr sz="1500" b="1">
                <a:solidFill>
                  <a:srgbClr val="111111"/>
                </a:solidFill>
                <a:latin typeface="Apple SD Gothic Neo"/>
                <a:ea typeface="Apple SD Gothic Neo"/>
                <a:cs typeface="Apple SD Gothic Neo"/>
              </a:defRPr>
            </a:lvl9pPr>
          </a:lstStyle>
          <a:p xmlns:a="http://schemas.openxmlformats.org/drawingml/2006/main">
            <a:pPr algn="l">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현재 입력 + 최근 대화·채택 상태</a:t>
            </a:r>
          </a:p>
        </p:txBody>
      </p:sp>
      <p:sp>
        <p:nvSpPr>
          <p:cNvPr id="109" name="Editable path 166">
            <a:extLst xmlns:a="http://schemas.openxmlformats.org/drawingml/2006/main">
              <a:ext uri="{FF2B5EF4-FFF2-40B4-BE49-F238E27FC236}">
                <a16:creationId xmlns:a16="http://schemas.microsoft.com/office/drawing/2014/main" id="{1665FBC2-E678-4B28-A767-3F05FC97B5C3}"/>
              </a:ext>
            </a:extLst>
          </p:cNvPr>
          <p:cNvSpPr>
            <a:spLocks xmlns:a="http://schemas.openxmlformats.org/drawingml/2006/main" noGrp="1"/>
          </p:cNvSpPr>
          <p:nvPr/>
        </p:nvSpPr>
        <p:spPr>
          <a:xfrm xmlns:a="http://schemas.openxmlformats.org/drawingml/2006/main">
            <a:off x="14106525" y="25336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6193">
            <a:solidFill>
              <a:srgbClr val="111111"/>
            </a:solidFill>
            <a:prstDash val="solid"/>
          </a:ln>
        </p:spPr>
      </p:sp>
      <p:sp>
        <p:nvSpPr>
          <p:cNvPr id="110" name="Editable arrowhead 167">
            <a:extLst xmlns:a="http://schemas.openxmlformats.org/drawingml/2006/main">
              <a:ext uri="{FF2B5EF4-FFF2-40B4-BE49-F238E27FC236}">
                <a16:creationId xmlns:a16="http://schemas.microsoft.com/office/drawing/2014/main" id="{EB0CB9ED-A153-4096-ABED-45392755603F}"/>
              </a:ext>
            </a:extLst>
          </p:cNvPr>
          <p:cNvSpPr>
            <a:spLocks xmlns:a="http://schemas.openxmlformats.org/drawingml/2006/main" noGrp="1"/>
          </p:cNvSpPr>
          <p:nvPr/>
        </p:nvSpPr>
        <p:spPr>
          <a:xfrm xmlns:a="http://schemas.openxmlformats.org/drawingml/2006/main">
            <a:off x="14058900" y="2667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1" name="DP1 object 168">
            <a:extLst xmlns:a="http://schemas.openxmlformats.org/drawingml/2006/main">
              <a:ext uri="{FF2B5EF4-FFF2-40B4-BE49-F238E27FC236}">
                <a16:creationId xmlns:a16="http://schemas.microsoft.com/office/drawing/2014/main" id="{BFE31385-B07E-406C-AB69-E66A8ECE1384}"/>
              </a:ext>
            </a:extLst>
          </p:cNvPr>
          <p:cNvSpPr>
            <a:spLocks xmlns:a="http://schemas.openxmlformats.org/drawingml/2006/main" noGrp="1"/>
          </p:cNvSpPr>
          <p:nvPr/>
        </p:nvSpPr>
        <p:spPr>
          <a:xfrm xmlns:a="http://schemas.openxmlformats.org/drawingml/2006/main">
            <a:off x="13011150" y="2762250"/>
            <a:ext cx="2324100" cy="17526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12" name="DP1 object 169">
            <a:extLst xmlns:a="http://schemas.openxmlformats.org/drawingml/2006/main">
              <a:ext uri="{FF2B5EF4-FFF2-40B4-BE49-F238E27FC236}">
                <a16:creationId xmlns:a16="http://schemas.microsoft.com/office/drawing/2014/main" id="{C7DD658F-50AC-41AD-BF08-DF017A92E5B2}"/>
              </a:ext>
            </a:extLst>
          </p:cNvPr>
          <p:cNvSpPr>
            <a:spLocks xmlns:a="http://schemas.openxmlformats.org/drawingml/2006/main" noGrp="1"/>
          </p:cNvSpPr>
          <p:nvPr/>
        </p:nvSpPr>
        <p:spPr>
          <a:xfrm xmlns:a="http://schemas.openxmlformats.org/drawingml/2006/main">
            <a:off x="13077825" y="2800350"/>
            <a:ext cx="2190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r>
              <a:t/>
            </a:r>
          </a:p>
        </p:txBody>
      </p:sp>
      <p:sp>
        <p:nvSpPr>
          <p:cNvPr id="113" name="DP1 object 170">
            <a:extLst xmlns:a="http://schemas.openxmlformats.org/drawingml/2006/main">
              <a:ext uri="{FF2B5EF4-FFF2-40B4-BE49-F238E27FC236}">
                <a16:creationId xmlns:a16="http://schemas.microsoft.com/office/drawing/2014/main" id="{EAFB9E95-CBB2-4A13-9FEF-6B0B3A7F123A}"/>
              </a:ext>
            </a:extLst>
          </p:cNvPr>
          <p:cNvSpPr>
            <a:spLocks xmlns:a="http://schemas.openxmlformats.org/drawingml/2006/main" noGrp="1"/>
          </p:cNvSpPr>
          <p:nvPr/>
        </p:nvSpPr>
        <p:spPr>
          <a:xfrm xmlns:a="http://schemas.openxmlformats.org/drawingml/2006/main">
            <a:off x="13077825" y="28575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Interpreter</a:t>
            </a:r>
          </a:p>
        </p:txBody>
      </p:sp>
      <p:sp>
        <p:nvSpPr>
          <p:cNvPr id="114" name="Editable path 171">
            <a:extLst xmlns:a="http://schemas.openxmlformats.org/drawingml/2006/main">
              <a:ext uri="{FF2B5EF4-FFF2-40B4-BE49-F238E27FC236}">
                <a16:creationId xmlns:a16="http://schemas.microsoft.com/office/drawing/2014/main" id="{3D1DFFEB-A24F-48E6-9ADA-5F2C337711D0}"/>
              </a:ext>
            </a:extLst>
          </p:cNvPr>
          <p:cNvSpPr>
            <a:spLocks xmlns:a="http://schemas.openxmlformats.org/drawingml/2006/main" noGrp="1"/>
          </p:cNvSpPr>
          <p:nvPr/>
        </p:nvSpPr>
        <p:spPr>
          <a:xfrm xmlns:a="http://schemas.openxmlformats.org/drawingml/2006/main">
            <a:off x="13125450" y="3257550"/>
            <a:ext cx="2095500" cy="953"/>
          </a:xfrm>
          <a:custGeom xmlns:a="http://schemas.openxmlformats.org/drawingml/2006/main">
            <a:pathLst>
              <a:path w="2095500" h="953">
                <a:moveTo>
                  <a:pt x="0" y="0"/>
                </a:moveTo>
                <a:lnTo>
                  <a:pt x="2095500" y="0"/>
                </a:lnTo>
              </a:path>
            </a:pathLst>
          </a:custGeom>
          <a:noFill xmlns:a="http://schemas.openxmlformats.org/drawingml/2006/main"/>
          <a:ln xmlns:a="http://schemas.openxmlformats.org/drawingml/2006/main" w="11430">
            <a:solidFill>
              <a:srgbClr val="111111"/>
            </a:solidFill>
            <a:prstDash val="solid"/>
          </a:ln>
        </p:spPr>
      </p:sp>
      <p:sp>
        <p:nvSpPr>
          <p:cNvPr id="115" name="DP1 object 172">
            <a:extLst xmlns:a="http://schemas.openxmlformats.org/drawingml/2006/main">
              <a:ext uri="{FF2B5EF4-FFF2-40B4-BE49-F238E27FC236}">
                <a16:creationId xmlns:a16="http://schemas.microsoft.com/office/drawing/2014/main" id="{0142FCD2-9142-454E-90C1-E7A04BB90DF8}"/>
              </a:ext>
            </a:extLst>
          </p:cNvPr>
          <p:cNvSpPr>
            <a:spLocks xmlns:a="http://schemas.openxmlformats.org/drawingml/2006/main" noGrp="1"/>
          </p:cNvSpPr>
          <p:nvPr/>
        </p:nvSpPr>
        <p:spPr>
          <a:xfrm xmlns:a="http://schemas.openxmlformats.org/drawingml/2006/main">
            <a:off x="13125450" y="3371850"/>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게시 근거에서</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현재 의미 판단</a:t>
            </a:r>
          </a:p>
        </p:txBody>
      </p:sp>
      <p:sp>
        <p:nvSpPr>
          <p:cNvPr id="116" name="DP1 object 173">
            <a:extLst xmlns:a="http://schemas.openxmlformats.org/drawingml/2006/main">
              <a:ext uri="{FF2B5EF4-FFF2-40B4-BE49-F238E27FC236}">
                <a16:creationId xmlns:a16="http://schemas.microsoft.com/office/drawing/2014/main" id="{057F3B7F-2A1F-4786-B099-955BA166A54F}"/>
              </a:ext>
            </a:extLst>
          </p:cNvPr>
          <p:cNvSpPr>
            <a:spLocks xmlns:a="http://schemas.openxmlformats.org/drawingml/2006/main" noGrp="1"/>
          </p:cNvSpPr>
          <p:nvPr/>
        </p:nvSpPr>
        <p:spPr>
          <a:xfrm xmlns:a="http://schemas.openxmlformats.org/drawingml/2006/main">
            <a:off x="13125450" y="40671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부족하면 추가 조회</a:t>
            </a:r>
          </a:p>
        </p:txBody>
      </p:sp>
      <p:sp>
        <p:nvSpPr>
          <p:cNvPr id="117" name="게시 근거&#10;별도 게시 판본">
            <a:extLst xmlns:a="http://schemas.openxmlformats.org/drawingml/2006/main">
              <a:ext uri="{FF2B5EF4-FFF2-40B4-BE49-F238E27FC236}">
                <a16:creationId xmlns:a16="http://schemas.microsoft.com/office/drawing/2014/main" id="{D86F4214-CE90-4811-9D0B-4C48C694E989}"/>
              </a:ext>
            </a:extLst>
          </p:cNvPr>
          <p:cNvSpPr>
            <a:spLocks xmlns:a="http://schemas.openxmlformats.org/drawingml/2006/main" noGrp="1"/>
          </p:cNvSpPr>
          <p:nvPr/>
        </p:nvSpPr>
        <p:spPr>
          <a:xfrm xmlns:a="http://schemas.openxmlformats.org/drawingml/2006/main">
            <a:off x="15935325" y="2895600"/>
            <a:ext cx="1885950" cy="6858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18" name="DP1 object 174">
            <a:extLst xmlns:a="http://schemas.openxmlformats.org/drawingml/2006/main">
              <a:ext uri="{FF2B5EF4-FFF2-40B4-BE49-F238E27FC236}">
                <a16:creationId xmlns:a16="http://schemas.microsoft.com/office/drawing/2014/main" id="{EB0E9095-58D8-4B72-8E9D-25719A137F19}"/>
              </a:ext>
            </a:extLst>
          </p:cNvPr>
          <p:cNvSpPr>
            <a:spLocks xmlns:a="http://schemas.openxmlformats.org/drawingml/2006/main" noGrp="1"/>
          </p:cNvSpPr>
          <p:nvPr/>
        </p:nvSpPr>
        <p:spPr>
          <a:xfrm xmlns:a="http://schemas.openxmlformats.org/drawingml/2006/main">
            <a:off x="15982950" y="3000375"/>
            <a:ext cx="1790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게시 근거</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별도 게시 판본</a:t>
            </a:r>
          </a:p>
        </p:txBody>
      </p:sp>
      <p:sp>
        <p:nvSpPr>
          <p:cNvPr id="119" name="근거 생산자">
            <a:extLst xmlns:a="http://schemas.openxmlformats.org/drawingml/2006/main">
              <a:ext uri="{FF2B5EF4-FFF2-40B4-BE49-F238E27FC236}">
                <a16:creationId xmlns:a16="http://schemas.microsoft.com/office/drawing/2014/main" id="{6343DFCE-92BC-4D1C-BC56-93270CCD8FBA}"/>
              </a:ext>
            </a:extLst>
          </p:cNvPr>
          <p:cNvSpPr>
            <a:spLocks xmlns:a="http://schemas.openxmlformats.org/drawingml/2006/main" noGrp="1"/>
          </p:cNvSpPr>
          <p:nvPr/>
        </p:nvSpPr>
        <p:spPr>
          <a:xfrm xmlns:a="http://schemas.openxmlformats.org/drawingml/2006/main">
            <a:off x="15935325" y="2286000"/>
            <a:ext cx="1885950" cy="3333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20" name="DP1 object 175">
            <a:extLst xmlns:a="http://schemas.openxmlformats.org/drawingml/2006/main">
              <a:ext uri="{FF2B5EF4-FFF2-40B4-BE49-F238E27FC236}">
                <a16:creationId xmlns:a16="http://schemas.microsoft.com/office/drawing/2014/main" id="{A0463394-4B56-45AE-8E26-0F676F5D3A0E}"/>
              </a:ext>
            </a:extLst>
          </p:cNvPr>
          <p:cNvSpPr>
            <a:spLocks xmlns:a="http://schemas.openxmlformats.org/drawingml/2006/main" noGrp="1"/>
          </p:cNvSpPr>
          <p:nvPr/>
        </p:nvSpPr>
        <p:spPr>
          <a:xfrm xmlns:a="http://schemas.openxmlformats.org/drawingml/2006/main">
            <a:off x="16002000" y="2324100"/>
            <a:ext cx="1752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근거 생산자</a:t>
            </a:r>
          </a:p>
        </p:txBody>
      </p:sp>
      <p:sp>
        <p:nvSpPr>
          <p:cNvPr id="121" name="DP1 object 176">
            <a:extLst xmlns:a="http://schemas.openxmlformats.org/drawingml/2006/main">
              <a:ext uri="{FF2B5EF4-FFF2-40B4-BE49-F238E27FC236}">
                <a16:creationId xmlns:a16="http://schemas.microsoft.com/office/drawing/2014/main" id="{A02E950C-6BA4-4798-8FE8-3C10A0678C9E}"/>
              </a:ext>
            </a:extLst>
          </p:cNvPr>
          <p:cNvSpPr>
            <a:spLocks xmlns:a="http://schemas.openxmlformats.org/drawingml/2006/main" noGrp="1"/>
          </p:cNvSpPr>
          <p:nvPr/>
        </p:nvSpPr>
        <p:spPr>
          <a:xfrm xmlns:a="http://schemas.openxmlformats.org/drawingml/2006/main">
            <a:off x="15935325" y="2638425"/>
            <a:ext cx="1885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원문 변경 시 생산·검증</a:t>
            </a:r>
          </a:p>
        </p:txBody>
      </p:sp>
      <p:sp>
        <p:nvSpPr>
          <p:cNvPr id="122" name="Editable path 177">
            <a:extLst xmlns:a="http://schemas.openxmlformats.org/drawingml/2006/main">
              <a:ext uri="{FF2B5EF4-FFF2-40B4-BE49-F238E27FC236}">
                <a16:creationId xmlns:a16="http://schemas.microsoft.com/office/drawing/2014/main" id="{C8DD384C-8683-4698-A295-6EFB88444E92}"/>
              </a:ext>
            </a:extLst>
          </p:cNvPr>
          <p:cNvSpPr>
            <a:spLocks xmlns:a="http://schemas.openxmlformats.org/drawingml/2006/main" noGrp="1"/>
          </p:cNvSpPr>
          <p:nvPr/>
        </p:nvSpPr>
        <p:spPr>
          <a:xfrm xmlns:a="http://schemas.openxmlformats.org/drawingml/2006/main">
            <a:off x="16878300" y="28479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4288">
            <a:solidFill>
              <a:srgbClr val="111111"/>
            </a:solidFill>
            <a:prstDash val="solid"/>
          </a:ln>
        </p:spPr>
      </p:sp>
      <p:sp>
        <p:nvSpPr>
          <p:cNvPr id="123" name="Editable arrowhead 178">
            <a:extLst xmlns:a="http://schemas.openxmlformats.org/drawingml/2006/main">
              <a:ext uri="{FF2B5EF4-FFF2-40B4-BE49-F238E27FC236}">
                <a16:creationId xmlns:a16="http://schemas.microsoft.com/office/drawing/2014/main" id="{73F3E601-6D56-4CDE-B0DF-74D6489AC52B}"/>
              </a:ext>
            </a:extLst>
          </p:cNvPr>
          <p:cNvSpPr>
            <a:spLocks xmlns:a="http://schemas.openxmlformats.org/drawingml/2006/main" noGrp="1"/>
          </p:cNvSpPr>
          <p:nvPr/>
        </p:nvSpPr>
        <p:spPr>
          <a:xfrm xmlns:a="http://schemas.openxmlformats.org/drawingml/2006/main">
            <a:off x="16830675" y="2800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4" name="Editable path 179">
            <a:extLst xmlns:a="http://schemas.openxmlformats.org/drawingml/2006/main">
              <a:ext uri="{FF2B5EF4-FFF2-40B4-BE49-F238E27FC236}">
                <a16:creationId xmlns:a16="http://schemas.microsoft.com/office/drawing/2014/main" id="{06CAE684-5754-43E4-B64E-CDE213F0210F}"/>
              </a:ext>
            </a:extLst>
          </p:cNvPr>
          <p:cNvSpPr>
            <a:spLocks xmlns:a="http://schemas.openxmlformats.org/drawingml/2006/main" noGrp="1"/>
          </p:cNvSpPr>
          <p:nvPr/>
        </p:nvSpPr>
        <p:spPr>
          <a:xfrm xmlns:a="http://schemas.openxmlformats.org/drawingml/2006/main">
            <a:off x="17821275" y="2447925"/>
            <a:ext cx="123825" cy="2647950"/>
          </a:xfrm>
          <a:custGeom xmlns:a="http://schemas.openxmlformats.org/drawingml/2006/main">
            <a:pathLst>
              <a:path w="123825" h="2647950">
                <a:moveTo>
                  <a:pt x="0" y="2647950"/>
                </a:moveTo>
                <a:lnTo>
                  <a:pt x="123825" y="2647950"/>
                </a:lnTo>
                <a:lnTo>
                  <a:pt x="123825" y="0"/>
                </a:lnTo>
                <a:lnTo>
                  <a:pt x="0" y="0"/>
                </a:lnTo>
              </a:path>
            </a:pathLst>
          </a:custGeom>
          <a:noFill xmlns:a="http://schemas.openxmlformats.org/drawingml/2006/main"/>
          <a:ln xmlns:a="http://schemas.openxmlformats.org/drawingml/2006/main" w="14288">
            <a:solidFill>
              <a:srgbClr val="111111"/>
            </a:solidFill>
            <a:prstDash val="dash"/>
          </a:ln>
        </p:spPr>
      </p:sp>
      <p:sp>
        <p:nvSpPr>
          <p:cNvPr id="125" name="Editable arrowhead 180">
            <a:extLst xmlns:a="http://schemas.openxmlformats.org/drawingml/2006/main">
              <a:ext uri="{FF2B5EF4-FFF2-40B4-BE49-F238E27FC236}">
                <a16:creationId xmlns:a16="http://schemas.microsoft.com/office/drawing/2014/main" id="{43B6EA43-B452-4D9B-8209-87E0B0400AA7}"/>
              </a:ext>
            </a:extLst>
          </p:cNvPr>
          <p:cNvSpPr>
            <a:spLocks xmlns:a="http://schemas.openxmlformats.org/drawingml/2006/main" noGrp="1"/>
          </p:cNvSpPr>
          <p:nvPr/>
        </p:nvSpPr>
        <p:spPr>
          <a:xfrm xmlns:a="http://schemas.openxmlformats.org/drawingml/2006/main">
            <a:off x="17821275" y="2400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6" name="Editable path 181">
            <a:extLst xmlns:a="http://schemas.openxmlformats.org/drawingml/2006/main">
              <a:ext uri="{FF2B5EF4-FFF2-40B4-BE49-F238E27FC236}">
                <a16:creationId xmlns:a16="http://schemas.microsoft.com/office/drawing/2014/main" id="{C34A4FD1-CACE-42B0-8A31-10A1398F92CF}"/>
              </a:ext>
            </a:extLst>
          </p:cNvPr>
          <p:cNvSpPr>
            <a:spLocks xmlns:a="http://schemas.openxmlformats.org/drawingml/2006/main" noGrp="1"/>
          </p:cNvSpPr>
          <p:nvPr/>
        </p:nvSpPr>
        <p:spPr>
          <a:xfrm xmlns:a="http://schemas.openxmlformats.org/drawingml/2006/main">
            <a:off x="15335250" y="326707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8098">
            <a:solidFill>
              <a:srgbClr val="111111"/>
            </a:solidFill>
            <a:prstDash val="solid"/>
          </a:ln>
        </p:spPr>
      </p:sp>
      <p:sp>
        <p:nvSpPr>
          <p:cNvPr id="127" name="Editable arrowhead 182">
            <a:extLst xmlns:a="http://schemas.openxmlformats.org/drawingml/2006/main">
              <a:ext uri="{FF2B5EF4-FFF2-40B4-BE49-F238E27FC236}">
                <a16:creationId xmlns:a16="http://schemas.microsoft.com/office/drawing/2014/main" id="{B8F55B2C-54BC-4D27-917D-061678AEE768}"/>
              </a:ext>
            </a:extLst>
          </p:cNvPr>
          <p:cNvSpPr>
            <a:spLocks xmlns:a="http://schemas.openxmlformats.org/drawingml/2006/main" noGrp="1"/>
          </p:cNvSpPr>
          <p:nvPr/>
        </p:nvSpPr>
        <p:spPr>
          <a:xfrm xmlns:a="http://schemas.openxmlformats.org/drawingml/2006/main">
            <a:off x="15335250" y="32194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8" name="DP1 object 183">
            <a:extLst xmlns:a="http://schemas.openxmlformats.org/drawingml/2006/main">
              <a:ext uri="{FF2B5EF4-FFF2-40B4-BE49-F238E27FC236}">
                <a16:creationId xmlns:a16="http://schemas.microsoft.com/office/drawing/2014/main" id="{80FD8E3B-8652-47E2-BA19-B1A5368A4532}"/>
              </a:ext>
            </a:extLst>
          </p:cNvPr>
          <p:cNvSpPr>
            <a:spLocks xmlns:a="http://schemas.openxmlformats.org/drawingml/2006/main" noGrp="1"/>
          </p:cNvSpPr>
          <p:nvPr/>
        </p:nvSpPr>
        <p:spPr>
          <a:xfrm xmlns:a="http://schemas.openxmlformats.org/drawingml/2006/main">
            <a:off x="15516225" y="29241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29" name="DP1 object 184">
            <a:extLst xmlns:a="http://schemas.openxmlformats.org/drawingml/2006/main">
              <a:ext uri="{FF2B5EF4-FFF2-40B4-BE49-F238E27FC236}">
                <a16:creationId xmlns:a16="http://schemas.microsoft.com/office/drawing/2014/main" id="{0BA7989F-18C3-408B-A3D5-BC58D63F8FA8}"/>
              </a:ext>
            </a:extLst>
          </p:cNvPr>
          <p:cNvSpPr>
            <a:spLocks xmlns:a="http://schemas.openxmlformats.org/drawingml/2006/main" noGrp="1"/>
          </p:cNvSpPr>
          <p:nvPr/>
        </p:nvSpPr>
        <p:spPr>
          <a:xfrm xmlns:a="http://schemas.openxmlformats.org/drawingml/2006/main">
            <a:off x="15516225" y="29241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130" name="DP1 object 185">
            <a:extLst xmlns:a="http://schemas.openxmlformats.org/drawingml/2006/main">
              <a:ext uri="{FF2B5EF4-FFF2-40B4-BE49-F238E27FC236}">
                <a16:creationId xmlns:a16="http://schemas.microsoft.com/office/drawing/2014/main" id="{F4A7575B-B956-4FB1-9121-469F0E6C5A21}"/>
              </a:ext>
            </a:extLst>
          </p:cNvPr>
          <p:cNvSpPr>
            <a:spLocks xmlns:a="http://schemas.openxmlformats.org/drawingml/2006/main" noGrp="1"/>
          </p:cNvSpPr>
          <p:nvPr/>
        </p:nvSpPr>
        <p:spPr>
          <a:xfrm xmlns:a="http://schemas.openxmlformats.org/drawingml/2006/main">
            <a:off x="15373350" y="3333750"/>
            <a:ext cx="552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조회</a:t>
            </a:r>
          </a:p>
        </p:txBody>
      </p:sp>
      <p:sp>
        <p:nvSpPr>
          <p:cNvPr id="131" name="Context Manager">
            <a:extLst xmlns:a="http://schemas.openxmlformats.org/drawingml/2006/main">
              <a:ext uri="{FF2B5EF4-FFF2-40B4-BE49-F238E27FC236}">
                <a16:creationId xmlns:a16="http://schemas.microsoft.com/office/drawing/2014/main" id="{B5DED66F-368F-4234-A5F1-064916104AF7}"/>
              </a:ext>
            </a:extLst>
          </p:cNvPr>
          <p:cNvSpPr>
            <a:spLocks xmlns:a="http://schemas.openxmlformats.org/drawingml/2006/main" noGrp="1"/>
          </p:cNvSpPr>
          <p:nvPr/>
        </p:nvSpPr>
        <p:spPr>
          <a:xfrm xmlns:a="http://schemas.openxmlformats.org/drawingml/2006/main">
            <a:off x="15935325" y="3924300"/>
            <a:ext cx="1885950" cy="5905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32" name="DP1 object 186">
            <a:extLst xmlns:a="http://schemas.openxmlformats.org/drawingml/2006/main">
              <a:ext uri="{FF2B5EF4-FFF2-40B4-BE49-F238E27FC236}">
                <a16:creationId xmlns:a16="http://schemas.microsoft.com/office/drawing/2014/main" id="{7C1417DA-EA06-4843-B893-0DB2D82EF9A0}"/>
              </a:ext>
            </a:extLst>
          </p:cNvPr>
          <p:cNvSpPr>
            <a:spLocks xmlns:a="http://schemas.openxmlformats.org/drawingml/2006/main" noGrp="1"/>
          </p:cNvSpPr>
          <p:nvPr/>
        </p:nvSpPr>
        <p:spPr>
          <a:xfrm xmlns:a="http://schemas.openxmlformats.org/drawingml/2006/main">
            <a:off x="16002000" y="3962400"/>
            <a:ext cx="1752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133" name="DP1 object 187">
            <a:extLst xmlns:a="http://schemas.openxmlformats.org/drawingml/2006/main">
              <a:ext uri="{FF2B5EF4-FFF2-40B4-BE49-F238E27FC236}">
                <a16:creationId xmlns:a16="http://schemas.microsoft.com/office/drawing/2014/main" id="{26AA62C1-2204-46C9-B34F-E5B7C99068E1}"/>
              </a:ext>
            </a:extLst>
          </p:cNvPr>
          <p:cNvSpPr>
            <a:spLocks xmlns:a="http://schemas.openxmlformats.org/drawingml/2006/main" noGrp="1"/>
          </p:cNvSpPr>
          <p:nvPr/>
        </p:nvSpPr>
        <p:spPr>
          <a:xfrm xmlns:a="http://schemas.openxmlformats.org/drawingml/2006/main">
            <a:off x="15830550" y="3600450"/>
            <a:ext cx="2076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미생산·오류·부족분</a:t>
            </a:r>
          </a:p>
        </p:txBody>
      </p:sp>
      <p:sp>
        <p:nvSpPr>
          <p:cNvPr id="134" name="Editable path 188">
            <a:extLst xmlns:a="http://schemas.openxmlformats.org/drawingml/2006/main">
              <a:ext uri="{FF2B5EF4-FFF2-40B4-BE49-F238E27FC236}">
                <a16:creationId xmlns:a16="http://schemas.microsoft.com/office/drawing/2014/main" id="{4EF7C5EC-A62A-4E2E-8E58-3A635165F9AA}"/>
              </a:ext>
            </a:extLst>
          </p:cNvPr>
          <p:cNvSpPr>
            <a:spLocks xmlns:a="http://schemas.openxmlformats.org/drawingml/2006/main" noGrp="1"/>
          </p:cNvSpPr>
          <p:nvPr/>
        </p:nvSpPr>
        <p:spPr>
          <a:xfrm xmlns:a="http://schemas.openxmlformats.org/drawingml/2006/main">
            <a:off x="15335250" y="4105275"/>
            <a:ext cx="600075" cy="953"/>
          </a:xfrm>
          <a:custGeom xmlns:a="http://schemas.openxmlformats.org/drawingml/2006/main">
            <a:pathLst>
              <a:path w="600075" h="953">
                <a:moveTo>
                  <a:pt x="0" y="0"/>
                </a:moveTo>
                <a:lnTo>
                  <a:pt x="600075" y="0"/>
                </a:lnTo>
              </a:path>
            </a:pathLst>
          </a:custGeom>
          <a:noFill xmlns:a="http://schemas.openxmlformats.org/drawingml/2006/main"/>
          <a:ln xmlns:a="http://schemas.openxmlformats.org/drawingml/2006/main" w="17145">
            <a:solidFill>
              <a:srgbClr val="111111"/>
            </a:solidFill>
            <a:prstDash val="solid"/>
          </a:ln>
        </p:spPr>
      </p:sp>
      <p:sp>
        <p:nvSpPr>
          <p:cNvPr id="135" name="Editable arrowhead 189">
            <a:extLst xmlns:a="http://schemas.openxmlformats.org/drawingml/2006/main">
              <a:ext uri="{FF2B5EF4-FFF2-40B4-BE49-F238E27FC236}">
                <a16:creationId xmlns:a16="http://schemas.microsoft.com/office/drawing/2014/main" id="{1AB83FA1-8A3A-4E65-9602-B23EE99EBA1F}"/>
              </a:ext>
            </a:extLst>
          </p:cNvPr>
          <p:cNvSpPr>
            <a:spLocks xmlns:a="http://schemas.openxmlformats.org/drawingml/2006/main" noGrp="1"/>
          </p:cNvSpPr>
          <p:nvPr/>
        </p:nvSpPr>
        <p:spPr>
          <a:xfrm xmlns:a="http://schemas.openxmlformats.org/drawingml/2006/main">
            <a:off x="15840075" y="40576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6" name="Editable path 190">
            <a:extLst xmlns:a="http://schemas.openxmlformats.org/drawingml/2006/main">
              <a:ext uri="{FF2B5EF4-FFF2-40B4-BE49-F238E27FC236}">
                <a16:creationId xmlns:a16="http://schemas.microsoft.com/office/drawing/2014/main" id="{73B74E7B-E6CD-40F8-AB1A-FF99650F261F}"/>
              </a:ext>
            </a:extLst>
          </p:cNvPr>
          <p:cNvSpPr>
            <a:spLocks xmlns:a="http://schemas.openxmlformats.org/drawingml/2006/main" noGrp="1"/>
          </p:cNvSpPr>
          <p:nvPr/>
        </p:nvSpPr>
        <p:spPr>
          <a:xfrm xmlns:a="http://schemas.openxmlformats.org/drawingml/2006/main">
            <a:off x="15335250" y="433387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7145">
            <a:solidFill>
              <a:srgbClr val="111111"/>
            </a:solidFill>
            <a:prstDash val="solid"/>
          </a:ln>
        </p:spPr>
      </p:sp>
      <p:sp>
        <p:nvSpPr>
          <p:cNvPr id="137" name="Editable arrowhead 191">
            <a:extLst xmlns:a="http://schemas.openxmlformats.org/drawingml/2006/main">
              <a:ext uri="{FF2B5EF4-FFF2-40B4-BE49-F238E27FC236}">
                <a16:creationId xmlns:a16="http://schemas.microsoft.com/office/drawing/2014/main" id="{21DCED22-D853-4458-A379-07C98333DFB9}"/>
              </a:ext>
            </a:extLst>
          </p:cNvPr>
          <p:cNvSpPr>
            <a:spLocks xmlns:a="http://schemas.openxmlformats.org/drawingml/2006/main" noGrp="1"/>
          </p:cNvSpPr>
          <p:nvPr/>
        </p:nvSpPr>
        <p:spPr>
          <a:xfrm xmlns:a="http://schemas.openxmlformats.org/drawingml/2006/main">
            <a:off x="15335250" y="42862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8" name="DP1 object 192">
            <a:extLst xmlns:a="http://schemas.openxmlformats.org/drawingml/2006/main">
              <a:ext uri="{FF2B5EF4-FFF2-40B4-BE49-F238E27FC236}">
                <a16:creationId xmlns:a16="http://schemas.microsoft.com/office/drawing/2014/main" id="{ED6FAA88-64FA-4F4A-99C5-1F3906B45B46}"/>
              </a:ext>
            </a:extLst>
          </p:cNvPr>
          <p:cNvSpPr>
            <a:spLocks xmlns:a="http://schemas.openxmlformats.org/drawingml/2006/main" noGrp="1"/>
          </p:cNvSpPr>
          <p:nvPr/>
        </p:nvSpPr>
        <p:spPr>
          <a:xfrm xmlns:a="http://schemas.openxmlformats.org/drawingml/2006/main">
            <a:off x="15516225" y="3781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39" name="DP1 object 193">
            <a:extLst xmlns:a="http://schemas.openxmlformats.org/drawingml/2006/main">
              <a:ext uri="{FF2B5EF4-FFF2-40B4-BE49-F238E27FC236}">
                <a16:creationId xmlns:a16="http://schemas.microsoft.com/office/drawing/2014/main" id="{93D9BD2C-0954-49BB-A223-7DD475F323C5}"/>
              </a:ext>
            </a:extLst>
          </p:cNvPr>
          <p:cNvSpPr>
            <a:spLocks xmlns:a="http://schemas.openxmlformats.org/drawingml/2006/main" noGrp="1"/>
          </p:cNvSpPr>
          <p:nvPr/>
        </p:nvSpPr>
        <p:spPr>
          <a:xfrm xmlns:a="http://schemas.openxmlformats.org/drawingml/2006/main">
            <a:off x="15516225" y="3781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140" name="Editable path 194">
            <a:extLst xmlns:a="http://schemas.openxmlformats.org/drawingml/2006/main">
              <a:ext uri="{FF2B5EF4-FFF2-40B4-BE49-F238E27FC236}">
                <a16:creationId xmlns:a16="http://schemas.microsoft.com/office/drawing/2014/main" id="{B6A116CC-575F-4D91-BC0D-40CFA9C3BD15}"/>
              </a:ext>
            </a:extLst>
          </p:cNvPr>
          <p:cNvSpPr>
            <a:spLocks xmlns:a="http://schemas.openxmlformats.org/drawingml/2006/main" noGrp="1"/>
          </p:cNvSpPr>
          <p:nvPr/>
        </p:nvSpPr>
        <p:spPr>
          <a:xfrm xmlns:a="http://schemas.openxmlformats.org/drawingml/2006/main">
            <a:off x="16878300" y="3581400"/>
            <a:ext cx="953" cy="342900"/>
          </a:xfrm>
          <a:custGeom xmlns:a="http://schemas.openxmlformats.org/drawingml/2006/main">
            <a:pathLst>
              <a:path w="953" h="342900">
                <a:moveTo>
                  <a:pt x="0" y="0"/>
                </a:moveTo>
                <a:lnTo>
                  <a:pt x="0" y="342900"/>
                </a:lnTo>
              </a:path>
            </a:pathLst>
          </a:custGeom>
          <a:noFill xmlns:a="http://schemas.openxmlformats.org/drawingml/2006/main"/>
          <a:ln xmlns:a="http://schemas.openxmlformats.org/drawingml/2006/main" w="17145">
            <a:solidFill>
              <a:srgbClr val="111111"/>
            </a:solidFill>
            <a:prstDash val="solid"/>
          </a:ln>
        </p:spPr>
      </p:sp>
      <p:sp>
        <p:nvSpPr>
          <p:cNvPr id="141" name="Editable arrowhead 195">
            <a:extLst xmlns:a="http://schemas.openxmlformats.org/drawingml/2006/main">
              <a:ext uri="{FF2B5EF4-FFF2-40B4-BE49-F238E27FC236}">
                <a16:creationId xmlns:a16="http://schemas.microsoft.com/office/drawing/2014/main" id="{C9BABDD8-682A-4A6B-A691-27499345EC7A}"/>
              </a:ext>
            </a:extLst>
          </p:cNvPr>
          <p:cNvSpPr>
            <a:spLocks xmlns:a="http://schemas.openxmlformats.org/drawingml/2006/main" noGrp="1"/>
          </p:cNvSpPr>
          <p:nvPr/>
        </p:nvSpPr>
        <p:spPr>
          <a:xfrm xmlns:a="http://schemas.openxmlformats.org/drawingml/2006/main">
            <a:off x="16830675" y="38290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42" name="허용 원본">
            <a:extLst xmlns:a="http://schemas.openxmlformats.org/drawingml/2006/main">
              <a:ext uri="{FF2B5EF4-FFF2-40B4-BE49-F238E27FC236}">
                <a16:creationId xmlns:a16="http://schemas.microsoft.com/office/drawing/2014/main" id="{AC3E32BA-40C3-4076-A6E8-4498DD111CA9}"/>
              </a:ext>
            </a:extLst>
          </p:cNvPr>
          <p:cNvSpPr>
            <a:spLocks xmlns:a="http://schemas.openxmlformats.org/drawingml/2006/main" noGrp="1"/>
          </p:cNvSpPr>
          <p:nvPr/>
        </p:nvSpPr>
        <p:spPr>
          <a:xfrm xmlns:a="http://schemas.openxmlformats.org/drawingml/2006/main">
            <a:off x="15935325" y="4838700"/>
            <a:ext cx="1885950" cy="4953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43" name="DP1 object 196">
            <a:extLst xmlns:a="http://schemas.openxmlformats.org/drawingml/2006/main">
              <a:ext uri="{FF2B5EF4-FFF2-40B4-BE49-F238E27FC236}">
                <a16:creationId xmlns:a16="http://schemas.microsoft.com/office/drawing/2014/main" id="{6782F1F3-ED6D-4F1D-BA75-A5C6BFA391C4}"/>
              </a:ext>
            </a:extLst>
          </p:cNvPr>
          <p:cNvSpPr>
            <a:spLocks xmlns:a="http://schemas.openxmlformats.org/drawingml/2006/main" noGrp="1"/>
          </p:cNvSpPr>
          <p:nvPr/>
        </p:nvSpPr>
        <p:spPr>
          <a:xfrm xmlns:a="http://schemas.openxmlformats.org/drawingml/2006/main">
            <a:off x="15982950" y="4943475"/>
            <a:ext cx="1790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144" name="Editable path 197">
            <a:extLst xmlns:a="http://schemas.openxmlformats.org/drawingml/2006/main">
              <a:ext uri="{FF2B5EF4-FFF2-40B4-BE49-F238E27FC236}">
                <a16:creationId xmlns:a16="http://schemas.microsoft.com/office/drawing/2014/main" id="{7E166672-3209-4ED6-BDBF-B430D09B15FE}"/>
              </a:ext>
            </a:extLst>
          </p:cNvPr>
          <p:cNvSpPr>
            <a:spLocks xmlns:a="http://schemas.openxmlformats.org/drawingml/2006/main" noGrp="1"/>
          </p:cNvSpPr>
          <p:nvPr/>
        </p:nvSpPr>
        <p:spPr>
          <a:xfrm xmlns:a="http://schemas.openxmlformats.org/drawingml/2006/main">
            <a:off x="16878300" y="4514850"/>
            <a:ext cx="953" cy="323850"/>
          </a:xfrm>
          <a:custGeom xmlns:a="http://schemas.openxmlformats.org/drawingml/2006/main">
            <a:pathLst>
              <a:path w="953" h="323850">
                <a:moveTo>
                  <a:pt x="0" y="323850"/>
                </a:moveTo>
                <a:lnTo>
                  <a:pt x="0" y="0"/>
                </a:lnTo>
              </a:path>
            </a:pathLst>
          </a:custGeom>
          <a:noFill xmlns:a="http://schemas.openxmlformats.org/drawingml/2006/main"/>
          <a:ln xmlns:a="http://schemas.openxmlformats.org/drawingml/2006/main" w="17145">
            <a:solidFill>
              <a:srgbClr val="111111"/>
            </a:solidFill>
            <a:prstDash val="solid"/>
          </a:ln>
        </p:spPr>
      </p:sp>
      <p:sp>
        <p:nvSpPr>
          <p:cNvPr id="145" name="Editable arrowhead 198">
            <a:extLst xmlns:a="http://schemas.openxmlformats.org/drawingml/2006/main">
              <a:ext uri="{FF2B5EF4-FFF2-40B4-BE49-F238E27FC236}">
                <a16:creationId xmlns:a16="http://schemas.microsoft.com/office/drawing/2014/main" id="{8DCE1A58-FFA4-48F0-B8C2-5C6318090E9C}"/>
              </a:ext>
            </a:extLst>
          </p:cNvPr>
          <p:cNvSpPr>
            <a:spLocks xmlns:a="http://schemas.openxmlformats.org/drawingml/2006/main" noGrp="1"/>
          </p:cNvSpPr>
          <p:nvPr/>
        </p:nvSpPr>
        <p:spPr>
          <a:xfrm xmlns:a="http://schemas.openxmlformats.org/drawingml/2006/main">
            <a:off x="16830675" y="45148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46" name="Editable path 199">
            <a:extLst xmlns:a="http://schemas.openxmlformats.org/drawingml/2006/main">
              <a:ext uri="{FF2B5EF4-FFF2-40B4-BE49-F238E27FC236}">
                <a16:creationId xmlns:a16="http://schemas.microsoft.com/office/drawing/2014/main" id="{BF3F46A3-01AE-41E4-8442-FA893F5600D9}"/>
              </a:ext>
            </a:extLst>
          </p:cNvPr>
          <p:cNvSpPr>
            <a:spLocks xmlns:a="http://schemas.openxmlformats.org/drawingml/2006/main" noGrp="1"/>
          </p:cNvSpPr>
          <p:nvPr/>
        </p:nvSpPr>
        <p:spPr>
          <a:xfrm xmlns:a="http://schemas.openxmlformats.org/drawingml/2006/main">
            <a:off x="14173200" y="4514850"/>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17145">
            <a:solidFill>
              <a:srgbClr val="111111"/>
            </a:solidFill>
            <a:prstDash val="solid"/>
          </a:ln>
        </p:spPr>
      </p:sp>
      <p:sp>
        <p:nvSpPr>
          <p:cNvPr id="147" name="Editable arrowhead 200">
            <a:extLst xmlns:a="http://schemas.openxmlformats.org/drawingml/2006/main">
              <a:ext uri="{FF2B5EF4-FFF2-40B4-BE49-F238E27FC236}">
                <a16:creationId xmlns:a16="http://schemas.microsoft.com/office/drawing/2014/main" id="{680627E2-EE10-495B-BD8F-91BF241AA4C0}"/>
              </a:ext>
            </a:extLst>
          </p:cNvPr>
          <p:cNvSpPr>
            <a:spLocks xmlns:a="http://schemas.openxmlformats.org/drawingml/2006/main" noGrp="1"/>
          </p:cNvSpPr>
          <p:nvPr/>
        </p:nvSpPr>
        <p:spPr>
          <a:xfrm xmlns:a="http://schemas.openxmlformats.org/drawingml/2006/main">
            <a:off x="14125575" y="47815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48" name="DP1 object 201">
            <a:extLst xmlns:a="http://schemas.openxmlformats.org/drawingml/2006/main">
              <a:ext uri="{FF2B5EF4-FFF2-40B4-BE49-F238E27FC236}">
                <a16:creationId xmlns:a16="http://schemas.microsoft.com/office/drawing/2014/main" id="{6818C16E-C177-4347-81D8-772812D1A5B7}"/>
              </a:ext>
            </a:extLst>
          </p:cNvPr>
          <p:cNvSpPr>
            <a:spLocks xmlns:a="http://schemas.openxmlformats.org/drawingml/2006/main" noGrp="1"/>
          </p:cNvSpPr>
          <p:nvPr/>
        </p:nvSpPr>
        <p:spPr>
          <a:xfrm xmlns:a="http://schemas.openxmlformats.org/drawingml/2006/main">
            <a:off x="14306550" y="45720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49" name="DP1 object 202">
            <a:extLst xmlns:a="http://schemas.openxmlformats.org/drawingml/2006/main">
              <a:ext uri="{FF2B5EF4-FFF2-40B4-BE49-F238E27FC236}">
                <a16:creationId xmlns:a16="http://schemas.microsoft.com/office/drawing/2014/main" id="{D3F9BE0E-3B85-42DC-94F4-EC59FF63013C}"/>
              </a:ext>
            </a:extLst>
          </p:cNvPr>
          <p:cNvSpPr>
            <a:spLocks xmlns:a="http://schemas.openxmlformats.org/drawingml/2006/main" noGrp="1"/>
          </p:cNvSpPr>
          <p:nvPr/>
        </p:nvSpPr>
        <p:spPr>
          <a:xfrm xmlns:a="http://schemas.openxmlformats.org/drawingml/2006/main">
            <a:off x="14306550" y="45720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50" name="Request Controller&#10;현재 요청에서 채택">
            <a:extLst xmlns:a="http://schemas.openxmlformats.org/drawingml/2006/main">
              <a:ext uri="{FF2B5EF4-FFF2-40B4-BE49-F238E27FC236}">
                <a16:creationId xmlns:a16="http://schemas.microsoft.com/office/drawing/2014/main" id="{D6DBA9F8-AFF9-4A27-84BC-C66DBAED99C8}"/>
              </a:ext>
            </a:extLst>
          </p:cNvPr>
          <p:cNvSpPr>
            <a:spLocks xmlns:a="http://schemas.openxmlformats.org/drawingml/2006/main" noGrp="1"/>
          </p:cNvSpPr>
          <p:nvPr/>
        </p:nvSpPr>
        <p:spPr>
          <a:xfrm xmlns:a="http://schemas.openxmlformats.org/drawingml/2006/main">
            <a:off x="13011150" y="4876800"/>
            <a:ext cx="2324100" cy="4762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51" name="DP1 object 203">
            <a:extLst xmlns:a="http://schemas.openxmlformats.org/drawingml/2006/main">
              <a:ext uri="{FF2B5EF4-FFF2-40B4-BE49-F238E27FC236}">
                <a16:creationId xmlns:a16="http://schemas.microsoft.com/office/drawing/2014/main" id="{4845B59E-7EBC-4518-B0CD-9B1FD99E0429}"/>
              </a:ext>
            </a:extLst>
          </p:cNvPr>
          <p:cNvSpPr>
            <a:spLocks xmlns:a="http://schemas.openxmlformats.org/drawingml/2006/main" noGrp="1"/>
          </p:cNvSpPr>
          <p:nvPr/>
        </p:nvSpPr>
        <p:spPr>
          <a:xfrm xmlns:a="http://schemas.openxmlformats.org/drawingml/2006/main">
            <a:off x="13077825" y="49149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Request Controller</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 요청에서 채택</a:t>
            </a:r>
          </a:p>
        </p:txBody>
      </p:sp>
      <p:sp>
        <p:nvSpPr>
          <p:cNvPr id="152" name="DP1 object 204">
            <a:extLst xmlns:a="http://schemas.openxmlformats.org/drawingml/2006/main">
              <a:ext uri="{FF2B5EF4-FFF2-40B4-BE49-F238E27FC236}">
                <a16:creationId xmlns:a16="http://schemas.microsoft.com/office/drawing/2014/main" id="{60412E48-9812-45A5-B2A1-7AC841B77D58}"/>
              </a:ext>
            </a:extLst>
          </p:cNvPr>
          <p:cNvSpPr>
            <a:spLocks xmlns:a="http://schemas.openxmlformats.org/drawingml/2006/main" noGrp="1"/>
          </p:cNvSpPr>
          <p:nvPr/>
        </p:nvSpPr>
        <p:spPr>
          <a:xfrm xmlns:a="http://schemas.openxmlformats.org/drawingml/2006/main">
            <a:off x="13011150" y="5381625"/>
            <a:ext cx="4810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게시 근거는 원본 권위와 구분</a:t>
            </a:r>
          </a:p>
        </p:txBody>
      </p:sp>
      <p:sp>
        <p:nvSpPr>
          <p:cNvPr id="153" name="DP1 object 205">
            <a:extLst xmlns:a="http://schemas.openxmlformats.org/drawingml/2006/main">
              <a:ext uri="{FF2B5EF4-FFF2-40B4-BE49-F238E27FC236}">
                <a16:creationId xmlns:a16="http://schemas.microsoft.com/office/drawing/2014/main" id="{DFD2B2A9-34FF-49B4-8182-4FCEC59E8098}"/>
              </a:ext>
            </a:extLst>
          </p:cNvPr>
          <p:cNvSpPr>
            <a:spLocks xmlns:a="http://schemas.openxmlformats.org/drawingml/2006/main" noGrp="1"/>
          </p:cNvSpPr>
          <p:nvPr/>
        </p:nvSpPr>
        <p:spPr>
          <a:xfrm xmlns:a="http://schemas.openxmlformats.org/drawingml/2006/main">
            <a:off x="266700" y="8953500"/>
            <a:ext cx="1762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111111"/>
                </a:solidFill>
                <a:latin typeface="Apple SD Gothic Neo"/>
                <a:ea typeface="Apple SD Gothic Neo"/>
                <a:cs typeface="Apple SD Gothic Neo"/>
              </a:defRPr>
            </a:defPPr>
            <a:lvl1pPr algn="l">
              <a:defRPr sz="1725" b="1">
                <a:solidFill>
                  <a:srgbClr val="111111"/>
                </a:solidFill>
                <a:latin typeface="Apple SD Gothic Neo"/>
                <a:ea typeface="Apple SD Gothic Neo"/>
                <a:cs typeface="Apple SD Gothic Neo"/>
              </a:defRPr>
            </a:lvl1pPr>
            <a:lvl2pPr algn="l">
              <a:defRPr sz="1725" b="1">
                <a:solidFill>
                  <a:srgbClr val="111111"/>
                </a:solidFill>
                <a:latin typeface="Apple SD Gothic Neo"/>
                <a:ea typeface="Apple SD Gothic Neo"/>
                <a:cs typeface="Apple SD Gothic Neo"/>
              </a:defRPr>
            </a:lvl2pPr>
            <a:lvl3pPr algn="l">
              <a:defRPr sz="1725" b="1">
                <a:solidFill>
                  <a:srgbClr val="111111"/>
                </a:solidFill>
                <a:latin typeface="Apple SD Gothic Neo"/>
                <a:ea typeface="Apple SD Gothic Neo"/>
                <a:cs typeface="Apple SD Gothic Neo"/>
              </a:defRPr>
            </a:lvl3pPr>
            <a:lvl4pPr algn="l">
              <a:defRPr sz="1725" b="1">
                <a:solidFill>
                  <a:srgbClr val="111111"/>
                </a:solidFill>
                <a:latin typeface="Apple SD Gothic Neo"/>
                <a:ea typeface="Apple SD Gothic Neo"/>
                <a:cs typeface="Apple SD Gothic Neo"/>
              </a:defRPr>
            </a:lvl4pPr>
            <a:lvl5pPr algn="l">
              <a:defRPr sz="1725" b="1">
                <a:solidFill>
                  <a:srgbClr val="111111"/>
                </a:solidFill>
                <a:latin typeface="Apple SD Gothic Neo"/>
                <a:ea typeface="Apple SD Gothic Neo"/>
                <a:cs typeface="Apple SD Gothic Neo"/>
              </a:defRPr>
            </a:lvl5pPr>
            <a:lvl6pPr algn="l">
              <a:defRPr sz="1725" b="1">
                <a:solidFill>
                  <a:srgbClr val="111111"/>
                </a:solidFill>
                <a:latin typeface="Apple SD Gothic Neo"/>
                <a:ea typeface="Apple SD Gothic Neo"/>
                <a:cs typeface="Apple SD Gothic Neo"/>
              </a:defRPr>
            </a:lvl6pPr>
            <a:lvl7pPr algn="l">
              <a:defRPr sz="1725" b="1">
                <a:solidFill>
                  <a:srgbClr val="111111"/>
                </a:solidFill>
                <a:latin typeface="Apple SD Gothic Neo"/>
                <a:ea typeface="Apple SD Gothic Neo"/>
                <a:cs typeface="Apple SD Gothic Neo"/>
              </a:defRPr>
            </a:lvl7pPr>
            <a:lvl8pPr algn="l">
              <a:defRPr sz="1725" b="1">
                <a:solidFill>
                  <a:srgbClr val="111111"/>
                </a:solidFill>
                <a:latin typeface="Apple SD Gothic Neo"/>
                <a:ea typeface="Apple SD Gothic Neo"/>
                <a:cs typeface="Apple SD Gothic Neo"/>
              </a:defRPr>
            </a:lvl8pPr>
            <a:lvl9pPr algn="l">
              <a:defRPr sz="1725" b="1">
                <a:solidFill>
                  <a:srgbClr val="111111"/>
                </a:solidFill>
                <a:latin typeface="Apple SD Gothic Neo"/>
                <a:ea typeface="Apple SD Gothic Neo"/>
                <a:cs typeface="Apple SD Gothic Neo"/>
              </a:defRPr>
            </a:lvl9pPr>
          </a:lstStyle>
          <a:p xmlns:a="http://schemas.openxmlformats.org/drawingml/2006/main">
            <a:pPr algn="l">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공통: 원본 보존, 현재 판본·권한 확인, 부족분 재조회, 현재 요청 revision에서 채택</a:t>
            </a:r>
          </a:p>
        </p:txBody>
      </p:sp>
      <p:sp>
        <p:nvSpPr>
          <p:cNvPr id="154" name="DP1 object 206">
            <a:extLst xmlns:a="http://schemas.openxmlformats.org/drawingml/2006/main">
              <a:ext uri="{FF2B5EF4-FFF2-40B4-BE49-F238E27FC236}">
                <a16:creationId xmlns:a16="http://schemas.microsoft.com/office/drawing/2014/main" id="{4400ECE3-E2F2-4674-99E0-E25FA77577AE}"/>
              </a:ext>
            </a:extLst>
          </p:cNvPr>
          <p:cNvSpPr>
            <a:spLocks xmlns:a="http://schemas.openxmlformats.org/drawingml/2006/main" noGrp="1"/>
          </p:cNvSpPr>
          <p:nvPr/>
        </p:nvSpPr>
        <p:spPr>
          <a:xfrm xmlns:a="http://schemas.openxmlformats.org/drawingml/2006/main">
            <a:off x="266700" y="9296400"/>
            <a:ext cx="1762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50555B"/>
                </a:solidFill>
                <a:latin typeface="Apple SD Gothic Neo"/>
                <a:ea typeface="Apple SD Gothic Neo"/>
                <a:cs typeface="Apple SD Gothic Neo"/>
              </a:defRPr>
            </a:defPPr>
            <a:lvl1pPr algn="l">
              <a:defRPr sz="1575" b="0">
                <a:solidFill>
                  <a:srgbClr val="50555B"/>
                </a:solidFill>
                <a:latin typeface="Apple SD Gothic Neo"/>
                <a:ea typeface="Apple SD Gothic Neo"/>
                <a:cs typeface="Apple SD Gothic Neo"/>
              </a:defRPr>
            </a:lvl1pPr>
            <a:lvl2pPr algn="l">
              <a:defRPr sz="1575" b="0">
                <a:solidFill>
                  <a:srgbClr val="50555B"/>
                </a:solidFill>
                <a:latin typeface="Apple SD Gothic Neo"/>
                <a:ea typeface="Apple SD Gothic Neo"/>
                <a:cs typeface="Apple SD Gothic Neo"/>
              </a:defRPr>
            </a:lvl2pPr>
            <a:lvl3pPr algn="l">
              <a:defRPr sz="1575" b="0">
                <a:solidFill>
                  <a:srgbClr val="50555B"/>
                </a:solidFill>
                <a:latin typeface="Apple SD Gothic Neo"/>
                <a:ea typeface="Apple SD Gothic Neo"/>
                <a:cs typeface="Apple SD Gothic Neo"/>
              </a:defRPr>
            </a:lvl3pPr>
            <a:lvl4pPr algn="l">
              <a:defRPr sz="1575" b="0">
                <a:solidFill>
                  <a:srgbClr val="50555B"/>
                </a:solidFill>
                <a:latin typeface="Apple SD Gothic Neo"/>
                <a:ea typeface="Apple SD Gothic Neo"/>
                <a:cs typeface="Apple SD Gothic Neo"/>
              </a:defRPr>
            </a:lvl4pPr>
            <a:lvl5pPr algn="l">
              <a:defRPr sz="1575" b="0">
                <a:solidFill>
                  <a:srgbClr val="50555B"/>
                </a:solidFill>
                <a:latin typeface="Apple SD Gothic Neo"/>
                <a:ea typeface="Apple SD Gothic Neo"/>
                <a:cs typeface="Apple SD Gothic Neo"/>
              </a:defRPr>
            </a:lvl5pPr>
            <a:lvl6pPr algn="l">
              <a:defRPr sz="1575" b="0">
                <a:solidFill>
                  <a:srgbClr val="50555B"/>
                </a:solidFill>
                <a:latin typeface="Apple SD Gothic Neo"/>
                <a:ea typeface="Apple SD Gothic Neo"/>
                <a:cs typeface="Apple SD Gothic Neo"/>
              </a:defRPr>
            </a:lvl6pPr>
            <a:lvl7pPr algn="l">
              <a:defRPr sz="1575" b="0">
                <a:solidFill>
                  <a:srgbClr val="50555B"/>
                </a:solidFill>
                <a:latin typeface="Apple SD Gothic Neo"/>
                <a:ea typeface="Apple SD Gothic Neo"/>
                <a:cs typeface="Apple SD Gothic Neo"/>
              </a:defRPr>
            </a:lvl7pPr>
            <a:lvl8pPr algn="l">
              <a:defRPr sz="1575" b="0">
                <a:solidFill>
                  <a:srgbClr val="50555B"/>
                </a:solidFill>
                <a:latin typeface="Apple SD Gothic Neo"/>
                <a:ea typeface="Apple SD Gothic Neo"/>
                <a:cs typeface="Apple SD Gothic Neo"/>
              </a:defRPr>
            </a:lvl8pPr>
            <a:lvl9pPr algn="l">
              <a:defRPr sz="1575" b="0">
                <a:solidFill>
                  <a:srgbClr val="50555B"/>
                </a:solidFill>
                <a:latin typeface="Apple SD Gothic Neo"/>
                <a:ea typeface="Apple SD Gothic Neo"/>
                <a:cs typeface="Apple SD Gothic Neo"/>
              </a:defRPr>
            </a:lvl9pPr>
          </a:lstStyle>
          <a:p xmlns:a="http://schemas.openxmlformats.org/drawingml/2006/main">
            <a:pPr algn="l">
              <a:defRPr sz="1575" b="0">
                <a:solidFill>
                  <a:srgbClr val="50555B"/>
                </a:solidFill>
                <a:latin typeface="Apple SD Gothic Neo"/>
                <a:ea typeface="Apple SD Gothic Neo"/>
                <a:cs typeface="Apple SD Gothic Neo"/>
              </a:defRPr>
            </a:pPr>
            <a:r>
              <a:rPr sz="1575" b="0">
                <a:solidFill>
                  <a:srgbClr val="50555B"/>
                </a:solidFill>
                <a:latin typeface="Apple SD Gothic Neo"/>
                <a:ea typeface="Apple SD Gothic Neo"/>
                <a:cs typeface="Apple SD Gothic Neo"/>
              </a:rPr>
              <a:t>기본안별 12episode. 시간 괄호는 관측/예정, 비용은 합계. QA04는 별도 4과제 평균, RSS는 로컬 실행기 범위.</a:t>
            </a:r>
          </a:p>
        </p:txBody>
      </p:sp>
      <p:sp>
        <p:nvSpPr>
          <p:cNvPr id="155" name="DP1 object 207">
            <a:extLst xmlns:a="http://schemas.openxmlformats.org/drawingml/2006/main">
              <a:ext uri="{FF2B5EF4-FFF2-40B4-BE49-F238E27FC236}">
                <a16:creationId xmlns:a16="http://schemas.microsoft.com/office/drawing/2014/main" id="{93748F82-5715-49C4-9409-EA427EE7BB59}"/>
              </a:ext>
            </a:extLst>
          </p:cNvPr>
          <p:cNvSpPr>
            <a:spLocks xmlns:a="http://schemas.openxmlformats.org/drawingml/2006/main" noGrp="1"/>
          </p:cNvSpPr>
          <p:nvPr/>
        </p:nvSpPr>
        <p:spPr>
          <a:xfrm xmlns:a="http://schemas.openxmlformats.org/drawingml/2006/main">
            <a:off x="266700" y="9601200"/>
            <a:ext cx="1762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50555B"/>
                </a:solidFill>
                <a:latin typeface="Apple SD Gothic Neo"/>
                <a:ea typeface="Apple SD Gothic Neo"/>
                <a:cs typeface="Apple SD Gothic Neo"/>
              </a:defRPr>
            </a:defPPr>
            <a:lvl1pPr algn="l">
              <a:defRPr sz="1575" b="0">
                <a:solidFill>
                  <a:srgbClr val="50555B"/>
                </a:solidFill>
                <a:latin typeface="Apple SD Gothic Neo"/>
                <a:ea typeface="Apple SD Gothic Neo"/>
                <a:cs typeface="Apple SD Gothic Neo"/>
              </a:defRPr>
            </a:lvl1pPr>
            <a:lvl2pPr algn="l">
              <a:defRPr sz="1575" b="0">
                <a:solidFill>
                  <a:srgbClr val="50555B"/>
                </a:solidFill>
                <a:latin typeface="Apple SD Gothic Neo"/>
                <a:ea typeface="Apple SD Gothic Neo"/>
                <a:cs typeface="Apple SD Gothic Neo"/>
              </a:defRPr>
            </a:lvl2pPr>
            <a:lvl3pPr algn="l">
              <a:defRPr sz="1575" b="0">
                <a:solidFill>
                  <a:srgbClr val="50555B"/>
                </a:solidFill>
                <a:latin typeface="Apple SD Gothic Neo"/>
                <a:ea typeface="Apple SD Gothic Neo"/>
                <a:cs typeface="Apple SD Gothic Neo"/>
              </a:defRPr>
            </a:lvl3pPr>
            <a:lvl4pPr algn="l">
              <a:defRPr sz="1575" b="0">
                <a:solidFill>
                  <a:srgbClr val="50555B"/>
                </a:solidFill>
                <a:latin typeface="Apple SD Gothic Neo"/>
                <a:ea typeface="Apple SD Gothic Neo"/>
                <a:cs typeface="Apple SD Gothic Neo"/>
              </a:defRPr>
            </a:lvl4pPr>
            <a:lvl5pPr algn="l">
              <a:defRPr sz="1575" b="0">
                <a:solidFill>
                  <a:srgbClr val="50555B"/>
                </a:solidFill>
                <a:latin typeface="Apple SD Gothic Neo"/>
                <a:ea typeface="Apple SD Gothic Neo"/>
                <a:cs typeface="Apple SD Gothic Neo"/>
              </a:defRPr>
            </a:lvl5pPr>
            <a:lvl6pPr algn="l">
              <a:defRPr sz="1575" b="0">
                <a:solidFill>
                  <a:srgbClr val="50555B"/>
                </a:solidFill>
                <a:latin typeface="Apple SD Gothic Neo"/>
                <a:ea typeface="Apple SD Gothic Neo"/>
                <a:cs typeface="Apple SD Gothic Neo"/>
              </a:defRPr>
            </a:lvl6pPr>
            <a:lvl7pPr algn="l">
              <a:defRPr sz="1575" b="0">
                <a:solidFill>
                  <a:srgbClr val="50555B"/>
                </a:solidFill>
                <a:latin typeface="Apple SD Gothic Neo"/>
                <a:ea typeface="Apple SD Gothic Neo"/>
                <a:cs typeface="Apple SD Gothic Neo"/>
              </a:defRPr>
            </a:lvl7pPr>
            <a:lvl8pPr algn="l">
              <a:defRPr sz="1575" b="0">
                <a:solidFill>
                  <a:srgbClr val="50555B"/>
                </a:solidFill>
                <a:latin typeface="Apple SD Gothic Neo"/>
                <a:ea typeface="Apple SD Gothic Neo"/>
                <a:cs typeface="Apple SD Gothic Neo"/>
              </a:defRPr>
            </a:lvl8pPr>
            <a:lvl9pPr algn="l">
              <a:defRPr sz="1575" b="0">
                <a:solidFill>
                  <a:srgbClr val="50555B"/>
                </a:solidFill>
                <a:latin typeface="Apple SD Gothic Neo"/>
                <a:ea typeface="Apple SD Gothic Neo"/>
                <a:cs typeface="Apple SD Gothic Neo"/>
              </a:defRPr>
            </a:lvl9pPr>
          </a:lstStyle>
          <a:p xmlns:a="http://schemas.openxmlformats.org/drawingml/2006/main">
            <a:pPr algn="l">
              <a:defRPr sz="1575" b="0">
                <a:solidFill>
                  <a:srgbClr val="50555B"/>
                </a:solidFill>
                <a:latin typeface="Apple SD Gothic Neo"/>
                <a:ea typeface="Apple SD Gothic Neo"/>
                <a:cs typeface="Apple SD Gothic Neo"/>
              </a:defRPr>
            </a:pPr>
            <a:r>
              <a:rPr sz="1575" b="0">
                <a:solidFill>
                  <a:srgbClr val="50555B"/>
                </a:solidFill>
                <a:latin typeface="Apple SD Gothic Neo"/>
                <a:ea typeface="Apple SD Gothic Neo"/>
                <a:cs typeface="Apple SD Gothic Neo"/>
              </a:rPr>
              <a:t>A/B QA01 우열 미확정. 별도 본문 충족은 A/B 30/36, C 34/36이며 QA02 및 종료 여부와 구분.</a:t>
            </a:r>
          </a:p>
        </p:txBody>
      </p:sp>
      <p:sp>
        <p:nvSpPr>
          <p:cNvPr id="156" name="DP1 object 208">
            <a:extLst xmlns:a="http://schemas.openxmlformats.org/drawingml/2006/main">
              <a:ext uri="{FF2B5EF4-FFF2-40B4-BE49-F238E27FC236}">
                <a16:creationId xmlns:a16="http://schemas.microsoft.com/office/drawing/2014/main" id="{E95571A9-8855-4144-A8EF-80EBE3ACE5F9}"/>
              </a:ext>
            </a:extLst>
          </p:cNvPr>
          <p:cNvSpPr>
            <a:spLocks xmlns:a="http://schemas.openxmlformats.org/drawingml/2006/main" noGrp="1"/>
          </p:cNvSpPr>
          <p:nvPr/>
        </p:nvSpPr>
        <p:spPr>
          <a:xfrm xmlns:a="http://schemas.openxmlformats.org/drawingml/2006/main">
            <a:off x="266700" y="9906000"/>
            <a:ext cx="1685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작성 사례와 원격 모델을 사용한 PoC 관측값. A+C 조합 가능, 미실험.</a:t>
            </a:r>
          </a:p>
        </p:txBody>
      </p:sp>
    </p:spTree>
    <p:extLst>
      <p:ext uri="{BB962C8B-B14F-4D97-AF65-F5344CB8AC3E}">
        <p14:creationId xmlns:p14="http://schemas.microsoft.com/office/powerpoint/2010/main" val="1758032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5" name="DP1 object 209">
            <a:extLst xmlns:a="http://schemas.openxmlformats.org/drawingml/2006/main">
              <a:ext uri="{FF2B5EF4-FFF2-40B4-BE49-F238E27FC236}">
                <a16:creationId xmlns:a16="http://schemas.microsoft.com/office/drawing/2014/main" id="{88E5E389-B8F4-42BA-97A4-3F6CCC7F122E}"/>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DP1. 현재 요청의 근거 공급 방안 (선택 및 보완)</a:t>
            </a:r>
          </a:p>
        </p:txBody>
      </p:sp>
      <p:sp>
        <p:nvSpPr>
          <p:cNvPr id="2" name="DP1 object 210">
            <a:extLst xmlns:a="http://schemas.openxmlformats.org/drawingml/2006/main">
              <a:ext uri="{FF2B5EF4-FFF2-40B4-BE49-F238E27FC236}">
                <a16:creationId xmlns:a16="http://schemas.microsoft.com/office/drawing/2014/main" id="{5EFAD0DB-671C-49E5-AB01-DCE557D4C0D2}"/>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1 object 211">
            <a:extLst xmlns:a="http://schemas.openxmlformats.org/drawingml/2006/main">
              <a:ext uri="{FF2B5EF4-FFF2-40B4-BE49-F238E27FC236}">
                <a16:creationId xmlns:a16="http://schemas.microsoft.com/office/drawing/2014/main" id="{CECCDFA1-53E6-4545-8B03-4BCBE9E34E5F}"/>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1 object 212">
            <a:extLst xmlns:a="http://schemas.openxmlformats.org/drawingml/2006/main">
              <a:ext uri="{FF2B5EF4-FFF2-40B4-BE49-F238E27FC236}">
                <a16:creationId xmlns:a16="http://schemas.microsoft.com/office/drawing/2014/main" id="{6E43EDAE-A3A7-42BA-B1A8-140331D1AF88}"/>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1 object 213">
            <a:extLst xmlns:a="http://schemas.openxmlformats.org/drawingml/2006/main">
              <a:ext uri="{FF2B5EF4-FFF2-40B4-BE49-F238E27FC236}">
                <a16:creationId xmlns:a16="http://schemas.microsoft.com/office/drawing/2014/main" id="{D2EB4D79-E25E-4A23-8B47-A7DAAF39A760}"/>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1 object 214">
            <a:extLst xmlns:a="http://schemas.openxmlformats.org/drawingml/2006/main">
              <a:ext uri="{FF2B5EF4-FFF2-40B4-BE49-F238E27FC236}">
                <a16:creationId xmlns:a16="http://schemas.microsoft.com/office/drawing/2014/main" id="{73F3A3D2-AD61-4414-B884-216E1AE26571}"/>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1 object 215">
            <a:extLst xmlns:a="http://schemas.openxmlformats.org/drawingml/2006/main">
              <a:ext uri="{FF2B5EF4-FFF2-40B4-BE49-F238E27FC236}">
                <a16:creationId xmlns:a16="http://schemas.microsoft.com/office/drawing/2014/main" id="{D95FDC3D-9839-4443-A73B-AB6EC3AA0C5A}"/>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1 object 216">
            <a:extLst xmlns:a="http://schemas.openxmlformats.org/drawingml/2006/main">
              <a:ext uri="{FF2B5EF4-FFF2-40B4-BE49-F238E27FC236}">
                <a16:creationId xmlns:a16="http://schemas.microsoft.com/office/drawing/2014/main" id="{A24CDC09-1EDE-4AFA-AA6A-E14CCA1A57C0}"/>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1 object 217">
            <a:extLst xmlns:a="http://schemas.openxmlformats.org/drawingml/2006/main">
              <a:ext uri="{FF2B5EF4-FFF2-40B4-BE49-F238E27FC236}">
                <a16:creationId xmlns:a16="http://schemas.microsoft.com/office/drawing/2014/main" id="{39292E24-FA8A-4D72-A1E4-98FBA8EB43A3}"/>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1 object 218">
            <a:extLst xmlns:a="http://schemas.openxmlformats.org/drawingml/2006/main">
              <a:ext uri="{FF2B5EF4-FFF2-40B4-BE49-F238E27FC236}">
                <a16:creationId xmlns:a16="http://schemas.microsoft.com/office/drawing/2014/main" id="{C328FE05-D09B-461A-B6A8-D715D75A8A46}"/>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1 object 219">
            <a:extLst xmlns:a="http://schemas.openxmlformats.org/drawingml/2006/main">
              <a:ext uri="{FF2B5EF4-FFF2-40B4-BE49-F238E27FC236}">
                <a16:creationId xmlns:a16="http://schemas.microsoft.com/office/drawing/2014/main" id="{9F2595B7-EDD2-4BBF-9D2F-A8BD4B3006E4}"/>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220">
            <a:extLst xmlns:a="http://schemas.openxmlformats.org/drawingml/2006/main">
              <a:ext uri="{FF2B5EF4-FFF2-40B4-BE49-F238E27FC236}">
                <a16:creationId xmlns:a16="http://schemas.microsoft.com/office/drawing/2014/main" id="{538CB339-884A-44AA-910C-8955134D0086}"/>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1 object 221">
            <a:extLst xmlns:a="http://schemas.openxmlformats.org/drawingml/2006/main">
              <a:ext uri="{FF2B5EF4-FFF2-40B4-BE49-F238E27FC236}">
                <a16:creationId xmlns:a16="http://schemas.microsoft.com/office/drawing/2014/main" id="{F9B9E613-BCA5-4428-9656-761ECEA05631}"/>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3</a:t>
            </a:r>
          </a:p>
        </p:txBody>
      </p:sp>
      <p:sp>
        <p:nvSpPr>
          <p:cNvPr id="14" name="DP1 object 222">
            <a:extLst xmlns:a="http://schemas.openxmlformats.org/drawingml/2006/main">
              <a:ext uri="{FF2B5EF4-FFF2-40B4-BE49-F238E27FC236}">
                <a16:creationId xmlns:a16="http://schemas.microsoft.com/office/drawing/2014/main" id="{372FD17C-3707-49B5-A431-970FD0E4C95C}"/>
              </a:ext>
            </a:extLst>
          </p:cNvPr>
          <p:cNvSpPr>
            <a:spLocks xmlns:a="http://schemas.openxmlformats.org/drawingml/2006/main" noGrp="1"/>
          </p:cNvSpPr>
          <p:nvPr/>
        </p:nvSpPr>
        <p:spPr>
          <a:xfrm xmlns:a="http://schemas.openxmlformats.org/drawingml/2006/main">
            <a:off x="266700" y="1133475"/>
            <a:ext cx="11049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4676CB"/>
                </a:solidFill>
                <a:latin typeface="Apple SD Gothic Neo"/>
                <a:ea typeface="Apple SD Gothic Neo"/>
                <a:cs typeface="Apple SD Gothic Neo"/>
              </a:defRPr>
            </a:defPPr>
            <a:lvl1pPr algn="l">
              <a:defRPr sz="2100" b="1">
                <a:solidFill>
                  <a:srgbClr val="4676CB"/>
                </a:solidFill>
                <a:latin typeface="Apple SD Gothic Neo"/>
                <a:ea typeface="Apple SD Gothic Neo"/>
                <a:cs typeface="Apple SD Gothic Neo"/>
              </a:defRPr>
            </a:lvl1pPr>
            <a:lvl2pPr algn="l">
              <a:defRPr sz="2100" b="1">
                <a:solidFill>
                  <a:srgbClr val="4676CB"/>
                </a:solidFill>
                <a:latin typeface="Apple SD Gothic Neo"/>
                <a:ea typeface="Apple SD Gothic Neo"/>
                <a:cs typeface="Apple SD Gothic Neo"/>
              </a:defRPr>
            </a:lvl2pPr>
            <a:lvl3pPr algn="l">
              <a:defRPr sz="2100" b="1">
                <a:solidFill>
                  <a:srgbClr val="4676CB"/>
                </a:solidFill>
                <a:latin typeface="Apple SD Gothic Neo"/>
                <a:ea typeface="Apple SD Gothic Neo"/>
                <a:cs typeface="Apple SD Gothic Neo"/>
              </a:defRPr>
            </a:lvl3pPr>
            <a:lvl4pPr algn="l">
              <a:defRPr sz="2100" b="1">
                <a:solidFill>
                  <a:srgbClr val="4676CB"/>
                </a:solidFill>
                <a:latin typeface="Apple SD Gothic Neo"/>
                <a:ea typeface="Apple SD Gothic Neo"/>
                <a:cs typeface="Apple SD Gothic Neo"/>
              </a:defRPr>
            </a:lvl4pPr>
            <a:lvl5pPr algn="l">
              <a:defRPr sz="2100" b="1">
                <a:solidFill>
                  <a:srgbClr val="4676CB"/>
                </a:solidFill>
                <a:latin typeface="Apple SD Gothic Neo"/>
                <a:ea typeface="Apple SD Gothic Neo"/>
                <a:cs typeface="Apple SD Gothic Neo"/>
              </a:defRPr>
            </a:lvl5pPr>
            <a:lvl6pPr algn="l">
              <a:defRPr sz="2100" b="1">
                <a:solidFill>
                  <a:srgbClr val="4676CB"/>
                </a:solidFill>
                <a:latin typeface="Apple SD Gothic Neo"/>
                <a:ea typeface="Apple SD Gothic Neo"/>
                <a:cs typeface="Apple SD Gothic Neo"/>
              </a:defRPr>
            </a:lvl6pPr>
            <a:lvl7pPr algn="l">
              <a:defRPr sz="2100" b="1">
                <a:solidFill>
                  <a:srgbClr val="4676CB"/>
                </a:solidFill>
                <a:latin typeface="Apple SD Gothic Neo"/>
                <a:ea typeface="Apple SD Gothic Neo"/>
                <a:cs typeface="Apple SD Gothic Neo"/>
              </a:defRPr>
            </a:lvl7pPr>
            <a:lvl8pPr algn="l">
              <a:defRPr sz="2100" b="1">
                <a:solidFill>
                  <a:srgbClr val="4676CB"/>
                </a:solidFill>
                <a:latin typeface="Apple SD Gothic Neo"/>
                <a:ea typeface="Apple SD Gothic Neo"/>
                <a:cs typeface="Apple SD Gothic Neo"/>
              </a:defRPr>
            </a:lvl8pPr>
            <a:lvl9pPr algn="l">
              <a:defRPr sz="2100" b="1">
                <a:solidFill>
                  <a:srgbClr val="4676CB"/>
                </a:solidFill>
                <a:latin typeface="Apple SD Gothic Neo"/>
                <a:ea typeface="Apple SD Gothic Neo"/>
                <a:cs typeface="Apple SD Gothic Neo"/>
              </a:defRPr>
            </a:lvl9pPr>
          </a:lstStyle>
          <a:p xmlns:a="http://schemas.openxmlformats.org/drawingml/2006/main">
            <a:pPr algn="l">
              <a:defRPr sz="2100" b="1">
                <a:solidFill>
                  <a:srgbClr val="4676CB"/>
                </a:solidFill>
                <a:latin typeface="Apple SD Gothic Neo"/>
                <a:ea typeface="Apple SD Gothic Neo"/>
                <a:cs typeface="Apple SD Gothic Neo"/>
              </a:defRPr>
            </a:pPr>
            <a:r>
              <a:rPr sz="2100" b="1">
                <a:solidFill>
                  <a:srgbClr val="4676CB"/>
                </a:solidFill>
                <a:latin typeface="Apple SD Gothic Neo"/>
                <a:ea typeface="Apple SD Gothic Neo"/>
                <a:cs typeface="Apple SD Gothic Neo"/>
              </a:rPr>
              <a:t>조건부 권고: 같은 자료를 이어 묻는 사용에서는 A</a:t>
            </a:r>
          </a:p>
        </p:txBody>
      </p:sp>
      <p:sp>
        <p:nvSpPr>
          <p:cNvPr id="15" name="DP1 object 223">
            <a:extLst xmlns:a="http://schemas.openxmlformats.org/drawingml/2006/main">
              <a:ext uri="{FF2B5EF4-FFF2-40B4-BE49-F238E27FC236}">
                <a16:creationId xmlns:a16="http://schemas.microsoft.com/office/drawing/2014/main" id="{AA44100D-B702-45FB-A6A5-2762BC4BC21B}"/>
              </a:ext>
            </a:extLst>
          </p:cNvPr>
          <p:cNvSpPr>
            <a:spLocks xmlns:a="http://schemas.openxmlformats.org/drawingml/2006/main" noGrp="1"/>
          </p:cNvSpPr>
          <p:nvPr/>
        </p:nvSpPr>
        <p:spPr>
          <a:xfrm xmlns:a="http://schemas.openxmlformats.org/drawingml/2006/main">
            <a:off x="266700" y="1485900"/>
            <a:ext cx="1190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111111"/>
                </a:solidFill>
                <a:latin typeface="Apple SD Gothic Neo"/>
                <a:ea typeface="Apple SD Gothic Neo"/>
                <a:cs typeface="Apple SD Gothic Neo"/>
              </a:defRPr>
            </a:defPPr>
            <a:lvl1pPr algn="l">
              <a:defRPr sz="1500" b="0">
                <a:solidFill>
                  <a:srgbClr val="111111"/>
                </a:solidFill>
                <a:latin typeface="Apple SD Gothic Neo"/>
                <a:ea typeface="Apple SD Gothic Neo"/>
                <a:cs typeface="Apple SD Gothic Neo"/>
              </a:defRPr>
            </a:lvl1pPr>
            <a:lvl2pPr algn="l">
              <a:defRPr sz="1500" b="0">
                <a:solidFill>
                  <a:srgbClr val="111111"/>
                </a:solidFill>
                <a:latin typeface="Apple SD Gothic Neo"/>
                <a:ea typeface="Apple SD Gothic Neo"/>
                <a:cs typeface="Apple SD Gothic Neo"/>
              </a:defRPr>
            </a:lvl2pPr>
            <a:lvl3pPr algn="l">
              <a:defRPr sz="1500" b="0">
                <a:solidFill>
                  <a:srgbClr val="111111"/>
                </a:solidFill>
                <a:latin typeface="Apple SD Gothic Neo"/>
                <a:ea typeface="Apple SD Gothic Neo"/>
                <a:cs typeface="Apple SD Gothic Neo"/>
              </a:defRPr>
            </a:lvl3pPr>
            <a:lvl4pPr algn="l">
              <a:defRPr sz="1500" b="0">
                <a:solidFill>
                  <a:srgbClr val="111111"/>
                </a:solidFill>
                <a:latin typeface="Apple SD Gothic Neo"/>
                <a:ea typeface="Apple SD Gothic Neo"/>
                <a:cs typeface="Apple SD Gothic Neo"/>
              </a:defRPr>
            </a:lvl4pPr>
            <a:lvl5pPr algn="l">
              <a:defRPr sz="1500" b="0">
                <a:solidFill>
                  <a:srgbClr val="111111"/>
                </a:solidFill>
                <a:latin typeface="Apple SD Gothic Neo"/>
                <a:ea typeface="Apple SD Gothic Neo"/>
                <a:cs typeface="Apple SD Gothic Neo"/>
              </a:defRPr>
            </a:lvl5pPr>
            <a:lvl6pPr algn="l">
              <a:defRPr sz="1500" b="0">
                <a:solidFill>
                  <a:srgbClr val="111111"/>
                </a:solidFill>
                <a:latin typeface="Apple SD Gothic Neo"/>
                <a:ea typeface="Apple SD Gothic Neo"/>
                <a:cs typeface="Apple SD Gothic Neo"/>
              </a:defRPr>
            </a:lvl6pPr>
            <a:lvl7pPr algn="l">
              <a:defRPr sz="1500" b="0">
                <a:solidFill>
                  <a:srgbClr val="111111"/>
                </a:solidFill>
                <a:latin typeface="Apple SD Gothic Neo"/>
                <a:ea typeface="Apple SD Gothic Neo"/>
                <a:cs typeface="Apple SD Gothic Neo"/>
              </a:defRPr>
            </a:lvl7pPr>
            <a:lvl8pPr algn="l">
              <a:defRPr sz="1500" b="0">
                <a:solidFill>
                  <a:srgbClr val="111111"/>
                </a:solidFill>
                <a:latin typeface="Apple SD Gothic Neo"/>
                <a:ea typeface="Apple SD Gothic Neo"/>
                <a:cs typeface="Apple SD Gothic Neo"/>
              </a:defRPr>
            </a:lvl8pPr>
            <a:lvl9pPr algn="l">
              <a:defRPr sz="1500" b="0">
                <a:solidFill>
                  <a:srgbClr val="111111"/>
                </a:solidFill>
                <a:latin typeface="Apple SD Gothic Neo"/>
                <a:ea typeface="Apple SD Gothic Neo"/>
                <a:cs typeface="Apple SD Gothic Neo"/>
              </a:defRPr>
            </a:lvl9pPr>
          </a:lstStyle>
          <a:p xmlns:a="http://schemas.openxmlformats.org/drawingml/2006/main">
            <a:pPr algn="l">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동일 자료 답변 호출 B보다 6회 감소 / QA01 전체 우열 미확정</a:t>
            </a:r>
          </a:p>
        </p:txBody>
      </p:sp>
      <p:sp>
        <p:nvSpPr>
          <p:cNvPr id="16" name="DP1 object 224">
            <a:extLst xmlns:a="http://schemas.openxmlformats.org/drawingml/2006/main">
              <a:ext uri="{FF2B5EF4-FFF2-40B4-BE49-F238E27FC236}">
                <a16:creationId xmlns:a16="http://schemas.microsoft.com/office/drawing/2014/main" id="{11D5CC1B-7EFA-4E31-B027-8D00E49B841A}"/>
              </a:ext>
            </a:extLst>
          </p:cNvPr>
          <p:cNvSpPr>
            <a:spLocks xmlns:a="http://schemas.openxmlformats.org/drawingml/2006/main" noGrp="1"/>
          </p:cNvSpPr>
          <p:nvPr/>
        </p:nvSpPr>
        <p:spPr>
          <a:xfrm xmlns:a="http://schemas.openxmlformats.org/drawingml/2006/main">
            <a:off x="11525250" y="1438275"/>
            <a:ext cx="2114550" cy="276225"/>
          </a:xfrm>
          <a:prstGeom xmlns:a="http://schemas.openxmlformats.org/drawingml/2006/main" prst="roundRect">
            <a:avLst>
              <a:gd name="adj" fmla="val 27586"/>
            </a:avLst>
          </a:prstGeom>
          <a:solidFill xmlns:a="http://schemas.openxmlformats.org/drawingml/2006/main">
            <a:srgbClr val="4676CB"/>
          </a:solidFill>
          <a:ln xmlns:a="http://schemas.openxmlformats.org/drawingml/2006/main" w="0">
            <a:noFill/>
            <a:prstDash val="solid"/>
          </a:ln>
        </p:spPr>
      </p:sp>
      <p:sp>
        <p:nvSpPr>
          <p:cNvPr id="17" name="DP1 object 225">
            <a:extLst xmlns:a="http://schemas.openxmlformats.org/drawingml/2006/main">
              <a:ext uri="{FF2B5EF4-FFF2-40B4-BE49-F238E27FC236}">
                <a16:creationId xmlns:a16="http://schemas.microsoft.com/office/drawing/2014/main" id="{3CF0DBBD-5DD3-4A85-B281-CDD6E7FB7BB5}"/>
              </a:ext>
            </a:extLst>
          </p:cNvPr>
          <p:cNvSpPr>
            <a:spLocks xmlns:a="http://schemas.openxmlformats.org/drawingml/2006/main" noGrp="1"/>
          </p:cNvSpPr>
          <p:nvPr/>
        </p:nvSpPr>
        <p:spPr>
          <a:xfrm xmlns:a="http://schemas.openxmlformats.org/drawingml/2006/main">
            <a:off x="11601450" y="1438275"/>
            <a:ext cx="1962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FFFFFF"/>
                </a:solidFill>
                <a:latin typeface="Apple SD Gothic Neo"/>
                <a:ea typeface="Apple SD Gothic Neo"/>
                <a:cs typeface="Apple SD Gothic Neo"/>
              </a:defRPr>
            </a:defPPr>
            <a:lvl1pPr algn="ctr">
              <a:defRPr sz="1425" b="0">
                <a:solidFill>
                  <a:srgbClr val="FFFFFF"/>
                </a:solidFill>
                <a:latin typeface="Apple SD Gothic Neo"/>
                <a:ea typeface="Apple SD Gothic Neo"/>
                <a:cs typeface="Apple SD Gothic Neo"/>
              </a:defRPr>
            </a:lvl1pPr>
            <a:lvl2pPr algn="ctr">
              <a:defRPr sz="1425" b="0">
                <a:solidFill>
                  <a:srgbClr val="FFFFFF"/>
                </a:solidFill>
                <a:latin typeface="Apple SD Gothic Neo"/>
                <a:ea typeface="Apple SD Gothic Neo"/>
                <a:cs typeface="Apple SD Gothic Neo"/>
              </a:defRPr>
            </a:lvl2pPr>
            <a:lvl3pPr algn="ctr">
              <a:defRPr sz="1425" b="0">
                <a:solidFill>
                  <a:srgbClr val="FFFFFF"/>
                </a:solidFill>
                <a:latin typeface="Apple SD Gothic Neo"/>
                <a:ea typeface="Apple SD Gothic Neo"/>
                <a:cs typeface="Apple SD Gothic Neo"/>
              </a:defRPr>
            </a:lvl3pPr>
            <a:lvl4pPr algn="ctr">
              <a:defRPr sz="1425" b="0">
                <a:solidFill>
                  <a:srgbClr val="FFFFFF"/>
                </a:solidFill>
                <a:latin typeface="Apple SD Gothic Neo"/>
                <a:ea typeface="Apple SD Gothic Neo"/>
                <a:cs typeface="Apple SD Gothic Neo"/>
              </a:defRPr>
            </a:lvl4pPr>
            <a:lvl5pPr algn="ctr">
              <a:defRPr sz="1425" b="0">
                <a:solidFill>
                  <a:srgbClr val="FFFFFF"/>
                </a:solidFill>
                <a:latin typeface="Apple SD Gothic Neo"/>
                <a:ea typeface="Apple SD Gothic Neo"/>
                <a:cs typeface="Apple SD Gothic Neo"/>
              </a:defRPr>
            </a:lvl5pPr>
            <a:lvl6pPr algn="ctr">
              <a:defRPr sz="1425" b="0">
                <a:solidFill>
                  <a:srgbClr val="FFFFFF"/>
                </a:solidFill>
                <a:latin typeface="Apple SD Gothic Neo"/>
                <a:ea typeface="Apple SD Gothic Neo"/>
                <a:cs typeface="Apple SD Gothic Neo"/>
              </a:defRPr>
            </a:lvl6pPr>
            <a:lvl7pPr algn="ctr">
              <a:defRPr sz="1425" b="0">
                <a:solidFill>
                  <a:srgbClr val="FFFFFF"/>
                </a:solidFill>
                <a:latin typeface="Apple SD Gothic Neo"/>
                <a:ea typeface="Apple SD Gothic Neo"/>
                <a:cs typeface="Apple SD Gothic Neo"/>
              </a:defRPr>
            </a:lvl7pPr>
            <a:lvl8pPr algn="ctr">
              <a:defRPr sz="1425" b="0">
                <a:solidFill>
                  <a:srgbClr val="FFFFFF"/>
                </a:solidFill>
                <a:latin typeface="Apple SD Gothic Neo"/>
                <a:ea typeface="Apple SD Gothic Neo"/>
                <a:cs typeface="Apple SD Gothic Neo"/>
              </a:defRPr>
            </a:lvl8pPr>
            <a:lvl9pPr algn="ctr">
              <a:defRPr sz="1425" b="0">
                <a:solidFill>
                  <a:srgbClr val="FFFFFF"/>
                </a:solidFill>
                <a:latin typeface="Apple SD Gothic Neo"/>
                <a:ea typeface="Apple SD Gothic Neo"/>
                <a:cs typeface="Apple SD Gothic Neo"/>
              </a:defRPr>
            </a:lvl9pPr>
          </a:lstStyle>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QA01 첫 응답</a:t>
            </a:r>
          </a:p>
        </p:txBody>
      </p:sp>
      <p:sp>
        <p:nvSpPr>
          <p:cNvPr id="18" name="DP1 object 226">
            <a:extLst xmlns:a="http://schemas.openxmlformats.org/drawingml/2006/main">
              <a:ext uri="{FF2B5EF4-FFF2-40B4-BE49-F238E27FC236}">
                <a16:creationId xmlns:a16="http://schemas.microsoft.com/office/drawing/2014/main" id="{37E6F44B-899A-444D-99A0-F9B18D6B5F82}"/>
              </a:ext>
            </a:extLst>
          </p:cNvPr>
          <p:cNvSpPr>
            <a:spLocks xmlns:a="http://schemas.openxmlformats.org/drawingml/2006/main" noGrp="1"/>
          </p:cNvSpPr>
          <p:nvPr/>
        </p:nvSpPr>
        <p:spPr>
          <a:xfrm xmlns:a="http://schemas.openxmlformats.org/drawingml/2006/main">
            <a:off x="13706475" y="1438275"/>
            <a:ext cx="2114550" cy="276225"/>
          </a:xfrm>
          <a:prstGeom xmlns:a="http://schemas.openxmlformats.org/drawingml/2006/main" prst="roundRect">
            <a:avLst>
              <a:gd name="adj" fmla="val 27586"/>
            </a:avLst>
          </a:prstGeom>
          <a:solidFill xmlns:a="http://schemas.openxmlformats.org/drawingml/2006/main">
            <a:srgbClr val="4676CB"/>
          </a:solidFill>
          <a:ln xmlns:a="http://schemas.openxmlformats.org/drawingml/2006/main" w="0">
            <a:noFill/>
            <a:prstDash val="solid"/>
          </a:ln>
        </p:spPr>
      </p:sp>
      <p:sp>
        <p:nvSpPr>
          <p:cNvPr id="19" name="DP1 object 227">
            <a:extLst xmlns:a="http://schemas.openxmlformats.org/drawingml/2006/main">
              <a:ext uri="{FF2B5EF4-FFF2-40B4-BE49-F238E27FC236}">
                <a16:creationId xmlns:a16="http://schemas.microsoft.com/office/drawing/2014/main" id="{00CE9AAE-9C2C-4E96-85DA-F3138B65722F}"/>
              </a:ext>
            </a:extLst>
          </p:cNvPr>
          <p:cNvSpPr>
            <a:spLocks xmlns:a="http://schemas.openxmlformats.org/drawingml/2006/main" noGrp="1"/>
          </p:cNvSpPr>
          <p:nvPr/>
        </p:nvSpPr>
        <p:spPr>
          <a:xfrm xmlns:a="http://schemas.openxmlformats.org/drawingml/2006/main">
            <a:off x="13782675" y="1438275"/>
            <a:ext cx="1962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FFFFFF"/>
                </a:solidFill>
                <a:latin typeface="Apple SD Gothic Neo"/>
                <a:ea typeface="Apple SD Gothic Neo"/>
                <a:cs typeface="Apple SD Gothic Neo"/>
              </a:defRPr>
            </a:defPPr>
            <a:lvl1pPr algn="ctr">
              <a:defRPr sz="1425" b="0">
                <a:solidFill>
                  <a:srgbClr val="FFFFFF"/>
                </a:solidFill>
                <a:latin typeface="Apple SD Gothic Neo"/>
                <a:ea typeface="Apple SD Gothic Neo"/>
                <a:cs typeface="Apple SD Gothic Neo"/>
              </a:defRPr>
            </a:lvl1pPr>
            <a:lvl2pPr algn="ctr">
              <a:defRPr sz="1425" b="0">
                <a:solidFill>
                  <a:srgbClr val="FFFFFF"/>
                </a:solidFill>
                <a:latin typeface="Apple SD Gothic Neo"/>
                <a:ea typeface="Apple SD Gothic Neo"/>
                <a:cs typeface="Apple SD Gothic Neo"/>
              </a:defRPr>
            </a:lvl2pPr>
            <a:lvl3pPr algn="ctr">
              <a:defRPr sz="1425" b="0">
                <a:solidFill>
                  <a:srgbClr val="FFFFFF"/>
                </a:solidFill>
                <a:latin typeface="Apple SD Gothic Neo"/>
                <a:ea typeface="Apple SD Gothic Neo"/>
                <a:cs typeface="Apple SD Gothic Neo"/>
              </a:defRPr>
            </a:lvl3pPr>
            <a:lvl4pPr algn="ctr">
              <a:defRPr sz="1425" b="0">
                <a:solidFill>
                  <a:srgbClr val="FFFFFF"/>
                </a:solidFill>
                <a:latin typeface="Apple SD Gothic Neo"/>
                <a:ea typeface="Apple SD Gothic Neo"/>
                <a:cs typeface="Apple SD Gothic Neo"/>
              </a:defRPr>
            </a:lvl4pPr>
            <a:lvl5pPr algn="ctr">
              <a:defRPr sz="1425" b="0">
                <a:solidFill>
                  <a:srgbClr val="FFFFFF"/>
                </a:solidFill>
                <a:latin typeface="Apple SD Gothic Neo"/>
                <a:ea typeface="Apple SD Gothic Neo"/>
                <a:cs typeface="Apple SD Gothic Neo"/>
              </a:defRPr>
            </a:lvl5pPr>
            <a:lvl6pPr algn="ctr">
              <a:defRPr sz="1425" b="0">
                <a:solidFill>
                  <a:srgbClr val="FFFFFF"/>
                </a:solidFill>
                <a:latin typeface="Apple SD Gothic Neo"/>
                <a:ea typeface="Apple SD Gothic Neo"/>
                <a:cs typeface="Apple SD Gothic Neo"/>
              </a:defRPr>
            </a:lvl6pPr>
            <a:lvl7pPr algn="ctr">
              <a:defRPr sz="1425" b="0">
                <a:solidFill>
                  <a:srgbClr val="FFFFFF"/>
                </a:solidFill>
                <a:latin typeface="Apple SD Gothic Neo"/>
                <a:ea typeface="Apple SD Gothic Neo"/>
                <a:cs typeface="Apple SD Gothic Neo"/>
              </a:defRPr>
            </a:lvl7pPr>
            <a:lvl8pPr algn="ctr">
              <a:defRPr sz="1425" b="0">
                <a:solidFill>
                  <a:srgbClr val="FFFFFF"/>
                </a:solidFill>
                <a:latin typeface="Apple SD Gothic Neo"/>
                <a:ea typeface="Apple SD Gothic Neo"/>
                <a:cs typeface="Apple SD Gothic Neo"/>
              </a:defRPr>
            </a:lvl8pPr>
            <a:lvl9pPr algn="ctr">
              <a:defRPr sz="1425" b="0">
                <a:solidFill>
                  <a:srgbClr val="FFFFFF"/>
                </a:solidFill>
                <a:latin typeface="Apple SD Gothic Neo"/>
                <a:ea typeface="Apple SD Gothic Neo"/>
                <a:cs typeface="Apple SD Gothic Neo"/>
              </a:defRPr>
            </a:lvl9pPr>
          </a:lstStyle>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QA02 지칭 집합</a:t>
            </a:r>
          </a:p>
        </p:txBody>
      </p:sp>
      <p:sp>
        <p:nvSpPr>
          <p:cNvPr id="20" name="DP1 object 228">
            <a:extLst xmlns:a="http://schemas.openxmlformats.org/drawingml/2006/main">
              <a:ext uri="{FF2B5EF4-FFF2-40B4-BE49-F238E27FC236}">
                <a16:creationId xmlns:a16="http://schemas.microsoft.com/office/drawing/2014/main" id="{2F79D319-852C-4E02-BBD6-E1CDEBD867CD}"/>
              </a:ext>
            </a:extLst>
          </p:cNvPr>
          <p:cNvSpPr>
            <a:spLocks xmlns:a="http://schemas.openxmlformats.org/drawingml/2006/main" noGrp="1"/>
          </p:cNvSpPr>
          <p:nvPr/>
        </p:nvSpPr>
        <p:spPr>
          <a:xfrm xmlns:a="http://schemas.openxmlformats.org/drawingml/2006/main">
            <a:off x="15887700" y="1438275"/>
            <a:ext cx="2114550" cy="276225"/>
          </a:xfrm>
          <a:prstGeom xmlns:a="http://schemas.openxmlformats.org/drawingml/2006/main" prst="roundRect">
            <a:avLst>
              <a:gd name="adj" fmla="val 27586"/>
            </a:avLst>
          </a:prstGeom>
          <a:solidFill xmlns:a="http://schemas.openxmlformats.org/drawingml/2006/main">
            <a:srgbClr val="4676CB"/>
          </a:solidFill>
          <a:ln xmlns:a="http://schemas.openxmlformats.org/drawingml/2006/main" w="0">
            <a:noFill/>
            <a:prstDash val="solid"/>
          </a:ln>
        </p:spPr>
      </p:sp>
      <p:sp>
        <p:nvSpPr>
          <p:cNvPr id="21" name="DP1 object 229">
            <a:extLst xmlns:a="http://schemas.openxmlformats.org/drawingml/2006/main">
              <a:ext uri="{FF2B5EF4-FFF2-40B4-BE49-F238E27FC236}">
                <a16:creationId xmlns:a16="http://schemas.microsoft.com/office/drawing/2014/main" id="{FD15B74E-935A-43B7-B70F-957FEB617802}"/>
              </a:ext>
            </a:extLst>
          </p:cNvPr>
          <p:cNvSpPr>
            <a:spLocks xmlns:a="http://schemas.openxmlformats.org/drawingml/2006/main" noGrp="1"/>
          </p:cNvSpPr>
          <p:nvPr/>
        </p:nvSpPr>
        <p:spPr>
          <a:xfrm xmlns:a="http://schemas.openxmlformats.org/drawingml/2006/main">
            <a:off x="15963900" y="1438275"/>
            <a:ext cx="1962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FFFFFF"/>
                </a:solidFill>
                <a:latin typeface="Apple SD Gothic Neo"/>
                <a:ea typeface="Apple SD Gothic Neo"/>
                <a:cs typeface="Apple SD Gothic Neo"/>
              </a:defRPr>
            </a:defPPr>
            <a:lvl1pPr algn="ctr">
              <a:defRPr sz="1425" b="0">
                <a:solidFill>
                  <a:srgbClr val="FFFFFF"/>
                </a:solidFill>
                <a:latin typeface="Apple SD Gothic Neo"/>
                <a:ea typeface="Apple SD Gothic Neo"/>
                <a:cs typeface="Apple SD Gothic Neo"/>
              </a:defRPr>
            </a:lvl1pPr>
            <a:lvl2pPr algn="ctr">
              <a:defRPr sz="1425" b="0">
                <a:solidFill>
                  <a:srgbClr val="FFFFFF"/>
                </a:solidFill>
                <a:latin typeface="Apple SD Gothic Neo"/>
                <a:ea typeface="Apple SD Gothic Neo"/>
                <a:cs typeface="Apple SD Gothic Neo"/>
              </a:defRPr>
            </a:lvl2pPr>
            <a:lvl3pPr algn="ctr">
              <a:defRPr sz="1425" b="0">
                <a:solidFill>
                  <a:srgbClr val="FFFFFF"/>
                </a:solidFill>
                <a:latin typeface="Apple SD Gothic Neo"/>
                <a:ea typeface="Apple SD Gothic Neo"/>
                <a:cs typeface="Apple SD Gothic Neo"/>
              </a:defRPr>
            </a:lvl3pPr>
            <a:lvl4pPr algn="ctr">
              <a:defRPr sz="1425" b="0">
                <a:solidFill>
                  <a:srgbClr val="FFFFFF"/>
                </a:solidFill>
                <a:latin typeface="Apple SD Gothic Neo"/>
                <a:ea typeface="Apple SD Gothic Neo"/>
                <a:cs typeface="Apple SD Gothic Neo"/>
              </a:defRPr>
            </a:lvl4pPr>
            <a:lvl5pPr algn="ctr">
              <a:defRPr sz="1425" b="0">
                <a:solidFill>
                  <a:srgbClr val="FFFFFF"/>
                </a:solidFill>
                <a:latin typeface="Apple SD Gothic Neo"/>
                <a:ea typeface="Apple SD Gothic Neo"/>
                <a:cs typeface="Apple SD Gothic Neo"/>
              </a:defRPr>
            </a:lvl5pPr>
            <a:lvl6pPr algn="ctr">
              <a:defRPr sz="1425" b="0">
                <a:solidFill>
                  <a:srgbClr val="FFFFFF"/>
                </a:solidFill>
                <a:latin typeface="Apple SD Gothic Neo"/>
                <a:ea typeface="Apple SD Gothic Neo"/>
                <a:cs typeface="Apple SD Gothic Neo"/>
              </a:defRPr>
            </a:lvl6pPr>
            <a:lvl7pPr algn="ctr">
              <a:defRPr sz="1425" b="0">
                <a:solidFill>
                  <a:srgbClr val="FFFFFF"/>
                </a:solidFill>
                <a:latin typeface="Apple SD Gothic Neo"/>
                <a:ea typeface="Apple SD Gothic Neo"/>
                <a:cs typeface="Apple SD Gothic Neo"/>
              </a:defRPr>
            </a:lvl7pPr>
            <a:lvl8pPr algn="ctr">
              <a:defRPr sz="1425" b="0">
                <a:solidFill>
                  <a:srgbClr val="FFFFFF"/>
                </a:solidFill>
                <a:latin typeface="Apple SD Gothic Neo"/>
                <a:ea typeface="Apple SD Gothic Neo"/>
                <a:cs typeface="Apple SD Gothic Neo"/>
              </a:defRPr>
            </a:lvl8pPr>
            <a:lvl9pPr algn="ctr">
              <a:defRPr sz="1425" b="0">
                <a:solidFill>
                  <a:srgbClr val="FFFFFF"/>
                </a:solidFill>
                <a:latin typeface="Apple SD Gothic Neo"/>
                <a:ea typeface="Apple SD Gothic Neo"/>
                <a:cs typeface="Apple SD Gothic Neo"/>
              </a:defRPr>
            </a:lvl9pPr>
          </a:lstStyle>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QA05 모델 비용</a:t>
            </a:r>
          </a:p>
        </p:txBody>
      </p:sp>
      <p:graphicFrame>
        <p:nvGraphicFramePr>
          <p:cNvPr id="22" name="">
            <a:extLst xmlns:a="http://schemas.openxmlformats.org/drawingml/2006/main">
              <a:ext uri="{FF2B5EF4-FFF2-40B4-BE49-F238E27FC236}">
                <a16:creationId xmlns:a16="http://schemas.microsoft.com/office/drawing/2014/main" id="{92503647-86E2-4B7C-B102-8EE7BB3330AD}"/>
              </a:ext>
            </a:extLst>
          </p:cNvPr>
          <p:cNvGraphicFramePr/>
          <p:nvPr/>
        </p:nvGraphicFramePr>
        <p:xfrm>
          <a:off xmlns:a="http://schemas.openxmlformats.org/drawingml/2006/main" x="228600" y="1752600"/>
          <a:ext xmlns:a="http://schemas.openxmlformats.org/drawingml/2006/main" cx="17830800" cy="7105650"/>
        </p:xfrm>
        <a:graphic xmlns:a="http://schemas.openxmlformats.org/drawingml/2006/main">
          <a:graphicData uri="http://schemas.openxmlformats.org/drawingml/2006/table">
            <a:tbl>
              <a:tblPr firstRow="0" bandRow="0" bandCol="0"/>
              <a:tblGrid>
                <a:gridCol w="2057400"/>
                <a:gridCol w="5257800"/>
                <a:gridCol w="5257800"/>
                <a:gridCol w="5257800"/>
              </a:tblGrid>
              <a:tr h="476250">
                <a:tc>
                  <a:txBody>
                    <a:bodyPr anchor="ctr"/>
                    <a:lstStyle/>
                    <a:p>
                      <a:pPr algn="ctr"/>
                      <a:r>
                        <a:rPr sz="1950"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950" b="1">
                          <a:solidFill>
                            <a:srgbClr val="111111"/>
                          </a:solidFill>
                          <a:latin typeface="Apple SD Gothic Neo"/>
                          <a:ea typeface="Apple SD Gothic Neo"/>
                          <a:cs typeface="Apple SD Gothic Neo"/>
                        </a:rPr>
                        <a:t>(A) 유효 작업 문맥 유지</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950" b="1">
                          <a:solidFill>
                            <a:srgbClr val="111111"/>
                          </a:solidFill>
                          <a:latin typeface="Apple SD Gothic Neo"/>
                          <a:ea typeface="Apple SD Gothic Neo"/>
                          <a:cs typeface="Apple SD Gothic Neo"/>
                        </a:rPr>
                        <a:t>(B) 요청마다 원본 구성</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950" b="1">
                          <a:solidFill>
                            <a:srgbClr val="111111"/>
                          </a:solidFill>
                          <a:latin typeface="Apple SD Gothic Neo"/>
                          <a:ea typeface="Apple SD Gothic Neo"/>
                          <a:cs typeface="Apple SD Gothic Neo"/>
                        </a:rPr>
                        <a:t>(C) 별도 근거 생산·게시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371850">
                <a:tc>
                  <a:txBody>
                    <a:bodyPr anchor="ctr"/>
                    <a:lstStyle/>
                    <a:p>
                      <a:pPr algn="ctr"/>
                      <a:r>
                        <a:rPr sz="2250" b="1">
                          <a:solidFill>
                            <a:srgbClr val="111111"/>
                          </a:solidFill>
                          <a:latin typeface="Apple SD Gothic Neo"/>
                          <a:ea typeface="Apple SD Gothic Neo"/>
                          <a:cs typeface="Apple SD Gothic Neo"/>
                        </a:rPr>
                        <a:t>구조</a:t>
                      </a:r>
                    </a:p>
                  </a:txBody>
                  <a:tcPr marL="114300" marR="114300" marT="161925"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90550">
                <a:tc>
                  <a:txBody>
                    <a:bodyPr anchor="ctr"/>
                    <a:lstStyle/>
                    <a:p>
                      <a:pPr algn="ctr"/>
                      <a:r>
                        <a:rPr sz="202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b="1">
                          <a:solidFill>
                            <a:srgbClr val="4676CB"/>
                          </a:solidFill>
                          <a:latin typeface="Apple SD Gothic Neo"/>
                          <a:ea typeface="Apple SD Gothic Neo"/>
                          <a:cs typeface="Apple SD Gothic Neo"/>
                        </a:rPr>
                        <a:t>같은 자료의 답변 호출 6회 감소</a:t>
                      </a:r>
                    </a:p>
                    <a:p>
                      <a:pPr algn="ctr"/>
                      <a:r>
                        <a:rPr sz="1650" b="1">
                          <a:solidFill>
                            <a:srgbClr val="4676CB"/>
                          </a:solidFill>
                          <a:latin typeface="Apple SD Gothic Neo"/>
                          <a:ea typeface="Apple SD Gothic Neo"/>
                          <a:cs typeface="Apple SD Gothic Neo"/>
                        </a:rPr>
                        <a:t>후속 근거 재사용 조건에서 권고</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주제 전환이 많고</a:t>
                      </a:r>
                    </a:p>
                    <a:p>
                      <a:pPr algn="ctr"/>
                      <a:r>
                        <a:rPr sz="1650">
                          <a:solidFill>
                            <a:srgbClr val="111111"/>
                          </a:solidFill>
                          <a:latin typeface="Apple SD Gothic Neo"/>
                          <a:ea typeface="Apple SD Gothic Neo"/>
                          <a:cs typeface="Apple SD Gothic Neo"/>
                        </a:rPr>
                        <a:t>근거 재사용이 적을 때 검토</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본문 조건 충족 34/36 관측</a:t>
                      </a:r>
                    </a:p>
                    <a:p>
                      <a:pPr algn="ctr"/>
                      <a:r>
                        <a:rPr sz="1650">
                          <a:solidFill>
                            <a:srgbClr val="111111"/>
                          </a:solidFill>
                          <a:latin typeface="Apple SD Gothic Neo"/>
                          <a:ea typeface="Apple SD Gothic Neo"/>
                          <a:cs typeface="Apple SD Gothic Neo"/>
                        </a:rPr>
                        <a:t>생산비를 반복 소비로 회수할 때 검토</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r>
                        <a:rPr sz="202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b="0">
                          <a:solidFill>
                            <a:srgbClr val="C00000"/>
                          </a:solidFill>
                          <a:latin typeface="Apple SD Gothic Neo"/>
                          <a:ea typeface="Apple SD Gothic Neo"/>
                          <a:cs typeface="Apple SD Gothic Neo"/>
                        </a:rPr>
                        <a:t>주제 전환 후 남는 입력과 정정 갱신 부담</a:t>
                      </a:r>
                    </a:p>
                    <a:p>
                      <a:pPr algn="ctr"/>
                      <a:r>
                        <a:rPr sz="1575" b="0">
                          <a:solidFill>
                            <a:srgbClr val="4676CB"/>
                          </a:solidFill>
                          <a:latin typeface="Apple SD Gothic Neo"/>
                          <a:ea typeface="Apple SD Gothic Neo"/>
                          <a:cs typeface="Apple SD Gothic Neo"/>
                        </a:rPr>
                        <a:t>[A2 별도 3회] 원문 읽기 12→9 / 호출 12→12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C00000"/>
                          </a:solidFill>
                          <a:latin typeface="Apple SD Gothic Neo"/>
                          <a:ea typeface="Apple SD Gothic Neo"/>
                          <a:cs typeface="Apple SD Gothic Neo"/>
                        </a:rPr>
                        <a:t>같은 자료를 이어 물으면</a:t>
                      </a:r>
                    </a:p>
                    <a:p>
                      <a:pPr algn="ctr"/>
                      <a:r>
                        <a:rPr sz="1650">
                          <a:solidFill>
                            <a:srgbClr val="C00000"/>
                          </a:solidFill>
                          <a:latin typeface="Apple SD Gothic Neo"/>
                          <a:ea typeface="Apple SD Gothic Neo"/>
                          <a:cs typeface="Apple SD Gothic Neo"/>
                        </a:rPr>
                        <a:t>근거의 재조회와 재조합</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C00000"/>
                          </a:solidFill>
                          <a:latin typeface="Apple SD Gothic Neo"/>
                          <a:ea typeface="Apple SD Gothic Neo"/>
                          <a:cs typeface="Apple SD Gothic Neo"/>
                        </a:rPr>
                        <a:t>사전 생산과 갱신 비용</a:t>
                      </a:r>
                    </a:p>
                    <a:p>
                      <a:pPr algn="ctr"/>
                      <a:r>
                        <a:rPr sz="1650">
                          <a:solidFill>
                            <a:srgbClr val="C00000"/>
                          </a:solidFill>
                          <a:latin typeface="Apple SD Gothic Neo"/>
                          <a:ea typeface="Apple SD Gothic Neo"/>
                          <a:cs typeface="Apple SD Gothic Neo"/>
                        </a:rPr>
                        <a:t>미사용 생산 및 원본 보완 비용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6.609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6.267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11.995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34/36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QA03 처리시간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13.617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14.242 (35/36)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12.364 (36/36)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QA04 변경 모듈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0.06750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0.06992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0.16308</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575" b="1">
                          <a:solidFill>
                            <a:srgbClr val="111111"/>
                          </a:solidFill>
                          <a:latin typeface="Apple SD Gothic Neo"/>
                          <a:ea typeface="Apple SD Gothic Neo"/>
                          <a:cs typeface="Apple SD Gothic Neo"/>
                        </a:rPr>
                        <a:t>QA06 최고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44.253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45.318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50.364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3" name="Component">
            <a:extLst xmlns:a="http://schemas.openxmlformats.org/drawingml/2006/main">
              <a:ext uri="{FF2B5EF4-FFF2-40B4-BE49-F238E27FC236}">
                <a16:creationId xmlns:a16="http://schemas.microsoft.com/office/drawing/2014/main" id="{21DE9AF6-9A0F-4632-BB4D-8FC6378F66FB}"/>
              </a:ext>
            </a:extLst>
          </p:cNvPr>
          <p:cNvSpPr>
            <a:spLocks xmlns:a="http://schemas.openxmlformats.org/drawingml/2006/main" noGrp="1"/>
          </p:cNvSpPr>
          <p:nvPr/>
        </p:nvSpPr>
        <p:spPr>
          <a:xfrm xmlns:a="http://schemas.openxmlformats.org/drawingml/2006/main">
            <a:off x="438150" y="3200400"/>
            <a:ext cx="1609725" cy="4572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24" name="DP1 object 230">
            <a:extLst xmlns:a="http://schemas.openxmlformats.org/drawingml/2006/main">
              <a:ext uri="{FF2B5EF4-FFF2-40B4-BE49-F238E27FC236}">
                <a16:creationId xmlns:a16="http://schemas.microsoft.com/office/drawing/2014/main" id="{331450EF-6586-489B-BF47-403C05CC1970}"/>
              </a:ext>
            </a:extLst>
          </p:cNvPr>
          <p:cNvSpPr>
            <a:spLocks xmlns:a="http://schemas.openxmlformats.org/drawingml/2006/main" noGrp="1"/>
          </p:cNvSpPr>
          <p:nvPr/>
        </p:nvSpPr>
        <p:spPr>
          <a:xfrm xmlns:a="http://schemas.openxmlformats.org/drawingml/2006/main">
            <a:off x="504825" y="3238500"/>
            <a:ext cx="1476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Component</a:t>
            </a:r>
          </a:p>
        </p:txBody>
      </p:sp>
      <p:sp>
        <p:nvSpPr>
          <p:cNvPr id="25" name="보존 상태">
            <a:extLst xmlns:a="http://schemas.openxmlformats.org/drawingml/2006/main">
              <a:ext uri="{FF2B5EF4-FFF2-40B4-BE49-F238E27FC236}">
                <a16:creationId xmlns:a16="http://schemas.microsoft.com/office/drawing/2014/main" id="{42C5F287-054A-4BDE-8FA6-2D97920EFDEB}"/>
              </a:ext>
            </a:extLst>
          </p:cNvPr>
          <p:cNvSpPr>
            <a:spLocks xmlns:a="http://schemas.openxmlformats.org/drawingml/2006/main" noGrp="1"/>
          </p:cNvSpPr>
          <p:nvPr/>
        </p:nvSpPr>
        <p:spPr>
          <a:xfrm xmlns:a="http://schemas.openxmlformats.org/drawingml/2006/main">
            <a:off x="438150" y="3924300"/>
            <a:ext cx="1609725" cy="5905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6" name="DP1 object 231">
            <a:extLst xmlns:a="http://schemas.openxmlformats.org/drawingml/2006/main">
              <a:ext uri="{FF2B5EF4-FFF2-40B4-BE49-F238E27FC236}">
                <a16:creationId xmlns:a16="http://schemas.microsoft.com/office/drawing/2014/main" id="{028E5E15-3FCB-47B9-AFC6-63A36EF07253}"/>
              </a:ext>
            </a:extLst>
          </p:cNvPr>
          <p:cNvSpPr>
            <a:spLocks xmlns:a="http://schemas.openxmlformats.org/drawingml/2006/main" noGrp="1"/>
          </p:cNvSpPr>
          <p:nvPr/>
        </p:nvSpPr>
        <p:spPr>
          <a:xfrm xmlns:a="http://schemas.openxmlformats.org/drawingml/2006/main">
            <a:off x="485775" y="4029075"/>
            <a:ext cx="15144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보존 상태</a:t>
            </a:r>
          </a:p>
        </p:txBody>
      </p:sp>
      <p:sp>
        <p:nvSpPr>
          <p:cNvPr id="27" name="DP1 object 232">
            <a:extLst xmlns:a="http://schemas.openxmlformats.org/drawingml/2006/main">
              <a:ext uri="{FF2B5EF4-FFF2-40B4-BE49-F238E27FC236}">
                <a16:creationId xmlns:a16="http://schemas.microsoft.com/office/drawing/2014/main" id="{24AE443B-0A2B-43A0-A77D-6FB29496B154}"/>
              </a:ext>
            </a:extLst>
          </p:cNvPr>
          <p:cNvSpPr>
            <a:spLocks xmlns:a="http://schemas.openxmlformats.org/drawingml/2006/main" noGrp="1"/>
          </p:cNvSpPr>
          <p:nvPr/>
        </p:nvSpPr>
        <p:spPr>
          <a:xfrm xmlns:a="http://schemas.openxmlformats.org/drawingml/2006/main">
            <a:off x="457200" y="4772025"/>
            <a:ext cx="285750" cy="219075"/>
          </a:xfrm>
          <a:prstGeom xmlns:a="http://schemas.openxmlformats.org/drawingml/2006/main" prst="rect">
            <a:avLst/>
          </a:prstGeom>
          <a:solidFill xmlns:a="http://schemas.openxmlformats.org/drawingml/2006/main">
            <a:srgbClr val="FFF6DD"/>
          </a:solidFill>
          <a:ln xmlns:a="http://schemas.openxmlformats.org/drawingml/2006/main" w="11430">
            <a:solidFill>
              <a:srgbClr val="111111"/>
            </a:solidFill>
            <a:prstDash val="solid"/>
          </a:ln>
        </p:spPr>
      </p:sp>
      <p:sp>
        <p:nvSpPr>
          <p:cNvPr id="28" name="DP1 object 233">
            <a:extLst xmlns:a="http://schemas.openxmlformats.org/drawingml/2006/main">
              <a:ext uri="{FF2B5EF4-FFF2-40B4-BE49-F238E27FC236}">
                <a16:creationId xmlns:a16="http://schemas.microsoft.com/office/drawing/2014/main" id="{9B903A4F-642F-4479-AED4-9BD4199D4EE2}"/>
              </a:ext>
            </a:extLst>
          </p:cNvPr>
          <p:cNvSpPr>
            <a:spLocks xmlns:a="http://schemas.openxmlformats.org/drawingml/2006/main" noGrp="1"/>
          </p:cNvSpPr>
          <p:nvPr/>
        </p:nvSpPr>
        <p:spPr>
          <a:xfrm xmlns:a="http://schemas.openxmlformats.org/drawingml/2006/main">
            <a:off x="838200" y="4724400"/>
            <a:ext cx="1219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111111"/>
                </a:solidFill>
                <a:latin typeface="Apple SD Gothic Neo"/>
                <a:ea typeface="Apple SD Gothic Neo"/>
                <a:cs typeface="Apple SD Gothic Neo"/>
              </a:defRPr>
            </a:defPPr>
            <a:lvl1pPr algn="l">
              <a:defRPr sz="1500" b="0">
                <a:solidFill>
                  <a:srgbClr val="111111"/>
                </a:solidFill>
                <a:latin typeface="Apple SD Gothic Neo"/>
                <a:ea typeface="Apple SD Gothic Neo"/>
                <a:cs typeface="Apple SD Gothic Neo"/>
              </a:defRPr>
            </a:lvl1pPr>
            <a:lvl2pPr algn="l">
              <a:defRPr sz="1500" b="0">
                <a:solidFill>
                  <a:srgbClr val="111111"/>
                </a:solidFill>
                <a:latin typeface="Apple SD Gothic Neo"/>
                <a:ea typeface="Apple SD Gothic Neo"/>
                <a:cs typeface="Apple SD Gothic Neo"/>
              </a:defRPr>
            </a:lvl2pPr>
            <a:lvl3pPr algn="l">
              <a:defRPr sz="1500" b="0">
                <a:solidFill>
                  <a:srgbClr val="111111"/>
                </a:solidFill>
                <a:latin typeface="Apple SD Gothic Neo"/>
                <a:ea typeface="Apple SD Gothic Neo"/>
                <a:cs typeface="Apple SD Gothic Neo"/>
              </a:defRPr>
            </a:lvl3pPr>
            <a:lvl4pPr algn="l">
              <a:defRPr sz="1500" b="0">
                <a:solidFill>
                  <a:srgbClr val="111111"/>
                </a:solidFill>
                <a:latin typeface="Apple SD Gothic Neo"/>
                <a:ea typeface="Apple SD Gothic Neo"/>
                <a:cs typeface="Apple SD Gothic Neo"/>
              </a:defRPr>
            </a:lvl4pPr>
            <a:lvl5pPr algn="l">
              <a:defRPr sz="1500" b="0">
                <a:solidFill>
                  <a:srgbClr val="111111"/>
                </a:solidFill>
                <a:latin typeface="Apple SD Gothic Neo"/>
                <a:ea typeface="Apple SD Gothic Neo"/>
                <a:cs typeface="Apple SD Gothic Neo"/>
              </a:defRPr>
            </a:lvl5pPr>
            <a:lvl6pPr algn="l">
              <a:defRPr sz="1500" b="0">
                <a:solidFill>
                  <a:srgbClr val="111111"/>
                </a:solidFill>
                <a:latin typeface="Apple SD Gothic Neo"/>
                <a:ea typeface="Apple SD Gothic Neo"/>
                <a:cs typeface="Apple SD Gothic Neo"/>
              </a:defRPr>
            </a:lvl6pPr>
            <a:lvl7pPr algn="l">
              <a:defRPr sz="1500" b="0">
                <a:solidFill>
                  <a:srgbClr val="111111"/>
                </a:solidFill>
                <a:latin typeface="Apple SD Gothic Neo"/>
                <a:ea typeface="Apple SD Gothic Neo"/>
                <a:cs typeface="Apple SD Gothic Neo"/>
              </a:defRPr>
            </a:lvl7pPr>
            <a:lvl8pPr algn="l">
              <a:defRPr sz="1500" b="0">
                <a:solidFill>
                  <a:srgbClr val="111111"/>
                </a:solidFill>
                <a:latin typeface="Apple SD Gothic Neo"/>
                <a:ea typeface="Apple SD Gothic Neo"/>
                <a:cs typeface="Apple SD Gothic Neo"/>
              </a:defRPr>
            </a:lvl8pPr>
            <a:lvl9pPr algn="l">
              <a:defRPr sz="1500" b="0">
                <a:solidFill>
                  <a:srgbClr val="111111"/>
                </a:solidFill>
                <a:latin typeface="Apple SD Gothic Neo"/>
                <a:ea typeface="Apple SD Gothic Neo"/>
                <a:cs typeface="Apple SD Gothic Neo"/>
              </a:defRPr>
            </a:lvl9pPr>
          </a:lstStyle>
          <a:p xmlns:a="http://schemas.openxmlformats.org/drawingml/2006/main">
            <a:pPr algn="l">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비교 대상</a:t>
            </a:r>
          </a:p>
        </p:txBody>
      </p:sp>
      <p:sp>
        <p:nvSpPr>
          <p:cNvPr id="29" name="DP1 object 234">
            <a:extLst xmlns:a="http://schemas.openxmlformats.org/drawingml/2006/main">
              <a:ext uri="{FF2B5EF4-FFF2-40B4-BE49-F238E27FC236}">
                <a16:creationId xmlns:a16="http://schemas.microsoft.com/office/drawing/2014/main" id="{E9A1147B-9516-4C05-912D-C7FCAF41D001}"/>
              </a:ext>
            </a:extLst>
          </p:cNvPr>
          <p:cNvSpPr>
            <a:spLocks xmlns:a="http://schemas.openxmlformats.org/drawingml/2006/main" noGrp="1"/>
          </p:cNvSpPr>
          <p:nvPr/>
        </p:nvSpPr>
        <p:spPr>
          <a:xfrm xmlns:a="http://schemas.openxmlformats.org/drawingml/2006/main">
            <a:off x="457200" y="5162550"/>
            <a:ext cx="285750" cy="219075"/>
          </a:xfrm>
          <a:prstGeom xmlns:a="http://schemas.openxmlformats.org/drawingml/2006/main" prst="rect">
            <a:avLst/>
          </a:prstGeom>
          <a:solidFill xmlns:a="http://schemas.openxmlformats.org/drawingml/2006/main">
            <a:srgbClr val="FFFFFF"/>
          </a:solidFill>
          <a:ln xmlns:a="http://schemas.openxmlformats.org/drawingml/2006/main" w="23813">
            <a:solidFill>
              <a:srgbClr val="4676CB"/>
            </a:solidFill>
            <a:prstDash val="solid"/>
          </a:ln>
        </p:spPr>
      </p:sp>
      <p:sp>
        <p:nvSpPr>
          <p:cNvPr id="30" name="DP1 object 235">
            <a:extLst xmlns:a="http://schemas.openxmlformats.org/drawingml/2006/main">
              <a:ext uri="{FF2B5EF4-FFF2-40B4-BE49-F238E27FC236}">
                <a16:creationId xmlns:a16="http://schemas.microsoft.com/office/drawing/2014/main" id="{D09C6B24-021E-478C-B1C0-DE969203140A}"/>
              </a:ext>
            </a:extLst>
          </p:cNvPr>
          <p:cNvSpPr>
            <a:spLocks xmlns:a="http://schemas.openxmlformats.org/drawingml/2006/main" noGrp="1"/>
          </p:cNvSpPr>
          <p:nvPr/>
        </p:nvSpPr>
        <p:spPr>
          <a:xfrm xmlns:a="http://schemas.openxmlformats.org/drawingml/2006/main">
            <a:off x="838200" y="5114925"/>
            <a:ext cx="1219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4676CB"/>
                </a:solidFill>
                <a:latin typeface="Apple SD Gothic Neo"/>
                <a:ea typeface="Apple SD Gothic Neo"/>
                <a:cs typeface="Apple SD Gothic Neo"/>
              </a:defRPr>
            </a:defPPr>
            <a:lvl1pPr algn="l">
              <a:defRPr sz="1500" b="0">
                <a:solidFill>
                  <a:srgbClr val="4676CB"/>
                </a:solidFill>
                <a:latin typeface="Apple SD Gothic Neo"/>
                <a:ea typeface="Apple SD Gothic Neo"/>
                <a:cs typeface="Apple SD Gothic Neo"/>
              </a:defRPr>
            </a:lvl1pPr>
            <a:lvl2pPr algn="l">
              <a:defRPr sz="1500" b="0">
                <a:solidFill>
                  <a:srgbClr val="4676CB"/>
                </a:solidFill>
                <a:latin typeface="Apple SD Gothic Neo"/>
                <a:ea typeface="Apple SD Gothic Neo"/>
                <a:cs typeface="Apple SD Gothic Neo"/>
              </a:defRPr>
            </a:lvl2pPr>
            <a:lvl3pPr algn="l">
              <a:defRPr sz="1500" b="0">
                <a:solidFill>
                  <a:srgbClr val="4676CB"/>
                </a:solidFill>
                <a:latin typeface="Apple SD Gothic Neo"/>
                <a:ea typeface="Apple SD Gothic Neo"/>
                <a:cs typeface="Apple SD Gothic Neo"/>
              </a:defRPr>
            </a:lvl3pPr>
            <a:lvl4pPr algn="l">
              <a:defRPr sz="1500" b="0">
                <a:solidFill>
                  <a:srgbClr val="4676CB"/>
                </a:solidFill>
                <a:latin typeface="Apple SD Gothic Neo"/>
                <a:ea typeface="Apple SD Gothic Neo"/>
                <a:cs typeface="Apple SD Gothic Neo"/>
              </a:defRPr>
            </a:lvl4pPr>
            <a:lvl5pPr algn="l">
              <a:defRPr sz="1500" b="0">
                <a:solidFill>
                  <a:srgbClr val="4676CB"/>
                </a:solidFill>
                <a:latin typeface="Apple SD Gothic Neo"/>
                <a:ea typeface="Apple SD Gothic Neo"/>
                <a:cs typeface="Apple SD Gothic Neo"/>
              </a:defRPr>
            </a:lvl5pPr>
            <a:lvl6pPr algn="l">
              <a:defRPr sz="1500" b="0">
                <a:solidFill>
                  <a:srgbClr val="4676CB"/>
                </a:solidFill>
                <a:latin typeface="Apple SD Gothic Neo"/>
                <a:ea typeface="Apple SD Gothic Neo"/>
                <a:cs typeface="Apple SD Gothic Neo"/>
              </a:defRPr>
            </a:lvl6pPr>
            <a:lvl7pPr algn="l">
              <a:defRPr sz="1500" b="0">
                <a:solidFill>
                  <a:srgbClr val="4676CB"/>
                </a:solidFill>
                <a:latin typeface="Apple SD Gothic Neo"/>
                <a:ea typeface="Apple SD Gothic Neo"/>
                <a:cs typeface="Apple SD Gothic Neo"/>
              </a:defRPr>
            </a:lvl7pPr>
            <a:lvl8pPr algn="l">
              <a:defRPr sz="1500" b="0">
                <a:solidFill>
                  <a:srgbClr val="4676CB"/>
                </a:solidFill>
                <a:latin typeface="Apple SD Gothic Neo"/>
                <a:ea typeface="Apple SD Gothic Neo"/>
                <a:cs typeface="Apple SD Gothic Neo"/>
              </a:defRPr>
            </a:lvl8pPr>
            <a:lvl9pPr algn="l">
              <a:defRPr sz="1500" b="0">
                <a:solidFill>
                  <a:srgbClr val="4676CB"/>
                </a:solidFill>
                <a:latin typeface="Apple SD Gothic Neo"/>
                <a:ea typeface="Apple SD Gothic Neo"/>
                <a:cs typeface="Apple SD Gothic Neo"/>
              </a:defRPr>
            </a:lvl9pPr>
          </a:lstStyle>
          <a:p xmlns:a="http://schemas.openxmlformats.org/drawingml/2006/main">
            <a:pPr algn="l">
              <a:defRPr sz="1500" b="0">
                <a:solidFill>
                  <a:srgbClr val="4676CB"/>
                </a:solidFill>
                <a:latin typeface="Apple SD Gothic Neo"/>
                <a:ea typeface="Apple SD Gothic Neo"/>
                <a:cs typeface="Apple SD Gothic Neo"/>
              </a:defRPr>
            </a:pPr>
            <a:r>
              <a:rPr sz="1500" b="0">
                <a:solidFill>
                  <a:srgbClr val="4676CB"/>
                </a:solidFill>
                <a:latin typeface="Apple SD Gothic Neo"/>
                <a:ea typeface="Apple SD Gothic Neo"/>
                <a:cs typeface="Apple SD Gothic Neo"/>
              </a:rPr>
              <a:t>보완 부분</a:t>
            </a:r>
          </a:p>
        </p:txBody>
      </p:sp>
      <p:sp>
        <p:nvSpPr>
          <p:cNvPr id="31" name="DP1 object 236">
            <a:extLst xmlns:a="http://schemas.openxmlformats.org/drawingml/2006/main">
              <a:ext uri="{FF2B5EF4-FFF2-40B4-BE49-F238E27FC236}">
                <a16:creationId xmlns:a16="http://schemas.microsoft.com/office/drawing/2014/main" id="{842E750C-4FCF-4B3D-AFE7-31E5DE5ED216}"/>
              </a:ext>
            </a:extLst>
          </p:cNvPr>
          <p:cNvSpPr>
            <a:spLocks xmlns:a="http://schemas.openxmlformats.org/drawingml/2006/main" noGrp="1"/>
          </p:cNvSpPr>
          <p:nvPr/>
        </p:nvSpPr>
        <p:spPr>
          <a:xfrm xmlns:a="http://schemas.openxmlformats.org/drawingml/2006/main">
            <a:off x="2466975" y="2257425"/>
            <a:ext cx="2714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111111"/>
                </a:solidFill>
                <a:latin typeface="Apple SD Gothic Neo"/>
                <a:ea typeface="Apple SD Gothic Neo"/>
                <a:cs typeface="Apple SD Gothic Neo"/>
              </a:defRPr>
            </a:defPPr>
            <a:lvl1pPr algn="l">
              <a:defRPr sz="1500" b="1">
                <a:solidFill>
                  <a:srgbClr val="111111"/>
                </a:solidFill>
                <a:latin typeface="Apple SD Gothic Neo"/>
                <a:ea typeface="Apple SD Gothic Neo"/>
                <a:cs typeface="Apple SD Gothic Neo"/>
              </a:defRPr>
            </a:lvl1pPr>
            <a:lvl2pPr algn="l">
              <a:defRPr sz="1500" b="1">
                <a:solidFill>
                  <a:srgbClr val="111111"/>
                </a:solidFill>
                <a:latin typeface="Apple SD Gothic Neo"/>
                <a:ea typeface="Apple SD Gothic Neo"/>
                <a:cs typeface="Apple SD Gothic Neo"/>
              </a:defRPr>
            </a:lvl2pPr>
            <a:lvl3pPr algn="l">
              <a:defRPr sz="1500" b="1">
                <a:solidFill>
                  <a:srgbClr val="111111"/>
                </a:solidFill>
                <a:latin typeface="Apple SD Gothic Neo"/>
                <a:ea typeface="Apple SD Gothic Neo"/>
                <a:cs typeface="Apple SD Gothic Neo"/>
              </a:defRPr>
            </a:lvl3pPr>
            <a:lvl4pPr algn="l">
              <a:defRPr sz="1500" b="1">
                <a:solidFill>
                  <a:srgbClr val="111111"/>
                </a:solidFill>
                <a:latin typeface="Apple SD Gothic Neo"/>
                <a:ea typeface="Apple SD Gothic Neo"/>
                <a:cs typeface="Apple SD Gothic Neo"/>
              </a:defRPr>
            </a:lvl4pPr>
            <a:lvl5pPr algn="l">
              <a:defRPr sz="1500" b="1">
                <a:solidFill>
                  <a:srgbClr val="111111"/>
                </a:solidFill>
                <a:latin typeface="Apple SD Gothic Neo"/>
                <a:ea typeface="Apple SD Gothic Neo"/>
                <a:cs typeface="Apple SD Gothic Neo"/>
              </a:defRPr>
            </a:lvl5pPr>
            <a:lvl6pPr algn="l">
              <a:defRPr sz="1500" b="1">
                <a:solidFill>
                  <a:srgbClr val="111111"/>
                </a:solidFill>
                <a:latin typeface="Apple SD Gothic Neo"/>
                <a:ea typeface="Apple SD Gothic Neo"/>
                <a:cs typeface="Apple SD Gothic Neo"/>
              </a:defRPr>
            </a:lvl6pPr>
            <a:lvl7pPr algn="l">
              <a:defRPr sz="1500" b="1">
                <a:solidFill>
                  <a:srgbClr val="111111"/>
                </a:solidFill>
                <a:latin typeface="Apple SD Gothic Neo"/>
                <a:ea typeface="Apple SD Gothic Neo"/>
                <a:cs typeface="Apple SD Gothic Neo"/>
              </a:defRPr>
            </a:lvl7pPr>
            <a:lvl8pPr algn="l">
              <a:defRPr sz="1500" b="1">
                <a:solidFill>
                  <a:srgbClr val="111111"/>
                </a:solidFill>
                <a:latin typeface="Apple SD Gothic Neo"/>
                <a:ea typeface="Apple SD Gothic Neo"/>
                <a:cs typeface="Apple SD Gothic Neo"/>
              </a:defRPr>
            </a:lvl8pPr>
            <a:lvl9pPr algn="l">
              <a:defRPr sz="1500" b="1">
                <a:solidFill>
                  <a:srgbClr val="111111"/>
                </a:solidFill>
                <a:latin typeface="Apple SD Gothic Neo"/>
                <a:ea typeface="Apple SD Gothic Neo"/>
                <a:cs typeface="Apple SD Gothic Neo"/>
              </a:defRPr>
            </a:lvl9pPr>
          </a:lstStyle>
          <a:p xmlns:a="http://schemas.openxmlformats.org/drawingml/2006/main">
            <a:pPr algn="l">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현재 입력 + 최근 대화·채택 상태</a:t>
            </a:r>
          </a:p>
        </p:txBody>
      </p:sp>
      <p:sp>
        <p:nvSpPr>
          <p:cNvPr id="32" name="Editable path 237">
            <a:extLst xmlns:a="http://schemas.openxmlformats.org/drawingml/2006/main">
              <a:ext uri="{FF2B5EF4-FFF2-40B4-BE49-F238E27FC236}">
                <a16:creationId xmlns:a16="http://schemas.microsoft.com/office/drawing/2014/main" id="{090A4836-36C6-4CE4-8B3C-CC5F41953356}"/>
              </a:ext>
            </a:extLst>
          </p:cNvPr>
          <p:cNvSpPr>
            <a:spLocks xmlns:a="http://schemas.openxmlformats.org/drawingml/2006/main" noGrp="1"/>
          </p:cNvSpPr>
          <p:nvPr/>
        </p:nvSpPr>
        <p:spPr>
          <a:xfrm xmlns:a="http://schemas.openxmlformats.org/drawingml/2006/main">
            <a:off x="3590925" y="25336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6193">
            <a:solidFill>
              <a:srgbClr val="111111"/>
            </a:solidFill>
            <a:prstDash val="solid"/>
          </a:ln>
        </p:spPr>
      </p:sp>
      <p:sp>
        <p:nvSpPr>
          <p:cNvPr id="33" name="Editable arrowhead 238">
            <a:extLst xmlns:a="http://schemas.openxmlformats.org/drawingml/2006/main">
              <a:ext uri="{FF2B5EF4-FFF2-40B4-BE49-F238E27FC236}">
                <a16:creationId xmlns:a16="http://schemas.microsoft.com/office/drawing/2014/main" id="{B46C22B9-B7A7-4F61-82EB-BE08BB4B5E6E}"/>
              </a:ext>
            </a:extLst>
          </p:cNvPr>
          <p:cNvSpPr>
            <a:spLocks xmlns:a="http://schemas.openxmlformats.org/drawingml/2006/main" noGrp="1"/>
          </p:cNvSpPr>
          <p:nvPr/>
        </p:nvSpPr>
        <p:spPr>
          <a:xfrm xmlns:a="http://schemas.openxmlformats.org/drawingml/2006/main">
            <a:off x="3543300" y="2667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4" name="DP1 object 239">
            <a:extLst xmlns:a="http://schemas.openxmlformats.org/drawingml/2006/main">
              <a:ext uri="{FF2B5EF4-FFF2-40B4-BE49-F238E27FC236}">
                <a16:creationId xmlns:a16="http://schemas.microsoft.com/office/drawing/2014/main" id="{740091B2-6890-44DE-A11C-195CB825BFB2}"/>
              </a:ext>
            </a:extLst>
          </p:cNvPr>
          <p:cNvSpPr>
            <a:spLocks xmlns:a="http://schemas.openxmlformats.org/drawingml/2006/main" noGrp="1"/>
          </p:cNvSpPr>
          <p:nvPr/>
        </p:nvSpPr>
        <p:spPr>
          <a:xfrm xmlns:a="http://schemas.openxmlformats.org/drawingml/2006/main">
            <a:off x="2495550" y="2762250"/>
            <a:ext cx="2324100" cy="17526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35" name="DP1 object 240">
            <a:extLst xmlns:a="http://schemas.openxmlformats.org/drawingml/2006/main">
              <a:ext uri="{FF2B5EF4-FFF2-40B4-BE49-F238E27FC236}">
                <a16:creationId xmlns:a16="http://schemas.microsoft.com/office/drawing/2014/main" id="{CCFC461B-D1E7-44B6-9AD1-EC3CE504787D}"/>
              </a:ext>
            </a:extLst>
          </p:cNvPr>
          <p:cNvSpPr>
            <a:spLocks xmlns:a="http://schemas.openxmlformats.org/drawingml/2006/main" noGrp="1"/>
          </p:cNvSpPr>
          <p:nvPr/>
        </p:nvSpPr>
        <p:spPr>
          <a:xfrm xmlns:a="http://schemas.openxmlformats.org/drawingml/2006/main">
            <a:off x="2562225" y="2800350"/>
            <a:ext cx="2190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r>
              <a:t/>
            </a:r>
          </a:p>
        </p:txBody>
      </p:sp>
      <p:sp>
        <p:nvSpPr>
          <p:cNvPr id="36" name="DP1 object 241">
            <a:extLst xmlns:a="http://schemas.openxmlformats.org/drawingml/2006/main">
              <a:ext uri="{FF2B5EF4-FFF2-40B4-BE49-F238E27FC236}">
                <a16:creationId xmlns:a16="http://schemas.microsoft.com/office/drawing/2014/main" id="{CFD5A743-725D-4C4E-BCDD-6437FC6ACFBB}"/>
              </a:ext>
            </a:extLst>
          </p:cNvPr>
          <p:cNvSpPr>
            <a:spLocks xmlns:a="http://schemas.openxmlformats.org/drawingml/2006/main" noGrp="1"/>
          </p:cNvSpPr>
          <p:nvPr/>
        </p:nvSpPr>
        <p:spPr>
          <a:xfrm xmlns:a="http://schemas.openxmlformats.org/drawingml/2006/main">
            <a:off x="2562225" y="28575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Interpreter</a:t>
            </a:r>
          </a:p>
        </p:txBody>
      </p:sp>
      <p:sp>
        <p:nvSpPr>
          <p:cNvPr id="37" name="Editable path 242">
            <a:extLst xmlns:a="http://schemas.openxmlformats.org/drawingml/2006/main">
              <a:ext uri="{FF2B5EF4-FFF2-40B4-BE49-F238E27FC236}">
                <a16:creationId xmlns:a16="http://schemas.microsoft.com/office/drawing/2014/main" id="{1CC9DD3D-6D79-4CF4-B1B3-4F042752DA99}"/>
              </a:ext>
            </a:extLst>
          </p:cNvPr>
          <p:cNvSpPr>
            <a:spLocks xmlns:a="http://schemas.openxmlformats.org/drawingml/2006/main" noGrp="1"/>
          </p:cNvSpPr>
          <p:nvPr/>
        </p:nvSpPr>
        <p:spPr>
          <a:xfrm xmlns:a="http://schemas.openxmlformats.org/drawingml/2006/main">
            <a:off x="2609850" y="3257550"/>
            <a:ext cx="2095500" cy="953"/>
          </a:xfrm>
          <a:custGeom xmlns:a="http://schemas.openxmlformats.org/drawingml/2006/main">
            <a:pathLst>
              <a:path w="2095500" h="953">
                <a:moveTo>
                  <a:pt x="0" y="0"/>
                </a:moveTo>
                <a:lnTo>
                  <a:pt x="2095500" y="0"/>
                </a:lnTo>
              </a:path>
            </a:pathLst>
          </a:custGeom>
          <a:noFill xmlns:a="http://schemas.openxmlformats.org/drawingml/2006/main"/>
          <a:ln xmlns:a="http://schemas.openxmlformats.org/drawingml/2006/main" w="11430">
            <a:solidFill>
              <a:srgbClr val="111111"/>
            </a:solidFill>
            <a:prstDash val="solid"/>
          </a:ln>
        </p:spPr>
      </p:sp>
      <p:sp>
        <p:nvSpPr>
          <p:cNvPr id="38" name="DP1 object 243">
            <a:extLst xmlns:a="http://schemas.openxmlformats.org/drawingml/2006/main">
              <a:ext uri="{FF2B5EF4-FFF2-40B4-BE49-F238E27FC236}">
                <a16:creationId xmlns:a16="http://schemas.microsoft.com/office/drawing/2014/main" id="{DBB9E6FF-1969-40DB-A7CE-2106173D07B5}"/>
              </a:ext>
            </a:extLst>
          </p:cNvPr>
          <p:cNvSpPr>
            <a:spLocks xmlns:a="http://schemas.openxmlformats.org/drawingml/2006/main" noGrp="1"/>
          </p:cNvSpPr>
          <p:nvPr/>
        </p:nvSpPr>
        <p:spPr>
          <a:xfrm xmlns:a="http://schemas.openxmlformats.org/drawingml/2006/main">
            <a:off x="2609850" y="3371850"/>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유효 근거에서</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현재 의미 판단</a:t>
            </a:r>
          </a:p>
        </p:txBody>
      </p:sp>
      <p:sp>
        <p:nvSpPr>
          <p:cNvPr id="39" name="DP1 object 244">
            <a:extLst xmlns:a="http://schemas.openxmlformats.org/drawingml/2006/main">
              <a:ext uri="{FF2B5EF4-FFF2-40B4-BE49-F238E27FC236}">
                <a16:creationId xmlns:a16="http://schemas.microsoft.com/office/drawing/2014/main" id="{89EFA778-C29D-4556-B4BE-0DA13CC35C38}"/>
              </a:ext>
            </a:extLst>
          </p:cNvPr>
          <p:cNvSpPr>
            <a:spLocks xmlns:a="http://schemas.openxmlformats.org/drawingml/2006/main" noGrp="1"/>
          </p:cNvSpPr>
          <p:nvPr/>
        </p:nvSpPr>
        <p:spPr>
          <a:xfrm xmlns:a="http://schemas.openxmlformats.org/drawingml/2006/main">
            <a:off x="2609850" y="40671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부족하면 추가 조회</a:t>
            </a:r>
          </a:p>
        </p:txBody>
      </p:sp>
      <p:sp>
        <p:nvSpPr>
          <p:cNvPr id="40" name="유효 작업 문맥&#10;대화 수명">
            <a:extLst xmlns:a="http://schemas.openxmlformats.org/drawingml/2006/main">
              <a:ext uri="{FF2B5EF4-FFF2-40B4-BE49-F238E27FC236}">
                <a16:creationId xmlns:a16="http://schemas.microsoft.com/office/drawing/2014/main" id="{12E989AA-390C-434E-959E-F6BF14999421}"/>
              </a:ext>
            </a:extLst>
          </p:cNvPr>
          <p:cNvSpPr>
            <a:spLocks xmlns:a="http://schemas.openxmlformats.org/drawingml/2006/main" noGrp="1"/>
          </p:cNvSpPr>
          <p:nvPr/>
        </p:nvSpPr>
        <p:spPr>
          <a:xfrm xmlns:a="http://schemas.openxmlformats.org/drawingml/2006/main">
            <a:off x="5419725" y="2724150"/>
            <a:ext cx="1885950" cy="6858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41" name="DP1 object 245">
            <a:extLst xmlns:a="http://schemas.openxmlformats.org/drawingml/2006/main">
              <a:ext uri="{FF2B5EF4-FFF2-40B4-BE49-F238E27FC236}">
                <a16:creationId xmlns:a16="http://schemas.microsoft.com/office/drawing/2014/main" id="{9C64226A-11CA-4FBD-BD77-309961FFD906}"/>
              </a:ext>
            </a:extLst>
          </p:cNvPr>
          <p:cNvSpPr>
            <a:spLocks xmlns:a="http://schemas.openxmlformats.org/drawingml/2006/main" noGrp="1"/>
          </p:cNvSpPr>
          <p:nvPr/>
        </p:nvSpPr>
        <p:spPr>
          <a:xfrm xmlns:a="http://schemas.openxmlformats.org/drawingml/2006/main">
            <a:off x="5467350" y="2828925"/>
            <a:ext cx="1790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유효 작업 문맥</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대화 수명</a:t>
            </a:r>
          </a:p>
        </p:txBody>
      </p:sp>
      <p:sp>
        <p:nvSpPr>
          <p:cNvPr id="42" name="Editable path 246">
            <a:extLst xmlns:a="http://schemas.openxmlformats.org/drawingml/2006/main">
              <a:ext uri="{FF2B5EF4-FFF2-40B4-BE49-F238E27FC236}">
                <a16:creationId xmlns:a16="http://schemas.microsoft.com/office/drawing/2014/main" id="{197D3AC1-B463-4F9D-960B-79F946D8AA96}"/>
              </a:ext>
            </a:extLst>
          </p:cNvPr>
          <p:cNvSpPr>
            <a:spLocks xmlns:a="http://schemas.openxmlformats.org/drawingml/2006/main" noGrp="1"/>
          </p:cNvSpPr>
          <p:nvPr/>
        </p:nvSpPr>
        <p:spPr>
          <a:xfrm xmlns:a="http://schemas.openxmlformats.org/drawingml/2006/main">
            <a:off x="4819650" y="309562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8098">
            <a:solidFill>
              <a:srgbClr val="111111"/>
            </a:solidFill>
            <a:prstDash val="solid"/>
          </a:ln>
        </p:spPr>
      </p:sp>
      <p:sp>
        <p:nvSpPr>
          <p:cNvPr id="43" name="Editable arrowhead 247">
            <a:extLst xmlns:a="http://schemas.openxmlformats.org/drawingml/2006/main">
              <a:ext uri="{FF2B5EF4-FFF2-40B4-BE49-F238E27FC236}">
                <a16:creationId xmlns:a16="http://schemas.microsoft.com/office/drawing/2014/main" id="{69C8FFE0-68E8-4BF6-8EDB-9E33C4BDCA63}"/>
              </a:ext>
            </a:extLst>
          </p:cNvPr>
          <p:cNvSpPr>
            <a:spLocks xmlns:a="http://schemas.openxmlformats.org/drawingml/2006/main" noGrp="1"/>
          </p:cNvSpPr>
          <p:nvPr/>
        </p:nvSpPr>
        <p:spPr>
          <a:xfrm xmlns:a="http://schemas.openxmlformats.org/drawingml/2006/main">
            <a:off x="4819650" y="30480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DP1 object 248">
            <a:extLst xmlns:a="http://schemas.openxmlformats.org/drawingml/2006/main">
              <a:ext uri="{FF2B5EF4-FFF2-40B4-BE49-F238E27FC236}">
                <a16:creationId xmlns:a16="http://schemas.microsoft.com/office/drawing/2014/main" id="{BEB40518-21F1-4EA4-BC8B-FB37061785DD}"/>
              </a:ext>
            </a:extLst>
          </p:cNvPr>
          <p:cNvSpPr>
            <a:spLocks xmlns:a="http://schemas.openxmlformats.org/drawingml/2006/main" noGrp="1"/>
          </p:cNvSpPr>
          <p:nvPr/>
        </p:nvSpPr>
        <p:spPr>
          <a:xfrm xmlns:a="http://schemas.openxmlformats.org/drawingml/2006/main">
            <a:off x="5000625" y="27527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5" name="DP1 object 249">
            <a:extLst xmlns:a="http://schemas.openxmlformats.org/drawingml/2006/main">
              <a:ext uri="{FF2B5EF4-FFF2-40B4-BE49-F238E27FC236}">
                <a16:creationId xmlns:a16="http://schemas.microsoft.com/office/drawing/2014/main" id="{E70B8CD5-2F4D-4C31-920B-20B6A483B2EC}"/>
              </a:ext>
            </a:extLst>
          </p:cNvPr>
          <p:cNvSpPr>
            <a:spLocks xmlns:a="http://schemas.openxmlformats.org/drawingml/2006/main" noGrp="1"/>
          </p:cNvSpPr>
          <p:nvPr/>
        </p:nvSpPr>
        <p:spPr>
          <a:xfrm xmlns:a="http://schemas.openxmlformats.org/drawingml/2006/main">
            <a:off x="5000625" y="27527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6" name="DP1 object 250">
            <a:extLst xmlns:a="http://schemas.openxmlformats.org/drawingml/2006/main">
              <a:ext uri="{FF2B5EF4-FFF2-40B4-BE49-F238E27FC236}">
                <a16:creationId xmlns:a16="http://schemas.microsoft.com/office/drawing/2014/main" id="{5B07615F-D28D-4B20-9442-5613C2E66810}"/>
              </a:ext>
            </a:extLst>
          </p:cNvPr>
          <p:cNvSpPr>
            <a:spLocks xmlns:a="http://schemas.openxmlformats.org/drawingml/2006/main" noGrp="1"/>
          </p:cNvSpPr>
          <p:nvPr/>
        </p:nvSpPr>
        <p:spPr>
          <a:xfrm xmlns:a="http://schemas.openxmlformats.org/drawingml/2006/main">
            <a:off x="4857750" y="3162300"/>
            <a:ext cx="552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재사용</a:t>
            </a:r>
          </a:p>
        </p:txBody>
      </p:sp>
      <p:sp>
        <p:nvSpPr>
          <p:cNvPr id="47" name="DP1 object 251">
            <a:extLst xmlns:a="http://schemas.openxmlformats.org/drawingml/2006/main">
              <a:ext uri="{FF2B5EF4-FFF2-40B4-BE49-F238E27FC236}">
                <a16:creationId xmlns:a16="http://schemas.microsoft.com/office/drawing/2014/main" id="{0F287221-36A5-4A41-AEA9-6F8F37CC2DB3}"/>
              </a:ext>
            </a:extLst>
          </p:cNvPr>
          <p:cNvSpPr>
            <a:spLocks xmlns:a="http://schemas.openxmlformats.org/drawingml/2006/main" noGrp="1"/>
          </p:cNvSpPr>
          <p:nvPr/>
        </p:nvSpPr>
        <p:spPr>
          <a:xfrm xmlns:a="http://schemas.openxmlformats.org/drawingml/2006/main">
            <a:off x="5419725" y="3857625"/>
            <a:ext cx="1885950" cy="695325"/>
          </a:xfrm>
          <a:prstGeom xmlns:a="http://schemas.openxmlformats.org/drawingml/2006/main" prst="rect">
            <a:avLst/>
          </a:prstGeom>
          <a:solidFill xmlns:a="http://schemas.openxmlformats.org/drawingml/2006/main">
            <a:srgbClr val="FFF6DD"/>
          </a:solidFill>
          <a:ln xmlns:a="http://schemas.openxmlformats.org/drawingml/2006/main" w="28575">
            <a:solidFill>
              <a:srgbClr val="4676CB"/>
            </a:solidFill>
            <a:prstDash val="solid"/>
          </a:ln>
        </p:spPr>
      </p:sp>
      <p:sp>
        <p:nvSpPr>
          <p:cNvPr id="48" name="DP1 object 252">
            <a:extLst xmlns:a="http://schemas.openxmlformats.org/drawingml/2006/main">
              <a:ext uri="{FF2B5EF4-FFF2-40B4-BE49-F238E27FC236}">
                <a16:creationId xmlns:a16="http://schemas.microsoft.com/office/drawing/2014/main" id="{A7C7183F-05BA-43BC-8C02-26B3EB440847}"/>
              </a:ext>
            </a:extLst>
          </p:cNvPr>
          <p:cNvSpPr>
            <a:spLocks xmlns:a="http://schemas.openxmlformats.org/drawingml/2006/main" noGrp="1"/>
          </p:cNvSpPr>
          <p:nvPr/>
        </p:nvSpPr>
        <p:spPr>
          <a:xfrm xmlns:a="http://schemas.openxmlformats.org/drawingml/2006/main">
            <a:off x="5486400" y="3895725"/>
            <a:ext cx="1752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r>
              <a:t/>
            </a:r>
          </a:p>
        </p:txBody>
      </p:sp>
      <p:sp>
        <p:nvSpPr>
          <p:cNvPr id="49" name="DP1 object 253">
            <a:extLst xmlns:a="http://schemas.openxmlformats.org/drawingml/2006/main">
              <a:ext uri="{FF2B5EF4-FFF2-40B4-BE49-F238E27FC236}">
                <a16:creationId xmlns:a16="http://schemas.microsoft.com/office/drawing/2014/main" id="{37C59826-D1A9-4F96-B773-50B2B7CB6DEC}"/>
              </a:ext>
            </a:extLst>
          </p:cNvPr>
          <p:cNvSpPr>
            <a:spLocks xmlns:a="http://schemas.openxmlformats.org/drawingml/2006/main" noGrp="1"/>
          </p:cNvSpPr>
          <p:nvPr/>
        </p:nvSpPr>
        <p:spPr>
          <a:xfrm xmlns:a="http://schemas.openxmlformats.org/drawingml/2006/main">
            <a:off x="5457825" y="3905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50" name="DP1 object 254">
            <a:extLst xmlns:a="http://schemas.openxmlformats.org/drawingml/2006/main">
              <a:ext uri="{FF2B5EF4-FFF2-40B4-BE49-F238E27FC236}">
                <a16:creationId xmlns:a16="http://schemas.microsoft.com/office/drawing/2014/main" id="{9942AB9A-7F09-429C-8F38-7012B4660B3A}"/>
              </a:ext>
            </a:extLst>
          </p:cNvPr>
          <p:cNvSpPr>
            <a:spLocks xmlns:a="http://schemas.openxmlformats.org/drawingml/2006/main" noGrp="1"/>
          </p:cNvSpPr>
          <p:nvPr/>
        </p:nvSpPr>
        <p:spPr>
          <a:xfrm xmlns:a="http://schemas.openxmlformats.org/drawingml/2006/main">
            <a:off x="5457825" y="41529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4676CB"/>
                </a:solidFill>
                <a:latin typeface="Apple SD Gothic Neo"/>
                <a:ea typeface="Apple SD Gothic Neo"/>
                <a:cs typeface="Apple SD Gothic Neo"/>
              </a:defRPr>
            </a:defPPr>
            <a:lvl1pPr algn="ctr">
              <a:defRPr sz="1275" b="0">
                <a:solidFill>
                  <a:srgbClr val="4676CB"/>
                </a:solidFill>
                <a:latin typeface="Apple SD Gothic Neo"/>
                <a:ea typeface="Apple SD Gothic Neo"/>
                <a:cs typeface="Apple SD Gothic Neo"/>
              </a:defRPr>
            </a:lvl1pPr>
            <a:lvl2pPr algn="ctr">
              <a:defRPr sz="1275" b="0">
                <a:solidFill>
                  <a:srgbClr val="4676CB"/>
                </a:solidFill>
                <a:latin typeface="Apple SD Gothic Neo"/>
                <a:ea typeface="Apple SD Gothic Neo"/>
                <a:cs typeface="Apple SD Gothic Neo"/>
              </a:defRPr>
            </a:lvl2pPr>
            <a:lvl3pPr algn="ctr">
              <a:defRPr sz="1275" b="0">
                <a:solidFill>
                  <a:srgbClr val="4676CB"/>
                </a:solidFill>
                <a:latin typeface="Apple SD Gothic Neo"/>
                <a:ea typeface="Apple SD Gothic Neo"/>
                <a:cs typeface="Apple SD Gothic Neo"/>
              </a:defRPr>
            </a:lvl3pPr>
            <a:lvl4pPr algn="ctr">
              <a:defRPr sz="1275" b="0">
                <a:solidFill>
                  <a:srgbClr val="4676CB"/>
                </a:solidFill>
                <a:latin typeface="Apple SD Gothic Neo"/>
                <a:ea typeface="Apple SD Gothic Neo"/>
                <a:cs typeface="Apple SD Gothic Neo"/>
              </a:defRPr>
            </a:lvl4pPr>
            <a:lvl5pPr algn="ctr">
              <a:defRPr sz="1275" b="0">
                <a:solidFill>
                  <a:srgbClr val="4676CB"/>
                </a:solidFill>
                <a:latin typeface="Apple SD Gothic Neo"/>
                <a:ea typeface="Apple SD Gothic Neo"/>
                <a:cs typeface="Apple SD Gothic Neo"/>
              </a:defRPr>
            </a:lvl5pPr>
            <a:lvl6pPr algn="ctr">
              <a:defRPr sz="1275" b="0">
                <a:solidFill>
                  <a:srgbClr val="4676CB"/>
                </a:solidFill>
                <a:latin typeface="Apple SD Gothic Neo"/>
                <a:ea typeface="Apple SD Gothic Neo"/>
                <a:cs typeface="Apple SD Gothic Neo"/>
              </a:defRPr>
            </a:lvl6pPr>
            <a:lvl7pPr algn="ctr">
              <a:defRPr sz="1275" b="0">
                <a:solidFill>
                  <a:srgbClr val="4676CB"/>
                </a:solidFill>
                <a:latin typeface="Apple SD Gothic Neo"/>
                <a:ea typeface="Apple SD Gothic Neo"/>
                <a:cs typeface="Apple SD Gothic Neo"/>
              </a:defRPr>
            </a:lvl7pPr>
            <a:lvl8pPr algn="ctr">
              <a:defRPr sz="1275" b="0">
                <a:solidFill>
                  <a:srgbClr val="4676CB"/>
                </a:solidFill>
                <a:latin typeface="Apple SD Gothic Neo"/>
                <a:ea typeface="Apple SD Gothic Neo"/>
                <a:cs typeface="Apple SD Gothic Neo"/>
              </a:defRPr>
            </a:lvl8pPr>
            <a:lvl9pPr algn="ctr">
              <a:defRPr sz="1275" b="0">
                <a:solidFill>
                  <a:srgbClr val="4676CB"/>
                </a:solidFill>
                <a:latin typeface="Apple SD Gothic Neo"/>
                <a:ea typeface="Apple SD Gothic Neo"/>
                <a:cs typeface="Apple SD Gothic Neo"/>
              </a:defRPr>
            </a:lvl9pPr>
          </a:lstStyle>
          <a:p xmlns:a="http://schemas.openxmlformats.org/drawingml/2006/main">
            <a:pPr algn="ctr">
              <a:defRPr sz="1275" b="0">
                <a:solidFill>
                  <a:srgbClr val="4676CB"/>
                </a:solidFill>
                <a:latin typeface="Apple SD Gothic Neo"/>
                <a:ea typeface="Apple SD Gothic Neo"/>
                <a:cs typeface="Apple SD Gothic Neo"/>
              </a:defRPr>
            </a:pPr>
            <a:r>
              <a:rPr sz="1275" b="0">
                <a:solidFill>
                  <a:srgbClr val="4676CB"/>
                </a:solidFill>
                <a:latin typeface="Apple SD Gothic Neo"/>
                <a:ea typeface="Apple SD Gothic Neo"/>
                <a:cs typeface="Apple SD Gothic Neo"/>
              </a:rPr>
              <a:t>변경 조각 조회</a:t>
            </a:r>
          </a:p>
          <a:p xmlns:a="http://schemas.openxmlformats.org/drawingml/2006/main">
            <a:pPr algn="ctr">
              <a:defRPr sz="1275" b="0">
                <a:solidFill>
                  <a:srgbClr val="4676CB"/>
                </a:solidFill>
                <a:latin typeface="Apple SD Gothic Neo"/>
                <a:ea typeface="Apple SD Gothic Neo"/>
                <a:cs typeface="Apple SD Gothic Neo"/>
              </a:defRPr>
            </a:pPr>
            <a:r>
              <a:rPr sz="1275" b="0">
                <a:solidFill>
                  <a:srgbClr val="4676CB"/>
                </a:solidFill>
                <a:latin typeface="Apple SD Gothic Neo"/>
                <a:ea typeface="Apple SD Gothic Neo"/>
                <a:cs typeface="Apple SD Gothic Neo"/>
              </a:rPr>
              <a:t>전체 현재성 재검증</a:t>
            </a:r>
          </a:p>
        </p:txBody>
      </p:sp>
      <p:sp>
        <p:nvSpPr>
          <p:cNvPr id="51" name="DP1 object 255">
            <a:extLst xmlns:a="http://schemas.openxmlformats.org/drawingml/2006/main">
              <a:ext uri="{FF2B5EF4-FFF2-40B4-BE49-F238E27FC236}">
                <a16:creationId xmlns:a16="http://schemas.microsoft.com/office/drawing/2014/main" id="{97799ACD-38A2-480E-AB01-90CCC92B11A1}"/>
              </a:ext>
            </a:extLst>
          </p:cNvPr>
          <p:cNvSpPr>
            <a:spLocks xmlns:a="http://schemas.openxmlformats.org/drawingml/2006/main" noGrp="1"/>
          </p:cNvSpPr>
          <p:nvPr/>
        </p:nvSpPr>
        <p:spPr>
          <a:xfrm xmlns:a="http://schemas.openxmlformats.org/drawingml/2006/main">
            <a:off x="5372100" y="3590925"/>
            <a:ext cx="2000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4676CB"/>
                </a:solidFill>
                <a:latin typeface="Apple SD Gothic Neo"/>
                <a:ea typeface="Apple SD Gothic Neo"/>
                <a:cs typeface="Apple SD Gothic Neo"/>
              </a:defRPr>
            </a:defPPr>
            <a:lvl1pPr algn="ctr">
              <a:defRPr sz="1500" b="1">
                <a:solidFill>
                  <a:srgbClr val="4676CB"/>
                </a:solidFill>
                <a:latin typeface="Apple SD Gothic Neo"/>
                <a:ea typeface="Apple SD Gothic Neo"/>
                <a:cs typeface="Apple SD Gothic Neo"/>
              </a:defRPr>
            </a:lvl1pPr>
            <a:lvl2pPr algn="ctr">
              <a:defRPr sz="1500" b="1">
                <a:solidFill>
                  <a:srgbClr val="4676CB"/>
                </a:solidFill>
                <a:latin typeface="Apple SD Gothic Neo"/>
                <a:ea typeface="Apple SD Gothic Neo"/>
                <a:cs typeface="Apple SD Gothic Neo"/>
              </a:defRPr>
            </a:lvl2pPr>
            <a:lvl3pPr algn="ctr">
              <a:defRPr sz="1500" b="1">
                <a:solidFill>
                  <a:srgbClr val="4676CB"/>
                </a:solidFill>
                <a:latin typeface="Apple SD Gothic Neo"/>
                <a:ea typeface="Apple SD Gothic Neo"/>
                <a:cs typeface="Apple SD Gothic Neo"/>
              </a:defRPr>
            </a:lvl3pPr>
            <a:lvl4pPr algn="ctr">
              <a:defRPr sz="1500" b="1">
                <a:solidFill>
                  <a:srgbClr val="4676CB"/>
                </a:solidFill>
                <a:latin typeface="Apple SD Gothic Neo"/>
                <a:ea typeface="Apple SD Gothic Neo"/>
                <a:cs typeface="Apple SD Gothic Neo"/>
              </a:defRPr>
            </a:lvl4pPr>
            <a:lvl5pPr algn="ctr">
              <a:defRPr sz="1500" b="1">
                <a:solidFill>
                  <a:srgbClr val="4676CB"/>
                </a:solidFill>
                <a:latin typeface="Apple SD Gothic Neo"/>
                <a:ea typeface="Apple SD Gothic Neo"/>
                <a:cs typeface="Apple SD Gothic Neo"/>
              </a:defRPr>
            </a:lvl5pPr>
            <a:lvl6pPr algn="ctr">
              <a:defRPr sz="1500" b="1">
                <a:solidFill>
                  <a:srgbClr val="4676CB"/>
                </a:solidFill>
                <a:latin typeface="Apple SD Gothic Neo"/>
                <a:ea typeface="Apple SD Gothic Neo"/>
                <a:cs typeface="Apple SD Gothic Neo"/>
              </a:defRPr>
            </a:lvl6pPr>
            <a:lvl7pPr algn="ctr">
              <a:defRPr sz="1500" b="1">
                <a:solidFill>
                  <a:srgbClr val="4676CB"/>
                </a:solidFill>
                <a:latin typeface="Apple SD Gothic Neo"/>
                <a:ea typeface="Apple SD Gothic Neo"/>
                <a:cs typeface="Apple SD Gothic Neo"/>
              </a:defRPr>
            </a:lvl7pPr>
            <a:lvl8pPr algn="ctr">
              <a:defRPr sz="1500" b="1">
                <a:solidFill>
                  <a:srgbClr val="4676CB"/>
                </a:solidFill>
                <a:latin typeface="Apple SD Gothic Neo"/>
                <a:ea typeface="Apple SD Gothic Neo"/>
                <a:cs typeface="Apple SD Gothic Neo"/>
              </a:defRPr>
            </a:lvl8pPr>
            <a:lvl9pPr algn="ctr">
              <a:defRPr sz="1500" b="1">
                <a:solidFill>
                  <a:srgbClr val="4676CB"/>
                </a:solidFill>
                <a:latin typeface="Apple SD Gothic Neo"/>
                <a:ea typeface="Apple SD Gothic Neo"/>
                <a:cs typeface="Apple SD Gothic Neo"/>
              </a:defRPr>
            </a:lvl9pPr>
          </a:lstStyle>
          <a:p xmlns:a="http://schemas.openxmlformats.org/drawingml/2006/main">
            <a:pPr algn="ctr">
              <a:defRPr sz="1500" b="1">
                <a:solidFill>
                  <a:srgbClr val="4676CB"/>
                </a:solidFill>
                <a:latin typeface="Apple SD Gothic Neo"/>
                <a:ea typeface="Apple SD Gothic Neo"/>
                <a:cs typeface="Apple SD Gothic Neo"/>
              </a:defRPr>
            </a:pPr>
            <a:r>
              <a:rPr sz="1500" b="1">
                <a:solidFill>
                  <a:srgbClr val="4676CB"/>
                </a:solidFill>
                <a:latin typeface="Apple SD Gothic Neo"/>
                <a:ea typeface="Apple SD Gothic Neo"/>
                <a:cs typeface="Apple SD Gothic Neo"/>
              </a:rPr>
              <a:t>A2 변경 조각 갱신</a:t>
            </a:r>
          </a:p>
        </p:txBody>
      </p:sp>
      <p:sp>
        <p:nvSpPr>
          <p:cNvPr id="52" name="Editable path 256">
            <a:extLst xmlns:a="http://schemas.openxmlformats.org/drawingml/2006/main">
              <a:ext uri="{FF2B5EF4-FFF2-40B4-BE49-F238E27FC236}">
                <a16:creationId xmlns:a16="http://schemas.microsoft.com/office/drawing/2014/main" id="{A892ED77-7AAE-43EB-A238-D604331A6E83}"/>
              </a:ext>
            </a:extLst>
          </p:cNvPr>
          <p:cNvSpPr>
            <a:spLocks xmlns:a="http://schemas.openxmlformats.org/drawingml/2006/main" noGrp="1"/>
          </p:cNvSpPr>
          <p:nvPr/>
        </p:nvSpPr>
        <p:spPr>
          <a:xfrm xmlns:a="http://schemas.openxmlformats.org/drawingml/2006/main">
            <a:off x="4819650" y="4105275"/>
            <a:ext cx="600075" cy="953"/>
          </a:xfrm>
          <a:custGeom xmlns:a="http://schemas.openxmlformats.org/drawingml/2006/main">
            <a:pathLst>
              <a:path w="600075" h="953">
                <a:moveTo>
                  <a:pt x="0" y="0"/>
                </a:moveTo>
                <a:lnTo>
                  <a:pt x="600075" y="0"/>
                </a:lnTo>
              </a:path>
            </a:pathLst>
          </a:custGeom>
          <a:noFill xmlns:a="http://schemas.openxmlformats.org/drawingml/2006/main"/>
          <a:ln xmlns:a="http://schemas.openxmlformats.org/drawingml/2006/main" w="17145">
            <a:solidFill>
              <a:srgbClr val="111111"/>
            </a:solidFill>
            <a:prstDash val="solid"/>
          </a:ln>
        </p:spPr>
      </p:sp>
      <p:sp>
        <p:nvSpPr>
          <p:cNvPr id="53" name="Editable arrowhead 257">
            <a:extLst xmlns:a="http://schemas.openxmlformats.org/drawingml/2006/main">
              <a:ext uri="{FF2B5EF4-FFF2-40B4-BE49-F238E27FC236}">
                <a16:creationId xmlns:a16="http://schemas.microsoft.com/office/drawing/2014/main" id="{F173F00F-869F-4379-B7CE-42641B4A73B4}"/>
              </a:ext>
            </a:extLst>
          </p:cNvPr>
          <p:cNvSpPr>
            <a:spLocks xmlns:a="http://schemas.openxmlformats.org/drawingml/2006/main" noGrp="1"/>
          </p:cNvSpPr>
          <p:nvPr/>
        </p:nvSpPr>
        <p:spPr>
          <a:xfrm xmlns:a="http://schemas.openxmlformats.org/drawingml/2006/main">
            <a:off x="5324475" y="40576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4" name="Editable path 258">
            <a:extLst xmlns:a="http://schemas.openxmlformats.org/drawingml/2006/main">
              <a:ext uri="{FF2B5EF4-FFF2-40B4-BE49-F238E27FC236}">
                <a16:creationId xmlns:a16="http://schemas.microsoft.com/office/drawing/2014/main" id="{7F53F6D3-7EDE-48C4-99C3-69049E0FA4C7}"/>
              </a:ext>
            </a:extLst>
          </p:cNvPr>
          <p:cNvSpPr>
            <a:spLocks xmlns:a="http://schemas.openxmlformats.org/drawingml/2006/main" noGrp="1"/>
          </p:cNvSpPr>
          <p:nvPr/>
        </p:nvSpPr>
        <p:spPr>
          <a:xfrm xmlns:a="http://schemas.openxmlformats.org/drawingml/2006/main">
            <a:off x="4819650" y="433387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7145">
            <a:solidFill>
              <a:srgbClr val="111111"/>
            </a:solidFill>
            <a:prstDash val="solid"/>
          </a:ln>
        </p:spPr>
      </p:sp>
      <p:sp>
        <p:nvSpPr>
          <p:cNvPr id="55" name="Editable arrowhead 259">
            <a:extLst xmlns:a="http://schemas.openxmlformats.org/drawingml/2006/main">
              <a:ext uri="{FF2B5EF4-FFF2-40B4-BE49-F238E27FC236}">
                <a16:creationId xmlns:a16="http://schemas.microsoft.com/office/drawing/2014/main" id="{390E540F-BAA4-4738-8678-BFB9AC3C91CC}"/>
              </a:ext>
            </a:extLst>
          </p:cNvPr>
          <p:cNvSpPr>
            <a:spLocks xmlns:a="http://schemas.openxmlformats.org/drawingml/2006/main" noGrp="1"/>
          </p:cNvSpPr>
          <p:nvPr/>
        </p:nvSpPr>
        <p:spPr>
          <a:xfrm xmlns:a="http://schemas.openxmlformats.org/drawingml/2006/main">
            <a:off x="4819650" y="42862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6" name="DP1 object 260">
            <a:extLst xmlns:a="http://schemas.openxmlformats.org/drawingml/2006/main">
              <a:ext uri="{FF2B5EF4-FFF2-40B4-BE49-F238E27FC236}">
                <a16:creationId xmlns:a16="http://schemas.microsoft.com/office/drawing/2014/main" id="{A6498C4C-705B-4969-913B-51DA932AD885}"/>
              </a:ext>
            </a:extLst>
          </p:cNvPr>
          <p:cNvSpPr>
            <a:spLocks xmlns:a="http://schemas.openxmlformats.org/drawingml/2006/main" noGrp="1"/>
          </p:cNvSpPr>
          <p:nvPr/>
        </p:nvSpPr>
        <p:spPr>
          <a:xfrm xmlns:a="http://schemas.openxmlformats.org/drawingml/2006/main">
            <a:off x="5000625" y="3781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7" name="DP1 object 261">
            <a:extLst xmlns:a="http://schemas.openxmlformats.org/drawingml/2006/main">
              <a:ext uri="{FF2B5EF4-FFF2-40B4-BE49-F238E27FC236}">
                <a16:creationId xmlns:a16="http://schemas.microsoft.com/office/drawing/2014/main" id="{EB3464BE-CCB8-40C0-A37C-ED55F42AA149}"/>
              </a:ext>
            </a:extLst>
          </p:cNvPr>
          <p:cNvSpPr>
            <a:spLocks xmlns:a="http://schemas.openxmlformats.org/drawingml/2006/main" noGrp="1"/>
          </p:cNvSpPr>
          <p:nvPr/>
        </p:nvSpPr>
        <p:spPr>
          <a:xfrm xmlns:a="http://schemas.openxmlformats.org/drawingml/2006/main">
            <a:off x="5000625" y="3781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8" name="Editable path 262">
            <a:extLst xmlns:a="http://schemas.openxmlformats.org/drawingml/2006/main">
              <a:ext uri="{FF2B5EF4-FFF2-40B4-BE49-F238E27FC236}">
                <a16:creationId xmlns:a16="http://schemas.microsoft.com/office/drawing/2014/main" id="{AF5B0759-3417-44CA-BF1F-D8CD8A625673}"/>
              </a:ext>
            </a:extLst>
          </p:cNvPr>
          <p:cNvSpPr>
            <a:spLocks xmlns:a="http://schemas.openxmlformats.org/drawingml/2006/main" noGrp="1"/>
          </p:cNvSpPr>
          <p:nvPr/>
        </p:nvSpPr>
        <p:spPr>
          <a:xfrm xmlns:a="http://schemas.openxmlformats.org/drawingml/2006/main">
            <a:off x="6362700" y="3409950"/>
            <a:ext cx="953" cy="447675"/>
          </a:xfrm>
          <a:custGeom xmlns:a="http://schemas.openxmlformats.org/drawingml/2006/main">
            <a:pathLst>
              <a:path w="953" h="447675">
                <a:moveTo>
                  <a:pt x="0" y="447675"/>
                </a:moveTo>
                <a:lnTo>
                  <a:pt x="0" y="0"/>
                </a:lnTo>
              </a:path>
            </a:pathLst>
          </a:custGeom>
          <a:noFill xmlns:a="http://schemas.openxmlformats.org/drawingml/2006/main"/>
          <a:ln xmlns:a="http://schemas.openxmlformats.org/drawingml/2006/main" w="17145">
            <a:solidFill>
              <a:srgbClr val="4676CB"/>
            </a:solidFill>
            <a:prstDash val="solid"/>
          </a:ln>
        </p:spPr>
      </p:sp>
      <p:sp>
        <p:nvSpPr>
          <p:cNvPr id="59" name="Editable arrowhead 263">
            <a:extLst xmlns:a="http://schemas.openxmlformats.org/drawingml/2006/main">
              <a:ext uri="{FF2B5EF4-FFF2-40B4-BE49-F238E27FC236}">
                <a16:creationId xmlns:a16="http://schemas.microsoft.com/office/drawing/2014/main" id="{06120CF5-E7F1-44A7-8C3D-495C5D29CBB5}"/>
              </a:ext>
            </a:extLst>
          </p:cNvPr>
          <p:cNvSpPr>
            <a:spLocks xmlns:a="http://schemas.openxmlformats.org/drawingml/2006/main" noGrp="1"/>
          </p:cNvSpPr>
          <p:nvPr/>
        </p:nvSpPr>
        <p:spPr>
          <a:xfrm xmlns:a="http://schemas.openxmlformats.org/drawingml/2006/main">
            <a:off x="6315075" y="34099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60" name="허용 원본">
            <a:extLst xmlns:a="http://schemas.openxmlformats.org/drawingml/2006/main">
              <a:ext uri="{FF2B5EF4-FFF2-40B4-BE49-F238E27FC236}">
                <a16:creationId xmlns:a16="http://schemas.microsoft.com/office/drawing/2014/main" id="{E94B6090-AFC8-4013-B05A-DEC928444603}"/>
              </a:ext>
            </a:extLst>
          </p:cNvPr>
          <p:cNvSpPr>
            <a:spLocks xmlns:a="http://schemas.openxmlformats.org/drawingml/2006/main" noGrp="1"/>
          </p:cNvSpPr>
          <p:nvPr/>
        </p:nvSpPr>
        <p:spPr>
          <a:xfrm xmlns:a="http://schemas.openxmlformats.org/drawingml/2006/main">
            <a:off x="5419725" y="4838700"/>
            <a:ext cx="1885950" cy="4953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61" name="DP1 object 264">
            <a:extLst xmlns:a="http://schemas.openxmlformats.org/drawingml/2006/main">
              <a:ext uri="{FF2B5EF4-FFF2-40B4-BE49-F238E27FC236}">
                <a16:creationId xmlns:a16="http://schemas.microsoft.com/office/drawing/2014/main" id="{D4280104-F565-4789-AE71-F7F26060E977}"/>
              </a:ext>
            </a:extLst>
          </p:cNvPr>
          <p:cNvSpPr>
            <a:spLocks xmlns:a="http://schemas.openxmlformats.org/drawingml/2006/main" noGrp="1"/>
          </p:cNvSpPr>
          <p:nvPr/>
        </p:nvSpPr>
        <p:spPr>
          <a:xfrm xmlns:a="http://schemas.openxmlformats.org/drawingml/2006/main">
            <a:off x="5467350" y="4943475"/>
            <a:ext cx="1790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62" name="Editable path 265">
            <a:extLst xmlns:a="http://schemas.openxmlformats.org/drawingml/2006/main">
              <a:ext uri="{FF2B5EF4-FFF2-40B4-BE49-F238E27FC236}">
                <a16:creationId xmlns:a16="http://schemas.microsoft.com/office/drawing/2014/main" id="{E9934025-B56D-41C0-A51B-791B2FB0BF85}"/>
              </a:ext>
            </a:extLst>
          </p:cNvPr>
          <p:cNvSpPr>
            <a:spLocks xmlns:a="http://schemas.openxmlformats.org/drawingml/2006/main" noGrp="1"/>
          </p:cNvSpPr>
          <p:nvPr/>
        </p:nvSpPr>
        <p:spPr>
          <a:xfrm xmlns:a="http://schemas.openxmlformats.org/drawingml/2006/main">
            <a:off x="6362700" y="4514850"/>
            <a:ext cx="953" cy="323850"/>
          </a:xfrm>
          <a:custGeom xmlns:a="http://schemas.openxmlformats.org/drawingml/2006/main">
            <a:pathLst>
              <a:path w="953" h="323850">
                <a:moveTo>
                  <a:pt x="0" y="323850"/>
                </a:moveTo>
                <a:lnTo>
                  <a:pt x="0" y="0"/>
                </a:lnTo>
              </a:path>
            </a:pathLst>
          </a:custGeom>
          <a:noFill xmlns:a="http://schemas.openxmlformats.org/drawingml/2006/main"/>
          <a:ln xmlns:a="http://schemas.openxmlformats.org/drawingml/2006/main" w="17145">
            <a:solidFill>
              <a:srgbClr val="4676CB"/>
            </a:solidFill>
            <a:prstDash val="solid"/>
          </a:ln>
        </p:spPr>
      </p:sp>
      <p:sp>
        <p:nvSpPr>
          <p:cNvPr id="63" name="Editable arrowhead 266">
            <a:extLst xmlns:a="http://schemas.openxmlformats.org/drawingml/2006/main">
              <a:ext uri="{FF2B5EF4-FFF2-40B4-BE49-F238E27FC236}">
                <a16:creationId xmlns:a16="http://schemas.microsoft.com/office/drawing/2014/main" id="{66E86AAE-1711-48A1-B750-98196FFF611E}"/>
              </a:ext>
            </a:extLst>
          </p:cNvPr>
          <p:cNvSpPr>
            <a:spLocks xmlns:a="http://schemas.openxmlformats.org/drawingml/2006/main" noGrp="1"/>
          </p:cNvSpPr>
          <p:nvPr/>
        </p:nvSpPr>
        <p:spPr>
          <a:xfrm xmlns:a="http://schemas.openxmlformats.org/drawingml/2006/main">
            <a:off x="6315075" y="45148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64" name="Editable path 267">
            <a:extLst xmlns:a="http://schemas.openxmlformats.org/drawingml/2006/main">
              <a:ext uri="{FF2B5EF4-FFF2-40B4-BE49-F238E27FC236}">
                <a16:creationId xmlns:a16="http://schemas.microsoft.com/office/drawing/2014/main" id="{0CC8B4AF-E220-44B1-8E55-7D1940477501}"/>
              </a:ext>
            </a:extLst>
          </p:cNvPr>
          <p:cNvSpPr>
            <a:spLocks xmlns:a="http://schemas.openxmlformats.org/drawingml/2006/main" noGrp="1"/>
          </p:cNvSpPr>
          <p:nvPr/>
        </p:nvSpPr>
        <p:spPr>
          <a:xfrm xmlns:a="http://schemas.openxmlformats.org/drawingml/2006/main">
            <a:off x="3657600" y="4514850"/>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17145">
            <a:solidFill>
              <a:srgbClr val="111111"/>
            </a:solidFill>
            <a:prstDash val="solid"/>
          </a:ln>
        </p:spPr>
      </p:sp>
      <p:sp>
        <p:nvSpPr>
          <p:cNvPr id="65" name="Editable arrowhead 268">
            <a:extLst xmlns:a="http://schemas.openxmlformats.org/drawingml/2006/main">
              <a:ext uri="{FF2B5EF4-FFF2-40B4-BE49-F238E27FC236}">
                <a16:creationId xmlns:a16="http://schemas.microsoft.com/office/drawing/2014/main" id="{D78311CA-7FF1-4FAE-828B-AE622BEBB2DB}"/>
              </a:ext>
            </a:extLst>
          </p:cNvPr>
          <p:cNvSpPr>
            <a:spLocks xmlns:a="http://schemas.openxmlformats.org/drawingml/2006/main" noGrp="1"/>
          </p:cNvSpPr>
          <p:nvPr/>
        </p:nvSpPr>
        <p:spPr>
          <a:xfrm xmlns:a="http://schemas.openxmlformats.org/drawingml/2006/main">
            <a:off x="3609975" y="47815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6" name="DP1 object 269">
            <a:extLst xmlns:a="http://schemas.openxmlformats.org/drawingml/2006/main">
              <a:ext uri="{FF2B5EF4-FFF2-40B4-BE49-F238E27FC236}">
                <a16:creationId xmlns:a16="http://schemas.microsoft.com/office/drawing/2014/main" id="{FE9325CE-4003-4059-9798-9911CD88BB3E}"/>
              </a:ext>
            </a:extLst>
          </p:cNvPr>
          <p:cNvSpPr>
            <a:spLocks xmlns:a="http://schemas.openxmlformats.org/drawingml/2006/main" noGrp="1"/>
          </p:cNvSpPr>
          <p:nvPr/>
        </p:nvSpPr>
        <p:spPr>
          <a:xfrm xmlns:a="http://schemas.openxmlformats.org/drawingml/2006/main">
            <a:off x="3790950" y="45720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67" name="DP1 object 270">
            <a:extLst xmlns:a="http://schemas.openxmlformats.org/drawingml/2006/main">
              <a:ext uri="{FF2B5EF4-FFF2-40B4-BE49-F238E27FC236}">
                <a16:creationId xmlns:a16="http://schemas.microsoft.com/office/drawing/2014/main" id="{10A5976B-F4B6-4012-B43B-F0B7DD357ACC}"/>
              </a:ext>
            </a:extLst>
          </p:cNvPr>
          <p:cNvSpPr>
            <a:spLocks xmlns:a="http://schemas.openxmlformats.org/drawingml/2006/main" noGrp="1"/>
          </p:cNvSpPr>
          <p:nvPr/>
        </p:nvSpPr>
        <p:spPr>
          <a:xfrm xmlns:a="http://schemas.openxmlformats.org/drawingml/2006/main">
            <a:off x="3790950" y="45720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68" name="Request Controller&#10;현재 요청에서 채택">
            <a:extLst xmlns:a="http://schemas.openxmlformats.org/drawingml/2006/main">
              <a:ext uri="{FF2B5EF4-FFF2-40B4-BE49-F238E27FC236}">
                <a16:creationId xmlns:a16="http://schemas.microsoft.com/office/drawing/2014/main" id="{30A8089C-8C53-496B-A83C-5CBC69FDCD31}"/>
              </a:ext>
            </a:extLst>
          </p:cNvPr>
          <p:cNvSpPr>
            <a:spLocks xmlns:a="http://schemas.openxmlformats.org/drawingml/2006/main" noGrp="1"/>
          </p:cNvSpPr>
          <p:nvPr/>
        </p:nvSpPr>
        <p:spPr>
          <a:xfrm xmlns:a="http://schemas.openxmlformats.org/drawingml/2006/main">
            <a:off x="2495550" y="4876800"/>
            <a:ext cx="2324100" cy="4762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9" name="DP1 object 271">
            <a:extLst xmlns:a="http://schemas.openxmlformats.org/drawingml/2006/main">
              <a:ext uri="{FF2B5EF4-FFF2-40B4-BE49-F238E27FC236}">
                <a16:creationId xmlns:a16="http://schemas.microsoft.com/office/drawing/2014/main" id="{71ACB7A0-63E4-4093-B413-9D3931CA9E07}"/>
              </a:ext>
            </a:extLst>
          </p:cNvPr>
          <p:cNvSpPr>
            <a:spLocks xmlns:a="http://schemas.openxmlformats.org/drawingml/2006/main" noGrp="1"/>
          </p:cNvSpPr>
          <p:nvPr/>
        </p:nvSpPr>
        <p:spPr>
          <a:xfrm xmlns:a="http://schemas.openxmlformats.org/drawingml/2006/main">
            <a:off x="2562225" y="49149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Request Controller</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 요청에서 채택</a:t>
            </a:r>
          </a:p>
        </p:txBody>
      </p:sp>
      <p:sp>
        <p:nvSpPr>
          <p:cNvPr id="70" name="DP1 object 272">
            <a:extLst xmlns:a="http://schemas.openxmlformats.org/drawingml/2006/main">
              <a:ext uri="{FF2B5EF4-FFF2-40B4-BE49-F238E27FC236}">
                <a16:creationId xmlns:a16="http://schemas.microsoft.com/office/drawing/2014/main" id="{7A908C74-8111-4361-A2B6-A3D6A13D9D3B}"/>
              </a:ext>
            </a:extLst>
          </p:cNvPr>
          <p:cNvSpPr>
            <a:spLocks xmlns:a="http://schemas.openxmlformats.org/drawingml/2006/main" noGrp="1"/>
          </p:cNvSpPr>
          <p:nvPr/>
        </p:nvSpPr>
        <p:spPr>
          <a:xfrm xmlns:a="http://schemas.openxmlformats.org/drawingml/2006/main">
            <a:off x="2495550" y="5381625"/>
            <a:ext cx="4810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다음 요청에 유효 문맥 유지</a:t>
            </a:r>
          </a:p>
        </p:txBody>
      </p:sp>
      <p:sp>
        <p:nvSpPr>
          <p:cNvPr id="71" name="DP1 object 273">
            <a:extLst xmlns:a="http://schemas.openxmlformats.org/drawingml/2006/main">
              <a:ext uri="{FF2B5EF4-FFF2-40B4-BE49-F238E27FC236}">
                <a16:creationId xmlns:a16="http://schemas.microsoft.com/office/drawing/2014/main" id="{BF432A47-A385-4B29-AF8D-D1A5DD714BEC}"/>
              </a:ext>
            </a:extLst>
          </p:cNvPr>
          <p:cNvSpPr>
            <a:spLocks xmlns:a="http://schemas.openxmlformats.org/drawingml/2006/main" noGrp="1"/>
          </p:cNvSpPr>
          <p:nvPr/>
        </p:nvSpPr>
        <p:spPr>
          <a:xfrm xmlns:a="http://schemas.openxmlformats.org/drawingml/2006/main">
            <a:off x="7724775" y="2257425"/>
            <a:ext cx="2714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111111"/>
                </a:solidFill>
                <a:latin typeface="Apple SD Gothic Neo"/>
                <a:ea typeface="Apple SD Gothic Neo"/>
                <a:cs typeface="Apple SD Gothic Neo"/>
              </a:defRPr>
            </a:defPPr>
            <a:lvl1pPr algn="l">
              <a:defRPr sz="1500" b="1">
                <a:solidFill>
                  <a:srgbClr val="111111"/>
                </a:solidFill>
                <a:latin typeface="Apple SD Gothic Neo"/>
                <a:ea typeface="Apple SD Gothic Neo"/>
                <a:cs typeface="Apple SD Gothic Neo"/>
              </a:defRPr>
            </a:lvl1pPr>
            <a:lvl2pPr algn="l">
              <a:defRPr sz="1500" b="1">
                <a:solidFill>
                  <a:srgbClr val="111111"/>
                </a:solidFill>
                <a:latin typeface="Apple SD Gothic Neo"/>
                <a:ea typeface="Apple SD Gothic Neo"/>
                <a:cs typeface="Apple SD Gothic Neo"/>
              </a:defRPr>
            </a:lvl2pPr>
            <a:lvl3pPr algn="l">
              <a:defRPr sz="1500" b="1">
                <a:solidFill>
                  <a:srgbClr val="111111"/>
                </a:solidFill>
                <a:latin typeface="Apple SD Gothic Neo"/>
                <a:ea typeface="Apple SD Gothic Neo"/>
                <a:cs typeface="Apple SD Gothic Neo"/>
              </a:defRPr>
            </a:lvl3pPr>
            <a:lvl4pPr algn="l">
              <a:defRPr sz="1500" b="1">
                <a:solidFill>
                  <a:srgbClr val="111111"/>
                </a:solidFill>
                <a:latin typeface="Apple SD Gothic Neo"/>
                <a:ea typeface="Apple SD Gothic Neo"/>
                <a:cs typeface="Apple SD Gothic Neo"/>
              </a:defRPr>
            </a:lvl4pPr>
            <a:lvl5pPr algn="l">
              <a:defRPr sz="1500" b="1">
                <a:solidFill>
                  <a:srgbClr val="111111"/>
                </a:solidFill>
                <a:latin typeface="Apple SD Gothic Neo"/>
                <a:ea typeface="Apple SD Gothic Neo"/>
                <a:cs typeface="Apple SD Gothic Neo"/>
              </a:defRPr>
            </a:lvl5pPr>
            <a:lvl6pPr algn="l">
              <a:defRPr sz="1500" b="1">
                <a:solidFill>
                  <a:srgbClr val="111111"/>
                </a:solidFill>
                <a:latin typeface="Apple SD Gothic Neo"/>
                <a:ea typeface="Apple SD Gothic Neo"/>
                <a:cs typeface="Apple SD Gothic Neo"/>
              </a:defRPr>
            </a:lvl6pPr>
            <a:lvl7pPr algn="l">
              <a:defRPr sz="1500" b="1">
                <a:solidFill>
                  <a:srgbClr val="111111"/>
                </a:solidFill>
                <a:latin typeface="Apple SD Gothic Neo"/>
                <a:ea typeface="Apple SD Gothic Neo"/>
                <a:cs typeface="Apple SD Gothic Neo"/>
              </a:defRPr>
            </a:lvl7pPr>
            <a:lvl8pPr algn="l">
              <a:defRPr sz="1500" b="1">
                <a:solidFill>
                  <a:srgbClr val="111111"/>
                </a:solidFill>
                <a:latin typeface="Apple SD Gothic Neo"/>
                <a:ea typeface="Apple SD Gothic Neo"/>
                <a:cs typeface="Apple SD Gothic Neo"/>
              </a:defRPr>
            </a:lvl8pPr>
            <a:lvl9pPr algn="l">
              <a:defRPr sz="1500" b="1">
                <a:solidFill>
                  <a:srgbClr val="111111"/>
                </a:solidFill>
                <a:latin typeface="Apple SD Gothic Neo"/>
                <a:ea typeface="Apple SD Gothic Neo"/>
                <a:cs typeface="Apple SD Gothic Neo"/>
              </a:defRPr>
            </a:lvl9pPr>
          </a:lstStyle>
          <a:p xmlns:a="http://schemas.openxmlformats.org/drawingml/2006/main">
            <a:pPr algn="l">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현재 입력 + 최근 대화·채택 상태</a:t>
            </a:r>
          </a:p>
        </p:txBody>
      </p:sp>
      <p:sp>
        <p:nvSpPr>
          <p:cNvPr id="72" name="Editable path 274">
            <a:extLst xmlns:a="http://schemas.openxmlformats.org/drawingml/2006/main">
              <a:ext uri="{FF2B5EF4-FFF2-40B4-BE49-F238E27FC236}">
                <a16:creationId xmlns:a16="http://schemas.microsoft.com/office/drawing/2014/main" id="{C57BDFDF-23C7-458F-90FC-3DAA06E1D3DB}"/>
              </a:ext>
            </a:extLst>
          </p:cNvPr>
          <p:cNvSpPr>
            <a:spLocks xmlns:a="http://schemas.openxmlformats.org/drawingml/2006/main" noGrp="1"/>
          </p:cNvSpPr>
          <p:nvPr/>
        </p:nvSpPr>
        <p:spPr>
          <a:xfrm xmlns:a="http://schemas.openxmlformats.org/drawingml/2006/main">
            <a:off x="8848725" y="25336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6193">
            <a:solidFill>
              <a:srgbClr val="111111"/>
            </a:solidFill>
            <a:prstDash val="solid"/>
          </a:ln>
        </p:spPr>
      </p:sp>
      <p:sp>
        <p:nvSpPr>
          <p:cNvPr id="73" name="Editable arrowhead 275">
            <a:extLst xmlns:a="http://schemas.openxmlformats.org/drawingml/2006/main">
              <a:ext uri="{FF2B5EF4-FFF2-40B4-BE49-F238E27FC236}">
                <a16:creationId xmlns:a16="http://schemas.microsoft.com/office/drawing/2014/main" id="{DE12329B-40C4-4460-BA62-923956834106}"/>
              </a:ext>
            </a:extLst>
          </p:cNvPr>
          <p:cNvSpPr>
            <a:spLocks xmlns:a="http://schemas.openxmlformats.org/drawingml/2006/main" noGrp="1"/>
          </p:cNvSpPr>
          <p:nvPr/>
        </p:nvSpPr>
        <p:spPr>
          <a:xfrm xmlns:a="http://schemas.openxmlformats.org/drawingml/2006/main">
            <a:off x="8801100" y="2667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4" name="DP1 object 276">
            <a:extLst xmlns:a="http://schemas.openxmlformats.org/drawingml/2006/main">
              <a:ext uri="{FF2B5EF4-FFF2-40B4-BE49-F238E27FC236}">
                <a16:creationId xmlns:a16="http://schemas.microsoft.com/office/drawing/2014/main" id="{552B6F44-D171-412D-967A-3FA213EC2F7C}"/>
              </a:ext>
            </a:extLst>
          </p:cNvPr>
          <p:cNvSpPr>
            <a:spLocks xmlns:a="http://schemas.openxmlformats.org/drawingml/2006/main" noGrp="1"/>
          </p:cNvSpPr>
          <p:nvPr/>
        </p:nvSpPr>
        <p:spPr>
          <a:xfrm xmlns:a="http://schemas.openxmlformats.org/drawingml/2006/main">
            <a:off x="7753350" y="2762250"/>
            <a:ext cx="2324100" cy="17526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75" name="DP1 object 277">
            <a:extLst xmlns:a="http://schemas.openxmlformats.org/drawingml/2006/main">
              <a:ext uri="{FF2B5EF4-FFF2-40B4-BE49-F238E27FC236}">
                <a16:creationId xmlns:a16="http://schemas.microsoft.com/office/drawing/2014/main" id="{2BDD1C36-F61C-41F0-A9EB-B0D3C2D5D1FC}"/>
              </a:ext>
            </a:extLst>
          </p:cNvPr>
          <p:cNvSpPr>
            <a:spLocks xmlns:a="http://schemas.openxmlformats.org/drawingml/2006/main" noGrp="1"/>
          </p:cNvSpPr>
          <p:nvPr/>
        </p:nvSpPr>
        <p:spPr>
          <a:xfrm xmlns:a="http://schemas.openxmlformats.org/drawingml/2006/main">
            <a:off x="7820025" y="2800350"/>
            <a:ext cx="2190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r>
              <a:t/>
            </a:r>
          </a:p>
        </p:txBody>
      </p:sp>
      <p:sp>
        <p:nvSpPr>
          <p:cNvPr id="76" name="DP1 object 278">
            <a:extLst xmlns:a="http://schemas.openxmlformats.org/drawingml/2006/main">
              <a:ext uri="{FF2B5EF4-FFF2-40B4-BE49-F238E27FC236}">
                <a16:creationId xmlns:a16="http://schemas.microsoft.com/office/drawing/2014/main" id="{D7B54014-AF6A-46F1-B4E8-65BABF9DFDCA}"/>
              </a:ext>
            </a:extLst>
          </p:cNvPr>
          <p:cNvSpPr>
            <a:spLocks xmlns:a="http://schemas.openxmlformats.org/drawingml/2006/main" noGrp="1"/>
          </p:cNvSpPr>
          <p:nvPr/>
        </p:nvSpPr>
        <p:spPr>
          <a:xfrm xmlns:a="http://schemas.openxmlformats.org/drawingml/2006/main">
            <a:off x="7820025" y="28575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Interpreter</a:t>
            </a:r>
          </a:p>
        </p:txBody>
      </p:sp>
      <p:sp>
        <p:nvSpPr>
          <p:cNvPr id="77" name="Editable path 279">
            <a:extLst xmlns:a="http://schemas.openxmlformats.org/drawingml/2006/main">
              <a:ext uri="{FF2B5EF4-FFF2-40B4-BE49-F238E27FC236}">
                <a16:creationId xmlns:a16="http://schemas.microsoft.com/office/drawing/2014/main" id="{28EE9CD3-7A78-4972-9A59-6A0615CC56A7}"/>
              </a:ext>
            </a:extLst>
          </p:cNvPr>
          <p:cNvSpPr>
            <a:spLocks xmlns:a="http://schemas.openxmlformats.org/drawingml/2006/main" noGrp="1"/>
          </p:cNvSpPr>
          <p:nvPr/>
        </p:nvSpPr>
        <p:spPr>
          <a:xfrm xmlns:a="http://schemas.openxmlformats.org/drawingml/2006/main">
            <a:off x="7867650" y="3257550"/>
            <a:ext cx="2095500" cy="953"/>
          </a:xfrm>
          <a:custGeom xmlns:a="http://schemas.openxmlformats.org/drawingml/2006/main">
            <a:pathLst>
              <a:path w="2095500" h="953">
                <a:moveTo>
                  <a:pt x="0" y="0"/>
                </a:moveTo>
                <a:lnTo>
                  <a:pt x="2095500" y="0"/>
                </a:lnTo>
              </a:path>
            </a:pathLst>
          </a:custGeom>
          <a:noFill xmlns:a="http://schemas.openxmlformats.org/drawingml/2006/main"/>
          <a:ln xmlns:a="http://schemas.openxmlformats.org/drawingml/2006/main" w="11430">
            <a:solidFill>
              <a:srgbClr val="111111"/>
            </a:solidFill>
            <a:prstDash val="solid"/>
          </a:ln>
        </p:spPr>
      </p:sp>
      <p:sp>
        <p:nvSpPr>
          <p:cNvPr id="78" name="DP1 object 280">
            <a:extLst xmlns:a="http://schemas.openxmlformats.org/drawingml/2006/main">
              <a:ext uri="{FF2B5EF4-FFF2-40B4-BE49-F238E27FC236}">
                <a16:creationId xmlns:a16="http://schemas.microsoft.com/office/drawing/2014/main" id="{E0EA6D60-C1BF-4F0E-BA70-DC53BE7E88AB}"/>
              </a:ext>
            </a:extLst>
          </p:cNvPr>
          <p:cNvSpPr>
            <a:spLocks xmlns:a="http://schemas.openxmlformats.org/drawingml/2006/main" noGrp="1"/>
          </p:cNvSpPr>
          <p:nvPr/>
        </p:nvSpPr>
        <p:spPr>
          <a:xfrm xmlns:a="http://schemas.openxmlformats.org/drawingml/2006/main">
            <a:off x="7867650" y="3371850"/>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이번 요청에 필요한</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근거 범위 판단</a:t>
            </a:r>
          </a:p>
        </p:txBody>
      </p:sp>
      <p:sp>
        <p:nvSpPr>
          <p:cNvPr id="79" name="DP1 object 281">
            <a:extLst xmlns:a="http://schemas.openxmlformats.org/drawingml/2006/main">
              <a:ext uri="{FF2B5EF4-FFF2-40B4-BE49-F238E27FC236}">
                <a16:creationId xmlns:a16="http://schemas.microsoft.com/office/drawing/2014/main" id="{0C1F6ECF-0CA2-46E1-8ACB-1B8213DE2EC7}"/>
              </a:ext>
            </a:extLst>
          </p:cNvPr>
          <p:cNvSpPr>
            <a:spLocks xmlns:a="http://schemas.openxmlformats.org/drawingml/2006/main" noGrp="1"/>
          </p:cNvSpPr>
          <p:nvPr/>
        </p:nvSpPr>
        <p:spPr>
          <a:xfrm xmlns:a="http://schemas.openxmlformats.org/drawingml/2006/main">
            <a:off x="7867650" y="40671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부족하면 추가 조회</a:t>
            </a:r>
          </a:p>
        </p:txBody>
      </p:sp>
      <p:sp>
        <p:nvSpPr>
          <p:cNvPr id="80" name="요청 근거 묶음&#10;요청 수명">
            <a:extLst xmlns:a="http://schemas.openxmlformats.org/drawingml/2006/main">
              <a:ext uri="{FF2B5EF4-FFF2-40B4-BE49-F238E27FC236}">
                <a16:creationId xmlns:a16="http://schemas.microsoft.com/office/drawing/2014/main" id="{14DFDCC0-0FF7-497D-AE7D-C0903BF1EBB9}"/>
              </a:ext>
            </a:extLst>
          </p:cNvPr>
          <p:cNvSpPr>
            <a:spLocks xmlns:a="http://schemas.openxmlformats.org/drawingml/2006/main" noGrp="1"/>
          </p:cNvSpPr>
          <p:nvPr/>
        </p:nvSpPr>
        <p:spPr>
          <a:xfrm xmlns:a="http://schemas.openxmlformats.org/drawingml/2006/main">
            <a:off x="10677525" y="2724150"/>
            <a:ext cx="1885950" cy="6858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1" name="DP1 object 282">
            <a:extLst xmlns:a="http://schemas.openxmlformats.org/drawingml/2006/main">
              <a:ext uri="{FF2B5EF4-FFF2-40B4-BE49-F238E27FC236}">
                <a16:creationId xmlns:a16="http://schemas.microsoft.com/office/drawing/2014/main" id="{3D918CE5-2057-4CA5-9A86-9704329931F7}"/>
              </a:ext>
            </a:extLst>
          </p:cNvPr>
          <p:cNvSpPr>
            <a:spLocks xmlns:a="http://schemas.openxmlformats.org/drawingml/2006/main" noGrp="1"/>
          </p:cNvSpPr>
          <p:nvPr/>
        </p:nvSpPr>
        <p:spPr>
          <a:xfrm xmlns:a="http://schemas.openxmlformats.org/drawingml/2006/main">
            <a:off x="10725150" y="2828925"/>
            <a:ext cx="1790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요청 근거 묶음</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요청 수명</a:t>
            </a:r>
          </a:p>
        </p:txBody>
      </p:sp>
      <p:sp>
        <p:nvSpPr>
          <p:cNvPr id="82" name="DP1 object 283">
            <a:extLst xmlns:a="http://schemas.openxmlformats.org/drawingml/2006/main">
              <a:ext uri="{FF2B5EF4-FFF2-40B4-BE49-F238E27FC236}">
                <a16:creationId xmlns:a16="http://schemas.microsoft.com/office/drawing/2014/main" id="{CD630AF0-5709-485E-97D9-06839BD884A0}"/>
              </a:ext>
            </a:extLst>
          </p:cNvPr>
          <p:cNvSpPr>
            <a:spLocks xmlns:a="http://schemas.openxmlformats.org/drawingml/2006/main" noGrp="1"/>
          </p:cNvSpPr>
          <p:nvPr/>
        </p:nvSpPr>
        <p:spPr>
          <a:xfrm xmlns:a="http://schemas.openxmlformats.org/drawingml/2006/main">
            <a:off x="10582275" y="2638425"/>
            <a:ext cx="2076450" cy="847725"/>
          </a:xfrm>
          <a:prstGeom xmlns:a="http://schemas.openxmlformats.org/drawingml/2006/main" prst="rect">
            <a:avLst/>
          </a:prstGeom>
          <a:noFill xmlns:a="http://schemas.openxmlformats.org/drawingml/2006/main"/>
          <a:ln xmlns:a="http://schemas.openxmlformats.org/drawingml/2006/main" w="11430">
            <a:solidFill>
              <a:srgbClr val="98999B"/>
            </a:solidFill>
            <a:prstDash val="dash"/>
          </a:ln>
        </p:spPr>
      </p:sp>
      <p:sp>
        <p:nvSpPr>
          <p:cNvPr id="83" name="Editable path 284">
            <a:extLst xmlns:a="http://schemas.openxmlformats.org/drawingml/2006/main">
              <a:ext uri="{FF2B5EF4-FFF2-40B4-BE49-F238E27FC236}">
                <a16:creationId xmlns:a16="http://schemas.microsoft.com/office/drawing/2014/main" id="{517B1A9D-C2B1-4BAE-912C-83D1659D93D3}"/>
              </a:ext>
            </a:extLst>
          </p:cNvPr>
          <p:cNvSpPr>
            <a:spLocks xmlns:a="http://schemas.openxmlformats.org/drawingml/2006/main" noGrp="1"/>
          </p:cNvSpPr>
          <p:nvPr/>
        </p:nvSpPr>
        <p:spPr>
          <a:xfrm xmlns:a="http://schemas.openxmlformats.org/drawingml/2006/main">
            <a:off x="10077450" y="309562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8098">
            <a:solidFill>
              <a:srgbClr val="111111"/>
            </a:solidFill>
            <a:prstDash val="solid"/>
          </a:ln>
        </p:spPr>
      </p:sp>
      <p:sp>
        <p:nvSpPr>
          <p:cNvPr id="84" name="Editable arrowhead 285">
            <a:extLst xmlns:a="http://schemas.openxmlformats.org/drawingml/2006/main">
              <a:ext uri="{FF2B5EF4-FFF2-40B4-BE49-F238E27FC236}">
                <a16:creationId xmlns:a16="http://schemas.microsoft.com/office/drawing/2014/main" id="{1D4A3DC1-1C09-4B26-8AA7-4E7F014F3E44}"/>
              </a:ext>
            </a:extLst>
          </p:cNvPr>
          <p:cNvSpPr>
            <a:spLocks xmlns:a="http://schemas.openxmlformats.org/drawingml/2006/main" noGrp="1"/>
          </p:cNvSpPr>
          <p:nvPr/>
        </p:nvSpPr>
        <p:spPr>
          <a:xfrm xmlns:a="http://schemas.openxmlformats.org/drawingml/2006/main">
            <a:off x="10077450" y="30480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5" name="DP1 object 286">
            <a:extLst xmlns:a="http://schemas.openxmlformats.org/drawingml/2006/main">
              <a:ext uri="{FF2B5EF4-FFF2-40B4-BE49-F238E27FC236}">
                <a16:creationId xmlns:a16="http://schemas.microsoft.com/office/drawing/2014/main" id="{EF4061C9-F2B5-4DF4-BCAF-38130E6AE9E3}"/>
              </a:ext>
            </a:extLst>
          </p:cNvPr>
          <p:cNvSpPr>
            <a:spLocks xmlns:a="http://schemas.openxmlformats.org/drawingml/2006/main" noGrp="1"/>
          </p:cNvSpPr>
          <p:nvPr/>
        </p:nvSpPr>
        <p:spPr>
          <a:xfrm xmlns:a="http://schemas.openxmlformats.org/drawingml/2006/main">
            <a:off x="10258425" y="27527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86" name="DP1 object 287">
            <a:extLst xmlns:a="http://schemas.openxmlformats.org/drawingml/2006/main">
              <a:ext uri="{FF2B5EF4-FFF2-40B4-BE49-F238E27FC236}">
                <a16:creationId xmlns:a16="http://schemas.microsoft.com/office/drawing/2014/main" id="{A809A40E-99A0-4813-AFB2-A76906EAD214}"/>
              </a:ext>
            </a:extLst>
          </p:cNvPr>
          <p:cNvSpPr>
            <a:spLocks xmlns:a="http://schemas.openxmlformats.org/drawingml/2006/main" noGrp="1"/>
          </p:cNvSpPr>
          <p:nvPr/>
        </p:nvSpPr>
        <p:spPr>
          <a:xfrm xmlns:a="http://schemas.openxmlformats.org/drawingml/2006/main">
            <a:off x="10258425" y="27527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87" name="DP1 object 288">
            <a:extLst xmlns:a="http://schemas.openxmlformats.org/drawingml/2006/main">
              <a:ext uri="{FF2B5EF4-FFF2-40B4-BE49-F238E27FC236}">
                <a16:creationId xmlns:a16="http://schemas.microsoft.com/office/drawing/2014/main" id="{43B52ACB-5A45-47A7-82E1-927247401B9F}"/>
              </a:ext>
            </a:extLst>
          </p:cNvPr>
          <p:cNvSpPr>
            <a:spLocks xmlns:a="http://schemas.openxmlformats.org/drawingml/2006/main" noGrp="1"/>
          </p:cNvSpPr>
          <p:nvPr/>
        </p:nvSpPr>
        <p:spPr>
          <a:xfrm xmlns:a="http://schemas.openxmlformats.org/drawingml/2006/main">
            <a:off x="10115550" y="3162300"/>
            <a:ext cx="552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반환</a:t>
            </a:r>
          </a:p>
        </p:txBody>
      </p:sp>
      <p:sp>
        <p:nvSpPr>
          <p:cNvPr id="88" name="Context Manager">
            <a:extLst xmlns:a="http://schemas.openxmlformats.org/drawingml/2006/main">
              <a:ext uri="{FF2B5EF4-FFF2-40B4-BE49-F238E27FC236}">
                <a16:creationId xmlns:a16="http://schemas.microsoft.com/office/drawing/2014/main" id="{A1BF872E-9E4D-4CC1-BE65-AF090C90A555}"/>
              </a:ext>
            </a:extLst>
          </p:cNvPr>
          <p:cNvSpPr>
            <a:spLocks xmlns:a="http://schemas.openxmlformats.org/drawingml/2006/main" noGrp="1"/>
          </p:cNvSpPr>
          <p:nvPr/>
        </p:nvSpPr>
        <p:spPr>
          <a:xfrm xmlns:a="http://schemas.openxmlformats.org/drawingml/2006/main">
            <a:off x="10677525" y="3924300"/>
            <a:ext cx="1885950" cy="5905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89" name="DP1 object 289">
            <a:extLst xmlns:a="http://schemas.openxmlformats.org/drawingml/2006/main">
              <a:ext uri="{FF2B5EF4-FFF2-40B4-BE49-F238E27FC236}">
                <a16:creationId xmlns:a16="http://schemas.microsoft.com/office/drawing/2014/main" id="{F1EC0000-18E1-46F3-BBA9-1A4B9726AD12}"/>
              </a:ext>
            </a:extLst>
          </p:cNvPr>
          <p:cNvSpPr>
            <a:spLocks xmlns:a="http://schemas.openxmlformats.org/drawingml/2006/main" noGrp="1"/>
          </p:cNvSpPr>
          <p:nvPr/>
        </p:nvSpPr>
        <p:spPr>
          <a:xfrm xmlns:a="http://schemas.openxmlformats.org/drawingml/2006/main">
            <a:off x="10744200" y="3962400"/>
            <a:ext cx="1752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90" name="DP1 object 290">
            <a:extLst xmlns:a="http://schemas.openxmlformats.org/drawingml/2006/main">
              <a:ext uri="{FF2B5EF4-FFF2-40B4-BE49-F238E27FC236}">
                <a16:creationId xmlns:a16="http://schemas.microsoft.com/office/drawing/2014/main" id="{A0B1498B-AD7C-4D02-9BD2-EDB52776DD45}"/>
              </a:ext>
            </a:extLst>
          </p:cNvPr>
          <p:cNvSpPr>
            <a:spLocks xmlns:a="http://schemas.openxmlformats.org/drawingml/2006/main" noGrp="1"/>
          </p:cNvSpPr>
          <p:nvPr/>
        </p:nvSpPr>
        <p:spPr>
          <a:xfrm xmlns:a="http://schemas.openxmlformats.org/drawingml/2006/main">
            <a:off x="10572750" y="3600450"/>
            <a:ext cx="2076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현재 요청에 맞춰 구성</a:t>
            </a:r>
          </a:p>
        </p:txBody>
      </p:sp>
      <p:sp>
        <p:nvSpPr>
          <p:cNvPr id="91" name="Editable path 291">
            <a:extLst xmlns:a="http://schemas.openxmlformats.org/drawingml/2006/main">
              <a:ext uri="{FF2B5EF4-FFF2-40B4-BE49-F238E27FC236}">
                <a16:creationId xmlns:a16="http://schemas.microsoft.com/office/drawing/2014/main" id="{6BB563BD-98D7-4A18-BB45-DF3F9BA217E6}"/>
              </a:ext>
            </a:extLst>
          </p:cNvPr>
          <p:cNvSpPr>
            <a:spLocks xmlns:a="http://schemas.openxmlformats.org/drawingml/2006/main" noGrp="1"/>
          </p:cNvSpPr>
          <p:nvPr/>
        </p:nvSpPr>
        <p:spPr>
          <a:xfrm xmlns:a="http://schemas.openxmlformats.org/drawingml/2006/main">
            <a:off x="10077450" y="4105275"/>
            <a:ext cx="600075" cy="953"/>
          </a:xfrm>
          <a:custGeom xmlns:a="http://schemas.openxmlformats.org/drawingml/2006/main">
            <a:pathLst>
              <a:path w="600075" h="953">
                <a:moveTo>
                  <a:pt x="0" y="0"/>
                </a:moveTo>
                <a:lnTo>
                  <a:pt x="600075" y="0"/>
                </a:lnTo>
              </a:path>
            </a:pathLst>
          </a:custGeom>
          <a:noFill xmlns:a="http://schemas.openxmlformats.org/drawingml/2006/main"/>
          <a:ln xmlns:a="http://schemas.openxmlformats.org/drawingml/2006/main" w="17145">
            <a:solidFill>
              <a:srgbClr val="111111"/>
            </a:solidFill>
            <a:prstDash val="solid"/>
          </a:ln>
        </p:spPr>
      </p:sp>
      <p:sp>
        <p:nvSpPr>
          <p:cNvPr id="92" name="Editable arrowhead 292">
            <a:extLst xmlns:a="http://schemas.openxmlformats.org/drawingml/2006/main">
              <a:ext uri="{FF2B5EF4-FFF2-40B4-BE49-F238E27FC236}">
                <a16:creationId xmlns:a16="http://schemas.microsoft.com/office/drawing/2014/main" id="{9C31EECB-49AE-4EFC-B08E-40CD5DE265DC}"/>
              </a:ext>
            </a:extLst>
          </p:cNvPr>
          <p:cNvSpPr>
            <a:spLocks xmlns:a="http://schemas.openxmlformats.org/drawingml/2006/main" noGrp="1"/>
          </p:cNvSpPr>
          <p:nvPr/>
        </p:nvSpPr>
        <p:spPr>
          <a:xfrm xmlns:a="http://schemas.openxmlformats.org/drawingml/2006/main">
            <a:off x="10582275" y="40576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3" name="Editable path 293">
            <a:extLst xmlns:a="http://schemas.openxmlformats.org/drawingml/2006/main">
              <a:ext uri="{FF2B5EF4-FFF2-40B4-BE49-F238E27FC236}">
                <a16:creationId xmlns:a16="http://schemas.microsoft.com/office/drawing/2014/main" id="{F70AF36F-8693-4AEF-BB93-F811B3D6EEE5}"/>
              </a:ext>
            </a:extLst>
          </p:cNvPr>
          <p:cNvSpPr>
            <a:spLocks xmlns:a="http://schemas.openxmlformats.org/drawingml/2006/main" noGrp="1"/>
          </p:cNvSpPr>
          <p:nvPr/>
        </p:nvSpPr>
        <p:spPr>
          <a:xfrm xmlns:a="http://schemas.openxmlformats.org/drawingml/2006/main">
            <a:off x="10077450" y="433387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7145">
            <a:solidFill>
              <a:srgbClr val="111111"/>
            </a:solidFill>
            <a:prstDash val="solid"/>
          </a:ln>
        </p:spPr>
      </p:sp>
      <p:sp>
        <p:nvSpPr>
          <p:cNvPr id="94" name="Editable arrowhead 294">
            <a:extLst xmlns:a="http://schemas.openxmlformats.org/drawingml/2006/main">
              <a:ext uri="{FF2B5EF4-FFF2-40B4-BE49-F238E27FC236}">
                <a16:creationId xmlns:a16="http://schemas.microsoft.com/office/drawing/2014/main" id="{64EF7A61-9BC2-4A03-971F-59EC9710B73A}"/>
              </a:ext>
            </a:extLst>
          </p:cNvPr>
          <p:cNvSpPr>
            <a:spLocks xmlns:a="http://schemas.openxmlformats.org/drawingml/2006/main" noGrp="1"/>
          </p:cNvSpPr>
          <p:nvPr/>
        </p:nvSpPr>
        <p:spPr>
          <a:xfrm xmlns:a="http://schemas.openxmlformats.org/drawingml/2006/main">
            <a:off x="10077450" y="42862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5" name="DP1 object 295">
            <a:extLst xmlns:a="http://schemas.openxmlformats.org/drawingml/2006/main">
              <a:ext uri="{FF2B5EF4-FFF2-40B4-BE49-F238E27FC236}">
                <a16:creationId xmlns:a16="http://schemas.microsoft.com/office/drawing/2014/main" id="{F4AC429A-5744-439D-8DBD-7DCF1B490193}"/>
              </a:ext>
            </a:extLst>
          </p:cNvPr>
          <p:cNvSpPr>
            <a:spLocks xmlns:a="http://schemas.openxmlformats.org/drawingml/2006/main" noGrp="1"/>
          </p:cNvSpPr>
          <p:nvPr/>
        </p:nvSpPr>
        <p:spPr>
          <a:xfrm xmlns:a="http://schemas.openxmlformats.org/drawingml/2006/main">
            <a:off x="10258425" y="3781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96" name="DP1 object 296">
            <a:extLst xmlns:a="http://schemas.openxmlformats.org/drawingml/2006/main">
              <a:ext uri="{FF2B5EF4-FFF2-40B4-BE49-F238E27FC236}">
                <a16:creationId xmlns:a16="http://schemas.microsoft.com/office/drawing/2014/main" id="{855DE7DB-B8B1-4B65-A8F5-CF21ECAA58EB}"/>
              </a:ext>
            </a:extLst>
          </p:cNvPr>
          <p:cNvSpPr>
            <a:spLocks xmlns:a="http://schemas.openxmlformats.org/drawingml/2006/main" noGrp="1"/>
          </p:cNvSpPr>
          <p:nvPr/>
        </p:nvSpPr>
        <p:spPr>
          <a:xfrm xmlns:a="http://schemas.openxmlformats.org/drawingml/2006/main">
            <a:off x="10258425" y="3781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97" name="Editable path 297">
            <a:extLst xmlns:a="http://schemas.openxmlformats.org/drawingml/2006/main">
              <a:ext uri="{FF2B5EF4-FFF2-40B4-BE49-F238E27FC236}">
                <a16:creationId xmlns:a16="http://schemas.microsoft.com/office/drawing/2014/main" id="{8DDD4244-BC69-44CF-B2F7-96C9F9490E4B}"/>
              </a:ext>
            </a:extLst>
          </p:cNvPr>
          <p:cNvSpPr>
            <a:spLocks xmlns:a="http://schemas.openxmlformats.org/drawingml/2006/main" noGrp="1"/>
          </p:cNvSpPr>
          <p:nvPr/>
        </p:nvSpPr>
        <p:spPr>
          <a:xfrm xmlns:a="http://schemas.openxmlformats.org/drawingml/2006/main">
            <a:off x="11620500" y="3409950"/>
            <a:ext cx="953" cy="514350"/>
          </a:xfrm>
          <a:custGeom xmlns:a="http://schemas.openxmlformats.org/drawingml/2006/main">
            <a:pathLst>
              <a:path w="953" h="514350">
                <a:moveTo>
                  <a:pt x="0" y="514350"/>
                </a:moveTo>
                <a:lnTo>
                  <a:pt x="0" y="0"/>
                </a:lnTo>
              </a:path>
            </a:pathLst>
          </a:custGeom>
          <a:noFill xmlns:a="http://schemas.openxmlformats.org/drawingml/2006/main"/>
          <a:ln xmlns:a="http://schemas.openxmlformats.org/drawingml/2006/main" w="17145">
            <a:solidFill>
              <a:srgbClr val="111111"/>
            </a:solidFill>
            <a:prstDash val="solid"/>
          </a:ln>
        </p:spPr>
      </p:sp>
      <p:sp>
        <p:nvSpPr>
          <p:cNvPr id="98" name="Editable arrowhead 298">
            <a:extLst xmlns:a="http://schemas.openxmlformats.org/drawingml/2006/main">
              <a:ext uri="{FF2B5EF4-FFF2-40B4-BE49-F238E27FC236}">
                <a16:creationId xmlns:a16="http://schemas.microsoft.com/office/drawing/2014/main" id="{14B36FE0-7D98-417D-BFBF-CB6D5D287089}"/>
              </a:ext>
            </a:extLst>
          </p:cNvPr>
          <p:cNvSpPr>
            <a:spLocks xmlns:a="http://schemas.openxmlformats.org/drawingml/2006/main" noGrp="1"/>
          </p:cNvSpPr>
          <p:nvPr/>
        </p:nvSpPr>
        <p:spPr>
          <a:xfrm xmlns:a="http://schemas.openxmlformats.org/drawingml/2006/main">
            <a:off x="11572875" y="34099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9" name="허용 원본">
            <a:extLst xmlns:a="http://schemas.openxmlformats.org/drawingml/2006/main">
              <a:ext uri="{FF2B5EF4-FFF2-40B4-BE49-F238E27FC236}">
                <a16:creationId xmlns:a16="http://schemas.microsoft.com/office/drawing/2014/main" id="{6D1AD47B-9CF0-49D6-8F70-6EC94672637E}"/>
              </a:ext>
            </a:extLst>
          </p:cNvPr>
          <p:cNvSpPr>
            <a:spLocks xmlns:a="http://schemas.openxmlformats.org/drawingml/2006/main" noGrp="1"/>
          </p:cNvSpPr>
          <p:nvPr/>
        </p:nvSpPr>
        <p:spPr>
          <a:xfrm xmlns:a="http://schemas.openxmlformats.org/drawingml/2006/main">
            <a:off x="10677525" y="4838700"/>
            <a:ext cx="1885950" cy="4953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00" name="DP1 object 299">
            <a:extLst xmlns:a="http://schemas.openxmlformats.org/drawingml/2006/main">
              <a:ext uri="{FF2B5EF4-FFF2-40B4-BE49-F238E27FC236}">
                <a16:creationId xmlns:a16="http://schemas.microsoft.com/office/drawing/2014/main" id="{253363C0-F2B7-4BC1-851A-179707EED3F0}"/>
              </a:ext>
            </a:extLst>
          </p:cNvPr>
          <p:cNvSpPr>
            <a:spLocks xmlns:a="http://schemas.openxmlformats.org/drawingml/2006/main" noGrp="1"/>
          </p:cNvSpPr>
          <p:nvPr/>
        </p:nvSpPr>
        <p:spPr>
          <a:xfrm xmlns:a="http://schemas.openxmlformats.org/drawingml/2006/main">
            <a:off x="10725150" y="4943475"/>
            <a:ext cx="1790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101" name="Editable path 300">
            <a:extLst xmlns:a="http://schemas.openxmlformats.org/drawingml/2006/main">
              <a:ext uri="{FF2B5EF4-FFF2-40B4-BE49-F238E27FC236}">
                <a16:creationId xmlns:a16="http://schemas.microsoft.com/office/drawing/2014/main" id="{AECCAE9E-280E-4219-AB87-17A76496A4A2}"/>
              </a:ext>
            </a:extLst>
          </p:cNvPr>
          <p:cNvSpPr>
            <a:spLocks xmlns:a="http://schemas.openxmlformats.org/drawingml/2006/main" noGrp="1"/>
          </p:cNvSpPr>
          <p:nvPr/>
        </p:nvSpPr>
        <p:spPr>
          <a:xfrm xmlns:a="http://schemas.openxmlformats.org/drawingml/2006/main">
            <a:off x="11620500" y="4514850"/>
            <a:ext cx="953" cy="323850"/>
          </a:xfrm>
          <a:custGeom xmlns:a="http://schemas.openxmlformats.org/drawingml/2006/main">
            <a:pathLst>
              <a:path w="953" h="323850">
                <a:moveTo>
                  <a:pt x="0" y="323850"/>
                </a:moveTo>
                <a:lnTo>
                  <a:pt x="0" y="0"/>
                </a:lnTo>
              </a:path>
            </a:pathLst>
          </a:custGeom>
          <a:noFill xmlns:a="http://schemas.openxmlformats.org/drawingml/2006/main"/>
          <a:ln xmlns:a="http://schemas.openxmlformats.org/drawingml/2006/main" w="17145">
            <a:solidFill>
              <a:srgbClr val="111111"/>
            </a:solidFill>
            <a:prstDash val="solid"/>
          </a:ln>
        </p:spPr>
      </p:sp>
      <p:sp>
        <p:nvSpPr>
          <p:cNvPr id="102" name="Editable arrowhead 301">
            <a:extLst xmlns:a="http://schemas.openxmlformats.org/drawingml/2006/main">
              <a:ext uri="{FF2B5EF4-FFF2-40B4-BE49-F238E27FC236}">
                <a16:creationId xmlns:a16="http://schemas.microsoft.com/office/drawing/2014/main" id="{BFBAFE7A-03B5-4BE7-8F01-768EE979C37B}"/>
              </a:ext>
            </a:extLst>
          </p:cNvPr>
          <p:cNvSpPr>
            <a:spLocks xmlns:a="http://schemas.openxmlformats.org/drawingml/2006/main" noGrp="1"/>
          </p:cNvSpPr>
          <p:nvPr/>
        </p:nvSpPr>
        <p:spPr>
          <a:xfrm xmlns:a="http://schemas.openxmlformats.org/drawingml/2006/main">
            <a:off x="11572875" y="45148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3" name="Editable path 302">
            <a:extLst xmlns:a="http://schemas.openxmlformats.org/drawingml/2006/main">
              <a:ext uri="{FF2B5EF4-FFF2-40B4-BE49-F238E27FC236}">
                <a16:creationId xmlns:a16="http://schemas.microsoft.com/office/drawing/2014/main" id="{044B5AE8-3483-4B18-A3A6-093A8A3E0F69}"/>
              </a:ext>
            </a:extLst>
          </p:cNvPr>
          <p:cNvSpPr>
            <a:spLocks xmlns:a="http://schemas.openxmlformats.org/drawingml/2006/main" noGrp="1"/>
          </p:cNvSpPr>
          <p:nvPr/>
        </p:nvSpPr>
        <p:spPr>
          <a:xfrm xmlns:a="http://schemas.openxmlformats.org/drawingml/2006/main">
            <a:off x="8915400" y="4514850"/>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17145">
            <a:solidFill>
              <a:srgbClr val="111111"/>
            </a:solidFill>
            <a:prstDash val="solid"/>
          </a:ln>
        </p:spPr>
      </p:sp>
      <p:sp>
        <p:nvSpPr>
          <p:cNvPr id="104" name="Editable arrowhead 303">
            <a:extLst xmlns:a="http://schemas.openxmlformats.org/drawingml/2006/main">
              <a:ext uri="{FF2B5EF4-FFF2-40B4-BE49-F238E27FC236}">
                <a16:creationId xmlns:a16="http://schemas.microsoft.com/office/drawing/2014/main" id="{30B39898-DF2A-4720-ADCA-0F9AAABBF97B}"/>
              </a:ext>
            </a:extLst>
          </p:cNvPr>
          <p:cNvSpPr>
            <a:spLocks xmlns:a="http://schemas.openxmlformats.org/drawingml/2006/main" noGrp="1"/>
          </p:cNvSpPr>
          <p:nvPr/>
        </p:nvSpPr>
        <p:spPr>
          <a:xfrm xmlns:a="http://schemas.openxmlformats.org/drawingml/2006/main">
            <a:off x="8867775" y="47815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5" name="DP1 object 304">
            <a:extLst xmlns:a="http://schemas.openxmlformats.org/drawingml/2006/main">
              <a:ext uri="{FF2B5EF4-FFF2-40B4-BE49-F238E27FC236}">
                <a16:creationId xmlns:a16="http://schemas.microsoft.com/office/drawing/2014/main" id="{3B4807C6-5D11-4148-88E5-E63C08D4AE2A}"/>
              </a:ext>
            </a:extLst>
          </p:cNvPr>
          <p:cNvSpPr>
            <a:spLocks xmlns:a="http://schemas.openxmlformats.org/drawingml/2006/main" noGrp="1"/>
          </p:cNvSpPr>
          <p:nvPr/>
        </p:nvSpPr>
        <p:spPr>
          <a:xfrm xmlns:a="http://schemas.openxmlformats.org/drawingml/2006/main">
            <a:off x="9048750" y="45720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06" name="DP1 object 305">
            <a:extLst xmlns:a="http://schemas.openxmlformats.org/drawingml/2006/main">
              <a:ext uri="{FF2B5EF4-FFF2-40B4-BE49-F238E27FC236}">
                <a16:creationId xmlns:a16="http://schemas.microsoft.com/office/drawing/2014/main" id="{84930C8C-F747-4E9A-92B2-D2ED0374DF6D}"/>
              </a:ext>
            </a:extLst>
          </p:cNvPr>
          <p:cNvSpPr>
            <a:spLocks xmlns:a="http://schemas.openxmlformats.org/drawingml/2006/main" noGrp="1"/>
          </p:cNvSpPr>
          <p:nvPr/>
        </p:nvSpPr>
        <p:spPr>
          <a:xfrm xmlns:a="http://schemas.openxmlformats.org/drawingml/2006/main">
            <a:off x="9048750" y="45720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07" name="Request Controller&#10;현재 요청에서 채택">
            <a:extLst xmlns:a="http://schemas.openxmlformats.org/drawingml/2006/main">
              <a:ext uri="{FF2B5EF4-FFF2-40B4-BE49-F238E27FC236}">
                <a16:creationId xmlns:a16="http://schemas.microsoft.com/office/drawing/2014/main" id="{AF1C1EBD-08F9-4AF1-B77D-DD2A9FCAB804}"/>
              </a:ext>
            </a:extLst>
          </p:cNvPr>
          <p:cNvSpPr>
            <a:spLocks xmlns:a="http://schemas.openxmlformats.org/drawingml/2006/main" noGrp="1"/>
          </p:cNvSpPr>
          <p:nvPr/>
        </p:nvSpPr>
        <p:spPr>
          <a:xfrm xmlns:a="http://schemas.openxmlformats.org/drawingml/2006/main">
            <a:off x="7753350" y="4876800"/>
            <a:ext cx="2324100" cy="4762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08" name="DP1 object 306">
            <a:extLst xmlns:a="http://schemas.openxmlformats.org/drawingml/2006/main">
              <a:ext uri="{FF2B5EF4-FFF2-40B4-BE49-F238E27FC236}">
                <a16:creationId xmlns:a16="http://schemas.microsoft.com/office/drawing/2014/main" id="{AA9D05C2-6179-4DBF-A88A-40CCC81BB70C}"/>
              </a:ext>
            </a:extLst>
          </p:cNvPr>
          <p:cNvSpPr>
            <a:spLocks xmlns:a="http://schemas.openxmlformats.org/drawingml/2006/main" noGrp="1"/>
          </p:cNvSpPr>
          <p:nvPr/>
        </p:nvSpPr>
        <p:spPr>
          <a:xfrm xmlns:a="http://schemas.openxmlformats.org/drawingml/2006/main">
            <a:off x="7820025" y="49149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Request Controller</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 요청에서 채택</a:t>
            </a:r>
          </a:p>
        </p:txBody>
      </p:sp>
      <p:sp>
        <p:nvSpPr>
          <p:cNvPr id="109" name="DP1 object 307">
            <a:extLst xmlns:a="http://schemas.openxmlformats.org/drawingml/2006/main">
              <a:ext uri="{FF2B5EF4-FFF2-40B4-BE49-F238E27FC236}">
                <a16:creationId xmlns:a16="http://schemas.microsoft.com/office/drawing/2014/main" id="{B20EEE6D-183D-4CDD-AB88-2168C99F1714}"/>
              </a:ext>
            </a:extLst>
          </p:cNvPr>
          <p:cNvSpPr>
            <a:spLocks xmlns:a="http://schemas.openxmlformats.org/drawingml/2006/main" noGrp="1"/>
          </p:cNvSpPr>
          <p:nvPr/>
        </p:nvSpPr>
        <p:spPr>
          <a:xfrm xmlns:a="http://schemas.openxmlformats.org/drawingml/2006/main">
            <a:off x="7753350" y="5381625"/>
            <a:ext cx="4810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요청 종료 후 추가 묶음 해제</a:t>
            </a:r>
          </a:p>
        </p:txBody>
      </p:sp>
      <p:sp>
        <p:nvSpPr>
          <p:cNvPr id="110" name="DP1 object 308">
            <a:extLst xmlns:a="http://schemas.openxmlformats.org/drawingml/2006/main">
              <a:ext uri="{FF2B5EF4-FFF2-40B4-BE49-F238E27FC236}">
                <a16:creationId xmlns:a16="http://schemas.microsoft.com/office/drawing/2014/main" id="{F096333A-7D53-4832-A8E8-AFB283EA194A}"/>
              </a:ext>
            </a:extLst>
          </p:cNvPr>
          <p:cNvSpPr>
            <a:spLocks xmlns:a="http://schemas.openxmlformats.org/drawingml/2006/main" noGrp="1"/>
          </p:cNvSpPr>
          <p:nvPr/>
        </p:nvSpPr>
        <p:spPr>
          <a:xfrm xmlns:a="http://schemas.openxmlformats.org/drawingml/2006/main">
            <a:off x="12982575" y="2257425"/>
            <a:ext cx="2714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111111"/>
                </a:solidFill>
                <a:latin typeface="Apple SD Gothic Neo"/>
                <a:ea typeface="Apple SD Gothic Neo"/>
                <a:cs typeface="Apple SD Gothic Neo"/>
              </a:defRPr>
            </a:defPPr>
            <a:lvl1pPr algn="l">
              <a:defRPr sz="1500" b="1">
                <a:solidFill>
                  <a:srgbClr val="111111"/>
                </a:solidFill>
                <a:latin typeface="Apple SD Gothic Neo"/>
                <a:ea typeface="Apple SD Gothic Neo"/>
                <a:cs typeface="Apple SD Gothic Neo"/>
              </a:defRPr>
            </a:lvl1pPr>
            <a:lvl2pPr algn="l">
              <a:defRPr sz="1500" b="1">
                <a:solidFill>
                  <a:srgbClr val="111111"/>
                </a:solidFill>
                <a:latin typeface="Apple SD Gothic Neo"/>
                <a:ea typeface="Apple SD Gothic Neo"/>
                <a:cs typeface="Apple SD Gothic Neo"/>
              </a:defRPr>
            </a:lvl2pPr>
            <a:lvl3pPr algn="l">
              <a:defRPr sz="1500" b="1">
                <a:solidFill>
                  <a:srgbClr val="111111"/>
                </a:solidFill>
                <a:latin typeface="Apple SD Gothic Neo"/>
                <a:ea typeface="Apple SD Gothic Neo"/>
                <a:cs typeface="Apple SD Gothic Neo"/>
              </a:defRPr>
            </a:lvl3pPr>
            <a:lvl4pPr algn="l">
              <a:defRPr sz="1500" b="1">
                <a:solidFill>
                  <a:srgbClr val="111111"/>
                </a:solidFill>
                <a:latin typeface="Apple SD Gothic Neo"/>
                <a:ea typeface="Apple SD Gothic Neo"/>
                <a:cs typeface="Apple SD Gothic Neo"/>
              </a:defRPr>
            </a:lvl4pPr>
            <a:lvl5pPr algn="l">
              <a:defRPr sz="1500" b="1">
                <a:solidFill>
                  <a:srgbClr val="111111"/>
                </a:solidFill>
                <a:latin typeface="Apple SD Gothic Neo"/>
                <a:ea typeface="Apple SD Gothic Neo"/>
                <a:cs typeface="Apple SD Gothic Neo"/>
              </a:defRPr>
            </a:lvl5pPr>
            <a:lvl6pPr algn="l">
              <a:defRPr sz="1500" b="1">
                <a:solidFill>
                  <a:srgbClr val="111111"/>
                </a:solidFill>
                <a:latin typeface="Apple SD Gothic Neo"/>
                <a:ea typeface="Apple SD Gothic Neo"/>
                <a:cs typeface="Apple SD Gothic Neo"/>
              </a:defRPr>
            </a:lvl6pPr>
            <a:lvl7pPr algn="l">
              <a:defRPr sz="1500" b="1">
                <a:solidFill>
                  <a:srgbClr val="111111"/>
                </a:solidFill>
                <a:latin typeface="Apple SD Gothic Neo"/>
                <a:ea typeface="Apple SD Gothic Neo"/>
                <a:cs typeface="Apple SD Gothic Neo"/>
              </a:defRPr>
            </a:lvl7pPr>
            <a:lvl8pPr algn="l">
              <a:defRPr sz="1500" b="1">
                <a:solidFill>
                  <a:srgbClr val="111111"/>
                </a:solidFill>
                <a:latin typeface="Apple SD Gothic Neo"/>
                <a:ea typeface="Apple SD Gothic Neo"/>
                <a:cs typeface="Apple SD Gothic Neo"/>
              </a:defRPr>
            </a:lvl8pPr>
            <a:lvl9pPr algn="l">
              <a:defRPr sz="1500" b="1">
                <a:solidFill>
                  <a:srgbClr val="111111"/>
                </a:solidFill>
                <a:latin typeface="Apple SD Gothic Neo"/>
                <a:ea typeface="Apple SD Gothic Neo"/>
                <a:cs typeface="Apple SD Gothic Neo"/>
              </a:defRPr>
            </a:lvl9pPr>
          </a:lstStyle>
          <a:p xmlns:a="http://schemas.openxmlformats.org/drawingml/2006/main">
            <a:pPr algn="l">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현재 입력 + 최근 대화·채택 상태</a:t>
            </a:r>
          </a:p>
        </p:txBody>
      </p:sp>
      <p:sp>
        <p:nvSpPr>
          <p:cNvPr id="111" name="Editable path 309">
            <a:extLst xmlns:a="http://schemas.openxmlformats.org/drawingml/2006/main">
              <a:ext uri="{FF2B5EF4-FFF2-40B4-BE49-F238E27FC236}">
                <a16:creationId xmlns:a16="http://schemas.microsoft.com/office/drawing/2014/main" id="{1705D912-BBD1-4E37-898E-317681B42411}"/>
              </a:ext>
            </a:extLst>
          </p:cNvPr>
          <p:cNvSpPr>
            <a:spLocks xmlns:a="http://schemas.openxmlformats.org/drawingml/2006/main" noGrp="1"/>
          </p:cNvSpPr>
          <p:nvPr/>
        </p:nvSpPr>
        <p:spPr>
          <a:xfrm xmlns:a="http://schemas.openxmlformats.org/drawingml/2006/main">
            <a:off x="14106525" y="25336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6193">
            <a:solidFill>
              <a:srgbClr val="111111"/>
            </a:solidFill>
            <a:prstDash val="solid"/>
          </a:ln>
        </p:spPr>
      </p:sp>
      <p:sp>
        <p:nvSpPr>
          <p:cNvPr id="112" name="Editable arrowhead 310">
            <a:extLst xmlns:a="http://schemas.openxmlformats.org/drawingml/2006/main">
              <a:ext uri="{FF2B5EF4-FFF2-40B4-BE49-F238E27FC236}">
                <a16:creationId xmlns:a16="http://schemas.microsoft.com/office/drawing/2014/main" id="{D6BAFC97-4C97-4675-80EF-78AEA880E01D}"/>
              </a:ext>
            </a:extLst>
          </p:cNvPr>
          <p:cNvSpPr>
            <a:spLocks xmlns:a="http://schemas.openxmlformats.org/drawingml/2006/main" noGrp="1"/>
          </p:cNvSpPr>
          <p:nvPr/>
        </p:nvSpPr>
        <p:spPr>
          <a:xfrm xmlns:a="http://schemas.openxmlformats.org/drawingml/2006/main">
            <a:off x="14058900" y="2667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3" name="DP1 object 311">
            <a:extLst xmlns:a="http://schemas.openxmlformats.org/drawingml/2006/main">
              <a:ext uri="{FF2B5EF4-FFF2-40B4-BE49-F238E27FC236}">
                <a16:creationId xmlns:a16="http://schemas.microsoft.com/office/drawing/2014/main" id="{C7E1648D-6FBB-414D-86E5-60B80B9D0C48}"/>
              </a:ext>
            </a:extLst>
          </p:cNvPr>
          <p:cNvSpPr>
            <a:spLocks xmlns:a="http://schemas.openxmlformats.org/drawingml/2006/main" noGrp="1"/>
          </p:cNvSpPr>
          <p:nvPr/>
        </p:nvSpPr>
        <p:spPr>
          <a:xfrm xmlns:a="http://schemas.openxmlformats.org/drawingml/2006/main">
            <a:off x="13011150" y="2762250"/>
            <a:ext cx="2324100" cy="175260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14" name="DP1 object 312">
            <a:extLst xmlns:a="http://schemas.openxmlformats.org/drawingml/2006/main">
              <a:ext uri="{FF2B5EF4-FFF2-40B4-BE49-F238E27FC236}">
                <a16:creationId xmlns:a16="http://schemas.microsoft.com/office/drawing/2014/main" id="{9BC1D75E-C3C5-4189-8E3F-4823353FE2D2}"/>
              </a:ext>
            </a:extLst>
          </p:cNvPr>
          <p:cNvSpPr>
            <a:spLocks xmlns:a="http://schemas.openxmlformats.org/drawingml/2006/main" noGrp="1"/>
          </p:cNvSpPr>
          <p:nvPr/>
        </p:nvSpPr>
        <p:spPr>
          <a:xfrm xmlns:a="http://schemas.openxmlformats.org/drawingml/2006/main">
            <a:off x="13077825" y="2800350"/>
            <a:ext cx="2190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r>
              <a:t/>
            </a:r>
          </a:p>
        </p:txBody>
      </p:sp>
      <p:sp>
        <p:nvSpPr>
          <p:cNvPr id="115" name="DP1 object 313">
            <a:extLst xmlns:a="http://schemas.openxmlformats.org/drawingml/2006/main">
              <a:ext uri="{FF2B5EF4-FFF2-40B4-BE49-F238E27FC236}">
                <a16:creationId xmlns:a16="http://schemas.microsoft.com/office/drawing/2014/main" id="{D95BFCEC-56A1-4297-9BBC-5519E90ED956}"/>
              </a:ext>
            </a:extLst>
          </p:cNvPr>
          <p:cNvSpPr>
            <a:spLocks xmlns:a="http://schemas.openxmlformats.org/drawingml/2006/main" noGrp="1"/>
          </p:cNvSpPr>
          <p:nvPr/>
        </p:nvSpPr>
        <p:spPr>
          <a:xfrm xmlns:a="http://schemas.openxmlformats.org/drawingml/2006/main">
            <a:off x="13077825" y="28575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Interpreter</a:t>
            </a:r>
          </a:p>
        </p:txBody>
      </p:sp>
      <p:sp>
        <p:nvSpPr>
          <p:cNvPr id="116" name="Editable path 314">
            <a:extLst xmlns:a="http://schemas.openxmlformats.org/drawingml/2006/main">
              <a:ext uri="{FF2B5EF4-FFF2-40B4-BE49-F238E27FC236}">
                <a16:creationId xmlns:a16="http://schemas.microsoft.com/office/drawing/2014/main" id="{F986CA47-52CC-49CD-878E-3F934FB85218}"/>
              </a:ext>
            </a:extLst>
          </p:cNvPr>
          <p:cNvSpPr>
            <a:spLocks xmlns:a="http://schemas.openxmlformats.org/drawingml/2006/main" noGrp="1"/>
          </p:cNvSpPr>
          <p:nvPr/>
        </p:nvSpPr>
        <p:spPr>
          <a:xfrm xmlns:a="http://schemas.openxmlformats.org/drawingml/2006/main">
            <a:off x="13125450" y="3257550"/>
            <a:ext cx="2095500" cy="953"/>
          </a:xfrm>
          <a:custGeom xmlns:a="http://schemas.openxmlformats.org/drawingml/2006/main">
            <a:pathLst>
              <a:path w="2095500" h="953">
                <a:moveTo>
                  <a:pt x="0" y="0"/>
                </a:moveTo>
                <a:lnTo>
                  <a:pt x="2095500" y="0"/>
                </a:lnTo>
              </a:path>
            </a:pathLst>
          </a:custGeom>
          <a:noFill xmlns:a="http://schemas.openxmlformats.org/drawingml/2006/main"/>
          <a:ln xmlns:a="http://schemas.openxmlformats.org/drawingml/2006/main" w="11430">
            <a:solidFill>
              <a:srgbClr val="111111"/>
            </a:solidFill>
            <a:prstDash val="solid"/>
          </a:ln>
        </p:spPr>
      </p:sp>
      <p:sp>
        <p:nvSpPr>
          <p:cNvPr id="117" name="DP1 object 315">
            <a:extLst xmlns:a="http://schemas.openxmlformats.org/drawingml/2006/main">
              <a:ext uri="{FF2B5EF4-FFF2-40B4-BE49-F238E27FC236}">
                <a16:creationId xmlns:a16="http://schemas.microsoft.com/office/drawing/2014/main" id="{9CEF150C-FE05-4283-8EAE-1C99A5D3DEA1}"/>
              </a:ext>
            </a:extLst>
          </p:cNvPr>
          <p:cNvSpPr>
            <a:spLocks xmlns:a="http://schemas.openxmlformats.org/drawingml/2006/main" noGrp="1"/>
          </p:cNvSpPr>
          <p:nvPr/>
        </p:nvSpPr>
        <p:spPr>
          <a:xfrm xmlns:a="http://schemas.openxmlformats.org/drawingml/2006/main">
            <a:off x="13125450" y="3371850"/>
            <a:ext cx="209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게시 근거에서</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현재 의미 판단</a:t>
            </a:r>
          </a:p>
        </p:txBody>
      </p:sp>
      <p:sp>
        <p:nvSpPr>
          <p:cNvPr id="118" name="DP1 object 316">
            <a:extLst xmlns:a="http://schemas.openxmlformats.org/drawingml/2006/main">
              <a:ext uri="{FF2B5EF4-FFF2-40B4-BE49-F238E27FC236}">
                <a16:creationId xmlns:a16="http://schemas.microsoft.com/office/drawing/2014/main" id="{97C39E2B-61F0-499D-A0A2-8206CA6A50BB}"/>
              </a:ext>
            </a:extLst>
          </p:cNvPr>
          <p:cNvSpPr>
            <a:spLocks xmlns:a="http://schemas.openxmlformats.org/drawingml/2006/main" noGrp="1"/>
          </p:cNvSpPr>
          <p:nvPr/>
        </p:nvSpPr>
        <p:spPr>
          <a:xfrm xmlns:a="http://schemas.openxmlformats.org/drawingml/2006/main">
            <a:off x="13125450" y="40671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부족하면 추가 조회</a:t>
            </a:r>
          </a:p>
        </p:txBody>
      </p:sp>
      <p:sp>
        <p:nvSpPr>
          <p:cNvPr id="119" name="게시 근거&#10;별도 게시 판본">
            <a:extLst xmlns:a="http://schemas.openxmlformats.org/drawingml/2006/main">
              <a:ext uri="{FF2B5EF4-FFF2-40B4-BE49-F238E27FC236}">
                <a16:creationId xmlns:a16="http://schemas.microsoft.com/office/drawing/2014/main" id="{0330CC10-5DEF-4D13-B9E4-BC38F1D27AED}"/>
              </a:ext>
            </a:extLst>
          </p:cNvPr>
          <p:cNvSpPr>
            <a:spLocks xmlns:a="http://schemas.openxmlformats.org/drawingml/2006/main" noGrp="1"/>
          </p:cNvSpPr>
          <p:nvPr/>
        </p:nvSpPr>
        <p:spPr>
          <a:xfrm xmlns:a="http://schemas.openxmlformats.org/drawingml/2006/main">
            <a:off x="15935325" y="2895600"/>
            <a:ext cx="1885950" cy="6858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20" name="DP1 object 317">
            <a:extLst xmlns:a="http://schemas.openxmlformats.org/drawingml/2006/main">
              <a:ext uri="{FF2B5EF4-FFF2-40B4-BE49-F238E27FC236}">
                <a16:creationId xmlns:a16="http://schemas.microsoft.com/office/drawing/2014/main" id="{0B59DA92-B5CE-417C-9D02-2F8D3068F3AC}"/>
              </a:ext>
            </a:extLst>
          </p:cNvPr>
          <p:cNvSpPr>
            <a:spLocks xmlns:a="http://schemas.openxmlformats.org/drawingml/2006/main" noGrp="1"/>
          </p:cNvSpPr>
          <p:nvPr/>
        </p:nvSpPr>
        <p:spPr>
          <a:xfrm xmlns:a="http://schemas.openxmlformats.org/drawingml/2006/main">
            <a:off x="15982950" y="3000375"/>
            <a:ext cx="1790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게시 근거</a:t>
            </a:r>
          </a:p>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별도 게시 판본</a:t>
            </a:r>
          </a:p>
        </p:txBody>
      </p:sp>
      <p:sp>
        <p:nvSpPr>
          <p:cNvPr id="121" name="근거 생산자">
            <a:extLst xmlns:a="http://schemas.openxmlformats.org/drawingml/2006/main">
              <a:ext uri="{FF2B5EF4-FFF2-40B4-BE49-F238E27FC236}">
                <a16:creationId xmlns:a16="http://schemas.microsoft.com/office/drawing/2014/main" id="{D9076E77-45AC-481B-A7BB-E4B8F0539638}"/>
              </a:ext>
            </a:extLst>
          </p:cNvPr>
          <p:cNvSpPr>
            <a:spLocks xmlns:a="http://schemas.openxmlformats.org/drawingml/2006/main" noGrp="1"/>
          </p:cNvSpPr>
          <p:nvPr/>
        </p:nvSpPr>
        <p:spPr>
          <a:xfrm xmlns:a="http://schemas.openxmlformats.org/drawingml/2006/main">
            <a:off x="15935325" y="2286000"/>
            <a:ext cx="1885950" cy="333375"/>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22" name="DP1 object 318">
            <a:extLst xmlns:a="http://schemas.openxmlformats.org/drawingml/2006/main">
              <a:ext uri="{FF2B5EF4-FFF2-40B4-BE49-F238E27FC236}">
                <a16:creationId xmlns:a16="http://schemas.microsoft.com/office/drawing/2014/main" id="{CC1DF83E-1146-4F2A-8930-81D70B5D453D}"/>
              </a:ext>
            </a:extLst>
          </p:cNvPr>
          <p:cNvSpPr>
            <a:spLocks xmlns:a="http://schemas.openxmlformats.org/drawingml/2006/main" noGrp="1"/>
          </p:cNvSpPr>
          <p:nvPr/>
        </p:nvSpPr>
        <p:spPr>
          <a:xfrm xmlns:a="http://schemas.openxmlformats.org/drawingml/2006/main">
            <a:off x="16002000" y="2324100"/>
            <a:ext cx="1752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근거 생산자</a:t>
            </a:r>
          </a:p>
        </p:txBody>
      </p:sp>
      <p:sp>
        <p:nvSpPr>
          <p:cNvPr id="123" name="DP1 object 319">
            <a:extLst xmlns:a="http://schemas.openxmlformats.org/drawingml/2006/main">
              <a:ext uri="{FF2B5EF4-FFF2-40B4-BE49-F238E27FC236}">
                <a16:creationId xmlns:a16="http://schemas.microsoft.com/office/drawing/2014/main" id="{8D6AABF4-1A19-410B-910F-EAC37D026346}"/>
              </a:ext>
            </a:extLst>
          </p:cNvPr>
          <p:cNvSpPr>
            <a:spLocks xmlns:a="http://schemas.openxmlformats.org/drawingml/2006/main" noGrp="1"/>
          </p:cNvSpPr>
          <p:nvPr/>
        </p:nvSpPr>
        <p:spPr>
          <a:xfrm xmlns:a="http://schemas.openxmlformats.org/drawingml/2006/main">
            <a:off x="15935325" y="2638425"/>
            <a:ext cx="1885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원문 변경 시 생산·검증</a:t>
            </a:r>
          </a:p>
        </p:txBody>
      </p:sp>
      <p:sp>
        <p:nvSpPr>
          <p:cNvPr id="124" name="Editable path 320">
            <a:extLst xmlns:a="http://schemas.openxmlformats.org/drawingml/2006/main">
              <a:ext uri="{FF2B5EF4-FFF2-40B4-BE49-F238E27FC236}">
                <a16:creationId xmlns:a16="http://schemas.microsoft.com/office/drawing/2014/main" id="{EF81CAE4-C9EB-422E-9BBC-61AF7C8F51C0}"/>
              </a:ext>
            </a:extLst>
          </p:cNvPr>
          <p:cNvSpPr>
            <a:spLocks xmlns:a="http://schemas.openxmlformats.org/drawingml/2006/main" noGrp="1"/>
          </p:cNvSpPr>
          <p:nvPr/>
        </p:nvSpPr>
        <p:spPr>
          <a:xfrm xmlns:a="http://schemas.openxmlformats.org/drawingml/2006/main">
            <a:off x="16878300" y="28479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4288">
            <a:solidFill>
              <a:srgbClr val="111111"/>
            </a:solidFill>
            <a:prstDash val="solid"/>
          </a:ln>
        </p:spPr>
      </p:sp>
      <p:sp>
        <p:nvSpPr>
          <p:cNvPr id="125" name="Editable arrowhead 321">
            <a:extLst xmlns:a="http://schemas.openxmlformats.org/drawingml/2006/main">
              <a:ext uri="{FF2B5EF4-FFF2-40B4-BE49-F238E27FC236}">
                <a16:creationId xmlns:a16="http://schemas.microsoft.com/office/drawing/2014/main" id="{FF32AEE9-24C2-4406-8327-46572CB2235C}"/>
              </a:ext>
            </a:extLst>
          </p:cNvPr>
          <p:cNvSpPr>
            <a:spLocks xmlns:a="http://schemas.openxmlformats.org/drawingml/2006/main" noGrp="1"/>
          </p:cNvSpPr>
          <p:nvPr/>
        </p:nvSpPr>
        <p:spPr>
          <a:xfrm xmlns:a="http://schemas.openxmlformats.org/drawingml/2006/main">
            <a:off x="16830675" y="2800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6" name="Editable path 322">
            <a:extLst xmlns:a="http://schemas.openxmlformats.org/drawingml/2006/main">
              <a:ext uri="{FF2B5EF4-FFF2-40B4-BE49-F238E27FC236}">
                <a16:creationId xmlns:a16="http://schemas.microsoft.com/office/drawing/2014/main" id="{7BAFC45C-568D-4127-A4B0-894ED9CD4C40}"/>
              </a:ext>
            </a:extLst>
          </p:cNvPr>
          <p:cNvSpPr>
            <a:spLocks xmlns:a="http://schemas.openxmlformats.org/drawingml/2006/main" noGrp="1"/>
          </p:cNvSpPr>
          <p:nvPr/>
        </p:nvSpPr>
        <p:spPr>
          <a:xfrm xmlns:a="http://schemas.openxmlformats.org/drawingml/2006/main">
            <a:off x="17821275" y="2447925"/>
            <a:ext cx="123825" cy="2647950"/>
          </a:xfrm>
          <a:custGeom xmlns:a="http://schemas.openxmlformats.org/drawingml/2006/main">
            <a:pathLst>
              <a:path w="123825" h="2647950">
                <a:moveTo>
                  <a:pt x="0" y="2647950"/>
                </a:moveTo>
                <a:lnTo>
                  <a:pt x="123825" y="2647950"/>
                </a:lnTo>
                <a:lnTo>
                  <a:pt x="123825" y="0"/>
                </a:lnTo>
                <a:lnTo>
                  <a:pt x="0" y="0"/>
                </a:lnTo>
              </a:path>
            </a:pathLst>
          </a:custGeom>
          <a:noFill xmlns:a="http://schemas.openxmlformats.org/drawingml/2006/main"/>
          <a:ln xmlns:a="http://schemas.openxmlformats.org/drawingml/2006/main" w="14288">
            <a:solidFill>
              <a:srgbClr val="111111"/>
            </a:solidFill>
            <a:prstDash val="dash"/>
          </a:ln>
        </p:spPr>
      </p:sp>
      <p:sp>
        <p:nvSpPr>
          <p:cNvPr id="127" name="Editable arrowhead 323">
            <a:extLst xmlns:a="http://schemas.openxmlformats.org/drawingml/2006/main">
              <a:ext uri="{FF2B5EF4-FFF2-40B4-BE49-F238E27FC236}">
                <a16:creationId xmlns:a16="http://schemas.microsoft.com/office/drawing/2014/main" id="{D65E23D0-D3D6-45D1-9088-4CE99572D098}"/>
              </a:ext>
            </a:extLst>
          </p:cNvPr>
          <p:cNvSpPr>
            <a:spLocks xmlns:a="http://schemas.openxmlformats.org/drawingml/2006/main" noGrp="1"/>
          </p:cNvSpPr>
          <p:nvPr/>
        </p:nvSpPr>
        <p:spPr>
          <a:xfrm xmlns:a="http://schemas.openxmlformats.org/drawingml/2006/main">
            <a:off x="17821275" y="24003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28" name="Editable path 324">
            <a:extLst xmlns:a="http://schemas.openxmlformats.org/drawingml/2006/main">
              <a:ext uri="{FF2B5EF4-FFF2-40B4-BE49-F238E27FC236}">
                <a16:creationId xmlns:a16="http://schemas.microsoft.com/office/drawing/2014/main" id="{B3405C64-67F8-49B0-8291-D18D2CAA46CC}"/>
              </a:ext>
            </a:extLst>
          </p:cNvPr>
          <p:cNvSpPr>
            <a:spLocks xmlns:a="http://schemas.openxmlformats.org/drawingml/2006/main" noGrp="1"/>
          </p:cNvSpPr>
          <p:nvPr/>
        </p:nvSpPr>
        <p:spPr>
          <a:xfrm xmlns:a="http://schemas.openxmlformats.org/drawingml/2006/main">
            <a:off x="15335250" y="326707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8098">
            <a:solidFill>
              <a:srgbClr val="111111"/>
            </a:solidFill>
            <a:prstDash val="solid"/>
          </a:ln>
        </p:spPr>
      </p:sp>
      <p:sp>
        <p:nvSpPr>
          <p:cNvPr id="129" name="Editable arrowhead 325">
            <a:extLst xmlns:a="http://schemas.openxmlformats.org/drawingml/2006/main">
              <a:ext uri="{FF2B5EF4-FFF2-40B4-BE49-F238E27FC236}">
                <a16:creationId xmlns:a16="http://schemas.microsoft.com/office/drawing/2014/main" id="{850D86FC-C5DB-49E3-8E6A-1E857CA76FB1}"/>
              </a:ext>
            </a:extLst>
          </p:cNvPr>
          <p:cNvSpPr>
            <a:spLocks xmlns:a="http://schemas.openxmlformats.org/drawingml/2006/main" noGrp="1"/>
          </p:cNvSpPr>
          <p:nvPr/>
        </p:nvSpPr>
        <p:spPr>
          <a:xfrm xmlns:a="http://schemas.openxmlformats.org/drawingml/2006/main">
            <a:off x="15335250" y="32194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0" name="DP1 object 326">
            <a:extLst xmlns:a="http://schemas.openxmlformats.org/drawingml/2006/main">
              <a:ext uri="{FF2B5EF4-FFF2-40B4-BE49-F238E27FC236}">
                <a16:creationId xmlns:a16="http://schemas.microsoft.com/office/drawing/2014/main" id="{2275C309-DFE9-49D5-866F-8BD22175C0F9}"/>
              </a:ext>
            </a:extLst>
          </p:cNvPr>
          <p:cNvSpPr>
            <a:spLocks xmlns:a="http://schemas.openxmlformats.org/drawingml/2006/main" noGrp="1"/>
          </p:cNvSpPr>
          <p:nvPr/>
        </p:nvSpPr>
        <p:spPr>
          <a:xfrm xmlns:a="http://schemas.openxmlformats.org/drawingml/2006/main">
            <a:off x="15516225" y="29241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31" name="DP1 object 327">
            <a:extLst xmlns:a="http://schemas.openxmlformats.org/drawingml/2006/main">
              <a:ext uri="{FF2B5EF4-FFF2-40B4-BE49-F238E27FC236}">
                <a16:creationId xmlns:a16="http://schemas.microsoft.com/office/drawing/2014/main" id="{4DE647E7-9A43-4230-A6E6-71D681F25D32}"/>
              </a:ext>
            </a:extLst>
          </p:cNvPr>
          <p:cNvSpPr>
            <a:spLocks xmlns:a="http://schemas.openxmlformats.org/drawingml/2006/main" noGrp="1"/>
          </p:cNvSpPr>
          <p:nvPr/>
        </p:nvSpPr>
        <p:spPr>
          <a:xfrm xmlns:a="http://schemas.openxmlformats.org/drawingml/2006/main">
            <a:off x="15516225" y="29241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132" name="DP1 object 328">
            <a:extLst xmlns:a="http://schemas.openxmlformats.org/drawingml/2006/main">
              <a:ext uri="{FF2B5EF4-FFF2-40B4-BE49-F238E27FC236}">
                <a16:creationId xmlns:a16="http://schemas.microsoft.com/office/drawing/2014/main" id="{C900442A-11CC-4F79-A4A3-5CC529EADE12}"/>
              </a:ext>
            </a:extLst>
          </p:cNvPr>
          <p:cNvSpPr>
            <a:spLocks xmlns:a="http://schemas.openxmlformats.org/drawingml/2006/main" noGrp="1"/>
          </p:cNvSpPr>
          <p:nvPr/>
        </p:nvSpPr>
        <p:spPr>
          <a:xfrm xmlns:a="http://schemas.openxmlformats.org/drawingml/2006/main">
            <a:off x="15373350" y="3333750"/>
            <a:ext cx="552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조회</a:t>
            </a:r>
          </a:p>
        </p:txBody>
      </p:sp>
      <p:sp>
        <p:nvSpPr>
          <p:cNvPr id="133" name="Context Manager">
            <a:extLst xmlns:a="http://schemas.openxmlformats.org/drawingml/2006/main">
              <a:ext uri="{FF2B5EF4-FFF2-40B4-BE49-F238E27FC236}">
                <a16:creationId xmlns:a16="http://schemas.microsoft.com/office/drawing/2014/main" id="{FCD601D1-5C8B-4D2B-9900-31CB666B6E29}"/>
              </a:ext>
            </a:extLst>
          </p:cNvPr>
          <p:cNvSpPr>
            <a:spLocks xmlns:a="http://schemas.openxmlformats.org/drawingml/2006/main" noGrp="1"/>
          </p:cNvSpPr>
          <p:nvPr/>
        </p:nvSpPr>
        <p:spPr>
          <a:xfrm xmlns:a="http://schemas.openxmlformats.org/drawingml/2006/main">
            <a:off x="15935325" y="3924300"/>
            <a:ext cx="1885950" cy="5905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134" name="DP1 object 329">
            <a:extLst xmlns:a="http://schemas.openxmlformats.org/drawingml/2006/main">
              <a:ext uri="{FF2B5EF4-FFF2-40B4-BE49-F238E27FC236}">
                <a16:creationId xmlns:a16="http://schemas.microsoft.com/office/drawing/2014/main" id="{AF579BFF-5E58-438F-80D0-36ECF3A4EEC9}"/>
              </a:ext>
            </a:extLst>
          </p:cNvPr>
          <p:cNvSpPr>
            <a:spLocks xmlns:a="http://schemas.openxmlformats.org/drawingml/2006/main" noGrp="1"/>
          </p:cNvSpPr>
          <p:nvPr/>
        </p:nvSpPr>
        <p:spPr>
          <a:xfrm xmlns:a="http://schemas.openxmlformats.org/drawingml/2006/main">
            <a:off x="16002000" y="3962400"/>
            <a:ext cx="1752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Context Manager</a:t>
            </a:r>
          </a:p>
        </p:txBody>
      </p:sp>
      <p:sp>
        <p:nvSpPr>
          <p:cNvPr id="135" name="DP1 object 330">
            <a:extLst xmlns:a="http://schemas.openxmlformats.org/drawingml/2006/main">
              <a:ext uri="{FF2B5EF4-FFF2-40B4-BE49-F238E27FC236}">
                <a16:creationId xmlns:a16="http://schemas.microsoft.com/office/drawing/2014/main" id="{60B93822-C849-49A1-8074-3954629F9387}"/>
              </a:ext>
            </a:extLst>
          </p:cNvPr>
          <p:cNvSpPr>
            <a:spLocks xmlns:a="http://schemas.openxmlformats.org/drawingml/2006/main" noGrp="1"/>
          </p:cNvSpPr>
          <p:nvPr/>
        </p:nvSpPr>
        <p:spPr>
          <a:xfrm xmlns:a="http://schemas.openxmlformats.org/drawingml/2006/main">
            <a:off x="15830550" y="3600450"/>
            <a:ext cx="2076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미생산·오류·부족분</a:t>
            </a:r>
          </a:p>
        </p:txBody>
      </p:sp>
      <p:sp>
        <p:nvSpPr>
          <p:cNvPr id="136" name="Editable path 331">
            <a:extLst xmlns:a="http://schemas.openxmlformats.org/drawingml/2006/main">
              <a:ext uri="{FF2B5EF4-FFF2-40B4-BE49-F238E27FC236}">
                <a16:creationId xmlns:a16="http://schemas.microsoft.com/office/drawing/2014/main" id="{EE151A80-9EA4-4513-A98F-846A4BD1869E}"/>
              </a:ext>
            </a:extLst>
          </p:cNvPr>
          <p:cNvSpPr>
            <a:spLocks xmlns:a="http://schemas.openxmlformats.org/drawingml/2006/main" noGrp="1"/>
          </p:cNvSpPr>
          <p:nvPr/>
        </p:nvSpPr>
        <p:spPr>
          <a:xfrm xmlns:a="http://schemas.openxmlformats.org/drawingml/2006/main">
            <a:off x="15335250" y="4105275"/>
            <a:ext cx="600075" cy="953"/>
          </a:xfrm>
          <a:custGeom xmlns:a="http://schemas.openxmlformats.org/drawingml/2006/main">
            <a:pathLst>
              <a:path w="600075" h="953">
                <a:moveTo>
                  <a:pt x="0" y="0"/>
                </a:moveTo>
                <a:lnTo>
                  <a:pt x="600075" y="0"/>
                </a:lnTo>
              </a:path>
            </a:pathLst>
          </a:custGeom>
          <a:noFill xmlns:a="http://schemas.openxmlformats.org/drawingml/2006/main"/>
          <a:ln xmlns:a="http://schemas.openxmlformats.org/drawingml/2006/main" w="17145">
            <a:solidFill>
              <a:srgbClr val="111111"/>
            </a:solidFill>
            <a:prstDash val="solid"/>
          </a:ln>
        </p:spPr>
      </p:sp>
      <p:sp>
        <p:nvSpPr>
          <p:cNvPr id="137" name="Editable arrowhead 332">
            <a:extLst xmlns:a="http://schemas.openxmlformats.org/drawingml/2006/main">
              <a:ext uri="{FF2B5EF4-FFF2-40B4-BE49-F238E27FC236}">
                <a16:creationId xmlns:a16="http://schemas.microsoft.com/office/drawing/2014/main" id="{F5069A15-E67E-46AA-85D3-63419BA854F8}"/>
              </a:ext>
            </a:extLst>
          </p:cNvPr>
          <p:cNvSpPr>
            <a:spLocks xmlns:a="http://schemas.openxmlformats.org/drawingml/2006/main" noGrp="1"/>
          </p:cNvSpPr>
          <p:nvPr/>
        </p:nvSpPr>
        <p:spPr>
          <a:xfrm xmlns:a="http://schemas.openxmlformats.org/drawingml/2006/main">
            <a:off x="15840075" y="40576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38" name="Editable path 333">
            <a:extLst xmlns:a="http://schemas.openxmlformats.org/drawingml/2006/main">
              <a:ext uri="{FF2B5EF4-FFF2-40B4-BE49-F238E27FC236}">
                <a16:creationId xmlns:a16="http://schemas.microsoft.com/office/drawing/2014/main" id="{934D4691-5EF4-4372-9E64-6334FF59077A}"/>
              </a:ext>
            </a:extLst>
          </p:cNvPr>
          <p:cNvSpPr>
            <a:spLocks xmlns:a="http://schemas.openxmlformats.org/drawingml/2006/main" noGrp="1"/>
          </p:cNvSpPr>
          <p:nvPr/>
        </p:nvSpPr>
        <p:spPr>
          <a:xfrm xmlns:a="http://schemas.openxmlformats.org/drawingml/2006/main">
            <a:off x="15335250" y="4333875"/>
            <a:ext cx="600075" cy="953"/>
          </a:xfrm>
          <a:custGeom xmlns:a="http://schemas.openxmlformats.org/drawingml/2006/main">
            <a:pathLst>
              <a:path w="600075" h="953">
                <a:moveTo>
                  <a:pt x="600075" y="0"/>
                </a:moveTo>
                <a:lnTo>
                  <a:pt x="0" y="0"/>
                </a:lnTo>
              </a:path>
            </a:pathLst>
          </a:custGeom>
          <a:noFill xmlns:a="http://schemas.openxmlformats.org/drawingml/2006/main"/>
          <a:ln xmlns:a="http://schemas.openxmlformats.org/drawingml/2006/main" w="17145">
            <a:solidFill>
              <a:srgbClr val="111111"/>
            </a:solidFill>
            <a:prstDash val="solid"/>
          </a:ln>
        </p:spPr>
      </p:sp>
      <p:sp>
        <p:nvSpPr>
          <p:cNvPr id="139" name="Editable arrowhead 334">
            <a:extLst xmlns:a="http://schemas.openxmlformats.org/drawingml/2006/main">
              <a:ext uri="{FF2B5EF4-FFF2-40B4-BE49-F238E27FC236}">
                <a16:creationId xmlns:a16="http://schemas.microsoft.com/office/drawing/2014/main" id="{FC7B2FF9-18B7-4087-A71E-B3DC1B4F4DEF}"/>
              </a:ext>
            </a:extLst>
          </p:cNvPr>
          <p:cNvSpPr>
            <a:spLocks xmlns:a="http://schemas.openxmlformats.org/drawingml/2006/main" noGrp="1"/>
          </p:cNvSpPr>
          <p:nvPr/>
        </p:nvSpPr>
        <p:spPr>
          <a:xfrm xmlns:a="http://schemas.openxmlformats.org/drawingml/2006/main">
            <a:off x="15335250" y="42862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40" name="DP1 object 335">
            <a:extLst xmlns:a="http://schemas.openxmlformats.org/drawingml/2006/main">
              <a:ext uri="{FF2B5EF4-FFF2-40B4-BE49-F238E27FC236}">
                <a16:creationId xmlns:a16="http://schemas.microsoft.com/office/drawing/2014/main" id="{1385A60F-8295-4EFD-A41A-C49885897ED2}"/>
              </a:ext>
            </a:extLst>
          </p:cNvPr>
          <p:cNvSpPr>
            <a:spLocks xmlns:a="http://schemas.openxmlformats.org/drawingml/2006/main" noGrp="1"/>
          </p:cNvSpPr>
          <p:nvPr/>
        </p:nvSpPr>
        <p:spPr>
          <a:xfrm xmlns:a="http://schemas.openxmlformats.org/drawingml/2006/main">
            <a:off x="15516225" y="3781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41" name="DP1 object 336">
            <a:extLst xmlns:a="http://schemas.openxmlformats.org/drawingml/2006/main">
              <a:ext uri="{FF2B5EF4-FFF2-40B4-BE49-F238E27FC236}">
                <a16:creationId xmlns:a16="http://schemas.microsoft.com/office/drawing/2014/main" id="{0FFB8A58-27BC-4341-A68A-291FCE2FC320}"/>
              </a:ext>
            </a:extLst>
          </p:cNvPr>
          <p:cNvSpPr>
            <a:spLocks xmlns:a="http://schemas.openxmlformats.org/drawingml/2006/main" noGrp="1"/>
          </p:cNvSpPr>
          <p:nvPr/>
        </p:nvSpPr>
        <p:spPr>
          <a:xfrm xmlns:a="http://schemas.openxmlformats.org/drawingml/2006/main">
            <a:off x="15516225" y="3781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142" name="Editable path 337">
            <a:extLst xmlns:a="http://schemas.openxmlformats.org/drawingml/2006/main">
              <a:ext uri="{FF2B5EF4-FFF2-40B4-BE49-F238E27FC236}">
                <a16:creationId xmlns:a16="http://schemas.microsoft.com/office/drawing/2014/main" id="{48A109F8-786F-44DD-A338-EF0B5B32D9E0}"/>
              </a:ext>
            </a:extLst>
          </p:cNvPr>
          <p:cNvSpPr>
            <a:spLocks xmlns:a="http://schemas.openxmlformats.org/drawingml/2006/main" noGrp="1"/>
          </p:cNvSpPr>
          <p:nvPr/>
        </p:nvSpPr>
        <p:spPr>
          <a:xfrm xmlns:a="http://schemas.openxmlformats.org/drawingml/2006/main">
            <a:off x="16878300" y="3581400"/>
            <a:ext cx="953" cy="342900"/>
          </a:xfrm>
          <a:custGeom xmlns:a="http://schemas.openxmlformats.org/drawingml/2006/main">
            <a:pathLst>
              <a:path w="953" h="342900">
                <a:moveTo>
                  <a:pt x="0" y="0"/>
                </a:moveTo>
                <a:lnTo>
                  <a:pt x="0" y="342900"/>
                </a:lnTo>
              </a:path>
            </a:pathLst>
          </a:custGeom>
          <a:noFill xmlns:a="http://schemas.openxmlformats.org/drawingml/2006/main"/>
          <a:ln xmlns:a="http://schemas.openxmlformats.org/drawingml/2006/main" w="17145">
            <a:solidFill>
              <a:srgbClr val="111111"/>
            </a:solidFill>
            <a:prstDash val="solid"/>
          </a:ln>
        </p:spPr>
      </p:sp>
      <p:sp>
        <p:nvSpPr>
          <p:cNvPr id="143" name="Editable arrowhead 338">
            <a:extLst xmlns:a="http://schemas.openxmlformats.org/drawingml/2006/main">
              <a:ext uri="{FF2B5EF4-FFF2-40B4-BE49-F238E27FC236}">
                <a16:creationId xmlns:a16="http://schemas.microsoft.com/office/drawing/2014/main" id="{4F5330A9-DCEB-4D63-A331-102B2253369C}"/>
              </a:ext>
            </a:extLst>
          </p:cNvPr>
          <p:cNvSpPr>
            <a:spLocks xmlns:a="http://schemas.openxmlformats.org/drawingml/2006/main" noGrp="1"/>
          </p:cNvSpPr>
          <p:nvPr/>
        </p:nvSpPr>
        <p:spPr>
          <a:xfrm xmlns:a="http://schemas.openxmlformats.org/drawingml/2006/main">
            <a:off x="16830675" y="38290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44" name="허용 원본">
            <a:extLst xmlns:a="http://schemas.openxmlformats.org/drawingml/2006/main">
              <a:ext uri="{FF2B5EF4-FFF2-40B4-BE49-F238E27FC236}">
                <a16:creationId xmlns:a16="http://schemas.microsoft.com/office/drawing/2014/main" id="{BD8F11A0-795C-49C7-B7A8-1D6ECE3F95BC}"/>
              </a:ext>
            </a:extLst>
          </p:cNvPr>
          <p:cNvSpPr>
            <a:spLocks xmlns:a="http://schemas.openxmlformats.org/drawingml/2006/main" noGrp="1"/>
          </p:cNvSpPr>
          <p:nvPr/>
        </p:nvSpPr>
        <p:spPr>
          <a:xfrm xmlns:a="http://schemas.openxmlformats.org/drawingml/2006/main">
            <a:off x="15935325" y="4838700"/>
            <a:ext cx="1885950" cy="495300"/>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145" name="DP1 object 339">
            <a:extLst xmlns:a="http://schemas.openxmlformats.org/drawingml/2006/main">
              <a:ext uri="{FF2B5EF4-FFF2-40B4-BE49-F238E27FC236}">
                <a16:creationId xmlns:a16="http://schemas.microsoft.com/office/drawing/2014/main" id="{85F5CD9D-FB63-49E4-A340-EF142DEC392F}"/>
              </a:ext>
            </a:extLst>
          </p:cNvPr>
          <p:cNvSpPr>
            <a:spLocks xmlns:a="http://schemas.openxmlformats.org/drawingml/2006/main" noGrp="1"/>
          </p:cNvSpPr>
          <p:nvPr/>
        </p:nvSpPr>
        <p:spPr>
          <a:xfrm xmlns:a="http://schemas.openxmlformats.org/drawingml/2006/main">
            <a:off x="15982950" y="4943475"/>
            <a:ext cx="1790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허용 원본</a:t>
            </a:r>
          </a:p>
        </p:txBody>
      </p:sp>
      <p:sp>
        <p:nvSpPr>
          <p:cNvPr id="146" name="Editable path 340">
            <a:extLst xmlns:a="http://schemas.openxmlformats.org/drawingml/2006/main">
              <a:ext uri="{FF2B5EF4-FFF2-40B4-BE49-F238E27FC236}">
                <a16:creationId xmlns:a16="http://schemas.microsoft.com/office/drawing/2014/main" id="{467D99C6-366E-4544-9760-FD3BCEABE901}"/>
              </a:ext>
            </a:extLst>
          </p:cNvPr>
          <p:cNvSpPr>
            <a:spLocks xmlns:a="http://schemas.openxmlformats.org/drawingml/2006/main" noGrp="1"/>
          </p:cNvSpPr>
          <p:nvPr/>
        </p:nvSpPr>
        <p:spPr>
          <a:xfrm xmlns:a="http://schemas.openxmlformats.org/drawingml/2006/main">
            <a:off x="16878300" y="4514850"/>
            <a:ext cx="953" cy="323850"/>
          </a:xfrm>
          <a:custGeom xmlns:a="http://schemas.openxmlformats.org/drawingml/2006/main">
            <a:pathLst>
              <a:path w="953" h="323850">
                <a:moveTo>
                  <a:pt x="0" y="323850"/>
                </a:moveTo>
                <a:lnTo>
                  <a:pt x="0" y="0"/>
                </a:lnTo>
              </a:path>
            </a:pathLst>
          </a:custGeom>
          <a:noFill xmlns:a="http://schemas.openxmlformats.org/drawingml/2006/main"/>
          <a:ln xmlns:a="http://schemas.openxmlformats.org/drawingml/2006/main" w="17145">
            <a:solidFill>
              <a:srgbClr val="111111"/>
            </a:solidFill>
            <a:prstDash val="solid"/>
          </a:ln>
        </p:spPr>
      </p:sp>
      <p:sp>
        <p:nvSpPr>
          <p:cNvPr id="147" name="Editable arrowhead 341">
            <a:extLst xmlns:a="http://schemas.openxmlformats.org/drawingml/2006/main">
              <a:ext uri="{FF2B5EF4-FFF2-40B4-BE49-F238E27FC236}">
                <a16:creationId xmlns:a16="http://schemas.microsoft.com/office/drawing/2014/main" id="{DDA9D5D2-3FCD-4B77-A0A7-0338CAE84A52}"/>
              </a:ext>
            </a:extLst>
          </p:cNvPr>
          <p:cNvSpPr>
            <a:spLocks xmlns:a="http://schemas.openxmlformats.org/drawingml/2006/main" noGrp="1"/>
          </p:cNvSpPr>
          <p:nvPr/>
        </p:nvSpPr>
        <p:spPr>
          <a:xfrm xmlns:a="http://schemas.openxmlformats.org/drawingml/2006/main">
            <a:off x="16830675" y="45148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48" name="Editable path 342">
            <a:extLst xmlns:a="http://schemas.openxmlformats.org/drawingml/2006/main">
              <a:ext uri="{FF2B5EF4-FFF2-40B4-BE49-F238E27FC236}">
                <a16:creationId xmlns:a16="http://schemas.microsoft.com/office/drawing/2014/main" id="{AD0FD1CB-1FBB-40CA-B527-CE27F3766C4E}"/>
              </a:ext>
            </a:extLst>
          </p:cNvPr>
          <p:cNvSpPr>
            <a:spLocks xmlns:a="http://schemas.openxmlformats.org/drawingml/2006/main" noGrp="1"/>
          </p:cNvSpPr>
          <p:nvPr/>
        </p:nvSpPr>
        <p:spPr>
          <a:xfrm xmlns:a="http://schemas.openxmlformats.org/drawingml/2006/main">
            <a:off x="14173200" y="4514850"/>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17145">
            <a:solidFill>
              <a:srgbClr val="111111"/>
            </a:solidFill>
            <a:prstDash val="solid"/>
          </a:ln>
        </p:spPr>
      </p:sp>
      <p:sp>
        <p:nvSpPr>
          <p:cNvPr id="149" name="Editable arrowhead 343">
            <a:extLst xmlns:a="http://schemas.openxmlformats.org/drawingml/2006/main">
              <a:ext uri="{FF2B5EF4-FFF2-40B4-BE49-F238E27FC236}">
                <a16:creationId xmlns:a16="http://schemas.microsoft.com/office/drawing/2014/main" id="{7CEEE402-7122-44BB-B503-C6DC2C90480F}"/>
              </a:ext>
            </a:extLst>
          </p:cNvPr>
          <p:cNvSpPr>
            <a:spLocks xmlns:a="http://schemas.openxmlformats.org/drawingml/2006/main" noGrp="1"/>
          </p:cNvSpPr>
          <p:nvPr/>
        </p:nvSpPr>
        <p:spPr>
          <a:xfrm xmlns:a="http://schemas.openxmlformats.org/drawingml/2006/main">
            <a:off x="14125575" y="47815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50" name="DP1 object 344">
            <a:extLst xmlns:a="http://schemas.openxmlformats.org/drawingml/2006/main">
              <a:ext uri="{FF2B5EF4-FFF2-40B4-BE49-F238E27FC236}">
                <a16:creationId xmlns:a16="http://schemas.microsoft.com/office/drawing/2014/main" id="{FA66DB35-B72B-4634-9BB1-0A22004CF53E}"/>
              </a:ext>
            </a:extLst>
          </p:cNvPr>
          <p:cNvSpPr>
            <a:spLocks xmlns:a="http://schemas.openxmlformats.org/drawingml/2006/main" noGrp="1"/>
          </p:cNvSpPr>
          <p:nvPr/>
        </p:nvSpPr>
        <p:spPr>
          <a:xfrm xmlns:a="http://schemas.openxmlformats.org/drawingml/2006/main">
            <a:off x="14306550" y="457200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51" name="DP1 object 345">
            <a:extLst xmlns:a="http://schemas.openxmlformats.org/drawingml/2006/main">
              <a:ext uri="{FF2B5EF4-FFF2-40B4-BE49-F238E27FC236}">
                <a16:creationId xmlns:a16="http://schemas.microsoft.com/office/drawing/2014/main" id="{CC2D8715-9001-4B7A-A525-9D7B931F43AD}"/>
              </a:ext>
            </a:extLst>
          </p:cNvPr>
          <p:cNvSpPr>
            <a:spLocks xmlns:a="http://schemas.openxmlformats.org/drawingml/2006/main" noGrp="1"/>
          </p:cNvSpPr>
          <p:nvPr/>
        </p:nvSpPr>
        <p:spPr>
          <a:xfrm xmlns:a="http://schemas.openxmlformats.org/drawingml/2006/main">
            <a:off x="14306550" y="457200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52" name="Request Controller&#10;현재 요청에서 채택">
            <a:extLst xmlns:a="http://schemas.openxmlformats.org/drawingml/2006/main">
              <a:ext uri="{FF2B5EF4-FFF2-40B4-BE49-F238E27FC236}">
                <a16:creationId xmlns:a16="http://schemas.microsoft.com/office/drawing/2014/main" id="{A7D7B9AA-528B-4DF5-AF74-EC8BD78828F5}"/>
              </a:ext>
            </a:extLst>
          </p:cNvPr>
          <p:cNvSpPr>
            <a:spLocks xmlns:a="http://schemas.openxmlformats.org/drawingml/2006/main" noGrp="1"/>
          </p:cNvSpPr>
          <p:nvPr/>
        </p:nvSpPr>
        <p:spPr>
          <a:xfrm xmlns:a="http://schemas.openxmlformats.org/drawingml/2006/main">
            <a:off x="13011150" y="4876800"/>
            <a:ext cx="2324100" cy="4762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53" name="DP1 object 346">
            <a:extLst xmlns:a="http://schemas.openxmlformats.org/drawingml/2006/main">
              <a:ext uri="{FF2B5EF4-FFF2-40B4-BE49-F238E27FC236}">
                <a16:creationId xmlns:a16="http://schemas.microsoft.com/office/drawing/2014/main" id="{A853DFC5-D9BD-4B16-A9CA-D27118F289E0}"/>
              </a:ext>
            </a:extLst>
          </p:cNvPr>
          <p:cNvSpPr>
            <a:spLocks xmlns:a="http://schemas.openxmlformats.org/drawingml/2006/main" noGrp="1"/>
          </p:cNvSpPr>
          <p:nvPr/>
        </p:nvSpPr>
        <p:spPr>
          <a:xfrm xmlns:a="http://schemas.openxmlformats.org/drawingml/2006/main">
            <a:off x="13077825" y="49149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Request Controller</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현재 요청에서 채택</a:t>
            </a:r>
          </a:p>
        </p:txBody>
      </p:sp>
      <p:sp>
        <p:nvSpPr>
          <p:cNvPr id="154" name="DP1 object 347">
            <a:extLst xmlns:a="http://schemas.openxmlformats.org/drawingml/2006/main">
              <a:ext uri="{FF2B5EF4-FFF2-40B4-BE49-F238E27FC236}">
                <a16:creationId xmlns:a16="http://schemas.microsoft.com/office/drawing/2014/main" id="{637894B2-008F-41BE-B38F-76377FCFCADB}"/>
              </a:ext>
            </a:extLst>
          </p:cNvPr>
          <p:cNvSpPr>
            <a:spLocks xmlns:a="http://schemas.openxmlformats.org/drawingml/2006/main" noGrp="1"/>
          </p:cNvSpPr>
          <p:nvPr/>
        </p:nvSpPr>
        <p:spPr>
          <a:xfrm xmlns:a="http://schemas.openxmlformats.org/drawingml/2006/main">
            <a:off x="13011150" y="5381625"/>
            <a:ext cx="4810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50555B"/>
                </a:solidFill>
                <a:latin typeface="Apple SD Gothic Neo"/>
                <a:ea typeface="Apple SD Gothic Neo"/>
                <a:cs typeface="Apple SD Gothic Neo"/>
              </a:defRPr>
            </a:defPPr>
            <a:lvl1pPr algn="ctr">
              <a:defRPr sz="1350" b="0">
                <a:solidFill>
                  <a:srgbClr val="50555B"/>
                </a:solidFill>
                <a:latin typeface="Apple SD Gothic Neo"/>
                <a:ea typeface="Apple SD Gothic Neo"/>
                <a:cs typeface="Apple SD Gothic Neo"/>
              </a:defRPr>
            </a:lvl1pPr>
            <a:lvl2pPr algn="ctr">
              <a:defRPr sz="1350" b="0">
                <a:solidFill>
                  <a:srgbClr val="50555B"/>
                </a:solidFill>
                <a:latin typeface="Apple SD Gothic Neo"/>
                <a:ea typeface="Apple SD Gothic Neo"/>
                <a:cs typeface="Apple SD Gothic Neo"/>
              </a:defRPr>
            </a:lvl2pPr>
            <a:lvl3pPr algn="ctr">
              <a:defRPr sz="1350" b="0">
                <a:solidFill>
                  <a:srgbClr val="50555B"/>
                </a:solidFill>
                <a:latin typeface="Apple SD Gothic Neo"/>
                <a:ea typeface="Apple SD Gothic Neo"/>
                <a:cs typeface="Apple SD Gothic Neo"/>
              </a:defRPr>
            </a:lvl3pPr>
            <a:lvl4pPr algn="ctr">
              <a:defRPr sz="1350" b="0">
                <a:solidFill>
                  <a:srgbClr val="50555B"/>
                </a:solidFill>
                <a:latin typeface="Apple SD Gothic Neo"/>
                <a:ea typeface="Apple SD Gothic Neo"/>
                <a:cs typeface="Apple SD Gothic Neo"/>
              </a:defRPr>
            </a:lvl4pPr>
            <a:lvl5pPr algn="ctr">
              <a:defRPr sz="1350" b="0">
                <a:solidFill>
                  <a:srgbClr val="50555B"/>
                </a:solidFill>
                <a:latin typeface="Apple SD Gothic Neo"/>
                <a:ea typeface="Apple SD Gothic Neo"/>
                <a:cs typeface="Apple SD Gothic Neo"/>
              </a:defRPr>
            </a:lvl5pPr>
            <a:lvl6pPr algn="ctr">
              <a:defRPr sz="1350" b="0">
                <a:solidFill>
                  <a:srgbClr val="50555B"/>
                </a:solidFill>
                <a:latin typeface="Apple SD Gothic Neo"/>
                <a:ea typeface="Apple SD Gothic Neo"/>
                <a:cs typeface="Apple SD Gothic Neo"/>
              </a:defRPr>
            </a:lvl6pPr>
            <a:lvl7pPr algn="ctr">
              <a:defRPr sz="1350" b="0">
                <a:solidFill>
                  <a:srgbClr val="50555B"/>
                </a:solidFill>
                <a:latin typeface="Apple SD Gothic Neo"/>
                <a:ea typeface="Apple SD Gothic Neo"/>
                <a:cs typeface="Apple SD Gothic Neo"/>
              </a:defRPr>
            </a:lvl7pPr>
            <a:lvl8pPr algn="ctr">
              <a:defRPr sz="1350" b="0">
                <a:solidFill>
                  <a:srgbClr val="50555B"/>
                </a:solidFill>
                <a:latin typeface="Apple SD Gothic Neo"/>
                <a:ea typeface="Apple SD Gothic Neo"/>
                <a:cs typeface="Apple SD Gothic Neo"/>
              </a:defRPr>
            </a:lvl8pPr>
            <a:lvl9pPr algn="ctr">
              <a:defRPr sz="1350" b="0">
                <a:solidFill>
                  <a:srgbClr val="50555B"/>
                </a:solidFill>
                <a:latin typeface="Apple SD Gothic Neo"/>
                <a:ea typeface="Apple SD Gothic Neo"/>
                <a:cs typeface="Apple SD Gothic Neo"/>
              </a:defRPr>
            </a:lvl9pPr>
          </a:lstStyle>
          <a:p xmlns:a="http://schemas.openxmlformats.org/drawingml/2006/main">
            <a:pPr algn="ct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게시 근거는 원본 권위와 구분</a:t>
            </a:r>
          </a:p>
        </p:txBody>
      </p:sp>
      <p:sp>
        <p:nvSpPr>
          <p:cNvPr id="155" name="DP1 object 348">
            <a:extLst xmlns:a="http://schemas.openxmlformats.org/drawingml/2006/main">
              <a:ext uri="{FF2B5EF4-FFF2-40B4-BE49-F238E27FC236}">
                <a16:creationId xmlns:a16="http://schemas.microsoft.com/office/drawing/2014/main" id="{DF206376-A297-480C-BE71-4BF2173EFD69}"/>
              </a:ext>
            </a:extLst>
          </p:cNvPr>
          <p:cNvSpPr>
            <a:spLocks xmlns:a="http://schemas.openxmlformats.org/drawingml/2006/main" noGrp="1"/>
          </p:cNvSpPr>
          <p:nvPr/>
        </p:nvSpPr>
        <p:spPr>
          <a:xfrm xmlns:a="http://schemas.openxmlformats.org/drawingml/2006/main">
            <a:off x="2286000" y="1752600"/>
            <a:ext cx="5257800" cy="7105650"/>
          </a:xfrm>
          <a:prstGeom xmlns:a="http://schemas.openxmlformats.org/drawingml/2006/main" prst="rect">
            <a:avLst/>
          </a:prstGeom>
          <a:noFill xmlns:a="http://schemas.openxmlformats.org/drawingml/2006/main"/>
          <a:ln xmlns:a="http://schemas.openxmlformats.org/drawingml/2006/main" w="38100">
            <a:solidFill>
              <a:srgbClr val="4676CB"/>
            </a:solidFill>
            <a:prstDash val="solid"/>
          </a:ln>
        </p:spPr>
      </p:sp>
      <p:sp>
        <p:nvSpPr>
          <p:cNvPr id="156" name="DP1 object 349">
            <a:extLst xmlns:a="http://schemas.openxmlformats.org/drawingml/2006/main">
              <a:ext uri="{FF2B5EF4-FFF2-40B4-BE49-F238E27FC236}">
                <a16:creationId xmlns:a16="http://schemas.microsoft.com/office/drawing/2014/main" id="{0798F31F-5616-4B91-A617-32ACE8C4F9C6}"/>
              </a:ext>
            </a:extLst>
          </p:cNvPr>
          <p:cNvSpPr>
            <a:spLocks xmlns:a="http://schemas.openxmlformats.org/drawingml/2006/main" noGrp="1"/>
          </p:cNvSpPr>
          <p:nvPr/>
        </p:nvSpPr>
        <p:spPr>
          <a:xfrm xmlns:a="http://schemas.openxmlformats.org/drawingml/2006/main">
            <a:off x="2333625" y="1628775"/>
            <a:ext cx="523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975" b="1">
                <a:solidFill>
                  <a:srgbClr val="C00000"/>
                </a:solidFill>
                <a:latin typeface="Apple SD Gothic Neo"/>
                <a:ea typeface="Apple SD Gothic Neo"/>
                <a:cs typeface="Apple SD Gothic Neo"/>
              </a:defRPr>
            </a:defPPr>
            <a:lvl1pPr algn="l">
              <a:defRPr sz="3975" b="1">
                <a:solidFill>
                  <a:srgbClr val="C00000"/>
                </a:solidFill>
                <a:latin typeface="Apple SD Gothic Neo"/>
                <a:ea typeface="Apple SD Gothic Neo"/>
                <a:cs typeface="Apple SD Gothic Neo"/>
              </a:defRPr>
            </a:lvl1pPr>
            <a:lvl2pPr algn="l">
              <a:defRPr sz="3975" b="1">
                <a:solidFill>
                  <a:srgbClr val="C00000"/>
                </a:solidFill>
                <a:latin typeface="Apple SD Gothic Neo"/>
                <a:ea typeface="Apple SD Gothic Neo"/>
                <a:cs typeface="Apple SD Gothic Neo"/>
              </a:defRPr>
            </a:lvl2pPr>
            <a:lvl3pPr algn="l">
              <a:defRPr sz="3975" b="1">
                <a:solidFill>
                  <a:srgbClr val="C00000"/>
                </a:solidFill>
                <a:latin typeface="Apple SD Gothic Neo"/>
                <a:ea typeface="Apple SD Gothic Neo"/>
                <a:cs typeface="Apple SD Gothic Neo"/>
              </a:defRPr>
            </a:lvl3pPr>
            <a:lvl4pPr algn="l">
              <a:defRPr sz="3975" b="1">
                <a:solidFill>
                  <a:srgbClr val="C00000"/>
                </a:solidFill>
                <a:latin typeface="Apple SD Gothic Neo"/>
                <a:ea typeface="Apple SD Gothic Neo"/>
                <a:cs typeface="Apple SD Gothic Neo"/>
              </a:defRPr>
            </a:lvl4pPr>
            <a:lvl5pPr algn="l">
              <a:defRPr sz="3975" b="1">
                <a:solidFill>
                  <a:srgbClr val="C00000"/>
                </a:solidFill>
                <a:latin typeface="Apple SD Gothic Neo"/>
                <a:ea typeface="Apple SD Gothic Neo"/>
                <a:cs typeface="Apple SD Gothic Neo"/>
              </a:defRPr>
            </a:lvl5pPr>
            <a:lvl6pPr algn="l">
              <a:defRPr sz="3975" b="1">
                <a:solidFill>
                  <a:srgbClr val="C00000"/>
                </a:solidFill>
                <a:latin typeface="Apple SD Gothic Neo"/>
                <a:ea typeface="Apple SD Gothic Neo"/>
                <a:cs typeface="Apple SD Gothic Neo"/>
              </a:defRPr>
            </a:lvl6pPr>
            <a:lvl7pPr algn="l">
              <a:defRPr sz="3975" b="1">
                <a:solidFill>
                  <a:srgbClr val="C00000"/>
                </a:solidFill>
                <a:latin typeface="Apple SD Gothic Neo"/>
                <a:ea typeface="Apple SD Gothic Neo"/>
                <a:cs typeface="Apple SD Gothic Neo"/>
              </a:defRPr>
            </a:lvl7pPr>
            <a:lvl8pPr algn="l">
              <a:defRPr sz="3975" b="1">
                <a:solidFill>
                  <a:srgbClr val="C00000"/>
                </a:solidFill>
                <a:latin typeface="Apple SD Gothic Neo"/>
                <a:ea typeface="Apple SD Gothic Neo"/>
                <a:cs typeface="Apple SD Gothic Neo"/>
              </a:defRPr>
            </a:lvl8pPr>
            <a:lvl9pPr algn="l">
              <a:defRPr sz="3975" b="1">
                <a:solidFill>
                  <a:srgbClr val="C00000"/>
                </a:solidFill>
                <a:latin typeface="Apple SD Gothic Neo"/>
                <a:ea typeface="Apple SD Gothic Neo"/>
                <a:cs typeface="Apple SD Gothic Neo"/>
              </a:defRPr>
            </a:lvl9pPr>
          </a:lstStyle>
          <a:p xmlns:a="http://schemas.openxmlformats.org/drawingml/2006/main">
            <a:pPr algn="l">
              <a:defRPr sz="3975" b="1">
                <a:solidFill>
                  <a:srgbClr val="C00000"/>
                </a:solidFill>
                <a:latin typeface="Apple SD Gothic Neo"/>
                <a:ea typeface="Apple SD Gothic Neo"/>
                <a:cs typeface="Apple SD Gothic Neo"/>
              </a:defRPr>
            </a:pPr>
            <a:r>
              <a:rPr sz="3975" b="1">
                <a:solidFill>
                  <a:srgbClr val="C00000"/>
                </a:solidFill>
                <a:latin typeface="Apple SD Gothic Neo"/>
                <a:ea typeface="Apple SD Gothic Neo"/>
                <a:cs typeface="Apple SD Gothic Neo"/>
              </a:rPr>
              <a:t>✓</a:t>
            </a:r>
          </a:p>
        </p:txBody>
      </p:sp>
      <p:sp>
        <p:nvSpPr>
          <p:cNvPr id="157" name="DP1 object 350">
            <a:extLst xmlns:a="http://schemas.openxmlformats.org/drawingml/2006/main">
              <a:ext uri="{FF2B5EF4-FFF2-40B4-BE49-F238E27FC236}">
                <a16:creationId xmlns:a16="http://schemas.microsoft.com/office/drawing/2014/main" id="{3BEDE5C8-1749-48C1-B31C-87939808C176}"/>
              </a:ext>
            </a:extLst>
          </p:cNvPr>
          <p:cNvSpPr>
            <a:spLocks xmlns:a="http://schemas.openxmlformats.org/drawingml/2006/main" noGrp="1"/>
          </p:cNvSpPr>
          <p:nvPr/>
        </p:nvSpPr>
        <p:spPr>
          <a:xfrm xmlns:a="http://schemas.openxmlformats.org/drawingml/2006/main">
            <a:off x="228600" y="9258300"/>
            <a:ext cx="17830800" cy="723900"/>
          </a:xfrm>
          <a:prstGeom xmlns:a="http://schemas.openxmlformats.org/drawingml/2006/main" prst="rect">
            <a:avLst/>
          </a:prstGeom>
          <a:solidFill xmlns:a="http://schemas.openxmlformats.org/drawingml/2006/main">
            <a:srgbClr val="F1F6FC"/>
          </a:solidFill>
          <a:ln xmlns:a="http://schemas.openxmlformats.org/drawingml/2006/main" w="16193">
            <a:solidFill>
              <a:srgbClr val="4676CB"/>
            </a:solidFill>
            <a:prstDash val="solid"/>
          </a:ln>
        </p:spPr>
      </p:sp>
      <p:sp>
        <p:nvSpPr>
          <p:cNvPr id="158" name="DP1 object 351">
            <a:extLst xmlns:a="http://schemas.openxmlformats.org/drawingml/2006/main">
              <a:ext uri="{FF2B5EF4-FFF2-40B4-BE49-F238E27FC236}">
                <a16:creationId xmlns:a16="http://schemas.microsoft.com/office/drawing/2014/main" id="{0C8EEBED-B30F-496B-BF46-795AB3C10888}"/>
              </a:ext>
            </a:extLst>
          </p:cNvPr>
          <p:cNvSpPr>
            <a:spLocks xmlns:a="http://schemas.openxmlformats.org/drawingml/2006/main" noGrp="1"/>
          </p:cNvSpPr>
          <p:nvPr/>
        </p:nvSpPr>
        <p:spPr>
          <a:xfrm xmlns:a="http://schemas.openxmlformats.org/drawingml/2006/main">
            <a:off x="409575" y="9305925"/>
            <a:ext cx="1619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4676CB"/>
                </a:solidFill>
                <a:latin typeface="Apple SD Gothic Neo"/>
                <a:ea typeface="Apple SD Gothic Neo"/>
                <a:cs typeface="Apple SD Gothic Neo"/>
              </a:defRPr>
            </a:defPPr>
            <a:lvl1pPr algn="l">
              <a:defRPr sz="1875" b="1">
                <a:solidFill>
                  <a:srgbClr val="4676CB"/>
                </a:solidFill>
                <a:latin typeface="Apple SD Gothic Neo"/>
                <a:ea typeface="Apple SD Gothic Neo"/>
                <a:cs typeface="Apple SD Gothic Neo"/>
              </a:defRPr>
            </a:lvl1pPr>
            <a:lvl2pPr algn="l">
              <a:defRPr sz="1875" b="1">
                <a:solidFill>
                  <a:srgbClr val="4676CB"/>
                </a:solidFill>
                <a:latin typeface="Apple SD Gothic Neo"/>
                <a:ea typeface="Apple SD Gothic Neo"/>
                <a:cs typeface="Apple SD Gothic Neo"/>
              </a:defRPr>
            </a:lvl2pPr>
            <a:lvl3pPr algn="l">
              <a:defRPr sz="1875" b="1">
                <a:solidFill>
                  <a:srgbClr val="4676CB"/>
                </a:solidFill>
                <a:latin typeface="Apple SD Gothic Neo"/>
                <a:ea typeface="Apple SD Gothic Neo"/>
                <a:cs typeface="Apple SD Gothic Neo"/>
              </a:defRPr>
            </a:lvl3pPr>
            <a:lvl4pPr algn="l">
              <a:defRPr sz="1875" b="1">
                <a:solidFill>
                  <a:srgbClr val="4676CB"/>
                </a:solidFill>
                <a:latin typeface="Apple SD Gothic Neo"/>
                <a:ea typeface="Apple SD Gothic Neo"/>
                <a:cs typeface="Apple SD Gothic Neo"/>
              </a:defRPr>
            </a:lvl4pPr>
            <a:lvl5pPr algn="l">
              <a:defRPr sz="1875" b="1">
                <a:solidFill>
                  <a:srgbClr val="4676CB"/>
                </a:solidFill>
                <a:latin typeface="Apple SD Gothic Neo"/>
                <a:ea typeface="Apple SD Gothic Neo"/>
                <a:cs typeface="Apple SD Gothic Neo"/>
              </a:defRPr>
            </a:lvl5pPr>
            <a:lvl6pPr algn="l">
              <a:defRPr sz="1875" b="1">
                <a:solidFill>
                  <a:srgbClr val="4676CB"/>
                </a:solidFill>
                <a:latin typeface="Apple SD Gothic Neo"/>
                <a:ea typeface="Apple SD Gothic Neo"/>
                <a:cs typeface="Apple SD Gothic Neo"/>
              </a:defRPr>
            </a:lvl6pPr>
            <a:lvl7pPr algn="l">
              <a:defRPr sz="1875" b="1">
                <a:solidFill>
                  <a:srgbClr val="4676CB"/>
                </a:solidFill>
                <a:latin typeface="Apple SD Gothic Neo"/>
                <a:ea typeface="Apple SD Gothic Neo"/>
                <a:cs typeface="Apple SD Gothic Neo"/>
              </a:defRPr>
            </a:lvl7pPr>
            <a:lvl8pPr algn="l">
              <a:defRPr sz="1875" b="1">
                <a:solidFill>
                  <a:srgbClr val="4676CB"/>
                </a:solidFill>
                <a:latin typeface="Apple SD Gothic Neo"/>
                <a:ea typeface="Apple SD Gothic Neo"/>
                <a:cs typeface="Apple SD Gothic Neo"/>
              </a:defRPr>
            </a:lvl8pPr>
            <a:lvl9pPr algn="l">
              <a:defRPr sz="1875" b="1">
                <a:solidFill>
                  <a:srgbClr val="4676CB"/>
                </a:solidFill>
                <a:latin typeface="Apple SD Gothic Neo"/>
                <a:ea typeface="Apple SD Gothic Neo"/>
                <a:cs typeface="Apple SD Gothic Neo"/>
              </a:defRPr>
            </a:lvl9pPr>
          </a:lstStyle>
          <a:p xmlns:a="http://schemas.openxmlformats.org/drawingml/2006/main">
            <a:pPr algn="l">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공통 보완</a:t>
            </a:r>
          </a:p>
        </p:txBody>
      </p:sp>
      <p:sp>
        <p:nvSpPr>
          <p:cNvPr id="159" name="DP1 object 352">
            <a:extLst xmlns:a="http://schemas.openxmlformats.org/drawingml/2006/main">
              <a:ext uri="{FF2B5EF4-FFF2-40B4-BE49-F238E27FC236}">
                <a16:creationId xmlns:a16="http://schemas.microsoft.com/office/drawing/2014/main" id="{12F837BA-C348-4909-9380-7C09C0B2460A}"/>
              </a:ext>
            </a:extLst>
          </p:cNvPr>
          <p:cNvSpPr>
            <a:spLocks xmlns:a="http://schemas.openxmlformats.org/drawingml/2006/main" noGrp="1"/>
          </p:cNvSpPr>
          <p:nvPr/>
        </p:nvSpPr>
        <p:spPr>
          <a:xfrm xmlns:a="http://schemas.openxmlformats.org/drawingml/2006/main">
            <a:off x="409575" y="96297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4676CB"/>
                </a:solidFill>
                <a:latin typeface="Apple SD Gothic Neo"/>
                <a:ea typeface="Apple SD Gothic Neo"/>
                <a:cs typeface="Apple SD Gothic Neo"/>
              </a:defRPr>
            </a:defPPr>
            <a:lvl1pPr algn="l">
              <a:defRPr sz="1575" b="0">
                <a:solidFill>
                  <a:srgbClr val="4676CB"/>
                </a:solidFill>
                <a:latin typeface="Apple SD Gothic Neo"/>
                <a:ea typeface="Apple SD Gothic Neo"/>
                <a:cs typeface="Apple SD Gothic Neo"/>
              </a:defRPr>
            </a:lvl1pPr>
            <a:lvl2pPr algn="l">
              <a:defRPr sz="1575" b="0">
                <a:solidFill>
                  <a:srgbClr val="4676CB"/>
                </a:solidFill>
                <a:latin typeface="Apple SD Gothic Neo"/>
                <a:ea typeface="Apple SD Gothic Neo"/>
                <a:cs typeface="Apple SD Gothic Neo"/>
              </a:defRPr>
            </a:lvl2pPr>
            <a:lvl3pPr algn="l">
              <a:defRPr sz="1575" b="0">
                <a:solidFill>
                  <a:srgbClr val="4676CB"/>
                </a:solidFill>
                <a:latin typeface="Apple SD Gothic Neo"/>
                <a:ea typeface="Apple SD Gothic Neo"/>
                <a:cs typeface="Apple SD Gothic Neo"/>
              </a:defRPr>
            </a:lvl3pPr>
            <a:lvl4pPr algn="l">
              <a:defRPr sz="1575" b="0">
                <a:solidFill>
                  <a:srgbClr val="4676CB"/>
                </a:solidFill>
                <a:latin typeface="Apple SD Gothic Neo"/>
                <a:ea typeface="Apple SD Gothic Neo"/>
                <a:cs typeface="Apple SD Gothic Neo"/>
              </a:defRPr>
            </a:lvl4pPr>
            <a:lvl5pPr algn="l">
              <a:defRPr sz="1575" b="0">
                <a:solidFill>
                  <a:srgbClr val="4676CB"/>
                </a:solidFill>
                <a:latin typeface="Apple SD Gothic Neo"/>
                <a:ea typeface="Apple SD Gothic Neo"/>
                <a:cs typeface="Apple SD Gothic Neo"/>
              </a:defRPr>
            </a:lvl5pPr>
            <a:lvl6pPr algn="l">
              <a:defRPr sz="1575" b="0">
                <a:solidFill>
                  <a:srgbClr val="4676CB"/>
                </a:solidFill>
                <a:latin typeface="Apple SD Gothic Neo"/>
                <a:ea typeface="Apple SD Gothic Neo"/>
                <a:cs typeface="Apple SD Gothic Neo"/>
              </a:defRPr>
            </a:lvl6pPr>
            <a:lvl7pPr algn="l">
              <a:defRPr sz="1575" b="0">
                <a:solidFill>
                  <a:srgbClr val="4676CB"/>
                </a:solidFill>
                <a:latin typeface="Apple SD Gothic Neo"/>
                <a:ea typeface="Apple SD Gothic Neo"/>
                <a:cs typeface="Apple SD Gothic Neo"/>
              </a:defRPr>
            </a:lvl7pPr>
            <a:lvl8pPr algn="l">
              <a:defRPr sz="1575" b="0">
                <a:solidFill>
                  <a:srgbClr val="4676CB"/>
                </a:solidFill>
                <a:latin typeface="Apple SD Gothic Neo"/>
                <a:ea typeface="Apple SD Gothic Neo"/>
                <a:cs typeface="Apple SD Gothic Neo"/>
              </a:defRPr>
            </a:lvl8pPr>
            <a:lvl9pPr algn="l">
              <a:defRPr sz="1575" b="0">
                <a:solidFill>
                  <a:srgbClr val="4676CB"/>
                </a:solidFill>
                <a:latin typeface="Apple SD Gothic Neo"/>
                <a:ea typeface="Apple SD Gothic Neo"/>
                <a:cs typeface="Apple SD Gothic Neo"/>
              </a:defRPr>
            </a:lvl9pPr>
          </a:lstStyle>
          <a:p xmlns:a="http://schemas.openxmlformats.org/drawingml/2006/main">
            <a:pPr algn="l">
              <a:defRPr sz="1575" b="0">
                <a:solidFill>
                  <a:srgbClr val="4676CB"/>
                </a:solidFill>
                <a:latin typeface="Apple SD Gothic Neo"/>
                <a:ea typeface="Apple SD Gothic Neo"/>
                <a:cs typeface="Apple SD Gothic Neo"/>
              </a:defRPr>
            </a:pPr>
            <a:r>
              <a:rPr sz="1575" b="0">
                <a:solidFill>
                  <a:srgbClr val="4676CB"/>
                </a:solidFill>
                <a:latin typeface="Apple SD Gothic Neo"/>
                <a:ea typeface="Apple SD Gothic Neo"/>
                <a:cs typeface="Apple SD Gothic Neo"/>
              </a:rPr>
              <a:t>(A/B/C)</a:t>
            </a:r>
          </a:p>
        </p:txBody>
      </p:sp>
      <p:sp>
        <p:nvSpPr>
          <p:cNvPr id="160" name="DP1 object 353">
            <a:extLst xmlns:a="http://schemas.openxmlformats.org/drawingml/2006/main">
              <a:ext uri="{FF2B5EF4-FFF2-40B4-BE49-F238E27FC236}">
                <a16:creationId xmlns:a16="http://schemas.microsoft.com/office/drawing/2014/main" id="{89564F38-6349-41B1-94CA-76831B2741BF}"/>
              </a:ext>
            </a:extLst>
          </p:cNvPr>
          <p:cNvSpPr>
            <a:spLocks xmlns:a="http://schemas.openxmlformats.org/drawingml/2006/main" noGrp="1"/>
          </p:cNvSpPr>
          <p:nvPr/>
        </p:nvSpPr>
        <p:spPr>
          <a:xfrm xmlns:a="http://schemas.openxmlformats.org/drawingml/2006/main">
            <a:off x="2238375" y="9305925"/>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4676CB"/>
                </a:solidFill>
                <a:latin typeface="Apple SD Gothic Neo"/>
                <a:ea typeface="Apple SD Gothic Neo"/>
                <a:cs typeface="Apple SD Gothic Neo"/>
              </a:defRPr>
            </a:defPPr>
            <a:lvl1pPr algn="l">
              <a:defRPr sz="1800" b="1">
                <a:solidFill>
                  <a:srgbClr val="4676CB"/>
                </a:solidFill>
                <a:latin typeface="Apple SD Gothic Neo"/>
                <a:ea typeface="Apple SD Gothic Neo"/>
                <a:cs typeface="Apple SD Gothic Neo"/>
              </a:defRPr>
            </a:lvl1pPr>
            <a:lvl2pPr algn="l">
              <a:defRPr sz="1800" b="1">
                <a:solidFill>
                  <a:srgbClr val="4676CB"/>
                </a:solidFill>
                <a:latin typeface="Apple SD Gothic Neo"/>
                <a:ea typeface="Apple SD Gothic Neo"/>
                <a:cs typeface="Apple SD Gothic Neo"/>
              </a:defRPr>
            </a:lvl2pPr>
            <a:lvl3pPr algn="l">
              <a:defRPr sz="1800" b="1">
                <a:solidFill>
                  <a:srgbClr val="4676CB"/>
                </a:solidFill>
                <a:latin typeface="Apple SD Gothic Neo"/>
                <a:ea typeface="Apple SD Gothic Neo"/>
                <a:cs typeface="Apple SD Gothic Neo"/>
              </a:defRPr>
            </a:lvl3pPr>
            <a:lvl4pPr algn="l">
              <a:defRPr sz="1800" b="1">
                <a:solidFill>
                  <a:srgbClr val="4676CB"/>
                </a:solidFill>
                <a:latin typeface="Apple SD Gothic Neo"/>
                <a:ea typeface="Apple SD Gothic Neo"/>
                <a:cs typeface="Apple SD Gothic Neo"/>
              </a:defRPr>
            </a:lvl4pPr>
            <a:lvl5pPr algn="l">
              <a:defRPr sz="1800" b="1">
                <a:solidFill>
                  <a:srgbClr val="4676CB"/>
                </a:solidFill>
                <a:latin typeface="Apple SD Gothic Neo"/>
                <a:ea typeface="Apple SD Gothic Neo"/>
                <a:cs typeface="Apple SD Gothic Neo"/>
              </a:defRPr>
            </a:lvl5pPr>
            <a:lvl6pPr algn="l">
              <a:defRPr sz="1800" b="1">
                <a:solidFill>
                  <a:srgbClr val="4676CB"/>
                </a:solidFill>
                <a:latin typeface="Apple SD Gothic Neo"/>
                <a:ea typeface="Apple SD Gothic Neo"/>
                <a:cs typeface="Apple SD Gothic Neo"/>
              </a:defRPr>
            </a:lvl6pPr>
            <a:lvl7pPr algn="l">
              <a:defRPr sz="1800" b="1">
                <a:solidFill>
                  <a:srgbClr val="4676CB"/>
                </a:solidFill>
                <a:latin typeface="Apple SD Gothic Neo"/>
                <a:ea typeface="Apple SD Gothic Neo"/>
                <a:cs typeface="Apple SD Gothic Neo"/>
              </a:defRPr>
            </a:lvl7pPr>
            <a:lvl8pPr algn="l">
              <a:defRPr sz="1800" b="1">
                <a:solidFill>
                  <a:srgbClr val="4676CB"/>
                </a:solidFill>
                <a:latin typeface="Apple SD Gothic Neo"/>
                <a:ea typeface="Apple SD Gothic Neo"/>
                <a:cs typeface="Apple SD Gothic Neo"/>
              </a:defRPr>
            </a:lvl8pPr>
            <a:lvl9pPr algn="l">
              <a:defRPr sz="1800" b="1">
                <a:solidFill>
                  <a:srgbClr val="4676CB"/>
                </a:solidFill>
                <a:latin typeface="Apple SD Gothic Neo"/>
                <a:ea typeface="Apple SD Gothic Neo"/>
                <a:cs typeface="Apple SD Gothic Neo"/>
              </a:defRPr>
            </a:lvl9pPr>
          </a:lstStyle>
          <a:p xmlns:a="http://schemas.openxmlformats.org/drawingml/2006/main">
            <a:pPr algn="l">
              <a:defRPr sz="1800" b="1">
                <a:solidFill>
                  <a:srgbClr val="4676CB"/>
                </a:solidFill>
                <a:latin typeface="Apple SD Gothic Neo"/>
                <a:ea typeface="Apple SD Gothic Neo"/>
                <a:cs typeface="Apple SD Gothic Neo"/>
              </a:defRPr>
            </a:pPr>
            <a:r>
              <a:rPr sz="1800" b="1">
                <a:solidFill>
                  <a:srgbClr val="4676CB"/>
                </a:solidFill>
                <a:latin typeface="Apple SD Gothic Neo"/>
                <a:ea typeface="Apple SD Gothic Neo"/>
                <a:cs typeface="Apple SD Gothic Neo"/>
              </a:rPr>
              <a:t>채택한 근거·처리 의도를 먼저 안내한 뒤 상세 처리</a:t>
            </a:r>
          </a:p>
        </p:txBody>
      </p:sp>
      <p:sp>
        <p:nvSpPr>
          <p:cNvPr id="161" name="DP1 object 354">
            <a:extLst xmlns:a="http://schemas.openxmlformats.org/drawingml/2006/main">
              <a:ext uri="{FF2B5EF4-FFF2-40B4-BE49-F238E27FC236}">
                <a16:creationId xmlns:a16="http://schemas.microsoft.com/office/drawing/2014/main" id="{26C38295-15C1-4595-A7D8-46BB2B166DA3}"/>
              </a:ext>
            </a:extLst>
          </p:cNvPr>
          <p:cNvSpPr>
            <a:spLocks xmlns:a="http://schemas.openxmlformats.org/drawingml/2006/main" noGrp="1"/>
          </p:cNvSpPr>
          <p:nvPr/>
        </p:nvSpPr>
        <p:spPr>
          <a:xfrm xmlns:a="http://schemas.openxmlformats.org/drawingml/2006/main">
            <a:off x="2238375" y="9648825"/>
            <a:ext cx="15240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111111"/>
                </a:solidFill>
                <a:latin typeface="Apple SD Gothic Neo"/>
                <a:ea typeface="Apple SD Gothic Neo"/>
                <a:cs typeface="Apple SD Gothic Neo"/>
              </a:defRPr>
            </a:defPPr>
            <a:lvl1pPr algn="l">
              <a:defRPr sz="1575" b="0">
                <a:solidFill>
                  <a:srgbClr val="111111"/>
                </a:solidFill>
                <a:latin typeface="Apple SD Gothic Neo"/>
                <a:ea typeface="Apple SD Gothic Neo"/>
                <a:cs typeface="Apple SD Gothic Neo"/>
              </a:defRPr>
            </a:lvl1pPr>
            <a:lvl2pPr algn="l">
              <a:defRPr sz="1575" b="0">
                <a:solidFill>
                  <a:srgbClr val="111111"/>
                </a:solidFill>
                <a:latin typeface="Apple SD Gothic Neo"/>
                <a:ea typeface="Apple SD Gothic Neo"/>
                <a:cs typeface="Apple SD Gothic Neo"/>
              </a:defRPr>
            </a:lvl2pPr>
            <a:lvl3pPr algn="l">
              <a:defRPr sz="1575" b="0">
                <a:solidFill>
                  <a:srgbClr val="111111"/>
                </a:solidFill>
                <a:latin typeface="Apple SD Gothic Neo"/>
                <a:ea typeface="Apple SD Gothic Neo"/>
                <a:cs typeface="Apple SD Gothic Neo"/>
              </a:defRPr>
            </a:lvl3pPr>
            <a:lvl4pPr algn="l">
              <a:defRPr sz="1575" b="0">
                <a:solidFill>
                  <a:srgbClr val="111111"/>
                </a:solidFill>
                <a:latin typeface="Apple SD Gothic Neo"/>
                <a:ea typeface="Apple SD Gothic Neo"/>
                <a:cs typeface="Apple SD Gothic Neo"/>
              </a:defRPr>
            </a:lvl4pPr>
            <a:lvl5pPr algn="l">
              <a:defRPr sz="1575" b="0">
                <a:solidFill>
                  <a:srgbClr val="111111"/>
                </a:solidFill>
                <a:latin typeface="Apple SD Gothic Neo"/>
                <a:ea typeface="Apple SD Gothic Neo"/>
                <a:cs typeface="Apple SD Gothic Neo"/>
              </a:defRPr>
            </a:lvl5pPr>
            <a:lvl6pPr algn="l">
              <a:defRPr sz="1575" b="0">
                <a:solidFill>
                  <a:srgbClr val="111111"/>
                </a:solidFill>
                <a:latin typeface="Apple SD Gothic Neo"/>
                <a:ea typeface="Apple SD Gothic Neo"/>
                <a:cs typeface="Apple SD Gothic Neo"/>
              </a:defRPr>
            </a:lvl6pPr>
            <a:lvl7pPr algn="l">
              <a:defRPr sz="1575" b="0">
                <a:solidFill>
                  <a:srgbClr val="111111"/>
                </a:solidFill>
                <a:latin typeface="Apple SD Gothic Neo"/>
                <a:ea typeface="Apple SD Gothic Neo"/>
                <a:cs typeface="Apple SD Gothic Neo"/>
              </a:defRPr>
            </a:lvl7pPr>
            <a:lvl8pPr algn="l">
              <a:defRPr sz="1575" b="0">
                <a:solidFill>
                  <a:srgbClr val="111111"/>
                </a:solidFill>
                <a:latin typeface="Apple SD Gothic Neo"/>
                <a:ea typeface="Apple SD Gothic Neo"/>
                <a:cs typeface="Apple SD Gothic Neo"/>
              </a:defRPr>
            </a:lvl8pPr>
            <a:lvl9pPr algn="l">
              <a:defRPr sz="1575" b="0">
                <a:solidFill>
                  <a:srgbClr val="111111"/>
                </a:solidFill>
                <a:latin typeface="Apple SD Gothic Neo"/>
                <a:ea typeface="Apple SD Gothic Neo"/>
                <a:cs typeface="Apple SD Gothic Neo"/>
              </a:defRPr>
            </a:lvl9pPr>
          </a:lstStyle>
          <a:p xmlns:a="http://schemas.openxmlformats.org/drawingml/2006/main">
            <a:pPr algn="l">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E3의 A: 첫 응답 7.092→1.905초 / 처리시간 21.508→23.118초 / 호출 12→18회 / 비용 $0.01466→$0.01574</a:t>
            </a:r>
          </a:p>
        </p:txBody>
      </p:sp>
      <p:sp>
        <p:nvSpPr>
          <p:cNvPr id="162" name="DP1 object 355">
            <a:extLst xmlns:a="http://schemas.openxmlformats.org/drawingml/2006/main">
              <a:ext uri="{FF2B5EF4-FFF2-40B4-BE49-F238E27FC236}">
                <a16:creationId xmlns:a16="http://schemas.microsoft.com/office/drawing/2014/main" id="{3392C74C-E9B4-4A8C-88E7-751F63A7FDE0}"/>
              </a:ext>
            </a:extLst>
          </p:cNvPr>
          <p:cNvSpPr>
            <a:spLocks xmlns:a="http://schemas.openxmlformats.org/drawingml/2006/main" noGrp="1"/>
          </p:cNvSpPr>
          <p:nvPr/>
        </p:nvSpPr>
        <p:spPr>
          <a:xfrm xmlns:a="http://schemas.openxmlformats.org/drawingml/2006/main">
            <a:off x="266700" y="10010775"/>
            <a:ext cx="1690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50555B"/>
                </a:solidFill>
                <a:latin typeface="Apple SD Gothic Neo"/>
                <a:ea typeface="Apple SD Gothic Neo"/>
                <a:cs typeface="Apple SD Gothic Neo"/>
              </a:defRPr>
            </a:defPPr>
            <a:lvl1pPr algn="l">
              <a:defRPr sz="1350" b="0">
                <a:solidFill>
                  <a:srgbClr val="50555B"/>
                </a:solidFill>
                <a:latin typeface="Apple SD Gothic Neo"/>
                <a:ea typeface="Apple SD Gothic Neo"/>
                <a:cs typeface="Apple SD Gothic Neo"/>
              </a:defRPr>
            </a:lvl1pPr>
            <a:lvl2pPr algn="l">
              <a:defRPr sz="1350" b="0">
                <a:solidFill>
                  <a:srgbClr val="50555B"/>
                </a:solidFill>
                <a:latin typeface="Apple SD Gothic Neo"/>
                <a:ea typeface="Apple SD Gothic Neo"/>
                <a:cs typeface="Apple SD Gothic Neo"/>
              </a:defRPr>
            </a:lvl2pPr>
            <a:lvl3pPr algn="l">
              <a:defRPr sz="1350" b="0">
                <a:solidFill>
                  <a:srgbClr val="50555B"/>
                </a:solidFill>
                <a:latin typeface="Apple SD Gothic Neo"/>
                <a:ea typeface="Apple SD Gothic Neo"/>
                <a:cs typeface="Apple SD Gothic Neo"/>
              </a:defRPr>
            </a:lvl3pPr>
            <a:lvl4pPr algn="l">
              <a:defRPr sz="1350" b="0">
                <a:solidFill>
                  <a:srgbClr val="50555B"/>
                </a:solidFill>
                <a:latin typeface="Apple SD Gothic Neo"/>
                <a:ea typeface="Apple SD Gothic Neo"/>
                <a:cs typeface="Apple SD Gothic Neo"/>
              </a:defRPr>
            </a:lvl4pPr>
            <a:lvl5pPr algn="l">
              <a:defRPr sz="1350" b="0">
                <a:solidFill>
                  <a:srgbClr val="50555B"/>
                </a:solidFill>
                <a:latin typeface="Apple SD Gothic Neo"/>
                <a:ea typeface="Apple SD Gothic Neo"/>
                <a:cs typeface="Apple SD Gothic Neo"/>
              </a:defRPr>
            </a:lvl5pPr>
            <a:lvl6pPr algn="l">
              <a:defRPr sz="1350" b="0">
                <a:solidFill>
                  <a:srgbClr val="50555B"/>
                </a:solidFill>
                <a:latin typeface="Apple SD Gothic Neo"/>
                <a:ea typeface="Apple SD Gothic Neo"/>
                <a:cs typeface="Apple SD Gothic Neo"/>
              </a:defRPr>
            </a:lvl6pPr>
            <a:lvl7pPr algn="l">
              <a:defRPr sz="1350" b="0">
                <a:solidFill>
                  <a:srgbClr val="50555B"/>
                </a:solidFill>
                <a:latin typeface="Apple SD Gothic Neo"/>
                <a:ea typeface="Apple SD Gothic Neo"/>
                <a:cs typeface="Apple SD Gothic Neo"/>
              </a:defRPr>
            </a:lvl7pPr>
            <a:lvl8pPr algn="l">
              <a:defRPr sz="1350" b="0">
                <a:solidFill>
                  <a:srgbClr val="50555B"/>
                </a:solidFill>
                <a:latin typeface="Apple SD Gothic Neo"/>
                <a:ea typeface="Apple SD Gothic Neo"/>
                <a:cs typeface="Apple SD Gothic Neo"/>
              </a:defRPr>
            </a:lvl8pPr>
            <a:lvl9pPr algn="l">
              <a:defRPr sz="1350" b="0">
                <a:solidFill>
                  <a:srgbClr val="50555B"/>
                </a:solidFill>
                <a:latin typeface="Apple SD Gothic Neo"/>
                <a:ea typeface="Apple SD Gothic Neo"/>
                <a:cs typeface="Apple SD Gothic Neo"/>
              </a:defRPr>
            </a:lvl9pPr>
          </a:lstStyle>
          <a:p xmlns:a="http://schemas.openxmlformats.org/drawingml/2006/main">
            <a:pPr algn="l">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A2와 첫 안내는 별도 실험이며 결합 효과는 미측정. A2 본문 3/6 동일. A3 기본 적용 보류, A+C 미실험.</a:t>
            </a:r>
          </a:p>
        </p:txBody>
      </p:sp>
      <p:sp>
        <p:nvSpPr>
          <p:cNvPr id="163" name="DP1 object 356">
            <a:extLst xmlns:a="http://schemas.openxmlformats.org/drawingml/2006/main">
              <a:ext uri="{FF2B5EF4-FFF2-40B4-BE49-F238E27FC236}">
                <a16:creationId xmlns:a16="http://schemas.microsoft.com/office/drawing/2014/main" id="{F7F8BDD1-EDA2-43E2-8DBA-1A08D53DC58D}"/>
              </a:ext>
            </a:extLst>
          </p:cNvPr>
          <p:cNvSpPr>
            <a:spLocks xmlns:a="http://schemas.openxmlformats.org/drawingml/2006/main" noGrp="1"/>
          </p:cNvSpPr>
          <p:nvPr/>
        </p:nvSpPr>
        <p:spPr>
          <a:xfrm xmlns:a="http://schemas.openxmlformats.org/drawingml/2006/main">
            <a:off x="11525250" y="1152525"/>
            <a:ext cx="652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350" b="0">
                <a:solidFill>
                  <a:srgbClr val="50555B"/>
                </a:solidFill>
                <a:latin typeface="Apple SD Gothic Neo"/>
                <a:ea typeface="Apple SD Gothic Neo"/>
                <a:cs typeface="Apple SD Gothic Neo"/>
              </a:defRPr>
            </a:defPPr>
            <a:lvl1pPr algn="r">
              <a:defRPr sz="1350" b="0">
                <a:solidFill>
                  <a:srgbClr val="50555B"/>
                </a:solidFill>
                <a:latin typeface="Apple SD Gothic Neo"/>
                <a:ea typeface="Apple SD Gothic Neo"/>
                <a:cs typeface="Apple SD Gothic Neo"/>
              </a:defRPr>
            </a:lvl1pPr>
            <a:lvl2pPr algn="r">
              <a:defRPr sz="1350" b="0">
                <a:solidFill>
                  <a:srgbClr val="50555B"/>
                </a:solidFill>
                <a:latin typeface="Apple SD Gothic Neo"/>
                <a:ea typeface="Apple SD Gothic Neo"/>
                <a:cs typeface="Apple SD Gothic Neo"/>
              </a:defRPr>
            </a:lvl2pPr>
            <a:lvl3pPr algn="r">
              <a:defRPr sz="1350" b="0">
                <a:solidFill>
                  <a:srgbClr val="50555B"/>
                </a:solidFill>
                <a:latin typeface="Apple SD Gothic Neo"/>
                <a:ea typeface="Apple SD Gothic Neo"/>
                <a:cs typeface="Apple SD Gothic Neo"/>
              </a:defRPr>
            </a:lvl3pPr>
            <a:lvl4pPr algn="r">
              <a:defRPr sz="1350" b="0">
                <a:solidFill>
                  <a:srgbClr val="50555B"/>
                </a:solidFill>
                <a:latin typeface="Apple SD Gothic Neo"/>
                <a:ea typeface="Apple SD Gothic Neo"/>
                <a:cs typeface="Apple SD Gothic Neo"/>
              </a:defRPr>
            </a:lvl4pPr>
            <a:lvl5pPr algn="r">
              <a:defRPr sz="1350" b="0">
                <a:solidFill>
                  <a:srgbClr val="50555B"/>
                </a:solidFill>
                <a:latin typeface="Apple SD Gothic Neo"/>
                <a:ea typeface="Apple SD Gothic Neo"/>
                <a:cs typeface="Apple SD Gothic Neo"/>
              </a:defRPr>
            </a:lvl5pPr>
            <a:lvl6pPr algn="r">
              <a:defRPr sz="1350" b="0">
                <a:solidFill>
                  <a:srgbClr val="50555B"/>
                </a:solidFill>
                <a:latin typeface="Apple SD Gothic Neo"/>
                <a:ea typeface="Apple SD Gothic Neo"/>
                <a:cs typeface="Apple SD Gothic Neo"/>
              </a:defRPr>
            </a:lvl6pPr>
            <a:lvl7pPr algn="r">
              <a:defRPr sz="1350" b="0">
                <a:solidFill>
                  <a:srgbClr val="50555B"/>
                </a:solidFill>
                <a:latin typeface="Apple SD Gothic Neo"/>
                <a:ea typeface="Apple SD Gothic Neo"/>
                <a:cs typeface="Apple SD Gothic Neo"/>
              </a:defRPr>
            </a:lvl7pPr>
            <a:lvl8pPr algn="r">
              <a:defRPr sz="1350" b="0">
                <a:solidFill>
                  <a:srgbClr val="50555B"/>
                </a:solidFill>
                <a:latin typeface="Apple SD Gothic Neo"/>
                <a:ea typeface="Apple SD Gothic Neo"/>
                <a:cs typeface="Apple SD Gothic Neo"/>
              </a:defRPr>
            </a:lvl8pPr>
            <a:lvl9pPr algn="r">
              <a:defRPr sz="1350" b="0">
                <a:solidFill>
                  <a:srgbClr val="50555B"/>
                </a:solidFill>
                <a:latin typeface="Apple SD Gothic Neo"/>
                <a:ea typeface="Apple SD Gothic Neo"/>
                <a:cs typeface="Apple SD Gothic Neo"/>
              </a:defRPr>
            </a:lvl9pPr>
          </a:lstStyle>
          <a:p xmlns:a="http://schemas.openxmlformats.org/drawingml/2006/main">
            <a:pPr algn="r">
              <a:defRPr sz="1350" b="0">
                <a:solidFill>
                  <a:srgbClr val="50555B"/>
                </a:solidFill>
                <a:latin typeface="Apple SD Gothic Neo"/>
                <a:ea typeface="Apple SD Gothic Neo"/>
                <a:cs typeface="Apple SD Gothic Neo"/>
              </a:defRPr>
            </a:pPr>
            <a:r>
              <a:rPr sz="1350" b="0">
                <a:solidFill>
                  <a:srgbClr val="50555B"/>
                </a:solidFill>
                <a:latin typeface="Apple SD Gothic Neo"/>
                <a:ea typeface="Apple SD Gothic Neo"/>
                <a:cs typeface="Apple SD Gothic Neo"/>
              </a:rPr>
              <a:t>표는 기본안별 12episode / QA04 별도 4과제 / RSS 로컬 실행기</a:t>
            </a:r>
          </a:p>
        </p:txBody>
      </p:sp>
      <p:sp>
        <p:nvSpPr>
          <p:cNvPr id="164" name="DP1 object 357">
            <a:extLst xmlns:a="http://schemas.openxmlformats.org/drawingml/2006/main">
              <a:ext uri="{FF2B5EF4-FFF2-40B4-BE49-F238E27FC236}">
                <a16:creationId xmlns:a16="http://schemas.microsoft.com/office/drawing/2014/main" id="{CFA7E91C-6F95-4D2F-9200-00DB8124624E}"/>
              </a:ext>
            </a:extLst>
          </p:cNvPr>
          <p:cNvSpPr>
            <a:spLocks xmlns:a="http://schemas.openxmlformats.org/drawingml/2006/main" noGrp="1"/>
          </p:cNvSpPr>
          <p:nvPr/>
        </p:nvSpPr>
        <p:spPr>
          <a:xfrm xmlns:a="http://schemas.openxmlformats.org/drawingml/2006/main">
            <a:off x="266700" y="8934450"/>
            <a:ext cx="1666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111111"/>
                </a:solidFill>
                <a:latin typeface="Apple SD Gothic Neo"/>
                <a:ea typeface="Apple SD Gothic Neo"/>
                <a:cs typeface="Apple SD Gothic Neo"/>
              </a:defRPr>
            </a:defPPr>
            <a:lvl1pPr algn="l">
              <a:defRPr sz="1575" b="0">
                <a:solidFill>
                  <a:srgbClr val="111111"/>
                </a:solidFill>
                <a:latin typeface="Apple SD Gothic Neo"/>
                <a:ea typeface="Apple SD Gothic Neo"/>
                <a:cs typeface="Apple SD Gothic Neo"/>
              </a:defRPr>
            </a:lvl1pPr>
            <a:lvl2pPr algn="l">
              <a:defRPr sz="1575" b="0">
                <a:solidFill>
                  <a:srgbClr val="111111"/>
                </a:solidFill>
                <a:latin typeface="Apple SD Gothic Neo"/>
                <a:ea typeface="Apple SD Gothic Neo"/>
                <a:cs typeface="Apple SD Gothic Neo"/>
              </a:defRPr>
            </a:lvl2pPr>
            <a:lvl3pPr algn="l">
              <a:defRPr sz="1575" b="0">
                <a:solidFill>
                  <a:srgbClr val="111111"/>
                </a:solidFill>
                <a:latin typeface="Apple SD Gothic Neo"/>
                <a:ea typeface="Apple SD Gothic Neo"/>
                <a:cs typeface="Apple SD Gothic Neo"/>
              </a:defRPr>
            </a:lvl3pPr>
            <a:lvl4pPr algn="l">
              <a:defRPr sz="1575" b="0">
                <a:solidFill>
                  <a:srgbClr val="111111"/>
                </a:solidFill>
                <a:latin typeface="Apple SD Gothic Neo"/>
                <a:ea typeface="Apple SD Gothic Neo"/>
                <a:cs typeface="Apple SD Gothic Neo"/>
              </a:defRPr>
            </a:lvl4pPr>
            <a:lvl5pPr algn="l">
              <a:defRPr sz="1575" b="0">
                <a:solidFill>
                  <a:srgbClr val="111111"/>
                </a:solidFill>
                <a:latin typeface="Apple SD Gothic Neo"/>
                <a:ea typeface="Apple SD Gothic Neo"/>
                <a:cs typeface="Apple SD Gothic Neo"/>
              </a:defRPr>
            </a:lvl5pPr>
            <a:lvl6pPr algn="l">
              <a:defRPr sz="1575" b="0">
                <a:solidFill>
                  <a:srgbClr val="111111"/>
                </a:solidFill>
                <a:latin typeface="Apple SD Gothic Neo"/>
                <a:ea typeface="Apple SD Gothic Neo"/>
                <a:cs typeface="Apple SD Gothic Neo"/>
              </a:defRPr>
            </a:lvl6pPr>
            <a:lvl7pPr algn="l">
              <a:defRPr sz="1575" b="0">
                <a:solidFill>
                  <a:srgbClr val="111111"/>
                </a:solidFill>
                <a:latin typeface="Apple SD Gothic Neo"/>
                <a:ea typeface="Apple SD Gothic Neo"/>
                <a:cs typeface="Apple SD Gothic Neo"/>
              </a:defRPr>
            </a:lvl7pPr>
            <a:lvl8pPr algn="l">
              <a:defRPr sz="1575" b="0">
                <a:solidFill>
                  <a:srgbClr val="111111"/>
                </a:solidFill>
                <a:latin typeface="Apple SD Gothic Neo"/>
                <a:ea typeface="Apple SD Gothic Neo"/>
                <a:cs typeface="Apple SD Gothic Neo"/>
              </a:defRPr>
            </a:lvl8pPr>
            <a:lvl9pPr algn="l">
              <a:defRPr sz="1575" b="0">
                <a:solidFill>
                  <a:srgbClr val="111111"/>
                </a:solidFill>
                <a:latin typeface="Apple SD Gothic Neo"/>
                <a:ea typeface="Apple SD Gothic Neo"/>
                <a:cs typeface="Apple SD Gothic Neo"/>
              </a:defRPr>
            </a:lvl9pPr>
          </a:lstStyle>
          <a:p xmlns:a="http://schemas.openxmlformats.org/drawingml/2006/main">
            <a:pPr algn="l">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A/B QA01 우열 미확정. 본문 충족 A/B 30/36, C 34/36. C 총비용은 A의 2.42배.</a:t>
            </a:r>
          </a:p>
        </p:txBody>
      </p:sp>
    </p:spTree>
    <p:extLst>
      <p:ext uri="{BB962C8B-B14F-4D97-AF65-F5344CB8AC3E}">
        <p14:creationId xmlns:p14="http://schemas.microsoft.com/office/powerpoint/2010/main" val="1544520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2026-10-19T04:12:29.8370000Z</dcterms:created>
  <dcterms:modified xsi:type="dcterms:W3CDTF">2026-10-19T04:12:29.8370000Z</dcterms:modified>
</coreProperties>
</file>