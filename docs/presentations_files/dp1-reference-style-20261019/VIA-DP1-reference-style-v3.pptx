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c0351578f442db" /><Relationship Type="http://schemas.openxmlformats.org/officeDocument/2006/relationships/extended-properties" Target="/docProps/app.xml" Id="R5014f80f69714667" /><Relationship Type="http://schemas.openxmlformats.org/officeDocument/2006/relationships/officeDocument" Target="/ppt/presentation.xml" Id="R4cdc27146b594877" /></Relationships>
</file>

<file path=ppt/presentation.xml><?xml version="1.0" encoding="utf-8"?>
<p:presentation xmlns:p="http://schemas.openxmlformats.org/presentationml/2006/main">
  <p:sldMasterIdLst>
    <p:sldMasterId xmlns:r="http://schemas.openxmlformats.org/officeDocument/2006/relationships" id="2147483648" r:id="R63f380f49c3a4b41"/>
  </p:sldMasterIdLst>
  <p:notesMasterIdLst>
    <p:notesMasterId xmlns:r="http://schemas.openxmlformats.org/officeDocument/2006/relationships" r:id="Rb844d1639b0e469e"/>
  </p:notesMasterIdLst>
  <p:sldIdLst>
    <p:sldId xmlns:r="http://schemas.openxmlformats.org/officeDocument/2006/relationships" id="256" r:id="R5c746453d0904fbb"/>
    <p:sldId xmlns:r="http://schemas.openxmlformats.org/officeDocument/2006/relationships" id="257" r:id="R7bf6891bb72d4ade"/>
    <p:sldId xmlns:r="http://schemas.openxmlformats.org/officeDocument/2006/relationships" id="258" r:id="Rb5a6ecceb5ea4e61"/>
    <p:sldId xmlns:r="http://schemas.openxmlformats.org/officeDocument/2006/relationships" id="259" r:id="Rcd65d1892616460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2e2d83ebc24d60" /><Relationship Type="http://schemas.openxmlformats.org/officeDocument/2006/relationships/slideMaster" Target="/ppt/slideMasters/slideMaster1.xml" Id="R63f380f49c3a4b41" /><Relationship Type="http://schemas.openxmlformats.org/officeDocument/2006/relationships/notesMaster" Target="/ppt/notesMasters/notesMaster1.xml" Id="Rb844d1639b0e469e" /><Relationship Type="http://schemas.openxmlformats.org/officeDocument/2006/relationships/presProps" Target="/ppt/presProps.xml" Id="Re5cdbb5f0a5b45c5" /><Relationship Type="http://schemas.openxmlformats.org/officeDocument/2006/relationships/tableStyles" Target="/ppt/tableStyles.xml" Id="Reebdc437d78e48e3" /><Relationship Type="http://schemas.openxmlformats.org/officeDocument/2006/relationships/slide" Target="/ppt/slides/slide1.xml" Id="R5c746453d0904fbb" /><Relationship Type="http://schemas.openxmlformats.org/officeDocument/2006/relationships/slide" Target="/ppt/slides/slide2.xml" Id="R7bf6891bb72d4ade" /><Relationship Type="http://schemas.openxmlformats.org/officeDocument/2006/relationships/slide" Target="/ppt/slides/slide3.xml" Id="Rb5a6ecceb5ea4e61" /><Relationship Type="http://schemas.openxmlformats.org/officeDocument/2006/relationships/slide" Target="/ppt/slides/slide4.xml" Id="Rcd65d189261646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ba0e9ed57941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2e38210dd54a6d" /><Relationship Type="http://schemas.openxmlformats.org/officeDocument/2006/relationships/notesMaster" Target="/ppt/notesMasters/notesMaster1.xml" Id="R5e7efd84141746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0c584eccf549e5" /><Relationship Type="http://schemas.openxmlformats.org/officeDocument/2006/relationships/notesMaster" Target="/ppt/notesMasters/notesMaster1.xml" Id="Rea74e64566b946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c83a13eefb4bb0" /><Relationship Type="http://schemas.openxmlformats.org/officeDocument/2006/relationships/notesMaster" Target="/ppt/notesMasters/notesMaster1.xml" Id="R337e3723aaf748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b4053996984034" /><Relationship Type="http://schemas.openxmlformats.org/officeDocument/2006/relationships/notesMaster" Target="/ppt/notesMasters/notesMaster1.xml" Id="R530b91fb1f2148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p>
          <a:p xmlns:a="http://schemas.openxmlformats.org/drawingml/2006/main">
            <a:r>
              <a:t>내용 출처: /Users/changbae/Workspace/via-sw-architecture/docs/architecture/12-decisions/decision-packages/seven-problem-review/01-evidence-supply.md §1~6</a:t>
            </a:r>
          </a:p>
          <a:p xmlns:a="http://schemas.openxmlformats.org/drawingml/2006/main">
            <a:r>
              <a:t>스타일 참조: 사용자 제공 DP3/DP4 배경 이미지. 모든 설명 도형과 문서는 편집 가능한 native shape다.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p>
          <a:p xmlns:a="http://schemas.openxmlformats.org/drawingml/2006/main">
            <a:r>
              <a:t>A/B는 작업 문맥 수명 축, B/C는 별도 생산 책임 축이다. A+C도 조합 가능하나 미실험이다.</a:t>
            </a:r>
          </a:p>
          <a:p xmlns:a="http://schemas.openxmlformats.org/drawingml/2006/main">
            <a: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p>
          <a:p xmlns:a="http://schemas.openxmlformats.org/drawingml/2006/main">
            <a:r>
              <a:t>내용 출처:</a:t>
            </a:r>
          </a:p>
          <a:p xmlns:a="http://schemas.openxmlformats.org/drawingml/2006/main">
            <a:r>
              <a:t>/Users/changbae/Workspace/via-sw-architecture/docs/architecture/12-decisions/decision-packages/seven-problem-review/01-evidence-supply.md</a:t>
            </a:r>
          </a:p>
          <a:p xmlns:a="http://schemas.openxmlformats.org/drawingml/2006/main">
            <a:r>
              <a:t>/Users/changbae/Workspace/via-sw-architecture/docs/architecture/12-decisions/decision-packages/seven-problem-review/17-presentation-results.md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a:p xmlns:a="http://schemas.openxmlformats.org/drawingml/2006/main">
            <a:r>
              <a:t>스타일 참조: 첨부 23-DP04방안.png, 24-DP04채택.png, 18-DP02채택.png. 대안 3개를 보존하기 위해 두 열을 세 열로 확장했다.</a:t>
            </a:r>
          </a:p>
          <a:p xmlns:a="http://schemas.openxmlformats.org/drawingml/2006/main">
            <a: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p>
          <a:p xmlns:a="http://schemas.openxmlformats.org/drawingml/2006/main">
            <a: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첫안내는4장에두며A2와결합하지않았다.</a:t>
            </a:r>
          </a:p>
          <a:p xmlns:a="http://schemas.openxmlformats.org/drawingml/2006/main">
            <a:r>
              <a:t>추가 설계 근거: /Users/changbae/Workspace/via-sw-architecture/docs/architecture/12-decisions/decision-packages/seven-problem-review/diagrams/problem01-C-detail.drawio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p>
          <a:p xmlns:a="http://schemas.openxmlformats.org/drawingml/2006/main">
            <a:r>
              <a:t>A/B는 작업 문맥 수명 축, B/C는 별도 생산 책임 축이다. A+C도 조합 가능하나 미실험이다.</a:t>
            </a:r>
          </a:p>
          <a:p xmlns:a="http://schemas.openxmlformats.org/drawingml/2006/main">
            <a: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p>
          <a:p xmlns:a="http://schemas.openxmlformats.org/drawingml/2006/main">
            <a:r>
              <a:t>내용 출처:</a:t>
            </a:r>
          </a:p>
          <a:p xmlns:a="http://schemas.openxmlformats.org/drawingml/2006/main">
            <a:r>
              <a:t>/Users/changbae/Workspace/via-sw-architecture/docs/architecture/12-decisions/decision-packages/seven-problem-review/01-evidence-supply.md</a:t>
            </a:r>
          </a:p>
          <a:p xmlns:a="http://schemas.openxmlformats.org/drawingml/2006/main">
            <a:r>
              <a:t>/Users/changbae/Workspace/via-sw-architecture/docs/architecture/12-decisions/decision-packages/seven-problem-review/17-presentation-results.md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a:p xmlns:a="http://schemas.openxmlformats.org/drawingml/2006/main">
            <a:r>
              <a:t>스타일 참조: 첨부 23-DP04방안.png, 24-DP04채택.png, 18-DP02채택.png. 대안 3개를 보존하기 위해 두 열을 세 열로 확장했다.</a:t>
            </a:r>
          </a:p>
          <a:p xmlns:a="http://schemas.openxmlformats.org/drawingml/2006/main">
            <a: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p>
          <a:p xmlns:a="http://schemas.openxmlformats.org/drawingml/2006/main">
            <a: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첫안내는4장에두며A2와결합하지않았다.</a:t>
            </a:r>
          </a:p>
          <a:p xmlns:a="http://schemas.openxmlformats.org/drawingml/2006/main">
            <a:r>
              <a:t>추가 설계 근거: /Users/changbae/Workspace/via-sw-architecture/docs/architecture/12-decisions/decision-packages/seven-problem-review/diagrams/problem01-C-detail.drawio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p>
          <a:p xmlns:a="http://schemas.openxmlformats.org/drawingml/2006/main">
            <a:r>
              <a:t>A/B는 작업 문맥 수명 축, B/C는 별도 생산 책임 축이다. A+C도 조합 가능하나 미실험이다.</a:t>
            </a:r>
          </a:p>
          <a:p xmlns:a="http://schemas.openxmlformats.org/drawingml/2006/main">
            <a: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p>
          <a:p xmlns:a="http://schemas.openxmlformats.org/drawingml/2006/main">
            <a:r>
              <a:t>내용 출처:</a:t>
            </a:r>
          </a:p>
          <a:p xmlns:a="http://schemas.openxmlformats.org/drawingml/2006/main">
            <a:r>
              <a:t>/Users/changbae/Workspace/via-sw-architecture/docs/architecture/12-decisions/decision-packages/seven-problem-review/01-evidence-supply.md</a:t>
            </a:r>
          </a:p>
          <a:p xmlns:a="http://schemas.openxmlformats.org/drawingml/2006/main">
            <a:r>
              <a:t>/Users/changbae/Workspace/via-sw-architecture/docs/architecture/12-decisions/decision-packages/seven-problem-review/17-presentation-results.md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a:p xmlns:a="http://schemas.openxmlformats.org/drawingml/2006/main">
            <a:r>
              <a:t>스타일 참조: 첨부 23-DP04방안.png, 24-DP04채택.png, 18-DP02채택.png. 대안 3개를 보존하기 위해 두 열을 세 열로 확장했다.</a:t>
            </a:r>
          </a:p>
          <a:p xmlns:a="http://schemas.openxmlformats.org/drawingml/2006/main">
            <a:r>
              <a:t>선택은 후속 근거 재사용 조건의 발표상 권고이며 accepted ADR을 변경하지 않는다. QA01의 A/B 구조 우열은 미확정이다. A2는 정정 사례에서 재조회 감소만 확인했으며 주요 성능 보완으로 채택하지 않았다.</a:t>
            </a:r>
          </a:p>
          <a:p xmlns:a="http://schemas.openxmlformats.org/drawingml/2006/main">
            <a: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p>
          <a:p xmlns:a="http://schemas.openxmlformats.org/drawingml/2006/main">
            <a: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p>
          <a:p xmlns:a="http://schemas.openxmlformats.org/drawingml/2006/main">
            <a:r>
              <a:t>수치 출처: /Users/changbae/Workspace/via-sw-architecture/docs/architecture/12-decisions/decision-packages/seven-problem-review/17-presentation-results.md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6994ce2a7b4d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607f14e35548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0c4ee74462e4b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7be36141d74a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3cc6bbeb0644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7c50550d8444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6E0AEA-5707-4C77-BA8D-6FE23E3A48C9}"/>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2D4A86B-6CE5-4ECC-9429-76B786D780CE}"/>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B6D5A3-72AE-41BB-B92E-287887EC461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5250E2-B3CE-40BB-B3F7-2803D8451CC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7BFC93-6F92-4816-B8F1-5C8152F3219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63F87D-F5A8-44E0-B1B8-8966603803E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F31E35-6FC0-4CCA-80D4-EFAB9EE9334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DA02A2B-3CAF-4789-B1C6-0323E813549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ECA824-4953-41AF-AA5D-309F310F2E8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DFEB98-B16E-42F0-8D6B-D2C765F8282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694a61951749cf" /><Relationship Type="http://schemas.openxmlformats.org/officeDocument/2006/relationships/slideLayout" Target="/ppt/slideLayouts/slideLayout1.xml" Id="R71f24d053be44325" /><Relationship Type="http://schemas.openxmlformats.org/officeDocument/2006/relationships/slideLayout" Target="/ppt/slideLayouts/slideLayout2.xml" Id="Re7c7048be3684067" /><Relationship Type="http://schemas.openxmlformats.org/officeDocument/2006/relationships/slideLayout" Target="/ppt/slideLayouts/slideLayout3.xml" Id="Rca2d821809194467" /><Relationship Type="http://schemas.openxmlformats.org/officeDocument/2006/relationships/slideLayout" Target="/ppt/slideLayouts/slideLayout4.xml" Id="R934f85a43d2649bb" /><Relationship Type="http://schemas.openxmlformats.org/officeDocument/2006/relationships/slideLayout" Target="/ppt/slideLayouts/slideLayout5.xml" Id="R0ecada9d23ab40e4" /><Relationship Type="http://schemas.openxmlformats.org/officeDocument/2006/relationships/slideLayout" Target="/ppt/slideLayouts/slideLayout6.xml" Id="R8695caab1c4940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f24d053be44325"/>
    <p:sldLayoutId xmlns:r="http://schemas.openxmlformats.org/officeDocument/2006/relationships" id="2147483650" r:id="Re7c7048be3684067"/>
    <p:sldLayoutId xmlns:r="http://schemas.openxmlformats.org/officeDocument/2006/relationships" id="2147483651" r:id="Rca2d821809194467"/>
    <p:sldLayoutId xmlns:r="http://schemas.openxmlformats.org/officeDocument/2006/relationships" id="2147483652" r:id="R934f85a43d2649bb"/>
    <p:sldLayoutId xmlns:r="http://schemas.openxmlformats.org/officeDocument/2006/relationships" id="2147483653" r:id="R0ecada9d23ab40e4"/>
    <p:sldLayoutId xmlns:r="http://schemas.openxmlformats.org/officeDocument/2006/relationships" id="2147483654" r:id="R8695caab1c4940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57b3936c394926" /><Relationship Type="http://schemas.openxmlformats.org/officeDocument/2006/relationships/notesSlide" Target="/ppt/notesSlides/notesSlide1.xml" Id="R64d820c3f43b49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dd63978baf9479a" /><Relationship Type="http://schemas.openxmlformats.org/officeDocument/2006/relationships/notesSlide" Target="/ppt/notesSlides/notesSlide2.xml" Id="Rd3d09e324cfa4f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6af8c92f3a94731" /><Relationship Type="http://schemas.openxmlformats.org/officeDocument/2006/relationships/notesSlide" Target="/ppt/notesSlides/notesSlide3.xml" Id="Rd5f0e4b7f15247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5162c2bb5c4838" /><Relationship Type="http://schemas.openxmlformats.org/officeDocument/2006/relationships/notesSlide" Target="/ppt/notesSlides/notesSlide4.xml" Id="Ra4f39bf96e964aa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3" name="DP1 object 1">
            <a:extLst xmlns:a="http://schemas.openxmlformats.org/drawingml/2006/main">
              <a:ext uri="{FF2B5EF4-FFF2-40B4-BE49-F238E27FC236}">
                <a16:creationId xmlns:a16="http://schemas.microsoft.com/office/drawing/2014/main" id="{E285858F-D91F-4B32-B10D-2CF74A3C12AC}"/>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(배경)</a:t>
            </a:r>
          </a:p>
        </p:txBody>
      </p:sp>
      <p:sp>
        <p:nvSpPr>
          <p:cNvPr id="2" name="DP1 object 2">
            <a:extLst xmlns:a="http://schemas.openxmlformats.org/drawingml/2006/main">
              <a:ext uri="{FF2B5EF4-FFF2-40B4-BE49-F238E27FC236}">
                <a16:creationId xmlns:a16="http://schemas.microsoft.com/office/drawing/2014/main" id="{A961AD78-5E33-4334-89E0-965AEE4D5526}"/>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1 object 3">
            <a:extLst xmlns:a="http://schemas.openxmlformats.org/drawingml/2006/main">
              <a:ext uri="{FF2B5EF4-FFF2-40B4-BE49-F238E27FC236}">
                <a16:creationId xmlns:a16="http://schemas.microsoft.com/office/drawing/2014/main" id="{F546012E-A328-4355-8378-1697A85AC2A3}"/>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1 object 4">
            <a:extLst xmlns:a="http://schemas.openxmlformats.org/drawingml/2006/main">
              <a:ext uri="{FF2B5EF4-FFF2-40B4-BE49-F238E27FC236}">
                <a16:creationId xmlns:a16="http://schemas.microsoft.com/office/drawing/2014/main" id="{7BDA5CC0-C0C6-48E8-8F60-8289CFE329FC}"/>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1 object 5">
            <a:extLst xmlns:a="http://schemas.openxmlformats.org/drawingml/2006/main">
              <a:ext uri="{FF2B5EF4-FFF2-40B4-BE49-F238E27FC236}">
                <a16:creationId xmlns:a16="http://schemas.microsoft.com/office/drawing/2014/main" id="{916359DC-CFF1-457E-8FBD-9E104D4A3ACD}"/>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1 object 6">
            <a:extLst xmlns:a="http://schemas.openxmlformats.org/drawingml/2006/main">
              <a:ext uri="{FF2B5EF4-FFF2-40B4-BE49-F238E27FC236}">
                <a16:creationId xmlns:a16="http://schemas.microsoft.com/office/drawing/2014/main" id="{8F41B2CB-58C7-4801-8237-9EEFCB0B3621}"/>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1 object 7">
            <a:extLst xmlns:a="http://schemas.openxmlformats.org/drawingml/2006/main">
              <a:ext uri="{FF2B5EF4-FFF2-40B4-BE49-F238E27FC236}">
                <a16:creationId xmlns:a16="http://schemas.microsoft.com/office/drawing/2014/main" id="{F5095AF0-EFB0-4DB5-811B-997CAD88EBEC}"/>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1 object 8">
            <a:extLst xmlns:a="http://schemas.openxmlformats.org/drawingml/2006/main">
              <a:ext uri="{FF2B5EF4-FFF2-40B4-BE49-F238E27FC236}">
                <a16:creationId xmlns:a16="http://schemas.microsoft.com/office/drawing/2014/main" id="{AB225F83-AB33-4993-B938-1E24C1E63D38}"/>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1 object 9">
            <a:extLst xmlns:a="http://schemas.openxmlformats.org/drawingml/2006/main">
              <a:ext uri="{FF2B5EF4-FFF2-40B4-BE49-F238E27FC236}">
                <a16:creationId xmlns:a16="http://schemas.microsoft.com/office/drawing/2014/main" id="{75096750-1B0E-451F-BAD2-75C0A72C0AC3}"/>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1 object 10">
            <a:extLst xmlns:a="http://schemas.openxmlformats.org/drawingml/2006/main">
              <a:ext uri="{FF2B5EF4-FFF2-40B4-BE49-F238E27FC236}">
                <a16:creationId xmlns:a16="http://schemas.microsoft.com/office/drawing/2014/main" id="{DF550ECE-2207-4B78-963E-1291008CE5C4}"/>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1 object 11">
            <a:extLst xmlns:a="http://schemas.openxmlformats.org/drawingml/2006/main">
              <a:ext uri="{FF2B5EF4-FFF2-40B4-BE49-F238E27FC236}">
                <a16:creationId xmlns:a16="http://schemas.microsoft.com/office/drawing/2014/main" id="{15BC3E93-61E7-448E-9AFF-9DBC662F1138}"/>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12">
            <a:extLst xmlns:a="http://schemas.openxmlformats.org/drawingml/2006/main">
              <a:ext uri="{FF2B5EF4-FFF2-40B4-BE49-F238E27FC236}">
                <a16:creationId xmlns:a16="http://schemas.microsoft.com/office/drawing/2014/main" id="{9ADFCB42-0FE8-4335-99F5-D94911573955}"/>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1 object 13">
            <a:extLst xmlns:a="http://schemas.openxmlformats.org/drawingml/2006/main">
              <a:ext uri="{FF2B5EF4-FFF2-40B4-BE49-F238E27FC236}">
                <a16:creationId xmlns:a16="http://schemas.microsoft.com/office/drawing/2014/main" id="{5CAB785B-0E0A-4573-ACA2-2BD6C514135A}"/>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1</a:t>
            </a:r>
          </a:p>
        </p:txBody>
      </p:sp>
      <p:sp>
        <p:nvSpPr>
          <p:cNvPr id="14" name="DP1 object 14">
            <a:extLst xmlns:a="http://schemas.openxmlformats.org/drawingml/2006/main">
              <a:ext uri="{FF2B5EF4-FFF2-40B4-BE49-F238E27FC236}">
                <a16:creationId xmlns:a16="http://schemas.microsoft.com/office/drawing/2014/main" id="{38AFA19B-7BBE-48D4-B45D-2335706DD6F7}"/>
              </a:ext>
            </a:extLst>
          </p:cNvPr>
          <p:cNvSpPr>
            <a:spLocks xmlns:a="http://schemas.openxmlformats.org/drawingml/2006/main" noGrp="1"/>
          </p:cNvSpPr>
          <p:nvPr/>
        </p:nvSpPr>
        <p:spPr>
          <a:xfrm xmlns:a="http://schemas.openxmlformats.org/drawingml/2006/main">
            <a:off x="628650" y="1381125"/>
            <a:ext cx="17002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1">
                <a:solidFill>
                  <a:srgbClr val="111111"/>
                </a:solidFill>
                <a:latin typeface="Apple SD Gothic Neo"/>
                <a:ea typeface="Apple SD Gothic Neo"/>
                <a:cs typeface="Apple SD Gothic Neo"/>
              </a:defRPr>
            </a:defPPr>
            <a:lvl1pPr algn="l">
              <a:defRPr sz="3225" b="1">
                <a:solidFill>
                  <a:srgbClr val="111111"/>
                </a:solidFill>
                <a:latin typeface="Apple SD Gothic Neo"/>
                <a:ea typeface="Apple SD Gothic Neo"/>
                <a:cs typeface="Apple SD Gothic Neo"/>
              </a:defRPr>
            </a:lvl1pPr>
            <a:lvl2pPr algn="l">
              <a:defRPr sz="3225" b="1">
                <a:solidFill>
                  <a:srgbClr val="111111"/>
                </a:solidFill>
                <a:latin typeface="Apple SD Gothic Neo"/>
                <a:ea typeface="Apple SD Gothic Neo"/>
                <a:cs typeface="Apple SD Gothic Neo"/>
              </a:defRPr>
            </a:lvl2pPr>
            <a:lvl3pPr algn="l">
              <a:defRPr sz="3225" b="1">
                <a:solidFill>
                  <a:srgbClr val="111111"/>
                </a:solidFill>
                <a:latin typeface="Apple SD Gothic Neo"/>
                <a:ea typeface="Apple SD Gothic Neo"/>
                <a:cs typeface="Apple SD Gothic Neo"/>
              </a:defRPr>
            </a:lvl3pPr>
            <a:lvl4pPr algn="l">
              <a:defRPr sz="3225" b="1">
                <a:solidFill>
                  <a:srgbClr val="111111"/>
                </a:solidFill>
                <a:latin typeface="Apple SD Gothic Neo"/>
                <a:ea typeface="Apple SD Gothic Neo"/>
                <a:cs typeface="Apple SD Gothic Neo"/>
              </a:defRPr>
            </a:lvl4pPr>
            <a:lvl5pPr algn="l">
              <a:defRPr sz="3225" b="1">
                <a:solidFill>
                  <a:srgbClr val="111111"/>
                </a:solidFill>
                <a:latin typeface="Apple SD Gothic Neo"/>
                <a:ea typeface="Apple SD Gothic Neo"/>
                <a:cs typeface="Apple SD Gothic Neo"/>
              </a:defRPr>
            </a:lvl5pPr>
            <a:lvl6pPr algn="l">
              <a:defRPr sz="3225" b="1">
                <a:solidFill>
                  <a:srgbClr val="111111"/>
                </a:solidFill>
                <a:latin typeface="Apple SD Gothic Neo"/>
                <a:ea typeface="Apple SD Gothic Neo"/>
                <a:cs typeface="Apple SD Gothic Neo"/>
              </a:defRPr>
            </a:lvl6pPr>
            <a:lvl7pPr algn="l">
              <a:defRPr sz="3225" b="1">
                <a:solidFill>
                  <a:srgbClr val="111111"/>
                </a:solidFill>
                <a:latin typeface="Apple SD Gothic Neo"/>
                <a:ea typeface="Apple SD Gothic Neo"/>
                <a:cs typeface="Apple SD Gothic Neo"/>
              </a:defRPr>
            </a:lvl7pPr>
            <a:lvl8pPr algn="l">
              <a:defRPr sz="3225" b="1">
                <a:solidFill>
                  <a:srgbClr val="111111"/>
                </a:solidFill>
                <a:latin typeface="Apple SD Gothic Neo"/>
                <a:ea typeface="Apple SD Gothic Neo"/>
                <a:cs typeface="Apple SD Gothic Neo"/>
              </a:defRPr>
            </a:lvl8pPr>
            <a:lvl9pPr algn="l">
              <a:defRPr sz="3225" b="1">
                <a:solidFill>
                  <a:srgbClr val="111111"/>
                </a:solidFill>
                <a:latin typeface="Apple SD Gothic Neo"/>
                <a:ea typeface="Apple SD Gothic Neo"/>
                <a:cs typeface="Apple SD Gothic Neo"/>
              </a:defRPr>
            </a:lvl9pPr>
          </a:lstStyle>
          <a:p xmlns:a="http://schemas.openxmlformats.org/drawingml/2006/main">
            <a:pPr algn="l">
              <a:defRPr sz="3225" b="1">
                <a:solidFill>
                  <a:srgbClr val="111111"/>
                </a:solidFill>
                <a:latin typeface="Apple SD Gothic Neo"/>
                <a:ea typeface="Apple SD Gothic Neo"/>
                <a:cs typeface="Apple SD Gothic Neo"/>
              </a:defRPr>
            </a:pPr>
            <a:r>
              <a:rPr sz="3225" b="1">
                <a:solidFill>
                  <a:srgbClr val="111111"/>
                </a:solidFill>
                <a:latin typeface="Apple SD Gothic Neo"/>
                <a:ea typeface="Apple SD Gothic Neo"/>
                <a:cs typeface="Apple SD Gothic Neo"/>
              </a:rPr>
              <a:t>같은 자료를 다시 묻는데, 원문은 바뀐다</a:t>
            </a:r>
          </a:p>
        </p:txBody>
      </p:sp>
      <p:sp>
        <p:nvSpPr>
          <p:cNvPr id="15" name="DP1 object 15">
            <a:extLst xmlns:a="http://schemas.openxmlformats.org/drawingml/2006/main">
              <a:ext uri="{FF2B5EF4-FFF2-40B4-BE49-F238E27FC236}">
                <a16:creationId xmlns:a16="http://schemas.microsoft.com/office/drawing/2014/main" id="{AC994B02-AE06-4B4D-8E24-2945B55E2BC5}"/>
              </a:ext>
            </a:extLst>
          </p:cNvPr>
          <p:cNvSpPr>
            <a:spLocks xmlns:a="http://schemas.openxmlformats.org/drawingml/2006/main" noGrp="1"/>
          </p:cNvSpPr>
          <p:nvPr/>
        </p:nvSpPr>
        <p:spPr>
          <a:xfrm xmlns:a="http://schemas.openxmlformats.org/drawingml/2006/main">
            <a:off x="647700" y="2009775"/>
            <a:ext cx="1676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111111"/>
                </a:solidFill>
                <a:latin typeface="Apple SD Gothic Neo"/>
                <a:ea typeface="Apple SD Gothic Neo"/>
                <a:cs typeface="Apple SD Gothic Neo"/>
              </a:defRPr>
            </a:defPPr>
            <a:lvl1pPr algn="l">
              <a:defRPr sz="2025" b="0">
                <a:solidFill>
                  <a:srgbClr val="111111"/>
                </a:solidFill>
                <a:latin typeface="Apple SD Gothic Neo"/>
                <a:ea typeface="Apple SD Gothic Neo"/>
                <a:cs typeface="Apple SD Gothic Neo"/>
              </a:defRPr>
            </a:lvl1pPr>
            <a:lvl2pPr algn="l">
              <a:defRPr sz="2025" b="0">
                <a:solidFill>
                  <a:srgbClr val="111111"/>
                </a:solidFill>
                <a:latin typeface="Apple SD Gothic Neo"/>
                <a:ea typeface="Apple SD Gothic Neo"/>
                <a:cs typeface="Apple SD Gothic Neo"/>
              </a:defRPr>
            </a:lvl2pPr>
            <a:lvl3pPr algn="l">
              <a:defRPr sz="2025" b="0">
                <a:solidFill>
                  <a:srgbClr val="111111"/>
                </a:solidFill>
                <a:latin typeface="Apple SD Gothic Neo"/>
                <a:ea typeface="Apple SD Gothic Neo"/>
                <a:cs typeface="Apple SD Gothic Neo"/>
              </a:defRPr>
            </a:lvl3pPr>
            <a:lvl4pPr algn="l">
              <a:defRPr sz="2025" b="0">
                <a:solidFill>
                  <a:srgbClr val="111111"/>
                </a:solidFill>
                <a:latin typeface="Apple SD Gothic Neo"/>
                <a:ea typeface="Apple SD Gothic Neo"/>
                <a:cs typeface="Apple SD Gothic Neo"/>
              </a:defRPr>
            </a:lvl4pPr>
            <a:lvl5pPr algn="l">
              <a:defRPr sz="2025" b="0">
                <a:solidFill>
                  <a:srgbClr val="111111"/>
                </a:solidFill>
                <a:latin typeface="Apple SD Gothic Neo"/>
                <a:ea typeface="Apple SD Gothic Neo"/>
                <a:cs typeface="Apple SD Gothic Neo"/>
              </a:defRPr>
            </a:lvl5pPr>
            <a:lvl6pPr algn="l">
              <a:defRPr sz="2025" b="0">
                <a:solidFill>
                  <a:srgbClr val="111111"/>
                </a:solidFill>
                <a:latin typeface="Apple SD Gothic Neo"/>
                <a:ea typeface="Apple SD Gothic Neo"/>
                <a:cs typeface="Apple SD Gothic Neo"/>
              </a:defRPr>
            </a:lvl6pPr>
            <a:lvl7pPr algn="l">
              <a:defRPr sz="2025" b="0">
                <a:solidFill>
                  <a:srgbClr val="111111"/>
                </a:solidFill>
                <a:latin typeface="Apple SD Gothic Neo"/>
                <a:ea typeface="Apple SD Gothic Neo"/>
                <a:cs typeface="Apple SD Gothic Neo"/>
              </a:defRPr>
            </a:lvl7pPr>
            <a:lvl8pPr algn="l">
              <a:defRPr sz="2025" b="0">
                <a:solidFill>
                  <a:srgbClr val="111111"/>
                </a:solidFill>
                <a:latin typeface="Apple SD Gothic Neo"/>
                <a:ea typeface="Apple SD Gothic Neo"/>
                <a:cs typeface="Apple SD Gothic Neo"/>
              </a:defRPr>
            </a:lvl8pPr>
            <a:lvl9pPr algn="l">
              <a:defRPr sz="2025" b="0">
                <a:solidFill>
                  <a:srgbClr val="111111"/>
                </a:solidFill>
                <a:latin typeface="Apple SD Gothic Neo"/>
                <a:ea typeface="Apple SD Gothic Neo"/>
                <a:cs typeface="Apple SD Gothic Neo"/>
              </a:defRPr>
            </a:lvl9pPr>
          </a:lstStyle>
          <a:p xmlns:a="http://schemas.openxmlformats.org/drawingml/2006/main">
            <a:pPr algn="l">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VIA는 연속된 대화에서 이전 설명과 업무 결과를 현재 조건에 맞게 다시 사용해야 한다.</a:t>
            </a:r>
          </a:p>
        </p:txBody>
      </p:sp>
      <p:sp>
        <p:nvSpPr>
          <p:cNvPr id="16" name="DP1 object 16">
            <a:extLst xmlns:a="http://schemas.openxmlformats.org/drawingml/2006/main">
              <a:ext uri="{FF2B5EF4-FFF2-40B4-BE49-F238E27FC236}">
                <a16:creationId xmlns:a16="http://schemas.microsoft.com/office/drawing/2014/main" id="{7069EE77-7B21-4057-BE0D-327B01EB2736}"/>
              </a:ext>
            </a:extLst>
          </p:cNvPr>
          <p:cNvSpPr>
            <a:spLocks xmlns:a="http://schemas.openxmlformats.org/drawingml/2006/main" noGrp="1"/>
          </p:cNvSpPr>
          <p:nvPr/>
        </p:nvSpPr>
        <p:spPr>
          <a:xfrm xmlns:a="http://schemas.openxmlformats.org/drawingml/2006/main">
            <a:off x="1000125" y="2876550"/>
            <a:ext cx="11315700" cy="1266825"/>
          </a:xfrm>
          <a:prstGeom xmlns:a="http://schemas.openxmlformats.org/drawingml/2006/main" prst="roundRect">
            <a:avLst>
              <a:gd name="adj" fmla="val 6015"/>
            </a:avLst>
          </a:prstGeom>
          <a:solidFill xmlns:a="http://schemas.openxmlformats.org/drawingml/2006/main">
            <a:srgbClr val="F1F6FC"/>
          </a:solidFill>
          <a:ln xmlns:a="http://schemas.openxmlformats.org/drawingml/2006/main" w="23813">
            <a:solidFill>
              <a:srgbClr val="4676CB"/>
            </a:solidFill>
            <a:prstDash val="solid"/>
          </a:ln>
        </p:spPr>
      </p:sp>
      <p:sp>
        <p:nvSpPr>
          <p:cNvPr id="17" name="DP1 object 17">
            <a:extLst xmlns:a="http://schemas.openxmlformats.org/drawingml/2006/main">
              <a:ext uri="{FF2B5EF4-FFF2-40B4-BE49-F238E27FC236}">
                <a16:creationId xmlns:a16="http://schemas.microsoft.com/office/drawing/2014/main" id="{536B5BEB-0949-40AD-917F-3204F4F36C3E}"/>
              </a:ext>
            </a:extLst>
          </p:cNvPr>
          <p:cNvSpPr>
            <a:spLocks xmlns:a="http://schemas.openxmlformats.org/drawingml/2006/main" noGrp="1"/>
          </p:cNvSpPr>
          <p:nvPr/>
        </p:nvSpPr>
        <p:spPr>
          <a:xfrm xmlns:a="http://schemas.openxmlformats.org/drawingml/2006/main">
            <a:off x="1219200" y="30099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1">
                <a:solidFill>
                  <a:srgbClr val="4676CB"/>
                </a:solidFill>
                <a:latin typeface="Apple SD Gothic Neo"/>
                <a:ea typeface="Apple SD Gothic Neo"/>
                <a:cs typeface="Apple SD Gothic Neo"/>
              </a:defRPr>
            </a:defPPr>
            <a:lvl1pPr algn="l">
              <a:defRPr sz="1800" b="1">
                <a:solidFill>
                  <a:srgbClr val="4676CB"/>
                </a:solidFill>
                <a:latin typeface="Apple SD Gothic Neo"/>
                <a:ea typeface="Apple SD Gothic Neo"/>
                <a:cs typeface="Apple SD Gothic Neo"/>
              </a:defRPr>
            </a:lvl1pPr>
            <a:lvl2pPr algn="l">
              <a:defRPr sz="1800" b="1">
                <a:solidFill>
                  <a:srgbClr val="4676CB"/>
                </a:solidFill>
                <a:latin typeface="Apple SD Gothic Neo"/>
                <a:ea typeface="Apple SD Gothic Neo"/>
                <a:cs typeface="Apple SD Gothic Neo"/>
              </a:defRPr>
            </a:lvl2pPr>
            <a:lvl3pPr algn="l">
              <a:defRPr sz="1800" b="1">
                <a:solidFill>
                  <a:srgbClr val="4676CB"/>
                </a:solidFill>
                <a:latin typeface="Apple SD Gothic Neo"/>
                <a:ea typeface="Apple SD Gothic Neo"/>
                <a:cs typeface="Apple SD Gothic Neo"/>
              </a:defRPr>
            </a:lvl3pPr>
            <a:lvl4pPr algn="l">
              <a:defRPr sz="1800" b="1">
                <a:solidFill>
                  <a:srgbClr val="4676CB"/>
                </a:solidFill>
                <a:latin typeface="Apple SD Gothic Neo"/>
                <a:ea typeface="Apple SD Gothic Neo"/>
                <a:cs typeface="Apple SD Gothic Neo"/>
              </a:defRPr>
            </a:lvl4pPr>
            <a:lvl5pPr algn="l">
              <a:defRPr sz="1800" b="1">
                <a:solidFill>
                  <a:srgbClr val="4676CB"/>
                </a:solidFill>
                <a:latin typeface="Apple SD Gothic Neo"/>
                <a:ea typeface="Apple SD Gothic Neo"/>
                <a:cs typeface="Apple SD Gothic Neo"/>
              </a:defRPr>
            </a:lvl5pPr>
            <a:lvl6pPr algn="l">
              <a:defRPr sz="1800" b="1">
                <a:solidFill>
                  <a:srgbClr val="4676CB"/>
                </a:solidFill>
                <a:latin typeface="Apple SD Gothic Neo"/>
                <a:ea typeface="Apple SD Gothic Neo"/>
                <a:cs typeface="Apple SD Gothic Neo"/>
              </a:defRPr>
            </a:lvl6pPr>
            <a:lvl7pPr algn="l">
              <a:defRPr sz="1800" b="1">
                <a:solidFill>
                  <a:srgbClr val="4676CB"/>
                </a:solidFill>
                <a:latin typeface="Apple SD Gothic Neo"/>
                <a:ea typeface="Apple SD Gothic Neo"/>
                <a:cs typeface="Apple SD Gothic Neo"/>
              </a:defRPr>
            </a:lvl7pPr>
            <a:lvl8pPr algn="l">
              <a:defRPr sz="1800" b="1">
                <a:solidFill>
                  <a:srgbClr val="4676CB"/>
                </a:solidFill>
                <a:latin typeface="Apple SD Gothic Neo"/>
                <a:ea typeface="Apple SD Gothic Neo"/>
                <a:cs typeface="Apple SD Gothic Neo"/>
              </a:defRPr>
            </a:lvl8pPr>
            <a:lvl9pPr algn="l">
              <a:defRPr sz="1800" b="1">
                <a:solidFill>
                  <a:srgbClr val="4676CB"/>
                </a:solidFill>
                <a:latin typeface="Apple SD Gothic Neo"/>
                <a:ea typeface="Apple SD Gothic Neo"/>
                <a:cs typeface="Apple SD Gothic Neo"/>
              </a:defRPr>
            </a:lvl9pPr>
          </a:lstStyle>
          <a:p xmlns:a="http://schemas.openxmlformats.org/drawingml/2006/main">
            <a:pPr algn="l">
              <a:defRPr sz="1800" b="1">
                <a:solidFill>
                  <a:srgbClr val="4676CB"/>
                </a:solidFill>
                <a:latin typeface="Apple SD Gothic Neo"/>
                <a:ea typeface="Apple SD Gothic Neo"/>
                <a:cs typeface="Apple SD Gothic Neo"/>
              </a:defRPr>
            </a:pPr>
            <a:r>
              <a:rPr sz="1800" b="1">
                <a:solidFill>
                  <a:srgbClr val="4676CB"/>
                </a:solidFill>
                <a:latin typeface="Apple SD Gothic Neo"/>
                <a:ea typeface="Apple SD Gothic Neo"/>
                <a:cs typeface="Apple SD Gothic Neo"/>
              </a:rPr>
              <a:t>현재 요청</a:t>
            </a:r>
          </a:p>
        </p:txBody>
      </p:sp>
      <p:sp>
        <p:nvSpPr>
          <p:cNvPr id="18" name="DP1 object 18">
            <a:extLst xmlns:a="http://schemas.openxmlformats.org/drawingml/2006/main">
              <a:ext uri="{FF2B5EF4-FFF2-40B4-BE49-F238E27FC236}">
                <a16:creationId xmlns:a16="http://schemas.microsoft.com/office/drawing/2014/main" id="{79FC086D-5B4F-400C-9BFF-5642E4D90F2A}"/>
              </a:ext>
            </a:extLst>
          </p:cNvPr>
          <p:cNvSpPr>
            <a:spLocks xmlns:a="http://schemas.openxmlformats.org/drawingml/2006/main" noGrp="1"/>
          </p:cNvSpPr>
          <p:nvPr/>
        </p:nvSpPr>
        <p:spPr>
          <a:xfrm xmlns:a="http://schemas.openxmlformats.org/drawingml/2006/main">
            <a:off x="1219200" y="34004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550" b="1">
                <a:solidFill>
                  <a:srgbClr val="111111"/>
                </a:solidFill>
                <a:latin typeface="Apple SD Gothic Neo"/>
                <a:ea typeface="Apple SD Gothic Neo"/>
                <a:cs typeface="Apple SD Gothic Neo"/>
              </a:defRPr>
            </a:defPPr>
            <a:lvl1pPr algn="ctr">
              <a:defRPr sz="2550" b="1">
                <a:solidFill>
                  <a:srgbClr val="111111"/>
                </a:solidFill>
                <a:latin typeface="Apple SD Gothic Neo"/>
                <a:ea typeface="Apple SD Gothic Neo"/>
                <a:cs typeface="Apple SD Gothic Neo"/>
              </a:defRPr>
            </a:lvl1pPr>
            <a:lvl2pPr algn="ctr">
              <a:defRPr sz="2550" b="1">
                <a:solidFill>
                  <a:srgbClr val="111111"/>
                </a:solidFill>
                <a:latin typeface="Apple SD Gothic Neo"/>
                <a:ea typeface="Apple SD Gothic Neo"/>
                <a:cs typeface="Apple SD Gothic Neo"/>
              </a:defRPr>
            </a:lvl2pPr>
            <a:lvl3pPr algn="ctr">
              <a:defRPr sz="2550" b="1">
                <a:solidFill>
                  <a:srgbClr val="111111"/>
                </a:solidFill>
                <a:latin typeface="Apple SD Gothic Neo"/>
                <a:ea typeface="Apple SD Gothic Neo"/>
                <a:cs typeface="Apple SD Gothic Neo"/>
              </a:defRPr>
            </a:lvl3pPr>
            <a:lvl4pPr algn="ctr">
              <a:defRPr sz="2550" b="1">
                <a:solidFill>
                  <a:srgbClr val="111111"/>
                </a:solidFill>
                <a:latin typeface="Apple SD Gothic Neo"/>
                <a:ea typeface="Apple SD Gothic Neo"/>
                <a:cs typeface="Apple SD Gothic Neo"/>
              </a:defRPr>
            </a:lvl4pPr>
            <a:lvl5pPr algn="ctr">
              <a:defRPr sz="2550" b="1">
                <a:solidFill>
                  <a:srgbClr val="111111"/>
                </a:solidFill>
                <a:latin typeface="Apple SD Gothic Neo"/>
                <a:ea typeface="Apple SD Gothic Neo"/>
                <a:cs typeface="Apple SD Gothic Neo"/>
              </a:defRPr>
            </a:lvl5pPr>
            <a:lvl6pPr algn="ctr">
              <a:defRPr sz="2550" b="1">
                <a:solidFill>
                  <a:srgbClr val="111111"/>
                </a:solidFill>
                <a:latin typeface="Apple SD Gothic Neo"/>
                <a:ea typeface="Apple SD Gothic Neo"/>
                <a:cs typeface="Apple SD Gothic Neo"/>
              </a:defRPr>
            </a:lvl6pPr>
            <a:lvl7pPr algn="ctr">
              <a:defRPr sz="2550" b="1">
                <a:solidFill>
                  <a:srgbClr val="111111"/>
                </a:solidFill>
                <a:latin typeface="Apple SD Gothic Neo"/>
                <a:ea typeface="Apple SD Gothic Neo"/>
                <a:cs typeface="Apple SD Gothic Neo"/>
              </a:defRPr>
            </a:lvl7pPr>
            <a:lvl8pPr algn="ctr">
              <a:defRPr sz="2550" b="1">
                <a:solidFill>
                  <a:srgbClr val="111111"/>
                </a:solidFill>
                <a:latin typeface="Apple SD Gothic Neo"/>
                <a:ea typeface="Apple SD Gothic Neo"/>
                <a:cs typeface="Apple SD Gothic Neo"/>
              </a:defRPr>
            </a:lvl8pPr>
            <a:lvl9pPr algn="ctr">
              <a:defRPr sz="2550" b="1">
                <a:solidFill>
                  <a:srgbClr val="111111"/>
                </a:solidFill>
                <a:latin typeface="Apple SD Gothic Neo"/>
                <a:ea typeface="Apple SD Gothic Neo"/>
                <a:cs typeface="Apple SD Gothic Neo"/>
              </a:defRPr>
            </a:lvl9pPr>
          </a:lstStyle>
          <a:p xmlns:a="http://schemas.openxmlformats.org/drawingml/2006/main">
            <a:pPr algn="ctr">
              <a:defRPr sz="2550" b="1">
                <a:solidFill>
                  <a:srgbClr val="111111"/>
                </a:solidFill>
                <a:latin typeface="Apple SD Gothic Neo"/>
                <a:ea typeface="Apple SD Gothic Neo"/>
                <a:cs typeface="Apple SD Gothic Neo"/>
              </a:defRPr>
            </a:pPr>
            <a:r>
              <a:rPr sz="2550" b="1">
                <a:solidFill>
                  <a:srgbClr val="111111"/>
                </a:solidFill>
                <a:latin typeface="Apple SD Gothic Neo"/>
                <a:ea typeface="Apple SD Gothic Neo"/>
                <a:cs typeface="Apple SD Gothic Neo"/>
              </a:rPr>
              <a:t>“지난번 설명한 기준과 제품 비교 결과에</a:t>
            </a:r>
          </a:p>
          <a:p xmlns:a="http://schemas.openxmlformats.org/drawingml/2006/main">
            <a:pPr algn="ctr">
              <a:defRPr sz="2550" b="1">
                <a:solidFill>
                  <a:srgbClr val="111111"/>
                </a:solidFill>
                <a:latin typeface="Apple SD Gothic Neo"/>
                <a:ea typeface="Apple SD Gothic Neo"/>
                <a:cs typeface="Apple SD Gothic Neo"/>
              </a:defRPr>
            </a:pPr>
            <a:r>
              <a:rPr sz="2550" b="1">
                <a:solidFill>
                  <a:srgbClr val="111111"/>
                </a:solidFill>
                <a:latin typeface="Apple SD Gothic Neo"/>
                <a:ea typeface="Apple SD Gothic Neo"/>
                <a:cs typeface="Apple SD Gothic Neo"/>
              </a:rPr>
              <a:t>수정된 견적을 반영해줘.”</a:t>
            </a:r>
          </a:p>
        </p:txBody>
      </p:sp>
      <p:sp>
        <p:nvSpPr>
          <p:cNvPr id="19" name="Editable path 19">
            <a:extLst xmlns:a="http://schemas.openxmlformats.org/drawingml/2006/main">
              <a:ext uri="{FF2B5EF4-FFF2-40B4-BE49-F238E27FC236}">
                <a16:creationId xmlns:a16="http://schemas.microsoft.com/office/drawing/2014/main" id="{5767C136-3F89-4AEC-A369-46352BBFC6B2}"/>
              </a:ext>
            </a:extLst>
          </p:cNvPr>
          <p:cNvSpPr>
            <a:spLocks xmlns:a="http://schemas.openxmlformats.org/drawingml/2006/main" noGrp="1"/>
          </p:cNvSpPr>
          <p:nvPr/>
        </p:nvSpPr>
        <p:spPr>
          <a:xfrm xmlns:a="http://schemas.openxmlformats.org/drawingml/2006/main">
            <a:off x="11601450" y="4143375"/>
            <a:ext cx="447675" cy="304800"/>
          </a:xfrm>
          <a:custGeom xmlns:a="http://schemas.openxmlformats.org/drawingml/2006/main">
            <a:pathLst>
              <a:path w="447675" h="304800">
                <a:moveTo>
                  <a:pt x="0" y="0"/>
                </a:moveTo>
                <a:lnTo>
                  <a:pt x="447675" y="304800"/>
                </a:lnTo>
                <a:lnTo>
                  <a:pt x="285750" y="0"/>
                </a:lnTo>
              </a:path>
            </a:pathLst>
          </a:custGeom>
          <a:noFill xmlns:a="http://schemas.openxmlformats.org/drawingml/2006/main"/>
          <a:ln xmlns:a="http://schemas.openxmlformats.org/drawingml/2006/main" w="19050">
            <a:solidFill>
              <a:srgbClr val="4676CB"/>
            </a:solidFill>
            <a:prstDash val="solid"/>
          </a:ln>
        </p:spPr>
      </p:sp>
      <p:sp>
        <p:nvSpPr>
          <p:cNvPr id="20" name="이전에 전달한 설명">
            <a:extLst xmlns:a="http://schemas.openxmlformats.org/drawingml/2006/main">
              <a:ext uri="{FF2B5EF4-FFF2-40B4-BE49-F238E27FC236}">
                <a16:creationId xmlns:a16="http://schemas.microsoft.com/office/drawing/2014/main" id="{FC8A7FFD-A3A4-46AD-8410-77CD7024CB04}"/>
              </a:ext>
            </a:extLst>
          </p:cNvPr>
          <p:cNvSpPr>
            <a:spLocks xmlns:a="http://schemas.openxmlformats.org/drawingml/2006/main" noGrp="1"/>
          </p:cNvSpPr>
          <p:nvPr/>
        </p:nvSpPr>
        <p:spPr>
          <a:xfrm xmlns:a="http://schemas.openxmlformats.org/drawingml/2006/main">
            <a:off x="981075" y="5553075"/>
            <a:ext cx="3333750" cy="1885950"/>
          </a:xfrm>
          <a:custGeom xmlns:a="http://schemas.openxmlformats.org/drawingml/2006/main">
            <a:pathLst>
              <a:path w="3333750" h="1885950">
                <a:moveTo>
                  <a:pt x="0" y="0"/>
                </a:moveTo>
                <a:lnTo>
                  <a:pt x="3181350" y="0"/>
                </a:lnTo>
                <a:lnTo>
                  <a:pt x="3333750" y="152400"/>
                </a:lnTo>
                <a:lnTo>
                  <a:pt x="3333750" y="1885950"/>
                </a:lnTo>
                <a:lnTo>
                  <a:pt x="0" y="18859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21" name="Editable path 20">
            <a:extLst xmlns:a="http://schemas.openxmlformats.org/drawingml/2006/main">
              <a:ext uri="{FF2B5EF4-FFF2-40B4-BE49-F238E27FC236}">
                <a16:creationId xmlns:a16="http://schemas.microsoft.com/office/drawing/2014/main" id="{C5EC73BD-9170-49C5-BD8F-E2501B1582D5}"/>
              </a:ext>
            </a:extLst>
          </p:cNvPr>
          <p:cNvSpPr>
            <a:spLocks xmlns:a="http://schemas.openxmlformats.org/drawingml/2006/main" noGrp="1"/>
          </p:cNvSpPr>
          <p:nvPr/>
        </p:nvSpPr>
        <p:spPr>
          <a:xfrm xmlns:a="http://schemas.openxmlformats.org/drawingml/2006/main">
            <a:off x="4162425" y="5553075"/>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22" name="DP1 object 21">
            <a:extLst xmlns:a="http://schemas.openxmlformats.org/drawingml/2006/main">
              <a:ext uri="{FF2B5EF4-FFF2-40B4-BE49-F238E27FC236}">
                <a16:creationId xmlns:a16="http://schemas.microsoft.com/office/drawing/2014/main" id="{6006A857-10B8-40C0-A2DC-12BA1E54CF40}"/>
              </a:ext>
            </a:extLst>
          </p:cNvPr>
          <p:cNvSpPr>
            <a:spLocks xmlns:a="http://schemas.openxmlformats.org/drawingml/2006/main" noGrp="1"/>
          </p:cNvSpPr>
          <p:nvPr/>
        </p:nvSpPr>
        <p:spPr>
          <a:xfrm xmlns:a="http://schemas.openxmlformats.org/drawingml/2006/main">
            <a:off x="1143000" y="56959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이전에 전달한 설명</a:t>
            </a:r>
          </a:p>
        </p:txBody>
      </p:sp>
      <p:sp>
        <p:nvSpPr>
          <p:cNvPr id="23" name="Editable path 22">
            <a:extLst xmlns:a="http://schemas.openxmlformats.org/drawingml/2006/main">
              <a:ext uri="{FF2B5EF4-FFF2-40B4-BE49-F238E27FC236}">
                <a16:creationId xmlns:a16="http://schemas.microsoft.com/office/drawing/2014/main" id="{11233FDC-BAEF-407D-9CFF-F452A8F9E5AF}"/>
              </a:ext>
            </a:extLst>
          </p:cNvPr>
          <p:cNvSpPr>
            <a:spLocks xmlns:a="http://schemas.openxmlformats.org/drawingml/2006/main" noGrp="1"/>
          </p:cNvSpPr>
          <p:nvPr/>
        </p:nvSpPr>
        <p:spPr>
          <a:xfrm xmlns:a="http://schemas.openxmlformats.org/drawingml/2006/main">
            <a:off x="1143000" y="6096000"/>
            <a:ext cx="3009900" cy="953"/>
          </a:xfrm>
          <a:custGeom xmlns:a="http://schemas.openxmlformats.org/drawingml/2006/main">
            <a:pathLst>
              <a:path w="3009900" h="953">
                <a:moveTo>
                  <a:pt x="0" y="0"/>
                </a:moveTo>
                <a:lnTo>
                  <a:pt x="3009900" y="0"/>
                </a:lnTo>
              </a:path>
            </a:pathLst>
          </a:custGeom>
          <a:noFill xmlns:a="http://schemas.openxmlformats.org/drawingml/2006/main"/>
          <a:ln xmlns:a="http://schemas.openxmlformats.org/drawingml/2006/main" w="9525">
            <a:solidFill>
              <a:srgbClr val="B7B9B9"/>
            </a:solidFill>
            <a:prstDash val="solid"/>
          </a:ln>
        </p:spPr>
      </p:sp>
      <p:sp>
        <p:nvSpPr>
          <p:cNvPr id="24" name="DP1 object 23">
            <a:extLst xmlns:a="http://schemas.openxmlformats.org/drawingml/2006/main">
              <a:ext uri="{FF2B5EF4-FFF2-40B4-BE49-F238E27FC236}">
                <a16:creationId xmlns:a16="http://schemas.microsoft.com/office/drawing/2014/main" id="{73A93D91-B9F3-4BC7-87E7-ABAD428826CD}"/>
              </a:ext>
            </a:extLst>
          </p:cNvPr>
          <p:cNvSpPr>
            <a:spLocks xmlns:a="http://schemas.openxmlformats.org/drawingml/2006/main" noGrp="1"/>
          </p:cNvSpPr>
          <p:nvPr/>
        </p:nvSpPr>
        <p:spPr>
          <a:xfrm xmlns:a="http://schemas.openxmlformats.org/drawingml/2006/main">
            <a:off x="1143000" y="6200775"/>
            <a:ext cx="3009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r>
              <a:t/>
            </a:r>
          </a:p>
        </p:txBody>
      </p:sp>
      <p:sp>
        <p:nvSpPr>
          <p:cNvPr id="25" name="DP1 object 24">
            <a:extLst xmlns:a="http://schemas.openxmlformats.org/drawingml/2006/main">
              <a:ext uri="{FF2B5EF4-FFF2-40B4-BE49-F238E27FC236}">
                <a16:creationId xmlns:a16="http://schemas.microsoft.com/office/drawing/2014/main" id="{A9C25020-5065-47E3-B362-C3398FADB83B}"/>
              </a:ext>
            </a:extLst>
          </p:cNvPr>
          <p:cNvSpPr>
            <a:spLocks xmlns:a="http://schemas.openxmlformats.org/drawingml/2006/main" noGrp="1"/>
          </p:cNvSpPr>
          <p:nvPr/>
        </p:nvSpPr>
        <p:spPr>
          <a:xfrm xmlns:a="http://schemas.openxmlformats.org/drawingml/2006/main">
            <a:off x="1143000" y="6191250"/>
            <a:ext cx="2971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0">
                <a:solidFill>
                  <a:srgbClr val="111111"/>
                </a:solidFill>
                <a:latin typeface="Apple SD Gothic Neo"/>
                <a:ea typeface="Apple SD Gothic Neo"/>
                <a:cs typeface="Apple SD Gothic Neo"/>
              </a:defRPr>
            </a:defPPr>
            <a:lvl1pPr algn="l">
              <a:defRPr sz="1875" b="0">
                <a:solidFill>
                  <a:srgbClr val="111111"/>
                </a:solidFill>
                <a:latin typeface="Apple SD Gothic Neo"/>
                <a:ea typeface="Apple SD Gothic Neo"/>
                <a:cs typeface="Apple SD Gothic Neo"/>
              </a:defRPr>
            </a:lvl1pPr>
            <a:lvl2pPr algn="l">
              <a:defRPr sz="1875" b="0">
                <a:solidFill>
                  <a:srgbClr val="111111"/>
                </a:solidFill>
                <a:latin typeface="Apple SD Gothic Neo"/>
                <a:ea typeface="Apple SD Gothic Neo"/>
                <a:cs typeface="Apple SD Gothic Neo"/>
              </a:defRPr>
            </a:lvl2pPr>
            <a:lvl3pPr algn="l">
              <a:defRPr sz="1875" b="0">
                <a:solidFill>
                  <a:srgbClr val="111111"/>
                </a:solidFill>
                <a:latin typeface="Apple SD Gothic Neo"/>
                <a:ea typeface="Apple SD Gothic Neo"/>
                <a:cs typeface="Apple SD Gothic Neo"/>
              </a:defRPr>
            </a:lvl3pPr>
            <a:lvl4pPr algn="l">
              <a:defRPr sz="1875" b="0">
                <a:solidFill>
                  <a:srgbClr val="111111"/>
                </a:solidFill>
                <a:latin typeface="Apple SD Gothic Neo"/>
                <a:ea typeface="Apple SD Gothic Neo"/>
                <a:cs typeface="Apple SD Gothic Neo"/>
              </a:defRPr>
            </a:lvl4pPr>
            <a:lvl5pPr algn="l">
              <a:defRPr sz="1875" b="0">
                <a:solidFill>
                  <a:srgbClr val="111111"/>
                </a:solidFill>
                <a:latin typeface="Apple SD Gothic Neo"/>
                <a:ea typeface="Apple SD Gothic Neo"/>
                <a:cs typeface="Apple SD Gothic Neo"/>
              </a:defRPr>
            </a:lvl5pPr>
            <a:lvl6pPr algn="l">
              <a:defRPr sz="1875" b="0">
                <a:solidFill>
                  <a:srgbClr val="111111"/>
                </a:solidFill>
                <a:latin typeface="Apple SD Gothic Neo"/>
                <a:ea typeface="Apple SD Gothic Neo"/>
                <a:cs typeface="Apple SD Gothic Neo"/>
              </a:defRPr>
            </a:lvl6pPr>
            <a:lvl7pPr algn="l">
              <a:defRPr sz="1875" b="0">
                <a:solidFill>
                  <a:srgbClr val="111111"/>
                </a:solidFill>
                <a:latin typeface="Apple SD Gothic Neo"/>
                <a:ea typeface="Apple SD Gothic Neo"/>
                <a:cs typeface="Apple SD Gothic Neo"/>
              </a:defRPr>
            </a:lvl7pPr>
            <a:lvl8pPr algn="l">
              <a:defRPr sz="1875" b="0">
                <a:solidFill>
                  <a:srgbClr val="111111"/>
                </a:solidFill>
                <a:latin typeface="Apple SD Gothic Neo"/>
                <a:ea typeface="Apple SD Gothic Neo"/>
                <a:cs typeface="Apple SD Gothic Neo"/>
              </a:defRPr>
            </a:lvl8pPr>
            <a:lvl9pPr algn="l">
              <a:defRPr sz="1875" b="0">
                <a:solidFill>
                  <a:srgbClr val="111111"/>
                </a:solidFill>
                <a:latin typeface="Apple SD Gothic Neo"/>
                <a:ea typeface="Apple SD Gothic Neo"/>
                <a:cs typeface="Apple SD Gothic Neo"/>
              </a:defRPr>
            </a:lvl9pPr>
          </a:lstStyle>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가격이 같으면</a:t>
            </a:r>
          </a:p>
        </p:txBody>
      </p:sp>
      <p:sp>
        <p:nvSpPr>
          <p:cNvPr id="26" name="DP1 object 25">
            <a:extLst xmlns:a="http://schemas.openxmlformats.org/drawingml/2006/main">
              <a:ext uri="{FF2B5EF4-FFF2-40B4-BE49-F238E27FC236}">
                <a16:creationId xmlns:a16="http://schemas.microsoft.com/office/drawing/2014/main" id="{BC96CE87-1278-4A69-BB2B-635232D0F82F}"/>
              </a:ext>
            </a:extLst>
          </p:cNvPr>
          <p:cNvSpPr>
            <a:spLocks xmlns:a="http://schemas.openxmlformats.org/drawingml/2006/main" noGrp="1"/>
          </p:cNvSpPr>
          <p:nvPr/>
        </p:nvSpPr>
        <p:spPr>
          <a:xfrm xmlns:a="http://schemas.openxmlformats.org/drawingml/2006/main">
            <a:off x="1123950" y="6762750"/>
            <a:ext cx="3019425" cy="333375"/>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27" name="DP1 object 26">
            <a:extLst xmlns:a="http://schemas.openxmlformats.org/drawingml/2006/main">
              <a:ext uri="{FF2B5EF4-FFF2-40B4-BE49-F238E27FC236}">
                <a16:creationId xmlns:a16="http://schemas.microsoft.com/office/drawing/2014/main" id="{596E8599-FBB6-4BD5-8185-EF7233D5874F}"/>
              </a:ext>
            </a:extLst>
          </p:cNvPr>
          <p:cNvSpPr>
            <a:spLocks xmlns:a="http://schemas.openxmlformats.org/drawingml/2006/main" noGrp="1"/>
          </p:cNvSpPr>
          <p:nvPr/>
        </p:nvSpPr>
        <p:spPr>
          <a:xfrm xmlns:a="http://schemas.openxmlformats.org/drawingml/2006/main">
            <a:off x="1143000" y="6743700"/>
            <a:ext cx="2971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111111"/>
                </a:solidFill>
                <a:latin typeface="Apple SD Gothic Neo"/>
                <a:ea typeface="Apple SD Gothic Neo"/>
                <a:cs typeface="Apple SD Gothic Neo"/>
              </a:defRPr>
            </a:defPPr>
            <a:lvl1pPr algn="l">
              <a:defRPr sz="1875" b="1">
                <a:solidFill>
                  <a:srgbClr val="111111"/>
                </a:solidFill>
                <a:latin typeface="Apple SD Gothic Neo"/>
                <a:ea typeface="Apple SD Gothic Neo"/>
                <a:cs typeface="Apple SD Gothic Neo"/>
              </a:defRPr>
            </a:lvl1pPr>
            <a:lvl2pPr algn="l">
              <a:defRPr sz="1875" b="1">
                <a:solidFill>
                  <a:srgbClr val="111111"/>
                </a:solidFill>
                <a:latin typeface="Apple SD Gothic Neo"/>
                <a:ea typeface="Apple SD Gothic Neo"/>
                <a:cs typeface="Apple SD Gothic Neo"/>
              </a:defRPr>
            </a:lvl2pPr>
            <a:lvl3pPr algn="l">
              <a:defRPr sz="1875" b="1">
                <a:solidFill>
                  <a:srgbClr val="111111"/>
                </a:solidFill>
                <a:latin typeface="Apple SD Gothic Neo"/>
                <a:ea typeface="Apple SD Gothic Neo"/>
                <a:cs typeface="Apple SD Gothic Neo"/>
              </a:defRPr>
            </a:lvl3pPr>
            <a:lvl4pPr algn="l">
              <a:defRPr sz="1875" b="1">
                <a:solidFill>
                  <a:srgbClr val="111111"/>
                </a:solidFill>
                <a:latin typeface="Apple SD Gothic Neo"/>
                <a:ea typeface="Apple SD Gothic Neo"/>
                <a:cs typeface="Apple SD Gothic Neo"/>
              </a:defRPr>
            </a:lvl4pPr>
            <a:lvl5pPr algn="l">
              <a:defRPr sz="1875" b="1">
                <a:solidFill>
                  <a:srgbClr val="111111"/>
                </a:solidFill>
                <a:latin typeface="Apple SD Gothic Neo"/>
                <a:ea typeface="Apple SD Gothic Neo"/>
                <a:cs typeface="Apple SD Gothic Neo"/>
              </a:defRPr>
            </a:lvl5pPr>
            <a:lvl6pPr algn="l">
              <a:defRPr sz="1875" b="1">
                <a:solidFill>
                  <a:srgbClr val="111111"/>
                </a:solidFill>
                <a:latin typeface="Apple SD Gothic Neo"/>
                <a:ea typeface="Apple SD Gothic Neo"/>
                <a:cs typeface="Apple SD Gothic Neo"/>
              </a:defRPr>
            </a:lvl6pPr>
            <a:lvl7pPr algn="l">
              <a:defRPr sz="1875" b="1">
                <a:solidFill>
                  <a:srgbClr val="111111"/>
                </a:solidFill>
                <a:latin typeface="Apple SD Gothic Neo"/>
                <a:ea typeface="Apple SD Gothic Neo"/>
                <a:cs typeface="Apple SD Gothic Neo"/>
              </a:defRPr>
            </a:lvl7pPr>
            <a:lvl8pPr algn="l">
              <a:defRPr sz="1875" b="1">
                <a:solidFill>
                  <a:srgbClr val="111111"/>
                </a:solidFill>
                <a:latin typeface="Apple SD Gothic Neo"/>
                <a:ea typeface="Apple SD Gothic Neo"/>
                <a:cs typeface="Apple SD Gothic Neo"/>
              </a:defRPr>
            </a:lvl8pPr>
            <a:lvl9pPr algn="l">
              <a:defRPr sz="1875" b="1">
                <a:solidFill>
                  <a:srgbClr val="111111"/>
                </a:solidFill>
                <a:latin typeface="Apple SD Gothic Neo"/>
                <a:ea typeface="Apple SD Gothic Neo"/>
                <a:cs typeface="Apple SD Gothic Neo"/>
              </a:defRPr>
            </a:lvl9pPr>
          </a:lstStyle>
          <a:p xmlns:a="http://schemas.openxmlformats.org/drawingml/2006/main">
            <a:pPr algn="l">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유지보수 기간 우선</a:t>
            </a:r>
          </a:p>
        </p:txBody>
      </p:sp>
      <p:sp>
        <p:nvSpPr>
          <p:cNvPr id="28" name="DP1 object 27">
            <a:extLst xmlns:a="http://schemas.openxmlformats.org/drawingml/2006/main">
              <a:ext uri="{FF2B5EF4-FFF2-40B4-BE49-F238E27FC236}">
                <a16:creationId xmlns:a16="http://schemas.microsoft.com/office/drawing/2014/main" id="{9C6BABA5-9B1B-4D09-9A37-A9A0472B2FAC}"/>
              </a:ext>
            </a:extLst>
          </p:cNvPr>
          <p:cNvSpPr>
            <a:spLocks xmlns:a="http://schemas.openxmlformats.org/drawingml/2006/main" noGrp="1"/>
          </p:cNvSpPr>
          <p:nvPr/>
        </p:nvSpPr>
        <p:spPr>
          <a:xfrm xmlns:a="http://schemas.openxmlformats.org/drawingml/2006/main">
            <a:off x="981075" y="76200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실제로 전달한 범위만</a:t>
            </a:r>
          </a:p>
        </p:txBody>
      </p:sp>
      <p:sp>
        <p:nvSpPr>
          <p:cNvPr id="29" name="앞선 제품 비교 결과">
            <a:extLst xmlns:a="http://schemas.openxmlformats.org/drawingml/2006/main">
              <a:ext uri="{FF2B5EF4-FFF2-40B4-BE49-F238E27FC236}">
                <a16:creationId xmlns:a16="http://schemas.microsoft.com/office/drawing/2014/main" id="{AE367FB1-BF22-4885-9883-B2A8FE59018C}"/>
              </a:ext>
            </a:extLst>
          </p:cNvPr>
          <p:cNvSpPr>
            <a:spLocks xmlns:a="http://schemas.openxmlformats.org/drawingml/2006/main" noGrp="1"/>
          </p:cNvSpPr>
          <p:nvPr/>
        </p:nvSpPr>
        <p:spPr>
          <a:xfrm xmlns:a="http://schemas.openxmlformats.org/drawingml/2006/main">
            <a:off x="4981575" y="5553075"/>
            <a:ext cx="3333750" cy="1885950"/>
          </a:xfrm>
          <a:custGeom xmlns:a="http://schemas.openxmlformats.org/drawingml/2006/main">
            <a:pathLst>
              <a:path w="3333750" h="1885950">
                <a:moveTo>
                  <a:pt x="0" y="0"/>
                </a:moveTo>
                <a:lnTo>
                  <a:pt x="3181350" y="0"/>
                </a:lnTo>
                <a:lnTo>
                  <a:pt x="3333750" y="152400"/>
                </a:lnTo>
                <a:lnTo>
                  <a:pt x="3333750" y="1885950"/>
                </a:lnTo>
                <a:lnTo>
                  <a:pt x="0" y="18859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30" name="Editable path 28">
            <a:extLst xmlns:a="http://schemas.openxmlformats.org/drawingml/2006/main">
              <a:ext uri="{FF2B5EF4-FFF2-40B4-BE49-F238E27FC236}">
                <a16:creationId xmlns:a16="http://schemas.microsoft.com/office/drawing/2014/main" id="{DB0A1715-0FA7-4A52-B4AA-7DDDFB12D74F}"/>
              </a:ext>
            </a:extLst>
          </p:cNvPr>
          <p:cNvSpPr>
            <a:spLocks xmlns:a="http://schemas.openxmlformats.org/drawingml/2006/main" noGrp="1"/>
          </p:cNvSpPr>
          <p:nvPr/>
        </p:nvSpPr>
        <p:spPr>
          <a:xfrm xmlns:a="http://schemas.openxmlformats.org/drawingml/2006/main">
            <a:off x="8162925" y="5553075"/>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31" name="DP1 object 29">
            <a:extLst xmlns:a="http://schemas.openxmlformats.org/drawingml/2006/main">
              <a:ext uri="{FF2B5EF4-FFF2-40B4-BE49-F238E27FC236}">
                <a16:creationId xmlns:a16="http://schemas.microsoft.com/office/drawing/2014/main" id="{D2C4F860-0432-46AF-AFFA-B39560AF837B}"/>
              </a:ext>
            </a:extLst>
          </p:cNvPr>
          <p:cNvSpPr>
            <a:spLocks xmlns:a="http://schemas.openxmlformats.org/drawingml/2006/main" noGrp="1"/>
          </p:cNvSpPr>
          <p:nvPr/>
        </p:nvSpPr>
        <p:spPr>
          <a:xfrm xmlns:a="http://schemas.openxmlformats.org/drawingml/2006/main">
            <a:off x="5143500" y="56959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앞선 제품 비교 결과</a:t>
            </a:r>
          </a:p>
        </p:txBody>
      </p:sp>
      <p:sp>
        <p:nvSpPr>
          <p:cNvPr id="32" name="Editable path 30">
            <a:extLst xmlns:a="http://schemas.openxmlformats.org/drawingml/2006/main">
              <a:ext uri="{FF2B5EF4-FFF2-40B4-BE49-F238E27FC236}">
                <a16:creationId xmlns:a16="http://schemas.microsoft.com/office/drawing/2014/main" id="{0665A38F-2A21-4DF0-AB65-5F40456C20D5}"/>
              </a:ext>
            </a:extLst>
          </p:cNvPr>
          <p:cNvSpPr>
            <a:spLocks xmlns:a="http://schemas.openxmlformats.org/drawingml/2006/main" noGrp="1"/>
          </p:cNvSpPr>
          <p:nvPr/>
        </p:nvSpPr>
        <p:spPr>
          <a:xfrm xmlns:a="http://schemas.openxmlformats.org/drawingml/2006/main">
            <a:off x="5143500" y="6096000"/>
            <a:ext cx="3009900" cy="953"/>
          </a:xfrm>
          <a:custGeom xmlns:a="http://schemas.openxmlformats.org/drawingml/2006/main">
            <a:pathLst>
              <a:path w="3009900" h="953">
                <a:moveTo>
                  <a:pt x="0" y="0"/>
                </a:moveTo>
                <a:lnTo>
                  <a:pt x="3009900" y="0"/>
                </a:lnTo>
              </a:path>
            </a:pathLst>
          </a:custGeom>
          <a:noFill xmlns:a="http://schemas.openxmlformats.org/drawingml/2006/main"/>
          <a:ln xmlns:a="http://schemas.openxmlformats.org/drawingml/2006/main" w="9525">
            <a:solidFill>
              <a:srgbClr val="B7B9B9"/>
            </a:solidFill>
            <a:prstDash val="solid"/>
          </a:ln>
        </p:spPr>
      </p:sp>
      <p:sp>
        <p:nvSpPr>
          <p:cNvPr id="33" name="DP1 object 31">
            <a:extLst xmlns:a="http://schemas.openxmlformats.org/drawingml/2006/main">
              <a:ext uri="{FF2B5EF4-FFF2-40B4-BE49-F238E27FC236}">
                <a16:creationId xmlns:a16="http://schemas.microsoft.com/office/drawing/2014/main" id="{08019C7F-65A6-4F88-B31A-804E620D8249}"/>
              </a:ext>
            </a:extLst>
          </p:cNvPr>
          <p:cNvSpPr>
            <a:spLocks xmlns:a="http://schemas.openxmlformats.org/drawingml/2006/main" noGrp="1"/>
          </p:cNvSpPr>
          <p:nvPr/>
        </p:nvSpPr>
        <p:spPr>
          <a:xfrm xmlns:a="http://schemas.openxmlformats.org/drawingml/2006/main">
            <a:off x="5143500" y="6200775"/>
            <a:ext cx="3009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제품 A  /  제품 B</a:t>
            </a:r>
          </a:p>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가격 · 보증 · 설치 조건</a:t>
            </a:r>
          </a:p>
        </p:txBody>
      </p:sp>
      <p:sp>
        <p:nvSpPr>
          <p:cNvPr id="34" name="DP1 object 32">
            <a:extLst xmlns:a="http://schemas.openxmlformats.org/drawingml/2006/main">
              <a:ext uri="{FF2B5EF4-FFF2-40B4-BE49-F238E27FC236}">
                <a16:creationId xmlns:a16="http://schemas.microsoft.com/office/drawing/2014/main" id="{5531F7BA-63C8-40E8-B17E-EF4FA018078E}"/>
              </a:ext>
            </a:extLst>
          </p:cNvPr>
          <p:cNvSpPr>
            <a:spLocks xmlns:a="http://schemas.openxmlformats.org/drawingml/2006/main" noGrp="1"/>
          </p:cNvSpPr>
          <p:nvPr/>
        </p:nvSpPr>
        <p:spPr>
          <a:xfrm xmlns:a="http://schemas.openxmlformats.org/drawingml/2006/main">
            <a:off x="4981575" y="76200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다른 업무의 결과도 필요</a:t>
            </a:r>
          </a:p>
        </p:txBody>
      </p:sp>
      <p:sp>
        <p:nvSpPr>
          <p:cNvPr id="35" name="현재 견적  v2">
            <a:extLst xmlns:a="http://schemas.openxmlformats.org/drawingml/2006/main">
              <a:ext uri="{FF2B5EF4-FFF2-40B4-BE49-F238E27FC236}">
                <a16:creationId xmlns:a16="http://schemas.microsoft.com/office/drawing/2014/main" id="{746A992B-A07F-4819-A249-89B05ED9B22E}"/>
              </a:ext>
            </a:extLst>
          </p:cNvPr>
          <p:cNvSpPr>
            <a:spLocks xmlns:a="http://schemas.openxmlformats.org/drawingml/2006/main" noGrp="1"/>
          </p:cNvSpPr>
          <p:nvPr/>
        </p:nvSpPr>
        <p:spPr>
          <a:xfrm xmlns:a="http://schemas.openxmlformats.org/drawingml/2006/main">
            <a:off x="8982075" y="5553075"/>
            <a:ext cx="3333750" cy="1885950"/>
          </a:xfrm>
          <a:custGeom xmlns:a="http://schemas.openxmlformats.org/drawingml/2006/main">
            <a:pathLst>
              <a:path w="3333750" h="1885950">
                <a:moveTo>
                  <a:pt x="0" y="0"/>
                </a:moveTo>
                <a:lnTo>
                  <a:pt x="3181350" y="0"/>
                </a:lnTo>
                <a:lnTo>
                  <a:pt x="3333750" y="152400"/>
                </a:lnTo>
                <a:lnTo>
                  <a:pt x="3333750" y="1885950"/>
                </a:lnTo>
                <a:lnTo>
                  <a:pt x="0" y="18859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36" name="Editable path 33">
            <a:extLst xmlns:a="http://schemas.openxmlformats.org/drawingml/2006/main">
              <a:ext uri="{FF2B5EF4-FFF2-40B4-BE49-F238E27FC236}">
                <a16:creationId xmlns:a16="http://schemas.microsoft.com/office/drawing/2014/main" id="{D9302B5F-A806-478E-89F5-2D3BEDA9D802}"/>
              </a:ext>
            </a:extLst>
          </p:cNvPr>
          <p:cNvSpPr>
            <a:spLocks xmlns:a="http://schemas.openxmlformats.org/drawingml/2006/main" noGrp="1"/>
          </p:cNvSpPr>
          <p:nvPr/>
        </p:nvSpPr>
        <p:spPr>
          <a:xfrm xmlns:a="http://schemas.openxmlformats.org/drawingml/2006/main">
            <a:off x="12163425" y="5553075"/>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37" name="DP1 object 34">
            <a:extLst xmlns:a="http://schemas.openxmlformats.org/drawingml/2006/main">
              <a:ext uri="{FF2B5EF4-FFF2-40B4-BE49-F238E27FC236}">
                <a16:creationId xmlns:a16="http://schemas.microsoft.com/office/drawing/2014/main" id="{FD84C36F-8B3E-4246-91A5-1DAA10D7AE29}"/>
              </a:ext>
            </a:extLst>
          </p:cNvPr>
          <p:cNvSpPr>
            <a:spLocks xmlns:a="http://schemas.openxmlformats.org/drawingml/2006/main" noGrp="1"/>
          </p:cNvSpPr>
          <p:nvPr/>
        </p:nvSpPr>
        <p:spPr>
          <a:xfrm xmlns:a="http://schemas.openxmlformats.org/drawingml/2006/main">
            <a:off x="9144000" y="56959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현재 견적  v2</a:t>
            </a:r>
          </a:p>
        </p:txBody>
      </p:sp>
      <p:sp>
        <p:nvSpPr>
          <p:cNvPr id="38" name="Editable path 35">
            <a:extLst xmlns:a="http://schemas.openxmlformats.org/drawingml/2006/main">
              <a:ext uri="{FF2B5EF4-FFF2-40B4-BE49-F238E27FC236}">
                <a16:creationId xmlns:a16="http://schemas.microsoft.com/office/drawing/2014/main" id="{87BAD7FC-4BBC-4592-95DE-0555C4617265}"/>
              </a:ext>
            </a:extLst>
          </p:cNvPr>
          <p:cNvSpPr>
            <a:spLocks xmlns:a="http://schemas.openxmlformats.org/drawingml/2006/main" noGrp="1"/>
          </p:cNvSpPr>
          <p:nvPr/>
        </p:nvSpPr>
        <p:spPr>
          <a:xfrm xmlns:a="http://schemas.openxmlformats.org/drawingml/2006/main">
            <a:off x="9144000" y="6096000"/>
            <a:ext cx="3009900" cy="953"/>
          </a:xfrm>
          <a:custGeom xmlns:a="http://schemas.openxmlformats.org/drawingml/2006/main">
            <a:pathLst>
              <a:path w="3009900" h="953">
                <a:moveTo>
                  <a:pt x="0" y="0"/>
                </a:moveTo>
                <a:lnTo>
                  <a:pt x="3009900" y="0"/>
                </a:lnTo>
              </a:path>
            </a:pathLst>
          </a:custGeom>
          <a:noFill xmlns:a="http://schemas.openxmlformats.org/drawingml/2006/main"/>
          <a:ln xmlns:a="http://schemas.openxmlformats.org/drawingml/2006/main" w="9525">
            <a:solidFill>
              <a:srgbClr val="B7B9B9"/>
            </a:solidFill>
            <a:prstDash val="solid"/>
          </a:ln>
        </p:spPr>
      </p:sp>
      <p:sp>
        <p:nvSpPr>
          <p:cNvPr id="39" name="DP1 object 36">
            <a:extLst xmlns:a="http://schemas.openxmlformats.org/drawingml/2006/main">
              <a:ext uri="{FF2B5EF4-FFF2-40B4-BE49-F238E27FC236}">
                <a16:creationId xmlns:a16="http://schemas.microsoft.com/office/drawing/2014/main" id="{E4928E04-44F6-4F02-AA66-D9A573AF29B6}"/>
              </a:ext>
            </a:extLst>
          </p:cNvPr>
          <p:cNvSpPr>
            <a:spLocks xmlns:a="http://schemas.openxmlformats.org/drawingml/2006/main" noGrp="1"/>
          </p:cNvSpPr>
          <p:nvPr/>
        </p:nvSpPr>
        <p:spPr>
          <a:xfrm xmlns:a="http://schemas.openxmlformats.org/drawingml/2006/main">
            <a:off x="9144000" y="6200775"/>
            <a:ext cx="3009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r>
              <a:t/>
            </a:r>
          </a:p>
        </p:txBody>
      </p:sp>
      <p:sp>
        <p:nvSpPr>
          <p:cNvPr id="40" name="DP1 object 37">
            <a:extLst xmlns:a="http://schemas.openxmlformats.org/drawingml/2006/main">
              <a:ext uri="{FF2B5EF4-FFF2-40B4-BE49-F238E27FC236}">
                <a16:creationId xmlns:a16="http://schemas.microsoft.com/office/drawing/2014/main" id="{09B77E55-3309-4705-9C94-D769033790AF}"/>
              </a:ext>
            </a:extLst>
          </p:cNvPr>
          <p:cNvSpPr>
            <a:spLocks xmlns:a="http://schemas.openxmlformats.org/drawingml/2006/main" noGrp="1"/>
          </p:cNvSpPr>
          <p:nvPr/>
        </p:nvSpPr>
        <p:spPr>
          <a:xfrm xmlns:a="http://schemas.openxmlformats.org/drawingml/2006/main">
            <a:off x="9153525" y="6191250"/>
            <a:ext cx="29622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0">
                <a:solidFill>
                  <a:srgbClr val="111111"/>
                </a:solidFill>
                <a:latin typeface="Apple SD Gothic Neo"/>
                <a:ea typeface="Apple SD Gothic Neo"/>
                <a:cs typeface="Apple SD Gothic Neo"/>
              </a:defRPr>
            </a:defPPr>
            <a:lvl1pPr algn="l">
              <a:defRPr sz="1875" b="0">
                <a:solidFill>
                  <a:srgbClr val="111111"/>
                </a:solidFill>
                <a:latin typeface="Apple SD Gothic Neo"/>
                <a:ea typeface="Apple SD Gothic Neo"/>
                <a:cs typeface="Apple SD Gothic Neo"/>
              </a:defRPr>
            </a:lvl1pPr>
            <a:lvl2pPr algn="l">
              <a:defRPr sz="1875" b="0">
                <a:solidFill>
                  <a:srgbClr val="111111"/>
                </a:solidFill>
                <a:latin typeface="Apple SD Gothic Neo"/>
                <a:ea typeface="Apple SD Gothic Neo"/>
                <a:cs typeface="Apple SD Gothic Neo"/>
              </a:defRPr>
            </a:lvl2pPr>
            <a:lvl3pPr algn="l">
              <a:defRPr sz="1875" b="0">
                <a:solidFill>
                  <a:srgbClr val="111111"/>
                </a:solidFill>
                <a:latin typeface="Apple SD Gothic Neo"/>
                <a:ea typeface="Apple SD Gothic Neo"/>
                <a:cs typeface="Apple SD Gothic Neo"/>
              </a:defRPr>
            </a:lvl3pPr>
            <a:lvl4pPr algn="l">
              <a:defRPr sz="1875" b="0">
                <a:solidFill>
                  <a:srgbClr val="111111"/>
                </a:solidFill>
                <a:latin typeface="Apple SD Gothic Neo"/>
                <a:ea typeface="Apple SD Gothic Neo"/>
                <a:cs typeface="Apple SD Gothic Neo"/>
              </a:defRPr>
            </a:lvl4pPr>
            <a:lvl5pPr algn="l">
              <a:defRPr sz="1875" b="0">
                <a:solidFill>
                  <a:srgbClr val="111111"/>
                </a:solidFill>
                <a:latin typeface="Apple SD Gothic Neo"/>
                <a:ea typeface="Apple SD Gothic Neo"/>
                <a:cs typeface="Apple SD Gothic Neo"/>
              </a:defRPr>
            </a:lvl5pPr>
            <a:lvl6pPr algn="l">
              <a:defRPr sz="1875" b="0">
                <a:solidFill>
                  <a:srgbClr val="111111"/>
                </a:solidFill>
                <a:latin typeface="Apple SD Gothic Neo"/>
                <a:ea typeface="Apple SD Gothic Neo"/>
                <a:cs typeface="Apple SD Gothic Neo"/>
              </a:defRPr>
            </a:lvl6pPr>
            <a:lvl7pPr algn="l">
              <a:defRPr sz="1875" b="0">
                <a:solidFill>
                  <a:srgbClr val="111111"/>
                </a:solidFill>
                <a:latin typeface="Apple SD Gothic Neo"/>
                <a:ea typeface="Apple SD Gothic Neo"/>
                <a:cs typeface="Apple SD Gothic Neo"/>
              </a:defRPr>
            </a:lvl7pPr>
            <a:lvl8pPr algn="l">
              <a:defRPr sz="1875" b="0">
                <a:solidFill>
                  <a:srgbClr val="111111"/>
                </a:solidFill>
                <a:latin typeface="Apple SD Gothic Neo"/>
                <a:ea typeface="Apple SD Gothic Neo"/>
                <a:cs typeface="Apple SD Gothic Neo"/>
              </a:defRPr>
            </a:lvl8pPr>
            <a:lvl9pPr algn="l">
              <a:defRPr sz="1875" b="0">
                <a:solidFill>
                  <a:srgbClr val="111111"/>
                </a:solidFill>
                <a:latin typeface="Apple SD Gothic Neo"/>
                <a:ea typeface="Apple SD Gothic Neo"/>
                <a:cs typeface="Apple SD Gothic Neo"/>
              </a:defRPr>
            </a:lvl9pPr>
          </a:lstStyle>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기존: 납기 4주</a:t>
            </a:r>
          </a:p>
        </p:txBody>
      </p:sp>
      <p:sp>
        <p:nvSpPr>
          <p:cNvPr id="41" name="Editable path 38">
            <a:extLst xmlns:a="http://schemas.openxmlformats.org/drawingml/2006/main">
              <a:ext uri="{FF2B5EF4-FFF2-40B4-BE49-F238E27FC236}">
                <a16:creationId xmlns:a16="http://schemas.microsoft.com/office/drawing/2014/main" id="{281AFB03-1A9F-4A2E-AF11-16C0C63A8370}"/>
              </a:ext>
            </a:extLst>
          </p:cNvPr>
          <p:cNvSpPr>
            <a:spLocks xmlns:a="http://schemas.openxmlformats.org/drawingml/2006/main" noGrp="1"/>
          </p:cNvSpPr>
          <p:nvPr/>
        </p:nvSpPr>
        <p:spPr>
          <a:xfrm xmlns:a="http://schemas.openxmlformats.org/drawingml/2006/main">
            <a:off x="9163050" y="6400800"/>
            <a:ext cx="1752600" cy="953"/>
          </a:xfrm>
          <a:custGeom xmlns:a="http://schemas.openxmlformats.org/drawingml/2006/main">
            <a:pathLst>
              <a:path w="1752600" h="953">
                <a:moveTo>
                  <a:pt x="0" y="0"/>
                </a:moveTo>
                <a:lnTo>
                  <a:pt x="1752600" y="0"/>
                </a:lnTo>
              </a:path>
            </a:pathLst>
          </a:custGeom>
          <a:noFill xmlns:a="http://schemas.openxmlformats.org/drawingml/2006/main"/>
          <a:ln xmlns:a="http://schemas.openxmlformats.org/drawingml/2006/main" w="25718">
            <a:solidFill>
              <a:srgbClr val="C00000"/>
            </a:solidFill>
            <a:prstDash val="solid"/>
          </a:ln>
        </p:spPr>
      </p:sp>
      <p:sp>
        <p:nvSpPr>
          <p:cNvPr id="42" name="DP1 object 39">
            <a:extLst xmlns:a="http://schemas.openxmlformats.org/drawingml/2006/main">
              <a:ext uri="{FF2B5EF4-FFF2-40B4-BE49-F238E27FC236}">
                <a16:creationId xmlns:a16="http://schemas.microsoft.com/office/drawing/2014/main" id="{A797C0AD-0962-4305-9B5B-70C4E445CAB1}"/>
              </a:ext>
            </a:extLst>
          </p:cNvPr>
          <p:cNvSpPr>
            <a:spLocks xmlns:a="http://schemas.openxmlformats.org/drawingml/2006/main" noGrp="1"/>
          </p:cNvSpPr>
          <p:nvPr/>
        </p:nvSpPr>
        <p:spPr>
          <a:xfrm xmlns:a="http://schemas.openxmlformats.org/drawingml/2006/main">
            <a:off x="9153525" y="6781800"/>
            <a:ext cx="29622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C00000"/>
                </a:solidFill>
                <a:latin typeface="Apple SD Gothic Neo"/>
                <a:ea typeface="Apple SD Gothic Neo"/>
                <a:cs typeface="Apple SD Gothic Neo"/>
              </a:defRPr>
            </a:defPPr>
            <a:lvl1pPr algn="l">
              <a:defRPr sz="2025" b="1">
                <a:solidFill>
                  <a:srgbClr val="C00000"/>
                </a:solidFill>
                <a:latin typeface="Apple SD Gothic Neo"/>
                <a:ea typeface="Apple SD Gothic Neo"/>
                <a:cs typeface="Apple SD Gothic Neo"/>
              </a:defRPr>
            </a:lvl1pPr>
            <a:lvl2pPr algn="l">
              <a:defRPr sz="2025" b="1">
                <a:solidFill>
                  <a:srgbClr val="C00000"/>
                </a:solidFill>
                <a:latin typeface="Apple SD Gothic Neo"/>
                <a:ea typeface="Apple SD Gothic Neo"/>
                <a:cs typeface="Apple SD Gothic Neo"/>
              </a:defRPr>
            </a:lvl2pPr>
            <a:lvl3pPr algn="l">
              <a:defRPr sz="2025" b="1">
                <a:solidFill>
                  <a:srgbClr val="C00000"/>
                </a:solidFill>
                <a:latin typeface="Apple SD Gothic Neo"/>
                <a:ea typeface="Apple SD Gothic Neo"/>
                <a:cs typeface="Apple SD Gothic Neo"/>
              </a:defRPr>
            </a:lvl3pPr>
            <a:lvl4pPr algn="l">
              <a:defRPr sz="2025" b="1">
                <a:solidFill>
                  <a:srgbClr val="C00000"/>
                </a:solidFill>
                <a:latin typeface="Apple SD Gothic Neo"/>
                <a:ea typeface="Apple SD Gothic Neo"/>
                <a:cs typeface="Apple SD Gothic Neo"/>
              </a:defRPr>
            </a:lvl4pPr>
            <a:lvl5pPr algn="l">
              <a:defRPr sz="2025" b="1">
                <a:solidFill>
                  <a:srgbClr val="C00000"/>
                </a:solidFill>
                <a:latin typeface="Apple SD Gothic Neo"/>
                <a:ea typeface="Apple SD Gothic Neo"/>
                <a:cs typeface="Apple SD Gothic Neo"/>
              </a:defRPr>
            </a:lvl5pPr>
            <a:lvl6pPr algn="l">
              <a:defRPr sz="2025" b="1">
                <a:solidFill>
                  <a:srgbClr val="C00000"/>
                </a:solidFill>
                <a:latin typeface="Apple SD Gothic Neo"/>
                <a:ea typeface="Apple SD Gothic Neo"/>
                <a:cs typeface="Apple SD Gothic Neo"/>
              </a:defRPr>
            </a:lvl6pPr>
            <a:lvl7pPr algn="l">
              <a:defRPr sz="2025" b="1">
                <a:solidFill>
                  <a:srgbClr val="C00000"/>
                </a:solidFill>
                <a:latin typeface="Apple SD Gothic Neo"/>
                <a:ea typeface="Apple SD Gothic Neo"/>
                <a:cs typeface="Apple SD Gothic Neo"/>
              </a:defRPr>
            </a:lvl7pPr>
            <a:lvl8pPr algn="l">
              <a:defRPr sz="2025" b="1">
                <a:solidFill>
                  <a:srgbClr val="C00000"/>
                </a:solidFill>
                <a:latin typeface="Apple SD Gothic Neo"/>
                <a:ea typeface="Apple SD Gothic Neo"/>
                <a:cs typeface="Apple SD Gothic Neo"/>
              </a:defRPr>
            </a:lvl8pPr>
            <a:lvl9pPr algn="l">
              <a:defRPr sz="2025" b="1">
                <a:solidFill>
                  <a:srgbClr val="C00000"/>
                </a:solidFill>
                <a:latin typeface="Apple SD Gothic Neo"/>
                <a:ea typeface="Apple SD Gothic Neo"/>
                <a:cs typeface="Apple SD Gothic Neo"/>
              </a:defRPr>
            </a:lvl9pPr>
          </a:lstStyle>
          <a:p xmlns:a="http://schemas.openxmlformats.org/drawingml/2006/main">
            <a:pPr algn="l">
              <a:defRPr sz="2025" b="1">
                <a:solidFill>
                  <a:srgbClr val="C00000"/>
                </a:solidFill>
                <a:latin typeface="Apple SD Gothic Neo"/>
                <a:ea typeface="Apple SD Gothic Neo"/>
                <a:cs typeface="Apple SD Gothic Neo"/>
              </a:defRPr>
            </a:pPr>
            <a:r>
              <a:rPr sz="2025" b="1">
                <a:solidFill>
                  <a:srgbClr val="C00000"/>
                </a:solidFill>
                <a:latin typeface="Apple SD Gothic Neo"/>
                <a:ea typeface="Apple SD Gothic Neo"/>
                <a:cs typeface="Apple SD Gothic Neo"/>
              </a:rPr>
              <a:t>변경: 납기 6주</a:t>
            </a:r>
          </a:p>
        </p:txBody>
      </p:sp>
      <p:sp>
        <p:nvSpPr>
          <p:cNvPr id="43" name="DP1 object 40">
            <a:extLst xmlns:a="http://schemas.openxmlformats.org/drawingml/2006/main">
              <a:ext uri="{FF2B5EF4-FFF2-40B4-BE49-F238E27FC236}">
                <a16:creationId xmlns:a16="http://schemas.microsoft.com/office/drawing/2014/main" id="{A6FF06B2-CFCB-44C5-90AA-23D27F604FB3}"/>
              </a:ext>
            </a:extLst>
          </p:cNvPr>
          <p:cNvSpPr>
            <a:spLocks xmlns:a="http://schemas.openxmlformats.org/drawingml/2006/main" noGrp="1"/>
          </p:cNvSpPr>
          <p:nvPr/>
        </p:nvSpPr>
        <p:spPr>
          <a:xfrm xmlns:a="http://schemas.openxmlformats.org/drawingml/2006/main">
            <a:off x="10782300" y="5210175"/>
            <a:ext cx="1524000" cy="323850"/>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44" name="DP1 object 41">
            <a:extLst xmlns:a="http://schemas.openxmlformats.org/drawingml/2006/main">
              <a:ext uri="{FF2B5EF4-FFF2-40B4-BE49-F238E27FC236}">
                <a16:creationId xmlns:a16="http://schemas.microsoft.com/office/drawing/2014/main" id="{4E0FBED3-F7FC-4CAA-9DB0-0DACC6BD5696}"/>
              </a:ext>
            </a:extLst>
          </p:cNvPr>
          <p:cNvSpPr>
            <a:spLocks xmlns:a="http://schemas.openxmlformats.org/drawingml/2006/main" noGrp="1"/>
          </p:cNvSpPr>
          <p:nvPr/>
        </p:nvSpPr>
        <p:spPr>
          <a:xfrm xmlns:a="http://schemas.openxmlformats.org/drawingml/2006/main">
            <a:off x="10858500" y="5210175"/>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v1 → v2</a:t>
            </a:r>
          </a:p>
        </p:txBody>
      </p:sp>
      <p:sp>
        <p:nvSpPr>
          <p:cNvPr id="45" name="DP1 object 42">
            <a:extLst xmlns:a="http://schemas.openxmlformats.org/drawingml/2006/main">
              <a:ext uri="{FF2B5EF4-FFF2-40B4-BE49-F238E27FC236}">
                <a16:creationId xmlns:a16="http://schemas.microsoft.com/office/drawing/2014/main" id="{DAEDE8C9-2A0D-418A-8EE5-8D6D62CC17D8}"/>
              </a:ext>
            </a:extLst>
          </p:cNvPr>
          <p:cNvSpPr>
            <a:spLocks xmlns:a="http://schemas.openxmlformats.org/drawingml/2006/main" noGrp="1"/>
          </p:cNvSpPr>
          <p:nvPr/>
        </p:nvSpPr>
        <p:spPr>
          <a:xfrm xmlns:a="http://schemas.openxmlformats.org/drawingml/2006/main">
            <a:off x="8982075" y="76200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C00000"/>
                </a:solidFill>
                <a:latin typeface="Apple SD Gothic Neo"/>
                <a:ea typeface="Apple SD Gothic Neo"/>
                <a:cs typeface="Apple SD Gothic Neo"/>
              </a:defRPr>
            </a:defPPr>
            <a:lvl1pPr algn="ctr">
              <a:defRPr sz="1800" b="1">
                <a:solidFill>
                  <a:srgbClr val="C00000"/>
                </a:solidFill>
                <a:latin typeface="Apple SD Gothic Neo"/>
                <a:ea typeface="Apple SD Gothic Neo"/>
                <a:cs typeface="Apple SD Gothic Neo"/>
              </a:defRPr>
            </a:lvl1pPr>
            <a:lvl2pPr algn="ctr">
              <a:defRPr sz="1800" b="1">
                <a:solidFill>
                  <a:srgbClr val="C00000"/>
                </a:solidFill>
                <a:latin typeface="Apple SD Gothic Neo"/>
                <a:ea typeface="Apple SD Gothic Neo"/>
                <a:cs typeface="Apple SD Gothic Neo"/>
              </a:defRPr>
            </a:lvl2pPr>
            <a:lvl3pPr algn="ctr">
              <a:defRPr sz="1800" b="1">
                <a:solidFill>
                  <a:srgbClr val="C00000"/>
                </a:solidFill>
                <a:latin typeface="Apple SD Gothic Neo"/>
                <a:ea typeface="Apple SD Gothic Neo"/>
                <a:cs typeface="Apple SD Gothic Neo"/>
              </a:defRPr>
            </a:lvl3pPr>
            <a:lvl4pPr algn="ctr">
              <a:defRPr sz="1800" b="1">
                <a:solidFill>
                  <a:srgbClr val="C00000"/>
                </a:solidFill>
                <a:latin typeface="Apple SD Gothic Neo"/>
                <a:ea typeface="Apple SD Gothic Neo"/>
                <a:cs typeface="Apple SD Gothic Neo"/>
              </a:defRPr>
            </a:lvl4pPr>
            <a:lvl5pPr algn="ctr">
              <a:defRPr sz="1800" b="1">
                <a:solidFill>
                  <a:srgbClr val="C00000"/>
                </a:solidFill>
                <a:latin typeface="Apple SD Gothic Neo"/>
                <a:ea typeface="Apple SD Gothic Neo"/>
                <a:cs typeface="Apple SD Gothic Neo"/>
              </a:defRPr>
            </a:lvl5pPr>
            <a:lvl6pPr algn="ctr">
              <a:defRPr sz="1800" b="1">
                <a:solidFill>
                  <a:srgbClr val="C00000"/>
                </a:solidFill>
                <a:latin typeface="Apple SD Gothic Neo"/>
                <a:ea typeface="Apple SD Gothic Neo"/>
                <a:cs typeface="Apple SD Gothic Neo"/>
              </a:defRPr>
            </a:lvl6pPr>
            <a:lvl7pPr algn="ctr">
              <a:defRPr sz="1800" b="1">
                <a:solidFill>
                  <a:srgbClr val="C00000"/>
                </a:solidFill>
                <a:latin typeface="Apple SD Gothic Neo"/>
                <a:ea typeface="Apple SD Gothic Neo"/>
                <a:cs typeface="Apple SD Gothic Neo"/>
              </a:defRPr>
            </a:lvl7pPr>
            <a:lvl8pPr algn="ctr">
              <a:defRPr sz="1800" b="1">
                <a:solidFill>
                  <a:srgbClr val="C00000"/>
                </a:solidFill>
                <a:latin typeface="Apple SD Gothic Neo"/>
                <a:ea typeface="Apple SD Gothic Neo"/>
                <a:cs typeface="Apple SD Gothic Neo"/>
              </a:defRPr>
            </a:lvl8pPr>
            <a:lvl9pPr algn="ctr">
              <a:defRPr sz="1800" b="1">
                <a:solidFill>
                  <a:srgbClr val="C00000"/>
                </a:solidFill>
                <a:latin typeface="Apple SD Gothic Neo"/>
                <a:ea typeface="Apple SD Gothic Neo"/>
                <a:cs typeface="Apple SD Gothic Neo"/>
              </a:defRPr>
            </a:lvl9pPr>
          </a:lstStyle>
          <a:p xmlns:a="http://schemas.openxmlformats.org/drawingml/2006/main">
            <a:pPr algn="ctr">
              <a:defRPr sz="1800" b="1">
                <a:solidFill>
                  <a:srgbClr val="C00000"/>
                </a:solidFill>
                <a:latin typeface="Apple SD Gothic Neo"/>
                <a:ea typeface="Apple SD Gothic Neo"/>
                <a:cs typeface="Apple SD Gothic Neo"/>
              </a:defRPr>
            </a:pPr>
            <a:r>
              <a:rPr sz="1800" b="1">
                <a:solidFill>
                  <a:srgbClr val="C00000"/>
                </a:solidFill>
                <a:latin typeface="Apple SD Gothic Neo"/>
                <a:ea typeface="Apple SD Gothic Neo"/>
                <a:cs typeface="Apple SD Gothic Neo"/>
              </a:rPr>
              <a:t>정정 전 조건을 쓰면 안 됨</a:t>
            </a:r>
          </a:p>
        </p:txBody>
      </p:sp>
      <p:sp>
        <p:nvSpPr>
          <p:cNvPr id="46" name="Editable path 43">
            <a:extLst xmlns:a="http://schemas.openxmlformats.org/drawingml/2006/main">
              <a:ext uri="{FF2B5EF4-FFF2-40B4-BE49-F238E27FC236}">
                <a16:creationId xmlns:a16="http://schemas.microsoft.com/office/drawing/2014/main" id="{0D3E11C9-2BE2-4E23-AA20-BD4636B06065}"/>
              </a:ext>
            </a:extLst>
          </p:cNvPr>
          <p:cNvSpPr>
            <a:spLocks xmlns:a="http://schemas.openxmlformats.org/drawingml/2006/main" noGrp="1"/>
          </p:cNvSpPr>
          <p:nvPr/>
        </p:nvSpPr>
        <p:spPr>
          <a:xfrm xmlns:a="http://schemas.openxmlformats.org/drawingml/2006/main">
            <a:off x="2647950" y="4143375"/>
            <a:ext cx="953" cy="1409700"/>
          </a:xfrm>
          <a:custGeom xmlns:a="http://schemas.openxmlformats.org/drawingml/2006/main">
            <a:pathLst>
              <a:path w="953" h="1409700">
                <a:moveTo>
                  <a:pt x="0" y="1409700"/>
                </a:moveTo>
                <a:lnTo>
                  <a:pt x="0" y="609600"/>
                </a:lnTo>
                <a:lnTo>
                  <a:pt x="0" y="0"/>
                </a:lnTo>
              </a:path>
            </a:pathLst>
          </a:custGeom>
          <a:noFill xmlns:a="http://schemas.openxmlformats.org/drawingml/2006/main"/>
          <a:ln xmlns:a="http://schemas.openxmlformats.org/drawingml/2006/main" w="21908">
            <a:solidFill>
              <a:srgbClr val="111111"/>
            </a:solidFill>
            <a:prstDash val="solid"/>
          </a:ln>
        </p:spPr>
      </p:sp>
      <p:sp>
        <p:nvSpPr>
          <p:cNvPr id="47" name="Editable arrowhead 44">
            <a:extLst xmlns:a="http://schemas.openxmlformats.org/drawingml/2006/main">
              <a:ext uri="{FF2B5EF4-FFF2-40B4-BE49-F238E27FC236}">
                <a16:creationId xmlns:a16="http://schemas.microsoft.com/office/drawing/2014/main" id="{C9104CB2-8FB2-4518-AFEC-70C0F455B6F4}"/>
              </a:ext>
            </a:extLst>
          </p:cNvPr>
          <p:cNvSpPr>
            <a:spLocks xmlns:a="http://schemas.openxmlformats.org/drawingml/2006/main" noGrp="1"/>
          </p:cNvSpPr>
          <p:nvPr/>
        </p:nvSpPr>
        <p:spPr>
          <a:xfrm xmlns:a="http://schemas.openxmlformats.org/drawingml/2006/main">
            <a:off x="2600325" y="4143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8" name="DP1 object 45">
            <a:extLst xmlns:a="http://schemas.openxmlformats.org/drawingml/2006/main">
              <a:ext uri="{FF2B5EF4-FFF2-40B4-BE49-F238E27FC236}">
                <a16:creationId xmlns:a16="http://schemas.microsoft.com/office/drawing/2014/main" id="{B32EB4C2-B9DC-46F7-88A9-53F4C9B9DB56}"/>
              </a:ext>
            </a:extLst>
          </p:cNvPr>
          <p:cNvSpPr>
            <a:spLocks xmlns:a="http://schemas.openxmlformats.org/drawingml/2006/main" noGrp="1"/>
          </p:cNvSpPr>
          <p:nvPr/>
        </p:nvSpPr>
        <p:spPr>
          <a:xfrm xmlns:a="http://schemas.openxmlformats.org/drawingml/2006/main">
            <a:off x="2505075" y="48863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9" name="DP1 object 46">
            <a:extLst xmlns:a="http://schemas.openxmlformats.org/drawingml/2006/main">
              <a:ext uri="{FF2B5EF4-FFF2-40B4-BE49-F238E27FC236}">
                <a16:creationId xmlns:a16="http://schemas.microsoft.com/office/drawing/2014/main" id="{FE6BACF6-FF03-4F5A-A8F6-37BADB9F77B6}"/>
              </a:ext>
            </a:extLst>
          </p:cNvPr>
          <p:cNvSpPr>
            <a:spLocks xmlns:a="http://schemas.openxmlformats.org/drawingml/2006/main" noGrp="1"/>
          </p:cNvSpPr>
          <p:nvPr/>
        </p:nvSpPr>
        <p:spPr>
          <a:xfrm xmlns:a="http://schemas.openxmlformats.org/drawingml/2006/main">
            <a:off x="2505075" y="48863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50" name="Editable path 47">
            <a:extLst xmlns:a="http://schemas.openxmlformats.org/drawingml/2006/main">
              <a:ext uri="{FF2B5EF4-FFF2-40B4-BE49-F238E27FC236}">
                <a16:creationId xmlns:a16="http://schemas.microsoft.com/office/drawing/2014/main" id="{975C74DC-D0F4-4884-84A7-665950944AB1}"/>
              </a:ext>
            </a:extLst>
          </p:cNvPr>
          <p:cNvSpPr>
            <a:spLocks xmlns:a="http://schemas.openxmlformats.org/drawingml/2006/main" noGrp="1"/>
          </p:cNvSpPr>
          <p:nvPr/>
        </p:nvSpPr>
        <p:spPr>
          <a:xfrm xmlns:a="http://schemas.openxmlformats.org/drawingml/2006/main">
            <a:off x="6648450" y="4143375"/>
            <a:ext cx="953" cy="1409700"/>
          </a:xfrm>
          <a:custGeom xmlns:a="http://schemas.openxmlformats.org/drawingml/2006/main">
            <a:pathLst>
              <a:path w="953" h="1409700">
                <a:moveTo>
                  <a:pt x="0" y="1409700"/>
                </a:moveTo>
                <a:lnTo>
                  <a:pt x="0" y="609600"/>
                </a:lnTo>
                <a:lnTo>
                  <a:pt x="0" y="0"/>
                </a:lnTo>
              </a:path>
            </a:pathLst>
          </a:custGeom>
          <a:noFill xmlns:a="http://schemas.openxmlformats.org/drawingml/2006/main"/>
          <a:ln xmlns:a="http://schemas.openxmlformats.org/drawingml/2006/main" w="21908">
            <a:solidFill>
              <a:srgbClr val="111111"/>
            </a:solidFill>
            <a:prstDash val="solid"/>
          </a:ln>
        </p:spPr>
      </p:sp>
      <p:sp>
        <p:nvSpPr>
          <p:cNvPr id="51" name="Editable arrowhead 48">
            <a:extLst xmlns:a="http://schemas.openxmlformats.org/drawingml/2006/main">
              <a:ext uri="{FF2B5EF4-FFF2-40B4-BE49-F238E27FC236}">
                <a16:creationId xmlns:a16="http://schemas.microsoft.com/office/drawing/2014/main" id="{98573A49-E94B-4CAA-9A3D-17F9558F9F5B}"/>
              </a:ext>
            </a:extLst>
          </p:cNvPr>
          <p:cNvSpPr>
            <a:spLocks xmlns:a="http://schemas.openxmlformats.org/drawingml/2006/main" noGrp="1"/>
          </p:cNvSpPr>
          <p:nvPr/>
        </p:nvSpPr>
        <p:spPr>
          <a:xfrm xmlns:a="http://schemas.openxmlformats.org/drawingml/2006/main">
            <a:off x="6600825" y="4143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2" name="DP1 object 49">
            <a:extLst xmlns:a="http://schemas.openxmlformats.org/drawingml/2006/main">
              <a:ext uri="{FF2B5EF4-FFF2-40B4-BE49-F238E27FC236}">
                <a16:creationId xmlns:a16="http://schemas.microsoft.com/office/drawing/2014/main" id="{EE13EEA0-87E2-4FE6-9946-7F18012C58BF}"/>
              </a:ext>
            </a:extLst>
          </p:cNvPr>
          <p:cNvSpPr>
            <a:spLocks xmlns:a="http://schemas.openxmlformats.org/drawingml/2006/main" noGrp="1"/>
          </p:cNvSpPr>
          <p:nvPr/>
        </p:nvSpPr>
        <p:spPr>
          <a:xfrm xmlns:a="http://schemas.openxmlformats.org/drawingml/2006/main">
            <a:off x="6505575" y="48863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3" name="DP1 object 50">
            <a:extLst xmlns:a="http://schemas.openxmlformats.org/drawingml/2006/main">
              <a:ext uri="{FF2B5EF4-FFF2-40B4-BE49-F238E27FC236}">
                <a16:creationId xmlns:a16="http://schemas.microsoft.com/office/drawing/2014/main" id="{9832DA3A-169B-434A-A8B6-4E8001E025E8}"/>
              </a:ext>
            </a:extLst>
          </p:cNvPr>
          <p:cNvSpPr>
            <a:spLocks xmlns:a="http://schemas.openxmlformats.org/drawingml/2006/main" noGrp="1"/>
          </p:cNvSpPr>
          <p:nvPr/>
        </p:nvSpPr>
        <p:spPr>
          <a:xfrm xmlns:a="http://schemas.openxmlformats.org/drawingml/2006/main">
            <a:off x="6505575" y="48863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4" name="Editable path 51">
            <a:extLst xmlns:a="http://schemas.openxmlformats.org/drawingml/2006/main">
              <a:ext uri="{FF2B5EF4-FFF2-40B4-BE49-F238E27FC236}">
                <a16:creationId xmlns:a16="http://schemas.microsoft.com/office/drawing/2014/main" id="{AFDDEA5B-CEB0-4037-9678-3A3FAD3A773A}"/>
              </a:ext>
            </a:extLst>
          </p:cNvPr>
          <p:cNvSpPr>
            <a:spLocks xmlns:a="http://schemas.openxmlformats.org/drawingml/2006/main" noGrp="1"/>
          </p:cNvSpPr>
          <p:nvPr/>
        </p:nvSpPr>
        <p:spPr>
          <a:xfrm xmlns:a="http://schemas.openxmlformats.org/drawingml/2006/main">
            <a:off x="10648950" y="4143375"/>
            <a:ext cx="953" cy="1409700"/>
          </a:xfrm>
          <a:custGeom xmlns:a="http://schemas.openxmlformats.org/drawingml/2006/main">
            <a:pathLst>
              <a:path w="953" h="1409700">
                <a:moveTo>
                  <a:pt x="0" y="1409700"/>
                </a:moveTo>
                <a:lnTo>
                  <a:pt x="0" y="609600"/>
                </a:lnTo>
                <a:lnTo>
                  <a:pt x="0" y="0"/>
                </a:lnTo>
              </a:path>
            </a:pathLst>
          </a:custGeom>
          <a:noFill xmlns:a="http://schemas.openxmlformats.org/drawingml/2006/main"/>
          <a:ln xmlns:a="http://schemas.openxmlformats.org/drawingml/2006/main" w="21908">
            <a:solidFill>
              <a:srgbClr val="111111"/>
            </a:solidFill>
            <a:prstDash val="solid"/>
          </a:ln>
        </p:spPr>
      </p:sp>
      <p:sp>
        <p:nvSpPr>
          <p:cNvPr id="55" name="Editable arrowhead 52">
            <a:extLst xmlns:a="http://schemas.openxmlformats.org/drawingml/2006/main">
              <a:ext uri="{FF2B5EF4-FFF2-40B4-BE49-F238E27FC236}">
                <a16:creationId xmlns:a16="http://schemas.microsoft.com/office/drawing/2014/main" id="{20E90982-675B-48DE-B80B-1F81D0CE1560}"/>
              </a:ext>
            </a:extLst>
          </p:cNvPr>
          <p:cNvSpPr>
            <a:spLocks xmlns:a="http://schemas.openxmlformats.org/drawingml/2006/main" noGrp="1"/>
          </p:cNvSpPr>
          <p:nvPr/>
        </p:nvSpPr>
        <p:spPr>
          <a:xfrm xmlns:a="http://schemas.openxmlformats.org/drawingml/2006/main">
            <a:off x="10601325" y="41433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6" name="DP1 object 53">
            <a:extLst xmlns:a="http://schemas.openxmlformats.org/drawingml/2006/main">
              <a:ext uri="{FF2B5EF4-FFF2-40B4-BE49-F238E27FC236}">
                <a16:creationId xmlns:a16="http://schemas.microsoft.com/office/drawing/2014/main" id="{0F403A01-C7DE-4FDD-AB2F-0FC72A3798DF}"/>
              </a:ext>
            </a:extLst>
          </p:cNvPr>
          <p:cNvSpPr>
            <a:spLocks xmlns:a="http://schemas.openxmlformats.org/drawingml/2006/main" noGrp="1"/>
          </p:cNvSpPr>
          <p:nvPr/>
        </p:nvSpPr>
        <p:spPr>
          <a:xfrm xmlns:a="http://schemas.openxmlformats.org/drawingml/2006/main">
            <a:off x="10506075" y="48863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7" name="DP1 object 54">
            <a:extLst xmlns:a="http://schemas.openxmlformats.org/drawingml/2006/main">
              <a:ext uri="{FF2B5EF4-FFF2-40B4-BE49-F238E27FC236}">
                <a16:creationId xmlns:a16="http://schemas.microsoft.com/office/drawing/2014/main" id="{7F3E1384-362D-4A8D-A143-E1081BFEA604}"/>
              </a:ext>
            </a:extLst>
          </p:cNvPr>
          <p:cNvSpPr>
            <a:spLocks xmlns:a="http://schemas.openxmlformats.org/drawingml/2006/main" noGrp="1"/>
          </p:cNvSpPr>
          <p:nvPr/>
        </p:nvSpPr>
        <p:spPr>
          <a:xfrm xmlns:a="http://schemas.openxmlformats.org/drawingml/2006/main">
            <a:off x="10506075" y="48863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58" name="Editable path 55">
            <a:extLst xmlns:a="http://schemas.openxmlformats.org/drawingml/2006/main">
              <a:ext uri="{FF2B5EF4-FFF2-40B4-BE49-F238E27FC236}">
                <a16:creationId xmlns:a16="http://schemas.microsoft.com/office/drawing/2014/main" id="{31DE7AB7-19ED-46F9-B664-7939B6F5EC8D}"/>
              </a:ext>
            </a:extLst>
          </p:cNvPr>
          <p:cNvSpPr>
            <a:spLocks xmlns:a="http://schemas.openxmlformats.org/drawingml/2006/main" noGrp="1"/>
          </p:cNvSpPr>
          <p:nvPr/>
        </p:nvSpPr>
        <p:spPr>
          <a:xfrm xmlns:a="http://schemas.openxmlformats.org/drawingml/2006/main">
            <a:off x="12858750" y="2790825"/>
            <a:ext cx="953" cy="5295900"/>
          </a:xfrm>
          <a:custGeom xmlns:a="http://schemas.openxmlformats.org/drawingml/2006/main">
            <a:pathLst>
              <a:path w="953" h="5295900">
                <a:moveTo>
                  <a:pt x="0" y="0"/>
                </a:moveTo>
                <a:lnTo>
                  <a:pt x="0" y="5295900"/>
                </a:lnTo>
              </a:path>
            </a:pathLst>
          </a:custGeom>
          <a:noFill xmlns:a="http://schemas.openxmlformats.org/drawingml/2006/main"/>
          <a:ln xmlns:a="http://schemas.openxmlformats.org/drawingml/2006/main" w="12383">
            <a:solidFill>
              <a:srgbClr val="4676CB"/>
            </a:solidFill>
            <a:prstDash val="solid"/>
          </a:ln>
        </p:spPr>
      </p:sp>
      <p:sp>
        <p:nvSpPr>
          <p:cNvPr id="59" name="DP1 object 56">
            <a:extLst xmlns:a="http://schemas.openxmlformats.org/drawingml/2006/main">
              <a:ext uri="{FF2B5EF4-FFF2-40B4-BE49-F238E27FC236}">
                <a16:creationId xmlns:a16="http://schemas.microsoft.com/office/drawing/2014/main" id="{87F27D9A-839A-474F-8637-18BD5063FBFC}"/>
              </a:ext>
            </a:extLst>
          </p:cNvPr>
          <p:cNvSpPr>
            <a:spLocks xmlns:a="http://schemas.openxmlformats.org/drawingml/2006/main" noGrp="1"/>
          </p:cNvSpPr>
          <p:nvPr/>
        </p:nvSpPr>
        <p:spPr>
          <a:xfrm xmlns:a="http://schemas.openxmlformats.org/drawingml/2006/main">
            <a:off x="13335000" y="29146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111111"/>
                </a:solidFill>
                <a:latin typeface="Apple SD Gothic Neo"/>
                <a:ea typeface="Apple SD Gothic Neo"/>
                <a:cs typeface="Apple SD Gothic Neo"/>
              </a:defRPr>
            </a:defPPr>
            <a:lvl1pPr algn="l">
              <a:defRPr sz="2325" b="1">
                <a:solidFill>
                  <a:srgbClr val="111111"/>
                </a:solidFill>
                <a:latin typeface="Apple SD Gothic Neo"/>
                <a:ea typeface="Apple SD Gothic Neo"/>
                <a:cs typeface="Apple SD Gothic Neo"/>
              </a:defRPr>
            </a:lvl1pPr>
            <a:lvl2pPr algn="l">
              <a:defRPr sz="2325" b="1">
                <a:solidFill>
                  <a:srgbClr val="111111"/>
                </a:solidFill>
                <a:latin typeface="Apple SD Gothic Neo"/>
                <a:ea typeface="Apple SD Gothic Neo"/>
                <a:cs typeface="Apple SD Gothic Neo"/>
              </a:defRPr>
            </a:lvl2pPr>
            <a:lvl3pPr algn="l">
              <a:defRPr sz="2325" b="1">
                <a:solidFill>
                  <a:srgbClr val="111111"/>
                </a:solidFill>
                <a:latin typeface="Apple SD Gothic Neo"/>
                <a:ea typeface="Apple SD Gothic Neo"/>
                <a:cs typeface="Apple SD Gothic Neo"/>
              </a:defRPr>
            </a:lvl3pPr>
            <a:lvl4pPr algn="l">
              <a:defRPr sz="2325" b="1">
                <a:solidFill>
                  <a:srgbClr val="111111"/>
                </a:solidFill>
                <a:latin typeface="Apple SD Gothic Neo"/>
                <a:ea typeface="Apple SD Gothic Neo"/>
                <a:cs typeface="Apple SD Gothic Neo"/>
              </a:defRPr>
            </a:lvl4pPr>
            <a:lvl5pPr algn="l">
              <a:defRPr sz="2325" b="1">
                <a:solidFill>
                  <a:srgbClr val="111111"/>
                </a:solidFill>
                <a:latin typeface="Apple SD Gothic Neo"/>
                <a:ea typeface="Apple SD Gothic Neo"/>
                <a:cs typeface="Apple SD Gothic Neo"/>
              </a:defRPr>
            </a:lvl5pPr>
            <a:lvl6pPr algn="l">
              <a:defRPr sz="2325" b="1">
                <a:solidFill>
                  <a:srgbClr val="111111"/>
                </a:solidFill>
                <a:latin typeface="Apple SD Gothic Neo"/>
                <a:ea typeface="Apple SD Gothic Neo"/>
                <a:cs typeface="Apple SD Gothic Neo"/>
              </a:defRPr>
            </a:lvl6pPr>
            <a:lvl7pPr algn="l">
              <a:defRPr sz="2325" b="1">
                <a:solidFill>
                  <a:srgbClr val="111111"/>
                </a:solidFill>
                <a:latin typeface="Apple SD Gothic Neo"/>
                <a:ea typeface="Apple SD Gothic Neo"/>
                <a:cs typeface="Apple SD Gothic Neo"/>
              </a:defRPr>
            </a:lvl7pPr>
            <a:lvl8pPr algn="l">
              <a:defRPr sz="2325" b="1">
                <a:solidFill>
                  <a:srgbClr val="111111"/>
                </a:solidFill>
                <a:latin typeface="Apple SD Gothic Neo"/>
                <a:ea typeface="Apple SD Gothic Neo"/>
                <a:cs typeface="Apple SD Gothic Neo"/>
              </a:defRPr>
            </a:lvl8pPr>
            <a:lvl9pPr algn="l">
              <a:defRPr sz="2325" b="1">
                <a:solidFill>
                  <a:srgbClr val="111111"/>
                </a:solidFill>
                <a:latin typeface="Apple SD Gothic Neo"/>
                <a:ea typeface="Apple SD Gothic Neo"/>
                <a:cs typeface="Apple SD Gothic Neo"/>
              </a:defRPr>
            </a:lvl9pPr>
          </a:lstStyle>
          <a:p xmlns:a="http://schemas.openxmlformats.org/drawingml/2006/main">
            <a:pPr algn="l">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무엇이 문제인가?</a:t>
            </a:r>
          </a:p>
        </p:txBody>
      </p:sp>
      <p:sp>
        <p:nvSpPr>
          <p:cNvPr id="60" name="DP1 object 57">
            <a:extLst xmlns:a="http://schemas.openxmlformats.org/drawingml/2006/main">
              <a:ext uri="{FF2B5EF4-FFF2-40B4-BE49-F238E27FC236}">
                <a16:creationId xmlns:a16="http://schemas.microsoft.com/office/drawing/2014/main" id="{E8E2DDDE-1DD8-4F2A-8C42-5FCC934C98BF}"/>
              </a:ext>
            </a:extLst>
          </p:cNvPr>
          <p:cNvSpPr>
            <a:spLocks xmlns:a="http://schemas.openxmlformats.org/drawingml/2006/main" noGrp="1"/>
          </p:cNvSpPr>
          <p:nvPr/>
        </p:nvSpPr>
        <p:spPr>
          <a:xfrm xmlns:a="http://schemas.openxmlformats.org/drawingml/2006/main">
            <a:off x="13363575" y="3705225"/>
            <a:ext cx="457200" cy="457200"/>
          </a:xfrm>
          <a:prstGeom xmlns:a="http://schemas.openxmlformats.org/drawingml/2006/main" prst="ellipse">
            <a:avLst/>
          </a:prstGeom>
          <a:solidFill xmlns:a="http://schemas.openxmlformats.org/drawingml/2006/main">
            <a:srgbClr val="C9E1B3"/>
          </a:solidFill>
          <a:ln xmlns:a="http://schemas.openxmlformats.org/drawingml/2006/main" w="0">
            <a:noFill/>
            <a:prstDash val="solid"/>
          </a:ln>
        </p:spPr>
      </p:sp>
      <p:sp>
        <p:nvSpPr>
          <p:cNvPr id="61" name="DP1 object 58">
            <a:extLst xmlns:a="http://schemas.openxmlformats.org/drawingml/2006/main">
              <a:ext uri="{FF2B5EF4-FFF2-40B4-BE49-F238E27FC236}">
                <a16:creationId xmlns:a16="http://schemas.microsoft.com/office/drawing/2014/main" id="{61914F69-6341-43BE-BA5E-9DD53BD64840}"/>
              </a:ext>
            </a:extLst>
          </p:cNvPr>
          <p:cNvSpPr>
            <a:spLocks xmlns:a="http://schemas.openxmlformats.org/drawingml/2006/main" noGrp="1"/>
          </p:cNvSpPr>
          <p:nvPr/>
        </p:nvSpPr>
        <p:spPr>
          <a:xfrm xmlns:a="http://schemas.openxmlformats.org/drawingml/2006/main">
            <a:off x="13363575" y="37052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1</a:t>
            </a:r>
          </a:p>
        </p:txBody>
      </p:sp>
      <p:sp>
        <p:nvSpPr>
          <p:cNvPr id="62" name="DP1 object 59">
            <a:extLst xmlns:a="http://schemas.openxmlformats.org/drawingml/2006/main">
              <a:ext uri="{FF2B5EF4-FFF2-40B4-BE49-F238E27FC236}">
                <a16:creationId xmlns:a16="http://schemas.microsoft.com/office/drawing/2014/main" id="{3BFB49C2-3F45-4624-A6C3-0B311A69E6B2}"/>
              </a:ext>
            </a:extLst>
          </p:cNvPr>
          <p:cNvSpPr>
            <a:spLocks xmlns:a="http://schemas.openxmlformats.org/drawingml/2006/main" noGrp="1"/>
          </p:cNvSpPr>
          <p:nvPr/>
        </p:nvSpPr>
        <p:spPr>
          <a:xfrm xmlns:a="http://schemas.openxmlformats.org/drawingml/2006/main">
            <a:off x="14030325" y="370522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매번 다시 찾으면</a:t>
            </a:r>
          </a:p>
        </p:txBody>
      </p:sp>
      <p:sp>
        <p:nvSpPr>
          <p:cNvPr id="63" name="DP1 object 60">
            <a:extLst xmlns:a="http://schemas.openxmlformats.org/drawingml/2006/main">
              <a:ext uri="{FF2B5EF4-FFF2-40B4-BE49-F238E27FC236}">
                <a16:creationId xmlns:a16="http://schemas.microsoft.com/office/drawing/2014/main" id="{64E45E85-4852-473C-A528-2A3AF8EBCB34}"/>
              </a:ext>
            </a:extLst>
          </p:cNvPr>
          <p:cNvSpPr>
            <a:spLocks xmlns:a="http://schemas.openxmlformats.org/drawingml/2006/main" noGrp="1"/>
          </p:cNvSpPr>
          <p:nvPr/>
        </p:nvSpPr>
        <p:spPr>
          <a:xfrm xmlns:a="http://schemas.openxmlformats.org/drawingml/2006/main">
            <a:off x="13382625" y="4343400"/>
            <a:ext cx="41624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C00000"/>
                </a:solidFill>
                <a:latin typeface="Apple SD Gothic Neo"/>
                <a:ea typeface="Apple SD Gothic Neo"/>
                <a:cs typeface="Apple SD Gothic Neo"/>
              </a:defRPr>
            </a:defPPr>
            <a:lvl1pPr algn="l">
              <a:defRPr sz="2400" b="1">
                <a:solidFill>
                  <a:srgbClr val="C00000"/>
                </a:solidFill>
                <a:latin typeface="Apple SD Gothic Neo"/>
                <a:ea typeface="Apple SD Gothic Neo"/>
                <a:cs typeface="Apple SD Gothic Neo"/>
              </a:defRPr>
            </a:lvl1pPr>
            <a:lvl2pPr algn="l">
              <a:defRPr sz="2400" b="1">
                <a:solidFill>
                  <a:srgbClr val="C00000"/>
                </a:solidFill>
                <a:latin typeface="Apple SD Gothic Neo"/>
                <a:ea typeface="Apple SD Gothic Neo"/>
                <a:cs typeface="Apple SD Gothic Neo"/>
              </a:defRPr>
            </a:lvl2pPr>
            <a:lvl3pPr algn="l">
              <a:defRPr sz="2400" b="1">
                <a:solidFill>
                  <a:srgbClr val="C00000"/>
                </a:solidFill>
                <a:latin typeface="Apple SD Gothic Neo"/>
                <a:ea typeface="Apple SD Gothic Neo"/>
                <a:cs typeface="Apple SD Gothic Neo"/>
              </a:defRPr>
            </a:lvl3pPr>
            <a:lvl4pPr algn="l">
              <a:defRPr sz="2400" b="1">
                <a:solidFill>
                  <a:srgbClr val="C00000"/>
                </a:solidFill>
                <a:latin typeface="Apple SD Gothic Neo"/>
                <a:ea typeface="Apple SD Gothic Neo"/>
                <a:cs typeface="Apple SD Gothic Neo"/>
              </a:defRPr>
            </a:lvl4pPr>
            <a:lvl5pPr algn="l">
              <a:defRPr sz="2400" b="1">
                <a:solidFill>
                  <a:srgbClr val="C00000"/>
                </a:solidFill>
                <a:latin typeface="Apple SD Gothic Neo"/>
                <a:ea typeface="Apple SD Gothic Neo"/>
                <a:cs typeface="Apple SD Gothic Neo"/>
              </a:defRPr>
            </a:lvl5pPr>
            <a:lvl6pPr algn="l">
              <a:defRPr sz="2400" b="1">
                <a:solidFill>
                  <a:srgbClr val="C00000"/>
                </a:solidFill>
                <a:latin typeface="Apple SD Gothic Neo"/>
                <a:ea typeface="Apple SD Gothic Neo"/>
                <a:cs typeface="Apple SD Gothic Neo"/>
              </a:defRPr>
            </a:lvl6pPr>
            <a:lvl7pPr algn="l">
              <a:defRPr sz="2400" b="1">
                <a:solidFill>
                  <a:srgbClr val="C00000"/>
                </a:solidFill>
                <a:latin typeface="Apple SD Gothic Neo"/>
                <a:ea typeface="Apple SD Gothic Neo"/>
                <a:cs typeface="Apple SD Gothic Neo"/>
              </a:defRPr>
            </a:lvl7pPr>
            <a:lvl8pPr algn="l">
              <a:defRPr sz="2400" b="1">
                <a:solidFill>
                  <a:srgbClr val="C00000"/>
                </a:solidFill>
                <a:latin typeface="Apple SD Gothic Neo"/>
                <a:ea typeface="Apple SD Gothic Neo"/>
                <a:cs typeface="Apple SD Gothic Neo"/>
              </a:defRPr>
            </a:lvl8pPr>
            <a:lvl9pPr algn="l">
              <a:defRPr sz="2400" b="1">
                <a:solidFill>
                  <a:srgbClr val="C00000"/>
                </a:solidFill>
                <a:latin typeface="Apple SD Gothic Neo"/>
                <a:ea typeface="Apple SD Gothic Neo"/>
                <a:cs typeface="Apple SD Gothic Neo"/>
              </a:defRPr>
            </a:lvl9pPr>
          </a:lstStyle>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반복 탐색·구성의</a:t>
            </a:r>
          </a:p>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대기가 쌓임</a:t>
            </a:r>
          </a:p>
        </p:txBody>
      </p:sp>
      <p:sp>
        <p:nvSpPr>
          <p:cNvPr id="64" name="Editable path 61">
            <a:extLst xmlns:a="http://schemas.openxmlformats.org/drawingml/2006/main">
              <a:ext uri="{FF2B5EF4-FFF2-40B4-BE49-F238E27FC236}">
                <a16:creationId xmlns:a16="http://schemas.microsoft.com/office/drawing/2014/main" id="{7EA0AC5F-DF90-492D-B504-3B4BD073B99C}"/>
              </a:ext>
            </a:extLst>
          </p:cNvPr>
          <p:cNvSpPr>
            <a:spLocks xmlns:a="http://schemas.openxmlformats.org/drawingml/2006/main" noGrp="1"/>
          </p:cNvSpPr>
          <p:nvPr/>
        </p:nvSpPr>
        <p:spPr>
          <a:xfrm xmlns:a="http://schemas.openxmlformats.org/drawingml/2006/main">
            <a:off x="13392150" y="5467350"/>
            <a:ext cx="4076700" cy="953"/>
          </a:xfrm>
          <a:custGeom xmlns:a="http://schemas.openxmlformats.org/drawingml/2006/main">
            <a:pathLst>
              <a:path w="4076700" h="953">
                <a:moveTo>
                  <a:pt x="0" y="0"/>
                </a:moveTo>
                <a:lnTo>
                  <a:pt x="4076700" y="0"/>
                </a:lnTo>
              </a:path>
            </a:pathLst>
          </a:custGeom>
          <a:noFill xmlns:a="http://schemas.openxmlformats.org/drawingml/2006/main"/>
          <a:ln xmlns:a="http://schemas.openxmlformats.org/drawingml/2006/main" w="13335">
            <a:solidFill>
              <a:srgbClr val="B7B9B9"/>
            </a:solidFill>
            <a:prstDash val="solid"/>
          </a:ln>
        </p:spPr>
      </p:sp>
      <p:sp>
        <p:nvSpPr>
          <p:cNvPr id="65" name="DP1 object 62">
            <a:extLst xmlns:a="http://schemas.openxmlformats.org/drawingml/2006/main">
              <a:ext uri="{FF2B5EF4-FFF2-40B4-BE49-F238E27FC236}">
                <a16:creationId xmlns:a16="http://schemas.microsoft.com/office/drawing/2014/main" id="{DAA44BEB-5F69-4B80-BA12-FA3542160D97}"/>
              </a:ext>
            </a:extLst>
          </p:cNvPr>
          <p:cNvSpPr>
            <a:spLocks xmlns:a="http://schemas.openxmlformats.org/drawingml/2006/main" noGrp="1"/>
          </p:cNvSpPr>
          <p:nvPr/>
        </p:nvSpPr>
        <p:spPr>
          <a:xfrm xmlns:a="http://schemas.openxmlformats.org/drawingml/2006/main">
            <a:off x="13363575" y="5857875"/>
            <a:ext cx="457200" cy="457200"/>
          </a:xfrm>
          <a:prstGeom xmlns:a="http://schemas.openxmlformats.org/drawingml/2006/main" prst="ellipse">
            <a:avLst/>
          </a:prstGeom>
          <a:solidFill xmlns:a="http://schemas.openxmlformats.org/drawingml/2006/main">
            <a:srgbClr val="C9E1B3"/>
          </a:solidFill>
          <a:ln xmlns:a="http://schemas.openxmlformats.org/drawingml/2006/main" w="0">
            <a:noFill/>
            <a:prstDash val="solid"/>
          </a:ln>
        </p:spPr>
      </p:sp>
      <p:sp>
        <p:nvSpPr>
          <p:cNvPr id="66" name="DP1 object 63">
            <a:extLst xmlns:a="http://schemas.openxmlformats.org/drawingml/2006/main">
              <a:ext uri="{FF2B5EF4-FFF2-40B4-BE49-F238E27FC236}">
                <a16:creationId xmlns:a16="http://schemas.microsoft.com/office/drawing/2014/main" id="{8BFD3A52-435D-4C35-91E3-154F4B2E5139}"/>
              </a:ext>
            </a:extLst>
          </p:cNvPr>
          <p:cNvSpPr>
            <a:spLocks xmlns:a="http://schemas.openxmlformats.org/drawingml/2006/main" noGrp="1"/>
          </p:cNvSpPr>
          <p:nvPr/>
        </p:nvSpPr>
        <p:spPr>
          <a:xfrm xmlns:a="http://schemas.openxmlformats.org/drawingml/2006/main">
            <a:off x="13363575" y="58578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2</a:t>
            </a:r>
          </a:p>
        </p:txBody>
      </p:sp>
      <p:sp>
        <p:nvSpPr>
          <p:cNvPr id="67" name="DP1 object 64">
            <a:extLst xmlns:a="http://schemas.openxmlformats.org/drawingml/2006/main">
              <a:ext uri="{FF2B5EF4-FFF2-40B4-BE49-F238E27FC236}">
                <a16:creationId xmlns:a16="http://schemas.microsoft.com/office/drawing/2014/main" id="{D002081C-B2AC-4957-A7BA-8B8359F4E264}"/>
              </a:ext>
            </a:extLst>
          </p:cNvPr>
          <p:cNvSpPr>
            <a:spLocks xmlns:a="http://schemas.openxmlformats.org/drawingml/2006/main" noGrp="1"/>
          </p:cNvSpPr>
          <p:nvPr/>
        </p:nvSpPr>
        <p:spPr>
          <a:xfrm xmlns:a="http://schemas.openxmlformats.org/drawingml/2006/main">
            <a:off x="14030325" y="585787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이전 근거를 남기면</a:t>
            </a:r>
          </a:p>
        </p:txBody>
      </p:sp>
      <p:sp>
        <p:nvSpPr>
          <p:cNvPr id="68" name="DP1 object 65">
            <a:extLst xmlns:a="http://schemas.openxmlformats.org/drawingml/2006/main">
              <a:ext uri="{FF2B5EF4-FFF2-40B4-BE49-F238E27FC236}">
                <a16:creationId xmlns:a16="http://schemas.microsoft.com/office/drawing/2014/main" id="{43774A0C-EC2C-4629-80A2-4CEB5A12B5CB}"/>
              </a:ext>
            </a:extLst>
          </p:cNvPr>
          <p:cNvSpPr>
            <a:spLocks xmlns:a="http://schemas.openxmlformats.org/drawingml/2006/main" noGrp="1"/>
          </p:cNvSpPr>
          <p:nvPr/>
        </p:nvSpPr>
        <p:spPr>
          <a:xfrm xmlns:a="http://schemas.openxmlformats.org/drawingml/2006/main">
            <a:off x="13382625" y="6515100"/>
            <a:ext cx="41624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C00000"/>
                </a:solidFill>
                <a:latin typeface="Apple SD Gothic Neo"/>
                <a:ea typeface="Apple SD Gothic Neo"/>
                <a:cs typeface="Apple SD Gothic Neo"/>
              </a:defRPr>
            </a:defPPr>
            <a:lvl1pPr algn="l">
              <a:defRPr sz="2250" b="1">
                <a:solidFill>
                  <a:srgbClr val="C00000"/>
                </a:solidFill>
                <a:latin typeface="Apple SD Gothic Neo"/>
                <a:ea typeface="Apple SD Gothic Neo"/>
                <a:cs typeface="Apple SD Gothic Neo"/>
              </a:defRPr>
            </a:lvl1pPr>
            <a:lvl2pPr algn="l">
              <a:defRPr sz="2250" b="1">
                <a:solidFill>
                  <a:srgbClr val="C00000"/>
                </a:solidFill>
                <a:latin typeface="Apple SD Gothic Neo"/>
                <a:ea typeface="Apple SD Gothic Neo"/>
                <a:cs typeface="Apple SD Gothic Neo"/>
              </a:defRPr>
            </a:lvl2pPr>
            <a:lvl3pPr algn="l">
              <a:defRPr sz="2250" b="1">
                <a:solidFill>
                  <a:srgbClr val="C00000"/>
                </a:solidFill>
                <a:latin typeface="Apple SD Gothic Neo"/>
                <a:ea typeface="Apple SD Gothic Neo"/>
                <a:cs typeface="Apple SD Gothic Neo"/>
              </a:defRPr>
            </a:lvl3pPr>
            <a:lvl4pPr algn="l">
              <a:defRPr sz="2250" b="1">
                <a:solidFill>
                  <a:srgbClr val="C00000"/>
                </a:solidFill>
                <a:latin typeface="Apple SD Gothic Neo"/>
                <a:ea typeface="Apple SD Gothic Neo"/>
                <a:cs typeface="Apple SD Gothic Neo"/>
              </a:defRPr>
            </a:lvl4pPr>
            <a:lvl5pPr algn="l">
              <a:defRPr sz="2250" b="1">
                <a:solidFill>
                  <a:srgbClr val="C00000"/>
                </a:solidFill>
                <a:latin typeface="Apple SD Gothic Neo"/>
                <a:ea typeface="Apple SD Gothic Neo"/>
                <a:cs typeface="Apple SD Gothic Neo"/>
              </a:defRPr>
            </a:lvl5pPr>
            <a:lvl6pPr algn="l">
              <a:defRPr sz="2250" b="1">
                <a:solidFill>
                  <a:srgbClr val="C00000"/>
                </a:solidFill>
                <a:latin typeface="Apple SD Gothic Neo"/>
                <a:ea typeface="Apple SD Gothic Neo"/>
                <a:cs typeface="Apple SD Gothic Neo"/>
              </a:defRPr>
            </a:lvl6pPr>
            <a:lvl7pPr algn="l">
              <a:defRPr sz="2250" b="1">
                <a:solidFill>
                  <a:srgbClr val="C00000"/>
                </a:solidFill>
                <a:latin typeface="Apple SD Gothic Neo"/>
                <a:ea typeface="Apple SD Gothic Neo"/>
                <a:cs typeface="Apple SD Gothic Neo"/>
              </a:defRPr>
            </a:lvl7pPr>
            <a:lvl8pPr algn="l">
              <a:defRPr sz="2250" b="1">
                <a:solidFill>
                  <a:srgbClr val="C00000"/>
                </a:solidFill>
                <a:latin typeface="Apple SD Gothic Neo"/>
                <a:ea typeface="Apple SD Gothic Neo"/>
                <a:cs typeface="Apple SD Gothic Neo"/>
              </a:defRPr>
            </a:lvl8pPr>
            <a:lvl9pPr algn="l">
              <a:defRPr sz="2250" b="1">
                <a:solidFill>
                  <a:srgbClr val="C00000"/>
                </a:solidFill>
                <a:latin typeface="Apple SD Gothic Neo"/>
                <a:ea typeface="Apple SD Gothic Neo"/>
                <a:cs typeface="Apple SD Gothic Neo"/>
              </a:defRPr>
            </a:lvl9pPr>
          </a:lstStyle>
          <a:p xmlns:a="http://schemas.openxmlformats.org/drawingml/2006/main">
            <a:pPr algn="l">
              <a:defRPr sz="2250" b="1">
                <a:solidFill>
                  <a:srgbClr val="C00000"/>
                </a:solidFill>
                <a:latin typeface="Apple SD Gothic Neo"/>
                <a:ea typeface="Apple SD Gothic Neo"/>
                <a:cs typeface="Apple SD Gothic Neo"/>
              </a:defRPr>
            </a:pPr>
            <a:r>
              <a:rPr sz="2250" b="1">
                <a:solidFill>
                  <a:srgbClr val="C00000"/>
                </a:solidFill>
                <a:latin typeface="Apple SD Gothic Neo"/>
                <a:ea typeface="Apple SD Gothic Neo"/>
                <a:cs typeface="Apple SD Gothic Neo"/>
              </a:rPr>
              <a:t>불필요한 유지·입력과</a:t>
            </a:r>
          </a:p>
          <a:p xmlns:a="http://schemas.openxmlformats.org/drawingml/2006/main">
            <a:pPr algn="l">
              <a:defRPr sz="2250" b="1">
                <a:solidFill>
                  <a:srgbClr val="C00000"/>
                </a:solidFill>
                <a:latin typeface="Apple SD Gothic Neo"/>
                <a:ea typeface="Apple SD Gothic Neo"/>
                <a:cs typeface="Apple SD Gothic Neo"/>
              </a:defRPr>
            </a:pPr>
            <a:r>
              <a:rPr sz="2250" b="1">
                <a:solidFill>
                  <a:srgbClr val="C00000"/>
                </a:solidFill>
                <a:latin typeface="Apple SD Gothic Neo"/>
                <a:ea typeface="Apple SD Gothic Neo"/>
                <a:cs typeface="Apple SD Gothic Neo"/>
              </a:rPr>
              <a:t>정정 갱신 비용이 생김</a:t>
            </a:r>
          </a:p>
        </p:txBody>
      </p:sp>
      <p:sp>
        <p:nvSpPr>
          <p:cNvPr id="69" name="Editable path 66">
            <a:extLst xmlns:a="http://schemas.openxmlformats.org/drawingml/2006/main">
              <a:ext uri="{FF2B5EF4-FFF2-40B4-BE49-F238E27FC236}">
                <a16:creationId xmlns:a16="http://schemas.microsoft.com/office/drawing/2014/main" id="{30EE30CE-AE5E-4D5C-9045-BA1C97458972}"/>
              </a:ext>
            </a:extLst>
          </p:cNvPr>
          <p:cNvSpPr>
            <a:spLocks xmlns:a="http://schemas.openxmlformats.org/drawingml/2006/main" noGrp="1"/>
          </p:cNvSpPr>
          <p:nvPr/>
        </p:nvSpPr>
        <p:spPr>
          <a:xfrm xmlns:a="http://schemas.openxmlformats.org/drawingml/2006/main">
            <a:off x="590550" y="8524875"/>
            <a:ext cx="17116425" cy="953"/>
          </a:xfrm>
          <a:custGeom xmlns:a="http://schemas.openxmlformats.org/drawingml/2006/main">
            <a:pathLst>
              <a:path w="17116425" h="953">
                <a:moveTo>
                  <a:pt x="0" y="0"/>
                </a:moveTo>
                <a:lnTo>
                  <a:pt x="17116425" y="0"/>
                </a:lnTo>
              </a:path>
            </a:pathLst>
          </a:custGeom>
          <a:noFill xmlns:a="http://schemas.openxmlformats.org/drawingml/2006/main"/>
          <a:ln xmlns:a="http://schemas.openxmlformats.org/drawingml/2006/main" w="14288">
            <a:solidFill>
              <a:srgbClr val="4676CB"/>
            </a:solidFill>
            <a:prstDash val="solid"/>
          </a:ln>
        </p:spPr>
      </p:sp>
      <p:sp>
        <p:nvSpPr>
          <p:cNvPr id="70" name="DP1 object 67">
            <a:extLst xmlns:a="http://schemas.openxmlformats.org/drawingml/2006/main">
              <a:ext uri="{FF2B5EF4-FFF2-40B4-BE49-F238E27FC236}">
                <a16:creationId xmlns:a16="http://schemas.microsoft.com/office/drawing/2014/main" id="{EC5DF666-85B5-41E3-B02D-A60D1E4C3259}"/>
              </a:ext>
            </a:extLst>
          </p:cNvPr>
          <p:cNvSpPr>
            <a:spLocks xmlns:a="http://schemas.openxmlformats.org/drawingml/2006/main" noGrp="1"/>
          </p:cNvSpPr>
          <p:nvPr/>
        </p:nvSpPr>
        <p:spPr>
          <a:xfrm xmlns:a="http://schemas.openxmlformats.org/drawingml/2006/main">
            <a:off x="628650" y="882967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550" b="1">
                <a:solidFill>
                  <a:srgbClr val="C00000"/>
                </a:solidFill>
                <a:latin typeface="Apple SD Gothic Neo"/>
                <a:ea typeface="Apple SD Gothic Neo"/>
                <a:cs typeface="Apple SD Gothic Neo"/>
              </a:defRPr>
            </a:defPPr>
            <a:lvl1pPr algn="l">
              <a:defRPr sz="2550" b="1">
                <a:solidFill>
                  <a:srgbClr val="C00000"/>
                </a:solidFill>
                <a:latin typeface="Apple SD Gothic Neo"/>
                <a:ea typeface="Apple SD Gothic Neo"/>
                <a:cs typeface="Apple SD Gothic Neo"/>
              </a:defRPr>
            </a:lvl1pPr>
            <a:lvl2pPr algn="l">
              <a:defRPr sz="2550" b="1">
                <a:solidFill>
                  <a:srgbClr val="C00000"/>
                </a:solidFill>
                <a:latin typeface="Apple SD Gothic Neo"/>
                <a:ea typeface="Apple SD Gothic Neo"/>
                <a:cs typeface="Apple SD Gothic Neo"/>
              </a:defRPr>
            </a:lvl2pPr>
            <a:lvl3pPr algn="l">
              <a:defRPr sz="2550" b="1">
                <a:solidFill>
                  <a:srgbClr val="C00000"/>
                </a:solidFill>
                <a:latin typeface="Apple SD Gothic Neo"/>
                <a:ea typeface="Apple SD Gothic Neo"/>
                <a:cs typeface="Apple SD Gothic Neo"/>
              </a:defRPr>
            </a:lvl3pPr>
            <a:lvl4pPr algn="l">
              <a:defRPr sz="2550" b="1">
                <a:solidFill>
                  <a:srgbClr val="C00000"/>
                </a:solidFill>
                <a:latin typeface="Apple SD Gothic Neo"/>
                <a:ea typeface="Apple SD Gothic Neo"/>
                <a:cs typeface="Apple SD Gothic Neo"/>
              </a:defRPr>
            </a:lvl4pPr>
            <a:lvl5pPr algn="l">
              <a:defRPr sz="2550" b="1">
                <a:solidFill>
                  <a:srgbClr val="C00000"/>
                </a:solidFill>
                <a:latin typeface="Apple SD Gothic Neo"/>
                <a:ea typeface="Apple SD Gothic Neo"/>
                <a:cs typeface="Apple SD Gothic Neo"/>
              </a:defRPr>
            </a:lvl5pPr>
            <a:lvl6pPr algn="l">
              <a:defRPr sz="2550" b="1">
                <a:solidFill>
                  <a:srgbClr val="C00000"/>
                </a:solidFill>
                <a:latin typeface="Apple SD Gothic Neo"/>
                <a:ea typeface="Apple SD Gothic Neo"/>
                <a:cs typeface="Apple SD Gothic Neo"/>
              </a:defRPr>
            </a:lvl6pPr>
            <a:lvl7pPr algn="l">
              <a:defRPr sz="2550" b="1">
                <a:solidFill>
                  <a:srgbClr val="C00000"/>
                </a:solidFill>
                <a:latin typeface="Apple SD Gothic Neo"/>
                <a:ea typeface="Apple SD Gothic Neo"/>
                <a:cs typeface="Apple SD Gothic Neo"/>
              </a:defRPr>
            </a:lvl7pPr>
            <a:lvl8pPr algn="l">
              <a:defRPr sz="2550" b="1">
                <a:solidFill>
                  <a:srgbClr val="C00000"/>
                </a:solidFill>
                <a:latin typeface="Apple SD Gothic Neo"/>
                <a:ea typeface="Apple SD Gothic Neo"/>
                <a:cs typeface="Apple SD Gothic Neo"/>
              </a:defRPr>
            </a:lvl8pPr>
            <a:lvl9pPr algn="l">
              <a:defRPr sz="2550" b="1">
                <a:solidFill>
                  <a:srgbClr val="C00000"/>
                </a:solidFill>
                <a:latin typeface="Apple SD Gothic Neo"/>
                <a:ea typeface="Apple SD Gothic Neo"/>
                <a:cs typeface="Apple SD Gothic Neo"/>
              </a:defRPr>
            </a:lvl9pPr>
          </a:lstStyle>
          <a:p xmlns:a="http://schemas.openxmlformats.org/drawingml/2006/main">
            <a:pPr algn="l">
              <a:defRPr sz="2550" b="1">
                <a:solidFill>
                  <a:srgbClr val="C00000"/>
                </a:solidFill>
                <a:latin typeface="Apple SD Gothic Neo"/>
                <a:ea typeface="Apple SD Gothic Neo"/>
                <a:cs typeface="Apple SD Gothic Neo"/>
              </a:defRPr>
            </a:pPr>
            <a:r>
              <a:rPr sz="2550" b="1">
                <a:solidFill>
                  <a:srgbClr val="C00000"/>
                </a:solidFill>
                <a:latin typeface="Apple SD Gothic Neo"/>
                <a:ea typeface="Apple SD Gothic Neo"/>
                <a:cs typeface="Apple SD Gothic Neo"/>
              </a:rPr>
              <a:t>이 DP의 질문</a:t>
            </a:r>
          </a:p>
        </p:txBody>
      </p:sp>
      <p:sp>
        <p:nvSpPr>
          <p:cNvPr id="71" name="DP1 object 68">
            <a:extLst xmlns:a="http://schemas.openxmlformats.org/drawingml/2006/main">
              <a:ext uri="{FF2B5EF4-FFF2-40B4-BE49-F238E27FC236}">
                <a16:creationId xmlns:a16="http://schemas.microsoft.com/office/drawing/2014/main" id="{40120753-E276-4DCB-A8FC-46200C570EC8}"/>
              </a:ext>
            </a:extLst>
          </p:cNvPr>
          <p:cNvSpPr>
            <a:spLocks xmlns:a="http://schemas.openxmlformats.org/drawingml/2006/main" noGrp="1"/>
          </p:cNvSpPr>
          <p:nvPr/>
        </p:nvSpPr>
        <p:spPr>
          <a:xfrm xmlns:a="http://schemas.openxmlformats.org/drawingml/2006/main">
            <a:off x="3571875" y="8724900"/>
            <a:ext cx="1409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111111"/>
                </a:solidFill>
                <a:latin typeface="Apple SD Gothic Neo"/>
                <a:ea typeface="Apple SD Gothic Neo"/>
                <a:cs typeface="Apple SD Gothic Neo"/>
              </a:defRPr>
            </a:defPPr>
            <a:lvl1pPr algn="l">
              <a:defRPr sz="2775" b="1">
                <a:solidFill>
                  <a:srgbClr val="111111"/>
                </a:solidFill>
                <a:latin typeface="Apple SD Gothic Neo"/>
                <a:ea typeface="Apple SD Gothic Neo"/>
                <a:cs typeface="Apple SD Gothic Neo"/>
              </a:defRPr>
            </a:lvl1pPr>
            <a:lvl2pPr algn="l">
              <a:defRPr sz="2775" b="1">
                <a:solidFill>
                  <a:srgbClr val="111111"/>
                </a:solidFill>
                <a:latin typeface="Apple SD Gothic Neo"/>
                <a:ea typeface="Apple SD Gothic Neo"/>
                <a:cs typeface="Apple SD Gothic Neo"/>
              </a:defRPr>
            </a:lvl2pPr>
            <a:lvl3pPr algn="l">
              <a:defRPr sz="2775" b="1">
                <a:solidFill>
                  <a:srgbClr val="111111"/>
                </a:solidFill>
                <a:latin typeface="Apple SD Gothic Neo"/>
                <a:ea typeface="Apple SD Gothic Neo"/>
                <a:cs typeface="Apple SD Gothic Neo"/>
              </a:defRPr>
            </a:lvl3pPr>
            <a:lvl4pPr algn="l">
              <a:defRPr sz="2775" b="1">
                <a:solidFill>
                  <a:srgbClr val="111111"/>
                </a:solidFill>
                <a:latin typeface="Apple SD Gothic Neo"/>
                <a:ea typeface="Apple SD Gothic Neo"/>
                <a:cs typeface="Apple SD Gothic Neo"/>
              </a:defRPr>
            </a:lvl4pPr>
            <a:lvl5pPr algn="l">
              <a:defRPr sz="2775" b="1">
                <a:solidFill>
                  <a:srgbClr val="111111"/>
                </a:solidFill>
                <a:latin typeface="Apple SD Gothic Neo"/>
                <a:ea typeface="Apple SD Gothic Neo"/>
                <a:cs typeface="Apple SD Gothic Neo"/>
              </a:defRPr>
            </a:lvl5pPr>
            <a:lvl6pPr algn="l">
              <a:defRPr sz="2775" b="1">
                <a:solidFill>
                  <a:srgbClr val="111111"/>
                </a:solidFill>
                <a:latin typeface="Apple SD Gothic Neo"/>
                <a:ea typeface="Apple SD Gothic Neo"/>
                <a:cs typeface="Apple SD Gothic Neo"/>
              </a:defRPr>
            </a:lvl6pPr>
            <a:lvl7pPr algn="l">
              <a:defRPr sz="2775" b="1">
                <a:solidFill>
                  <a:srgbClr val="111111"/>
                </a:solidFill>
                <a:latin typeface="Apple SD Gothic Neo"/>
                <a:ea typeface="Apple SD Gothic Neo"/>
                <a:cs typeface="Apple SD Gothic Neo"/>
              </a:defRPr>
            </a:lvl7pPr>
            <a:lvl8pPr algn="l">
              <a:defRPr sz="2775" b="1">
                <a:solidFill>
                  <a:srgbClr val="111111"/>
                </a:solidFill>
                <a:latin typeface="Apple SD Gothic Neo"/>
                <a:ea typeface="Apple SD Gothic Neo"/>
                <a:cs typeface="Apple SD Gothic Neo"/>
              </a:defRPr>
            </a:lvl8pPr>
            <a:lvl9pPr algn="l">
              <a:defRPr sz="2775" b="1">
                <a:solidFill>
                  <a:srgbClr val="111111"/>
                </a:solidFill>
                <a:latin typeface="Apple SD Gothic Neo"/>
                <a:ea typeface="Apple SD Gothic Neo"/>
                <a:cs typeface="Apple SD Gothic Neo"/>
              </a:defRPr>
            </a:lvl9pPr>
          </a:lstStyle>
          <a:p xmlns:a="http://schemas.openxmlformats.org/drawingml/2006/main">
            <a:pPr algn="l">
              <a:defRPr sz="2775" b="1">
                <a:solidFill>
                  <a:srgbClr val="111111"/>
                </a:solidFill>
                <a:latin typeface="Apple SD Gothic Neo"/>
                <a:ea typeface="Apple SD Gothic Neo"/>
                <a:cs typeface="Apple SD Gothic Neo"/>
              </a:defRPr>
            </a:pPr>
            <a:r>
              <a:rPr sz="2775" b="1">
                <a:solidFill>
                  <a:srgbClr val="111111"/>
                </a:solidFill>
                <a:latin typeface="Apple SD Gothic Neo"/>
                <a:ea typeface="Apple SD Gothic Neo"/>
                <a:cs typeface="Apple SD Gothic Neo"/>
              </a:rPr>
              <a:t>앞서 읽은 근거를, 다음 요청에 어떻게 공급할 것인가?</a:t>
            </a:r>
          </a:p>
        </p:txBody>
      </p:sp>
      <p:sp>
        <p:nvSpPr>
          <p:cNvPr id="72" name="DP1 object 69">
            <a:extLst xmlns:a="http://schemas.openxmlformats.org/drawingml/2006/main">
              <a:ext uri="{FF2B5EF4-FFF2-40B4-BE49-F238E27FC236}">
                <a16:creationId xmlns:a16="http://schemas.microsoft.com/office/drawing/2014/main" id="{C07D3F16-77F4-446D-9734-673D9DD6C7D5}"/>
              </a:ext>
            </a:extLst>
          </p:cNvPr>
          <p:cNvSpPr>
            <a:spLocks xmlns:a="http://schemas.openxmlformats.org/drawingml/2006/main" noGrp="1"/>
          </p:cNvSpPr>
          <p:nvPr/>
        </p:nvSpPr>
        <p:spPr>
          <a:xfrm xmlns:a="http://schemas.openxmlformats.org/drawingml/2006/main">
            <a:off x="3571875" y="9391650"/>
            <a:ext cx="1409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111111"/>
                </a:solidFill>
                <a:latin typeface="Apple SD Gothic Neo"/>
                <a:ea typeface="Apple SD Gothic Neo"/>
                <a:cs typeface="Apple SD Gothic Neo"/>
              </a:defRPr>
            </a:defPPr>
            <a:lvl1pPr algn="l">
              <a:defRPr sz="2100" b="0">
                <a:solidFill>
                  <a:srgbClr val="111111"/>
                </a:solidFill>
                <a:latin typeface="Apple SD Gothic Neo"/>
                <a:ea typeface="Apple SD Gothic Neo"/>
                <a:cs typeface="Apple SD Gothic Neo"/>
              </a:defRPr>
            </a:lvl1pPr>
            <a:lvl2pPr algn="l">
              <a:defRPr sz="2100" b="0">
                <a:solidFill>
                  <a:srgbClr val="111111"/>
                </a:solidFill>
                <a:latin typeface="Apple SD Gothic Neo"/>
                <a:ea typeface="Apple SD Gothic Neo"/>
                <a:cs typeface="Apple SD Gothic Neo"/>
              </a:defRPr>
            </a:lvl2pPr>
            <a:lvl3pPr algn="l">
              <a:defRPr sz="2100" b="0">
                <a:solidFill>
                  <a:srgbClr val="111111"/>
                </a:solidFill>
                <a:latin typeface="Apple SD Gothic Neo"/>
                <a:ea typeface="Apple SD Gothic Neo"/>
                <a:cs typeface="Apple SD Gothic Neo"/>
              </a:defRPr>
            </a:lvl3pPr>
            <a:lvl4pPr algn="l">
              <a:defRPr sz="2100" b="0">
                <a:solidFill>
                  <a:srgbClr val="111111"/>
                </a:solidFill>
                <a:latin typeface="Apple SD Gothic Neo"/>
                <a:ea typeface="Apple SD Gothic Neo"/>
                <a:cs typeface="Apple SD Gothic Neo"/>
              </a:defRPr>
            </a:lvl4pPr>
            <a:lvl5pPr algn="l">
              <a:defRPr sz="2100" b="0">
                <a:solidFill>
                  <a:srgbClr val="111111"/>
                </a:solidFill>
                <a:latin typeface="Apple SD Gothic Neo"/>
                <a:ea typeface="Apple SD Gothic Neo"/>
                <a:cs typeface="Apple SD Gothic Neo"/>
              </a:defRPr>
            </a:lvl5pPr>
            <a:lvl6pPr algn="l">
              <a:defRPr sz="2100" b="0">
                <a:solidFill>
                  <a:srgbClr val="111111"/>
                </a:solidFill>
                <a:latin typeface="Apple SD Gothic Neo"/>
                <a:ea typeface="Apple SD Gothic Neo"/>
                <a:cs typeface="Apple SD Gothic Neo"/>
              </a:defRPr>
            </a:lvl6pPr>
            <a:lvl7pPr algn="l">
              <a:defRPr sz="2100" b="0">
                <a:solidFill>
                  <a:srgbClr val="111111"/>
                </a:solidFill>
                <a:latin typeface="Apple SD Gothic Neo"/>
                <a:ea typeface="Apple SD Gothic Neo"/>
                <a:cs typeface="Apple SD Gothic Neo"/>
              </a:defRPr>
            </a:lvl7pPr>
            <a:lvl8pPr algn="l">
              <a:defRPr sz="2100" b="0">
                <a:solidFill>
                  <a:srgbClr val="111111"/>
                </a:solidFill>
                <a:latin typeface="Apple SD Gothic Neo"/>
                <a:ea typeface="Apple SD Gothic Neo"/>
                <a:cs typeface="Apple SD Gothic Neo"/>
              </a:defRPr>
            </a:lvl8pPr>
            <a:lvl9pPr algn="l">
              <a:defRPr sz="2100" b="0">
                <a:solidFill>
                  <a:srgbClr val="111111"/>
                </a:solidFill>
                <a:latin typeface="Apple SD Gothic Neo"/>
                <a:ea typeface="Apple SD Gothic Neo"/>
                <a:cs typeface="Apple SD Gothic Neo"/>
              </a:defRPr>
            </a:lvl9pPr>
          </a:lstStyle>
          <a:p xmlns:a="http://schemas.openxmlformats.org/drawingml/2006/main">
            <a:pPr algn="l">
              <a:defRPr sz="2100" b="0">
                <a:solidFill>
                  <a:srgbClr val="111111"/>
                </a:solidFill>
                <a:latin typeface="Apple SD Gothic Neo"/>
                <a:ea typeface="Apple SD Gothic Neo"/>
                <a:cs typeface="Apple SD Gothic Neo"/>
              </a:defRPr>
            </a:pPr>
            <a:r>
              <a:rPr sz="2100" b="0">
                <a:solidFill>
                  <a:srgbClr val="111111"/>
                </a:solidFill>
                <a:latin typeface="Apple SD Gothic Neo"/>
                <a:ea typeface="Apple SD Gothic Neo"/>
                <a:cs typeface="Apple SD Gothic Neo"/>
              </a:rPr>
              <a:t>요청 사이의 근거 보존 방식과 구성 시점을 선택한다.</a:t>
            </a:r>
          </a:p>
        </p:txBody>
      </p:sp>
    </p:spTree>
    <p:extLst>
      <p:ext uri="{BB962C8B-B14F-4D97-AF65-F5344CB8AC3E}">
        <p14:creationId xmlns:p14="http://schemas.microsoft.com/office/powerpoint/2010/main" val="7054047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 name="DP1 object 70">
            <a:extLst xmlns:a="http://schemas.openxmlformats.org/drawingml/2006/main">
              <a:ext uri="{FF2B5EF4-FFF2-40B4-BE49-F238E27FC236}">
                <a16:creationId xmlns:a16="http://schemas.microsoft.com/office/drawing/2014/main" id="{81D28B36-4121-42B7-8907-E40507F479A9}"/>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(설계 방안 비교)</a:t>
            </a:r>
          </a:p>
        </p:txBody>
      </p:sp>
      <p:sp>
        <p:nvSpPr>
          <p:cNvPr id="2" name="DP1 object 71">
            <a:extLst xmlns:a="http://schemas.openxmlformats.org/drawingml/2006/main">
              <a:ext uri="{FF2B5EF4-FFF2-40B4-BE49-F238E27FC236}">
                <a16:creationId xmlns:a16="http://schemas.microsoft.com/office/drawing/2014/main" id="{14AEC126-367E-4821-B704-6DB95185B887}"/>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1 object 72">
            <a:extLst xmlns:a="http://schemas.openxmlformats.org/drawingml/2006/main">
              <a:ext uri="{FF2B5EF4-FFF2-40B4-BE49-F238E27FC236}">
                <a16:creationId xmlns:a16="http://schemas.microsoft.com/office/drawing/2014/main" id="{B1981177-C72B-48A1-890F-A5230E9D85D5}"/>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1 object 73">
            <a:extLst xmlns:a="http://schemas.openxmlformats.org/drawingml/2006/main">
              <a:ext uri="{FF2B5EF4-FFF2-40B4-BE49-F238E27FC236}">
                <a16:creationId xmlns:a16="http://schemas.microsoft.com/office/drawing/2014/main" id="{29F84EBA-D29A-4413-87C3-F0071464CD42}"/>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1 object 74">
            <a:extLst xmlns:a="http://schemas.openxmlformats.org/drawingml/2006/main">
              <a:ext uri="{FF2B5EF4-FFF2-40B4-BE49-F238E27FC236}">
                <a16:creationId xmlns:a16="http://schemas.microsoft.com/office/drawing/2014/main" id="{FBB72C5B-3563-407B-841D-4957FDE78B6B}"/>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1 object 75">
            <a:extLst xmlns:a="http://schemas.openxmlformats.org/drawingml/2006/main">
              <a:ext uri="{FF2B5EF4-FFF2-40B4-BE49-F238E27FC236}">
                <a16:creationId xmlns:a16="http://schemas.microsoft.com/office/drawing/2014/main" id="{E219C60D-B450-4BE7-99BF-820FE125B628}"/>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1 object 76">
            <a:extLst xmlns:a="http://schemas.openxmlformats.org/drawingml/2006/main">
              <a:ext uri="{FF2B5EF4-FFF2-40B4-BE49-F238E27FC236}">
                <a16:creationId xmlns:a16="http://schemas.microsoft.com/office/drawing/2014/main" id="{0744E3A3-F04E-421A-9D21-EFDCDBABF7DF}"/>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1 object 77">
            <a:extLst xmlns:a="http://schemas.openxmlformats.org/drawingml/2006/main">
              <a:ext uri="{FF2B5EF4-FFF2-40B4-BE49-F238E27FC236}">
                <a16:creationId xmlns:a16="http://schemas.microsoft.com/office/drawing/2014/main" id="{46632AAF-8822-4AB2-92E5-9D11C58258D7}"/>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1 object 78">
            <a:extLst xmlns:a="http://schemas.openxmlformats.org/drawingml/2006/main">
              <a:ext uri="{FF2B5EF4-FFF2-40B4-BE49-F238E27FC236}">
                <a16:creationId xmlns:a16="http://schemas.microsoft.com/office/drawing/2014/main" id="{CA870382-B7D3-4618-970E-4D3A12CBF0D3}"/>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1 object 79">
            <a:extLst xmlns:a="http://schemas.openxmlformats.org/drawingml/2006/main">
              <a:ext uri="{FF2B5EF4-FFF2-40B4-BE49-F238E27FC236}">
                <a16:creationId xmlns:a16="http://schemas.microsoft.com/office/drawing/2014/main" id="{6AC06BAA-BD4B-4E78-859B-21561125DDC1}"/>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1 object 80">
            <a:extLst xmlns:a="http://schemas.openxmlformats.org/drawingml/2006/main">
              <a:ext uri="{FF2B5EF4-FFF2-40B4-BE49-F238E27FC236}">
                <a16:creationId xmlns:a16="http://schemas.microsoft.com/office/drawing/2014/main" id="{ED82D29B-02A6-46F7-9418-6440F6C675B3}"/>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81">
            <a:extLst xmlns:a="http://schemas.openxmlformats.org/drawingml/2006/main">
              <a:ext uri="{FF2B5EF4-FFF2-40B4-BE49-F238E27FC236}">
                <a16:creationId xmlns:a16="http://schemas.microsoft.com/office/drawing/2014/main" id="{FBC4113D-A48A-4A76-8930-B623B3C24AD3}"/>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1 object 82">
            <a:extLst xmlns:a="http://schemas.openxmlformats.org/drawingml/2006/main">
              <a:ext uri="{FF2B5EF4-FFF2-40B4-BE49-F238E27FC236}">
                <a16:creationId xmlns:a16="http://schemas.microsoft.com/office/drawing/2014/main" id="{7DF20848-D3C1-47EC-9F3A-841BFA66A5DB}"/>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2</a:t>
            </a:r>
          </a:p>
        </p:txBody>
      </p:sp>
      <p:sp>
        <p:nvSpPr>
          <p:cNvPr id="14" name="DP1 object 83">
            <a:extLst xmlns:a="http://schemas.openxmlformats.org/drawingml/2006/main">
              <a:ext uri="{FF2B5EF4-FFF2-40B4-BE49-F238E27FC236}">
                <a16:creationId xmlns:a16="http://schemas.microsoft.com/office/drawing/2014/main" id="{7EF7A5C8-3C84-4AB0-9220-A37DA5FCF2FA}"/>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A: 대화 문맥 재사용   /   B: 요청별 원본 구성   /   C: 독립 생산과 게시 근거 조회</a:t>
            </a:r>
          </a:p>
        </p:txBody>
      </p:sp>
      <p:graphicFrame>
        <p:nvGraphicFramePr>
          <p:cNvPr id="15" name="">
            <a:extLst xmlns:a="http://schemas.openxmlformats.org/drawingml/2006/main">
              <a:ext uri="{FF2B5EF4-FFF2-40B4-BE49-F238E27FC236}">
                <a16:creationId xmlns:a16="http://schemas.microsoft.com/office/drawing/2014/main" id="{0BB5590B-40F6-4F47-8870-521CEB77F2B2}"/>
              </a:ext>
            </a:extLst>
          </p:cNvPr>
          <p:cNvGraphicFramePr/>
          <p:nvPr/>
        </p:nvGraphicFramePr>
        <p:xfrm>
          <a:off xmlns:a="http://schemas.openxmlformats.org/drawingml/2006/main" x="228600" y="1752600"/>
          <a:ext xmlns:a="http://schemas.openxmlformats.org/drawingml/2006/main" cx="17830800" cy="7620000"/>
        </p:xfrm>
        <a:graphic xmlns:a="http://schemas.openxmlformats.org/drawingml/2006/main">
          <a:graphicData uri="http://schemas.openxmlformats.org/drawingml/2006/table">
            <a:tbl>
              <a:tblPr firstRow="0" bandRow="0" bandCol="0"/>
              <a:tblGrid>
                <a:gridCol w="1638300"/>
                <a:gridCol w="5391150"/>
                <a:gridCol w="5391150"/>
                <a:gridCol w="5410200"/>
              </a:tblGrid>
              <a:tr h="4762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유효 작업 문맥 유지</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요청마다 원본 구성</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(C) 별도 근거 생산·게시</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후속 질문에서 이미 읽은</a:t>
                      </a:r>
                    </a:p>
                    <a:p>
                      <a:pPr algn="ctr"/>
                      <a:r>
                        <a:rPr sz="1650">
                          <a:solidFill>
                            <a:srgbClr val="111111"/>
                          </a:solidFill>
                          <a:latin typeface="Apple SD Gothic Neo"/>
                          <a:ea typeface="Apple SD Gothic Neo"/>
                          <a:cs typeface="Apple SD Gothic Neo"/>
                        </a:rPr>
                        <a:t>근거의 발견·조합을 줄임</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새 목적에 필요한 범위만 구성</a:t>
                      </a:r>
                    </a:p>
                    <a:p>
                      <a:pPr algn="ctr"/>
                      <a:r>
                        <a:rPr sz="1650">
                          <a:solidFill>
                            <a:srgbClr val="111111"/>
                          </a:solidFill>
                          <a:latin typeface="Apple SD Gothic Neo"/>
                          <a:ea typeface="Apple SD Gothic Neo"/>
                          <a:cs typeface="Apple SD Gothic Neo"/>
                        </a:rPr>
                        <a:t>이전 해석 문맥의 유지 부담 감소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대화가 바뀌어도 게시한</a:t>
                      </a:r>
                    </a:p>
                    <a:p>
                      <a:pPr algn="ctr"/>
                      <a:r>
                        <a:rPr sz="1650">
                          <a:solidFill>
                            <a:srgbClr val="111111"/>
                          </a:solidFill>
                          <a:latin typeface="Apple SD Gothic Neo"/>
                          <a:ea typeface="Apple SD Gothic Neo"/>
                          <a:cs typeface="Apple SD Gothic Neo"/>
                        </a:rPr>
                        <a:t>근거와 관계를 반복 활용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주제 전환 후에도 남는 입력</a:t>
                      </a:r>
                    </a:p>
                    <a:p>
                      <a:pPr algn="ctr"/>
                      <a:r>
                        <a:rPr sz="1575">
                          <a:solidFill>
                            <a:srgbClr val="C00000"/>
                          </a:solidFill>
                          <a:latin typeface="Apple SD Gothic Neo"/>
                          <a:ea typeface="Apple SD Gothic Neo"/>
                          <a:cs typeface="Apple SD Gothic Neo"/>
                        </a:rPr>
                        <a:t>원문 정정에 따른 문맥 갱신</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같은 자료를 이어 물으면</a:t>
                      </a:r>
                    </a:p>
                    <a:p>
                      <a:pPr algn="ctr"/>
                      <a:r>
                        <a:rPr sz="1575">
                          <a:solidFill>
                            <a:srgbClr val="C00000"/>
                          </a:solidFill>
                          <a:latin typeface="Apple SD Gothic Neo"/>
                          <a:ea typeface="Apple SD Gothic Neo"/>
                          <a:cs typeface="Apple SD Gothic Neo"/>
                        </a:rPr>
                        <a:t>원본 재조회와 재조합 반복</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사전 생산·갱신·미사용 비용</a:t>
                      </a:r>
                    </a:p>
                    <a:p>
                      <a:pPr algn="ctr"/>
                      <a:r>
                        <a:rPr sz="1575">
                          <a:solidFill>
                            <a:srgbClr val="C00000"/>
                          </a:solidFill>
                          <a:latin typeface="Apple SD Gothic Neo"/>
                          <a:ea typeface="Apple SD Gothic Neo"/>
                          <a:cs typeface="Apple SD Gothic Neo"/>
                        </a:rPr>
                        <a:t>부족한 게시 근거는 원본 보완</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6.609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6.267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11.995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34/36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r>
                        <a:rPr sz="1425" b="1">
                          <a:solidFill>
                            <a:srgbClr val="111111"/>
                          </a:solidFill>
                          <a:latin typeface="Apple SD Gothic Neo"/>
                          <a:ea typeface="Apple SD Gothic Neo"/>
                          <a:cs typeface="Apple SD Gothic Neo"/>
                        </a:rPr>
                        <a:t>QA03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13.617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14.242 (35/36)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12.364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0.06750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0.06992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0.16308</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44.253</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45.318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50.364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84">
            <a:extLst xmlns:a="http://schemas.openxmlformats.org/drawingml/2006/main">
              <a:ext uri="{FF2B5EF4-FFF2-40B4-BE49-F238E27FC236}">
                <a16:creationId xmlns:a16="http://schemas.microsoft.com/office/drawing/2014/main" id="{D81F1AC0-F865-4501-BE64-EF5AA6EC80F0}"/>
              </a:ext>
            </a:extLst>
          </p:cNvPr>
          <p:cNvSpPr>
            <a:spLocks xmlns:a="http://schemas.openxmlformats.org/drawingml/2006/main" noGrp="1"/>
          </p:cNvSpPr>
          <p:nvPr/>
        </p:nvSpPr>
        <p:spPr>
          <a:xfrm xmlns:a="http://schemas.openxmlformats.org/drawingml/2006/main">
            <a:off x="381000" y="2981325"/>
            <a:ext cx="1323975" cy="6477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1 object 85">
            <a:extLst xmlns:a="http://schemas.openxmlformats.org/drawingml/2006/main">
              <a:ext uri="{FF2B5EF4-FFF2-40B4-BE49-F238E27FC236}">
                <a16:creationId xmlns:a16="http://schemas.microsoft.com/office/drawing/2014/main" id="{C5B52BEA-4069-4DF5-A382-1522A9055F94}"/>
              </a:ext>
            </a:extLst>
          </p:cNvPr>
          <p:cNvSpPr>
            <a:spLocks xmlns:a="http://schemas.openxmlformats.org/drawingml/2006/main" noGrp="1"/>
          </p:cNvSpPr>
          <p:nvPr/>
        </p:nvSpPr>
        <p:spPr>
          <a:xfrm xmlns:a="http://schemas.openxmlformats.org/drawingml/2006/main">
            <a:off x="419100" y="3000375"/>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1 object 86">
            <a:extLst xmlns:a="http://schemas.openxmlformats.org/drawingml/2006/main">
              <a:ext uri="{FF2B5EF4-FFF2-40B4-BE49-F238E27FC236}">
                <a16:creationId xmlns:a16="http://schemas.microsoft.com/office/drawing/2014/main" id="{3A7ED412-5009-4B77-8176-88E87B4408DA}"/>
              </a:ext>
            </a:extLst>
          </p:cNvPr>
          <p:cNvSpPr>
            <a:spLocks xmlns:a="http://schemas.openxmlformats.org/drawingml/2006/main" noGrp="1"/>
          </p:cNvSpPr>
          <p:nvPr/>
        </p:nvSpPr>
        <p:spPr>
          <a:xfrm xmlns:a="http://schemas.openxmlformats.org/drawingml/2006/main">
            <a:off x="466725" y="3305175"/>
            <a:ext cx="1152525" cy="23812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1 object 87">
            <a:extLst xmlns:a="http://schemas.openxmlformats.org/drawingml/2006/main">
              <a:ext uri="{FF2B5EF4-FFF2-40B4-BE49-F238E27FC236}">
                <a16:creationId xmlns:a16="http://schemas.microsoft.com/office/drawing/2014/main" id="{DA3127E2-EAA7-446C-8DB1-9B8781DC1BC9}"/>
              </a:ext>
            </a:extLst>
          </p:cNvPr>
          <p:cNvSpPr>
            <a:spLocks xmlns:a="http://schemas.openxmlformats.org/drawingml/2006/main" noGrp="1"/>
          </p:cNvSpPr>
          <p:nvPr/>
        </p:nvSpPr>
        <p:spPr>
          <a:xfrm xmlns:a="http://schemas.openxmlformats.org/drawingml/2006/main">
            <a:off x="485775" y="330517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처리</a:t>
            </a:r>
          </a:p>
        </p:txBody>
      </p:sp>
      <p:sp>
        <p:nvSpPr>
          <p:cNvPr id="20" name="유지 데이터">
            <a:extLst xmlns:a="http://schemas.openxmlformats.org/drawingml/2006/main">
              <a:ext uri="{FF2B5EF4-FFF2-40B4-BE49-F238E27FC236}">
                <a16:creationId xmlns:a16="http://schemas.microsoft.com/office/drawing/2014/main" id="{F4750900-26F5-4ACD-B489-E2AA0FC486C5}"/>
              </a:ext>
            </a:extLst>
          </p:cNvPr>
          <p:cNvSpPr>
            <a:spLocks xmlns:a="http://schemas.openxmlformats.org/drawingml/2006/main" noGrp="1"/>
          </p:cNvSpPr>
          <p:nvPr/>
        </p:nvSpPr>
        <p:spPr>
          <a:xfrm xmlns:a="http://schemas.openxmlformats.org/drawingml/2006/main">
            <a:off x="400050" y="3876675"/>
            <a:ext cx="1285875" cy="5238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1 object 88">
            <a:extLst xmlns:a="http://schemas.openxmlformats.org/drawingml/2006/main">
              <a:ext uri="{FF2B5EF4-FFF2-40B4-BE49-F238E27FC236}">
                <a16:creationId xmlns:a16="http://schemas.microsoft.com/office/drawing/2014/main" id="{07572D26-3AC1-461C-BA1D-52343316A75D}"/>
              </a:ext>
            </a:extLst>
          </p:cNvPr>
          <p:cNvSpPr>
            <a:spLocks xmlns:a="http://schemas.openxmlformats.org/drawingml/2006/main" noGrp="1"/>
          </p:cNvSpPr>
          <p:nvPr/>
        </p:nvSpPr>
        <p:spPr>
          <a:xfrm xmlns:a="http://schemas.openxmlformats.org/drawingml/2006/main">
            <a:off x="447675" y="3981450"/>
            <a:ext cx="119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유지 데이터</a:t>
            </a:r>
          </a:p>
        </p:txBody>
      </p:sp>
      <p:sp>
        <p:nvSpPr>
          <p:cNvPr id="22" name="DP1 object 89">
            <a:extLst xmlns:a="http://schemas.openxmlformats.org/drawingml/2006/main">
              <a:ext uri="{FF2B5EF4-FFF2-40B4-BE49-F238E27FC236}">
                <a16:creationId xmlns:a16="http://schemas.microsoft.com/office/drawing/2014/main" id="{8FD948BB-D836-4F76-82BB-FB8505F02B9B}"/>
              </a:ext>
            </a:extLst>
          </p:cNvPr>
          <p:cNvSpPr>
            <a:spLocks xmlns:a="http://schemas.openxmlformats.org/drawingml/2006/main" noGrp="1"/>
          </p:cNvSpPr>
          <p:nvPr/>
        </p:nvSpPr>
        <p:spPr>
          <a:xfrm xmlns:a="http://schemas.openxmlformats.org/drawingml/2006/main">
            <a:off x="371475" y="4524375"/>
            <a:ext cx="1371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같은 이름은</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동일 Component의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단계별 표시</a:t>
            </a:r>
          </a:p>
        </p:txBody>
      </p:sp>
      <p:sp>
        <p:nvSpPr>
          <p:cNvPr id="23" name="DP1 object 90">
            <a:extLst xmlns:a="http://schemas.openxmlformats.org/drawingml/2006/main">
              <a:ext uri="{FF2B5EF4-FFF2-40B4-BE49-F238E27FC236}">
                <a16:creationId xmlns:a16="http://schemas.microsoft.com/office/drawing/2014/main" id="{215750E2-CC1F-4BC4-B467-0372AB661E3A}"/>
              </a:ext>
            </a:extLst>
          </p:cNvPr>
          <p:cNvSpPr>
            <a:spLocks xmlns:a="http://schemas.openxmlformats.org/drawingml/2006/main" noGrp="1"/>
          </p:cNvSpPr>
          <p:nvPr/>
        </p:nvSpPr>
        <p:spPr>
          <a:xfrm xmlns:a="http://schemas.openxmlformats.org/drawingml/2006/main">
            <a:off x="333375" y="5267325"/>
            <a:ext cx="1476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50555B"/>
                </a:solidFill>
                <a:latin typeface="Apple SD Gothic Neo"/>
                <a:ea typeface="Apple SD Gothic Neo"/>
                <a:cs typeface="Apple SD Gothic Neo"/>
              </a:defRPr>
            </a:defPPr>
            <a:lvl1pPr algn="ctr">
              <a:defRPr sz="1350" b="0">
                <a:solidFill>
                  <a:srgbClr val="50555B"/>
                </a:solidFill>
                <a:latin typeface="Apple SD Gothic Neo"/>
                <a:ea typeface="Apple SD Gothic Neo"/>
                <a:cs typeface="Apple SD Gothic Neo"/>
              </a:defRPr>
            </a:lvl1pPr>
            <a:lvl2pPr algn="ctr">
              <a:defRPr sz="1350" b="0">
                <a:solidFill>
                  <a:srgbClr val="50555B"/>
                </a:solidFill>
                <a:latin typeface="Apple SD Gothic Neo"/>
                <a:ea typeface="Apple SD Gothic Neo"/>
                <a:cs typeface="Apple SD Gothic Neo"/>
              </a:defRPr>
            </a:lvl2pPr>
            <a:lvl3pPr algn="ctr">
              <a:defRPr sz="1350" b="0">
                <a:solidFill>
                  <a:srgbClr val="50555B"/>
                </a:solidFill>
                <a:latin typeface="Apple SD Gothic Neo"/>
                <a:ea typeface="Apple SD Gothic Neo"/>
                <a:cs typeface="Apple SD Gothic Neo"/>
              </a:defRPr>
            </a:lvl3pPr>
            <a:lvl4pPr algn="ctr">
              <a:defRPr sz="1350" b="0">
                <a:solidFill>
                  <a:srgbClr val="50555B"/>
                </a:solidFill>
                <a:latin typeface="Apple SD Gothic Neo"/>
                <a:ea typeface="Apple SD Gothic Neo"/>
                <a:cs typeface="Apple SD Gothic Neo"/>
              </a:defRPr>
            </a:lvl4pPr>
            <a:lvl5pPr algn="ctr">
              <a:defRPr sz="1350" b="0">
                <a:solidFill>
                  <a:srgbClr val="50555B"/>
                </a:solidFill>
                <a:latin typeface="Apple SD Gothic Neo"/>
                <a:ea typeface="Apple SD Gothic Neo"/>
                <a:cs typeface="Apple SD Gothic Neo"/>
              </a:defRPr>
            </a:lvl5pPr>
            <a:lvl6pPr algn="ctr">
              <a:defRPr sz="1350" b="0">
                <a:solidFill>
                  <a:srgbClr val="50555B"/>
                </a:solidFill>
                <a:latin typeface="Apple SD Gothic Neo"/>
                <a:ea typeface="Apple SD Gothic Neo"/>
                <a:cs typeface="Apple SD Gothic Neo"/>
              </a:defRPr>
            </a:lvl6pPr>
            <a:lvl7pPr algn="ctr">
              <a:defRPr sz="1350" b="0">
                <a:solidFill>
                  <a:srgbClr val="50555B"/>
                </a:solidFill>
                <a:latin typeface="Apple SD Gothic Neo"/>
                <a:ea typeface="Apple SD Gothic Neo"/>
                <a:cs typeface="Apple SD Gothic Neo"/>
              </a:defRPr>
            </a:lvl7pPr>
            <a:lvl8pPr algn="ctr">
              <a:defRPr sz="1350" b="0">
                <a:solidFill>
                  <a:srgbClr val="50555B"/>
                </a:solidFill>
                <a:latin typeface="Apple SD Gothic Neo"/>
                <a:ea typeface="Apple SD Gothic Neo"/>
                <a:cs typeface="Apple SD Gothic Neo"/>
              </a:defRPr>
            </a:lvl8pPr>
            <a:lvl9pPr algn="ctr">
              <a:defRPr sz="1350" b="0">
                <a:solidFill>
                  <a:srgbClr val="50555B"/>
                </a:solidFill>
                <a:latin typeface="Apple SD Gothic Neo"/>
                <a:ea typeface="Apple SD Gothic Neo"/>
                <a:cs typeface="Apple SD Gothic Neo"/>
              </a:defRPr>
            </a:lvl9pPr>
          </a:lstStyle>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선: 처리·근거 흐름</a:t>
            </a:r>
          </a:p>
        </p:txBody>
      </p:sp>
      <p:sp>
        <p:nvSpPr>
          <p:cNvPr id="24" name="DP1 object 91">
            <a:extLst xmlns:a="http://schemas.openxmlformats.org/drawingml/2006/main">
              <a:ext uri="{FF2B5EF4-FFF2-40B4-BE49-F238E27FC236}">
                <a16:creationId xmlns:a16="http://schemas.microsoft.com/office/drawing/2014/main" id="{8977E21E-C7C7-43B2-A27C-5AF0D3463317}"/>
              </a:ext>
            </a:extLst>
          </p:cNvPr>
          <p:cNvSpPr>
            <a:spLocks xmlns:a="http://schemas.openxmlformats.org/drawingml/2006/main" noGrp="1"/>
          </p:cNvSpPr>
          <p:nvPr/>
        </p:nvSpPr>
        <p:spPr>
          <a:xfrm xmlns:a="http://schemas.openxmlformats.org/drawingml/2006/main">
            <a:off x="1962150" y="229552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같은 대화의 근거를 다음 요청에 재사용</a:t>
            </a:r>
          </a:p>
        </p:txBody>
      </p:sp>
      <p:sp>
        <p:nvSpPr>
          <p:cNvPr id="25" name="유효 작업 문맥&#10;이전 근거 · 대화 수명">
            <a:extLst xmlns:a="http://schemas.openxmlformats.org/drawingml/2006/main">
              <a:ext uri="{FF2B5EF4-FFF2-40B4-BE49-F238E27FC236}">
                <a16:creationId xmlns:a16="http://schemas.microsoft.com/office/drawing/2014/main" id="{60021A26-24B7-4666-AD20-552ED8F4B727}"/>
              </a:ext>
            </a:extLst>
          </p:cNvPr>
          <p:cNvSpPr>
            <a:spLocks xmlns:a="http://schemas.openxmlformats.org/drawingml/2006/main" noGrp="1"/>
          </p:cNvSpPr>
          <p:nvPr/>
        </p:nvSpPr>
        <p:spPr>
          <a:xfrm xmlns:a="http://schemas.openxmlformats.org/drawingml/2006/main">
            <a:off x="2133600" y="3209925"/>
            <a:ext cx="2143125" cy="9144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6" name="DP1 object 92">
            <a:extLst xmlns:a="http://schemas.openxmlformats.org/drawingml/2006/main">
              <a:ext uri="{FF2B5EF4-FFF2-40B4-BE49-F238E27FC236}">
                <a16:creationId xmlns:a16="http://schemas.microsoft.com/office/drawing/2014/main" id="{C4A5A4C5-D72B-44F0-BF0A-1700BE89AF85}"/>
              </a:ext>
            </a:extLst>
          </p:cNvPr>
          <p:cNvSpPr>
            <a:spLocks xmlns:a="http://schemas.openxmlformats.org/drawingml/2006/main" noGrp="1"/>
          </p:cNvSpPr>
          <p:nvPr/>
        </p:nvSpPr>
        <p:spPr>
          <a:xfrm xmlns:a="http://schemas.openxmlformats.org/drawingml/2006/main">
            <a:off x="2181225" y="3314700"/>
            <a:ext cx="2047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유효 작업 문맥</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이전 근거 · 대화 수명</a:t>
            </a:r>
          </a:p>
        </p:txBody>
      </p:sp>
      <p:sp>
        <p:nvSpPr>
          <p:cNvPr id="27" name="Request Interpreter Component">
            <a:extLst xmlns:a="http://schemas.openxmlformats.org/drawingml/2006/main">
              <a:ext uri="{FF2B5EF4-FFF2-40B4-BE49-F238E27FC236}">
                <a16:creationId xmlns:a16="http://schemas.microsoft.com/office/drawing/2014/main" id="{29FA3E61-E70F-432A-B536-44A83AFF8491}"/>
              </a:ext>
            </a:extLst>
          </p:cNvPr>
          <p:cNvSpPr>
            <a:spLocks xmlns:a="http://schemas.openxmlformats.org/drawingml/2006/main" noGrp="1"/>
          </p:cNvSpPr>
          <p:nvPr/>
        </p:nvSpPr>
        <p:spPr>
          <a:xfrm xmlns:a="http://schemas.openxmlformats.org/drawingml/2006/main">
            <a:off x="4552950" y="2847975"/>
            <a:ext cx="2400300" cy="9715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28" name="DP1 object 93">
            <a:extLst xmlns:a="http://schemas.openxmlformats.org/drawingml/2006/main">
              <a:ext uri="{FF2B5EF4-FFF2-40B4-BE49-F238E27FC236}">
                <a16:creationId xmlns:a16="http://schemas.microsoft.com/office/drawing/2014/main" id="{E1412CA5-1E7A-416D-8638-471E7AAB76BD}"/>
              </a:ext>
            </a:extLst>
          </p:cNvPr>
          <p:cNvSpPr>
            <a:spLocks xmlns:a="http://schemas.openxmlformats.org/drawingml/2006/main" noGrp="1"/>
          </p:cNvSpPr>
          <p:nvPr/>
        </p:nvSpPr>
        <p:spPr>
          <a:xfrm xmlns:a="http://schemas.openxmlformats.org/drawingml/2006/main">
            <a:off x="4610100" y="28670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Request Interpreter</a:t>
            </a:r>
          </a:p>
        </p:txBody>
      </p:sp>
      <p:sp>
        <p:nvSpPr>
          <p:cNvPr id="29" name="Editable path 94">
            <a:extLst xmlns:a="http://schemas.openxmlformats.org/drawingml/2006/main">
              <a:ext uri="{FF2B5EF4-FFF2-40B4-BE49-F238E27FC236}">
                <a16:creationId xmlns:a16="http://schemas.microsoft.com/office/drawing/2014/main" id="{A5247C5B-08D1-468E-ADB4-B117A5CE0390}"/>
              </a:ext>
            </a:extLst>
          </p:cNvPr>
          <p:cNvSpPr>
            <a:spLocks xmlns:a="http://schemas.openxmlformats.org/drawingml/2006/main" noGrp="1"/>
          </p:cNvSpPr>
          <p:nvPr/>
        </p:nvSpPr>
        <p:spPr>
          <a:xfrm xmlns:a="http://schemas.openxmlformats.org/drawingml/2006/main">
            <a:off x="4552950" y="3171825"/>
            <a:ext cx="2400300" cy="953"/>
          </a:xfrm>
          <a:custGeom xmlns:a="http://schemas.openxmlformats.org/drawingml/2006/main">
            <a:pathLst>
              <a:path w="2400300" h="953">
                <a:moveTo>
                  <a:pt x="0" y="0"/>
                </a:moveTo>
                <a:lnTo>
                  <a:pt x="2400300" y="0"/>
                </a:lnTo>
              </a:path>
            </a:pathLst>
          </a:custGeom>
          <a:noFill xmlns:a="http://schemas.openxmlformats.org/drawingml/2006/main"/>
          <a:ln xmlns:a="http://schemas.openxmlformats.org/drawingml/2006/main" w="14288">
            <a:solidFill>
              <a:srgbClr val="111111"/>
            </a:solidFill>
            <a:prstDash val="solid"/>
          </a:ln>
        </p:spPr>
      </p:sp>
      <p:sp>
        <p:nvSpPr>
          <p:cNvPr id="30" name="Request Interpreter internal operation">
            <a:extLst xmlns:a="http://schemas.openxmlformats.org/drawingml/2006/main">
              <a:ext uri="{FF2B5EF4-FFF2-40B4-BE49-F238E27FC236}">
                <a16:creationId xmlns:a16="http://schemas.microsoft.com/office/drawing/2014/main" id="{37F78DDB-9201-42C5-97ED-6C610981EA3E}"/>
              </a:ext>
            </a:extLst>
          </p:cNvPr>
          <p:cNvSpPr>
            <a:spLocks xmlns:a="http://schemas.openxmlformats.org/drawingml/2006/main" noGrp="1"/>
          </p:cNvSpPr>
          <p:nvPr/>
        </p:nvSpPr>
        <p:spPr>
          <a:xfrm xmlns:a="http://schemas.openxmlformats.org/drawingml/2006/main">
            <a:off x="4648200" y="3238500"/>
            <a:ext cx="22098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31" name="DP1 object 95">
            <a:extLst xmlns:a="http://schemas.openxmlformats.org/drawingml/2006/main">
              <a:ext uri="{FF2B5EF4-FFF2-40B4-BE49-F238E27FC236}">
                <a16:creationId xmlns:a16="http://schemas.microsoft.com/office/drawing/2014/main" id="{05809947-60A5-4B4E-8421-7FF37C7726C1}"/>
              </a:ext>
            </a:extLst>
          </p:cNvPr>
          <p:cNvSpPr>
            <a:spLocks xmlns:a="http://schemas.openxmlformats.org/drawingml/2006/main" noGrp="1"/>
          </p:cNvSpPr>
          <p:nvPr/>
        </p:nvSpPr>
        <p:spPr>
          <a:xfrm xmlns:a="http://schemas.openxmlformats.org/drawingml/2006/main">
            <a:off x="4695825" y="3257550"/>
            <a:ext cx="2114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근거 해석</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현재 의미 제안</a:t>
            </a:r>
          </a:p>
        </p:txBody>
      </p:sp>
      <p:sp>
        <p:nvSpPr>
          <p:cNvPr id="32" name="DP1 object 96">
            <a:extLst xmlns:a="http://schemas.openxmlformats.org/drawingml/2006/main">
              <a:ext uri="{FF2B5EF4-FFF2-40B4-BE49-F238E27FC236}">
                <a16:creationId xmlns:a16="http://schemas.microsoft.com/office/drawing/2014/main" id="{E4B84B99-CF0B-4412-91B8-A2F44AED6697}"/>
              </a:ext>
            </a:extLst>
          </p:cNvPr>
          <p:cNvSpPr>
            <a:spLocks xmlns:a="http://schemas.openxmlformats.org/drawingml/2006/main" noGrp="1"/>
          </p:cNvSpPr>
          <p:nvPr/>
        </p:nvSpPr>
        <p:spPr>
          <a:xfrm xmlns:a="http://schemas.openxmlformats.org/drawingml/2006/main">
            <a:off x="4772025" y="25812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현재 요청</a:t>
            </a:r>
          </a:p>
        </p:txBody>
      </p:sp>
      <p:sp>
        <p:nvSpPr>
          <p:cNvPr id="33" name="Editable path 97">
            <a:extLst xmlns:a="http://schemas.openxmlformats.org/drawingml/2006/main">
              <a:ext uri="{FF2B5EF4-FFF2-40B4-BE49-F238E27FC236}">
                <a16:creationId xmlns:a16="http://schemas.microsoft.com/office/drawing/2014/main" id="{B0C5B7F0-2315-4813-A3D2-AE4852718078}"/>
              </a:ext>
            </a:extLst>
          </p:cNvPr>
          <p:cNvSpPr>
            <a:spLocks xmlns:a="http://schemas.openxmlformats.org/drawingml/2006/main" noGrp="1"/>
          </p:cNvSpPr>
          <p:nvPr/>
        </p:nvSpPr>
        <p:spPr>
          <a:xfrm xmlns:a="http://schemas.openxmlformats.org/drawingml/2006/main">
            <a:off x="5753100" y="2819400"/>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19050">
            <a:solidFill>
              <a:srgbClr val="111111"/>
            </a:solidFill>
            <a:prstDash val="solid"/>
          </a:ln>
        </p:spPr>
      </p:sp>
      <p:sp>
        <p:nvSpPr>
          <p:cNvPr id="34" name="Editable arrowhead 98">
            <a:extLst xmlns:a="http://schemas.openxmlformats.org/drawingml/2006/main">
              <a:ext uri="{FF2B5EF4-FFF2-40B4-BE49-F238E27FC236}">
                <a16:creationId xmlns:a16="http://schemas.microsoft.com/office/drawing/2014/main" id="{4A5D27F4-919C-4757-8FE0-FCA362719A4F}"/>
              </a:ext>
            </a:extLst>
          </p:cNvPr>
          <p:cNvSpPr>
            <a:spLocks xmlns:a="http://schemas.openxmlformats.org/drawingml/2006/main" noGrp="1"/>
          </p:cNvSpPr>
          <p:nvPr/>
        </p:nvSpPr>
        <p:spPr>
          <a:xfrm xmlns:a="http://schemas.openxmlformats.org/drawingml/2006/main">
            <a:off x="5705475" y="27527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5" name="Editable path 99">
            <a:extLst xmlns:a="http://schemas.openxmlformats.org/drawingml/2006/main">
              <a:ext uri="{FF2B5EF4-FFF2-40B4-BE49-F238E27FC236}">
                <a16:creationId xmlns:a16="http://schemas.microsoft.com/office/drawing/2014/main" id="{7FF3727B-AF4C-487F-B4AE-CF5AB1EEF821}"/>
              </a:ext>
            </a:extLst>
          </p:cNvPr>
          <p:cNvSpPr>
            <a:spLocks xmlns:a="http://schemas.openxmlformats.org/drawingml/2006/main" noGrp="1"/>
          </p:cNvSpPr>
          <p:nvPr/>
        </p:nvSpPr>
        <p:spPr>
          <a:xfrm xmlns:a="http://schemas.openxmlformats.org/drawingml/2006/main">
            <a:off x="4276725" y="3476625"/>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3813">
            <a:solidFill>
              <a:srgbClr val="111111"/>
            </a:solidFill>
            <a:prstDash val="solid"/>
          </a:ln>
        </p:spPr>
      </p:sp>
      <p:sp>
        <p:nvSpPr>
          <p:cNvPr id="36" name="Editable arrowhead 100">
            <a:extLst xmlns:a="http://schemas.openxmlformats.org/drawingml/2006/main">
              <a:ext uri="{FF2B5EF4-FFF2-40B4-BE49-F238E27FC236}">
                <a16:creationId xmlns:a16="http://schemas.microsoft.com/office/drawing/2014/main" id="{BEC47C3F-E610-4938-ADE1-F790C52E2884}"/>
              </a:ext>
            </a:extLst>
          </p:cNvPr>
          <p:cNvSpPr>
            <a:spLocks xmlns:a="http://schemas.openxmlformats.org/drawingml/2006/main" noGrp="1"/>
          </p:cNvSpPr>
          <p:nvPr/>
        </p:nvSpPr>
        <p:spPr>
          <a:xfrm xmlns:a="http://schemas.openxmlformats.org/drawingml/2006/main">
            <a:off x="4457700" y="34290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7" name="Context Manager Component">
            <a:extLst xmlns:a="http://schemas.openxmlformats.org/drawingml/2006/main">
              <a:ext uri="{FF2B5EF4-FFF2-40B4-BE49-F238E27FC236}">
                <a16:creationId xmlns:a16="http://schemas.microsoft.com/office/drawing/2014/main" id="{44E8BB37-EA75-4AB2-B1A3-542A034C3039}"/>
              </a:ext>
            </a:extLst>
          </p:cNvPr>
          <p:cNvSpPr>
            <a:spLocks xmlns:a="http://schemas.openxmlformats.org/drawingml/2006/main" noGrp="1"/>
          </p:cNvSpPr>
          <p:nvPr/>
        </p:nvSpPr>
        <p:spPr>
          <a:xfrm xmlns:a="http://schemas.openxmlformats.org/drawingml/2006/main">
            <a:off x="4552950" y="4181475"/>
            <a:ext cx="2400300" cy="10096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8" name="DP1 object 101">
            <a:extLst xmlns:a="http://schemas.openxmlformats.org/drawingml/2006/main">
              <a:ext uri="{FF2B5EF4-FFF2-40B4-BE49-F238E27FC236}">
                <a16:creationId xmlns:a16="http://schemas.microsoft.com/office/drawing/2014/main" id="{71433C38-CD39-4EFA-941C-5859077CBD1B}"/>
              </a:ext>
            </a:extLst>
          </p:cNvPr>
          <p:cNvSpPr>
            <a:spLocks xmlns:a="http://schemas.openxmlformats.org/drawingml/2006/main" noGrp="1"/>
          </p:cNvSpPr>
          <p:nvPr/>
        </p:nvSpPr>
        <p:spPr>
          <a:xfrm xmlns:a="http://schemas.openxmlformats.org/drawingml/2006/main">
            <a:off x="4610100" y="42005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Context Manager</a:t>
            </a:r>
          </a:p>
        </p:txBody>
      </p:sp>
      <p:sp>
        <p:nvSpPr>
          <p:cNvPr id="39" name="Editable path 102">
            <a:extLst xmlns:a="http://schemas.openxmlformats.org/drawingml/2006/main">
              <a:ext uri="{FF2B5EF4-FFF2-40B4-BE49-F238E27FC236}">
                <a16:creationId xmlns:a16="http://schemas.microsoft.com/office/drawing/2014/main" id="{503FE87E-5917-415D-8969-5F0E62C70D38}"/>
              </a:ext>
            </a:extLst>
          </p:cNvPr>
          <p:cNvSpPr>
            <a:spLocks xmlns:a="http://schemas.openxmlformats.org/drawingml/2006/main" noGrp="1"/>
          </p:cNvSpPr>
          <p:nvPr/>
        </p:nvSpPr>
        <p:spPr>
          <a:xfrm xmlns:a="http://schemas.openxmlformats.org/drawingml/2006/main">
            <a:off x="4552950" y="4505325"/>
            <a:ext cx="2400300" cy="953"/>
          </a:xfrm>
          <a:custGeom xmlns:a="http://schemas.openxmlformats.org/drawingml/2006/main">
            <a:pathLst>
              <a:path w="2400300" h="953">
                <a:moveTo>
                  <a:pt x="0" y="0"/>
                </a:moveTo>
                <a:lnTo>
                  <a:pt x="2400300" y="0"/>
                </a:lnTo>
              </a:path>
            </a:pathLst>
          </a:custGeom>
          <a:noFill xmlns:a="http://schemas.openxmlformats.org/drawingml/2006/main"/>
          <a:ln xmlns:a="http://schemas.openxmlformats.org/drawingml/2006/main" w="14288">
            <a:solidFill>
              <a:srgbClr val="111111"/>
            </a:solidFill>
            <a:prstDash val="solid"/>
          </a:ln>
        </p:spPr>
      </p:sp>
      <p:sp>
        <p:nvSpPr>
          <p:cNvPr id="40" name="Context Manager internal operation">
            <a:extLst xmlns:a="http://schemas.openxmlformats.org/drawingml/2006/main">
              <a:ext uri="{FF2B5EF4-FFF2-40B4-BE49-F238E27FC236}">
                <a16:creationId xmlns:a16="http://schemas.microsoft.com/office/drawing/2014/main" id="{AA5E5F54-8ACB-4052-9726-4009C5130A2D}"/>
              </a:ext>
            </a:extLst>
          </p:cNvPr>
          <p:cNvSpPr>
            <a:spLocks xmlns:a="http://schemas.openxmlformats.org/drawingml/2006/main" noGrp="1"/>
          </p:cNvSpPr>
          <p:nvPr/>
        </p:nvSpPr>
        <p:spPr>
          <a:xfrm xmlns:a="http://schemas.openxmlformats.org/drawingml/2006/main">
            <a:off x="4648200" y="4572000"/>
            <a:ext cx="2209800" cy="5429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41" name="DP1 object 103">
            <a:extLst xmlns:a="http://schemas.openxmlformats.org/drawingml/2006/main">
              <a:ext uri="{FF2B5EF4-FFF2-40B4-BE49-F238E27FC236}">
                <a16:creationId xmlns:a16="http://schemas.microsoft.com/office/drawing/2014/main" id="{144F1E66-C82C-4BF5-9CDE-976271639981}"/>
              </a:ext>
            </a:extLst>
          </p:cNvPr>
          <p:cNvSpPr>
            <a:spLocks xmlns:a="http://schemas.openxmlformats.org/drawingml/2006/main" noGrp="1"/>
          </p:cNvSpPr>
          <p:nvPr/>
        </p:nvSpPr>
        <p:spPr>
          <a:xfrm xmlns:a="http://schemas.openxmlformats.org/drawingml/2006/main">
            <a:off x="4695825" y="4591050"/>
            <a:ext cx="21145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원본 보완·현재성 확인</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채택 후 문맥 갱신</a:t>
            </a:r>
          </a:p>
        </p:txBody>
      </p:sp>
      <p:sp>
        <p:nvSpPr>
          <p:cNvPr id="42" name="Editable path 104">
            <a:extLst xmlns:a="http://schemas.openxmlformats.org/drawingml/2006/main">
              <a:ext uri="{FF2B5EF4-FFF2-40B4-BE49-F238E27FC236}">
                <a16:creationId xmlns:a16="http://schemas.microsoft.com/office/drawing/2014/main" id="{14AC7294-CDEF-4C74-A45B-C88CF29FA7B6}"/>
              </a:ext>
            </a:extLst>
          </p:cNvPr>
          <p:cNvSpPr>
            <a:spLocks xmlns:a="http://schemas.openxmlformats.org/drawingml/2006/main" noGrp="1"/>
          </p:cNvSpPr>
          <p:nvPr/>
        </p:nvSpPr>
        <p:spPr>
          <a:xfrm xmlns:a="http://schemas.openxmlformats.org/drawingml/2006/main">
            <a:off x="5753100" y="3819525"/>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23813">
            <a:solidFill>
              <a:srgbClr val="111111"/>
            </a:solidFill>
            <a:prstDash val="solid"/>
          </a:ln>
        </p:spPr>
      </p:sp>
      <p:sp>
        <p:nvSpPr>
          <p:cNvPr id="43" name="Editable arrowhead 105">
            <a:extLst xmlns:a="http://schemas.openxmlformats.org/drawingml/2006/main">
              <a:ext uri="{FF2B5EF4-FFF2-40B4-BE49-F238E27FC236}">
                <a16:creationId xmlns:a16="http://schemas.microsoft.com/office/drawing/2014/main" id="{E5A55E49-E70A-4267-9E8E-9646185376CE}"/>
              </a:ext>
            </a:extLst>
          </p:cNvPr>
          <p:cNvSpPr>
            <a:spLocks xmlns:a="http://schemas.openxmlformats.org/drawingml/2006/main" noGrp="1"/>
          </p:cNvSpPr>
          <p:nvPr/>
        </p:nvSpPr>
        <p:spPr>
          <a:xfrm xmlns:a="http://schemas.openxmlformats.org/drawingml/2006/main">
            <a:off x="5705475" y="4086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4" name="Editable path 106">
            <a:extLst xmlns:a="http://schemas.openxmlformats.org/drawingml/2006/main">
              <a:ext uri="{FF2B5EF4-FFF2-40B4-BE49-F238E27FC236}">
                <a16:creationId xmlns:a16="http://schemas.microsoft.com/office/drawing/2014/main" id="{C53C9D76-6788-4A6F-B1FF-7A56030026B1}"/>
              </a:ext>
            </a:extLst>
          </p:cNvPr>
          <p:cNvSpPr>
            <a:spLocks xmlns:a="http://schemas.openxmlformats.org/drawingml/2006/main" noGrp="1"/>
          </p:cNvSpPr>
          <p:nvPr/>
        </p:nvSpPr>
        <p:spPr>
          <a:xfrm xmlns:a="http://schemas.openxmlformats.org/drawingml/2006/main">
            <a:off x="6810375" y="3819525"/>
            <a:ext cx="953" cy="361950"/>
          </a:xfrm>
          <a:custGeom xmlns:a="http://schemas.openxmlformats.org/drawingml/2006/main">
            <a:pathLst>
              <a:path w="953" h="361950">
                <a:moveTo>
                  <a:pt x="0" y="361950"/>
                </a:moveTo>
                <a:lnTo>
                  <a:pt x="0" y="0"/>
                </a:lnTo>
              </a:path>
            </a:pathLst>
          </a:custGeom>
          <a:noFill xmlns:a="http://schemas.openxmlformats.org/drawingml/2006/main"/>
          <a:ln xmlns:a="http://schemas.openxmlformats.org/drawingml/2006/main" w="23813">
            <a:solidFill>
              <a:srgbClr val="111111"/>
            </a:solidFill>
            <a:prstDash val="solid"/>
          </a:ln>
        </p:spPr>
      </p:sp>
      <p:sp>
        <p:nvSpPr>
          <p:cNvPr id="45" name="Editable arrowhead 107">
            <a:extLst xmlns:a="http://schemas.openxmlformats.org/drawingml/2006/main">
              <a:ext uri="{FF2B5EF4-FFF2-40B4-BE49-F238E27FC236}">
                <a16:creationId xmlns:a16="http://schemas.microsoft.com/office/drawing/2014/main" id="{E3D78FE4-E52A-4C38-98ED-8451F0DA6E23}"/>
              </a:ext>
            </a:extLst>
          </p:cNvPr>
          <p:cNvSpPr>
            <a:spLocks xmlns:a="http://schemas.openxmlformats.org/drawingml/2006/main" noGrp="1"/>
          </p:cNvSpPr>
          <p:nvPr/>
        </p:nvSpPr>
        <p:spPr>
          <a:xfrm xmlns:a="http://schemas.openxmlformats.org/drawingml/2006/main">
            <a:off x="6762750" y="381952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6" name="DP1 object 108">
            <a:extLst xmlns:a="http://schemas.openxmlformats.org/drawingml/2006/main">
              <a:ext uri="{FF2B5EF4-FFF2-40B4-BE49-F238E27FC236}">
                <a16:creationId xmlns:a16="http://schemas.microsoft.com/office/drawing/2014/main" id="{B39A4CC9-75E6-4548-B763-29D338C57409}"/>
              </a:ext>
            </a:extLst>
          </p:cNvPr>
          <p:cNvSpPr>
            <a:spLocks xmlns:a="http://schemas.openxmlformats.org/drawingml/2006/main" noGrp="1"/>
          </p:cNvSpPr>
          <p:nvPr/>
        </p:nvSpPr>
        <p:spPr>
          <a:xfrm xmlns:a="http://schemas.openxmlformats.org/drawingml/2006/main">
            <a:off x="4629150" y="3867150"/>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보완 요청</a:t>
            </a:r>
          </a:p>
        </p:txBody>
      </p:sp>
      <p:sp>
        <p:nvSpPr>
          <p:cNvPr id="47" name="DP1 object 109">
            <a:extLst xmlns:a="http://schemas.openxmlformats.org/drawingml/2006/main">
              <a:ext uri="{FF2B5EF4-FFF2-40B4-BE49-F238E27FC236}">
                <a16:creationId xmlns:a16="http://schemas.microsoft.com/office/drawing/2014/main" id="{08FE64CD-EC12-4BEF-A0A1-4CA03F4C3846}"/>
              </a:ext>
            </a:extLst>
          </p:cNvPr>
          <p:cNvSpPr>
            <a:spLocks xmlns:a="http://schemas.openxmlformats.org/drawingml/2006/main" noGrp="1"/>
          </p:cNvSpPr>
          <p:nvPr/>
        </p:nvSpPr>
        <p:spPr>
          <a:xfrm xmlns:a="http://schemas.openxmlformats.org/drawingml/2006/main">
            <a:off x="5810250" y="3867150"/>
            <a:ext cx="923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보완 근거</a:t>
            </a:r>
          </a:p>
        </p:txBody>
      </p:sp>
      <p:sp>
        <p:nvSpPr>
          <p:cNvPr id="48" name="Editable path 110">
            <a:extLst xmlns:a="http://schemas.openxmlformats.org/drawingml/2006/main">
              <a:ext uri="{FF2B5EF4-FFF2-40B4-BE49-F238E27FC236}">
                <a16:creationId xmlns:a16="http://schemas.microsoft.com/office/drawing/2014/main" id="{D6285515-86BE-4D04-9179-AEEB0451E4C1}"/>
              </a:ext>
            </a:extLst>
          </p:cNvPr>
          <p:cNvSpPr>
            <a:spLocks xmlns:a="http://schemas.openxmlformats.org/drawingml/2006/main" noGrp="1"/>
          </p:cNvSpPr>
          <p:nvPr/>
        </p:nvSpPr>
        <p:spPr>
          <a:xfrm xmlns:a="http://schemas.openxmlformats.org/drawingml/2006/main">
            <a:off x="3200400" y="4124325"/>
            <a:ext cx="1352550" cy="571500"/>
          </a:xfrm>
          <a:custGeom xmlns:a="http://schemas.openxmlformats.org/drawingml/2006/main">
            <a:pathLst>
              <a:path w="1352550" h="571500">
                <a:moveTo>
                  <a:pt x="1352550" y="571500"/>
                </a:moveTo>
                <a:lnTo>
                  <a:pt x="0" y="571500"/>
                </a:lnTo>
                <a:lnTo>
                  <a:pt x="0" y="0"/>
                </a:lnTo>
              </a:path>
            </a:pathLst>
          </a:custGeom>
          <a:noFill xmlns:a="http://schemas.openxmlformats.org/drawingml/2006/main"/>
          <a:ln xmlns:a="http://schemas.openxmlformats.org/drawingml/2006/main" w="23813">
            <a:solidFill>
              <a:srgbClr val="111111"/>
            </a:solidFill>
            <a:prstDash val="solid"/>
          </a:ln>
        </p:spPr>
      </p:sp>
      <p:sp>
        <p:nvSpPr>
          <p:cNvPr id="49" name="Editable arrowhead 111">
            <a:extLst xmlns:a="http://schemas.openxmlformats.org/drawingml/2006/main">
              <a:ext uri="{FF2B5EF4-FFF2-40B4-BE49-F238E27FC236}">
                <a16:creationId xmlns:a16="http://schemas.microsoft.com/office/drawing/2014/main" id="{541DD877-967D-47E2-9CBD-7BD0B9C43F4F}"/>
              </a:ext>
            </a:extLst>
          </p:cNvPr>
          <p:cNvSpPr>
            <a:spLocks xmlns:a="http://schemas.openxmlformats.org/drawingml/2006/main" noGrp="1"/>
          </p:cNvSpPr>
          <p:nvPr/>
        </p:nvSpPr>
        <p:spPr>
          <a:xfrm xmlns:a="http://schemas.openxmlformats.org/drawingml/2006/main">
            <a:off x="3152775" y="412432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0" name="DP1 object 112">
            <a:extLst xmlns:a="http://schemas.openxmlformats.org/drawingml/2006/main">
              <a:ext uri="{FF2B5EF4-FFF2-40B4-BE49-F238E27FC236}">
                <a16:creationId xmlns:a16="http://schemas.microsoft.com/office/drawing/2014/main" id="{7EEA3F51-1BF3-43C6-9F96-018AC27C8231}"/>
              </a:ext>
            </a:extLst>
          </p:cNvPr>
          <p:cNvSpPr>
            <a:spLocks xmlns:a="http://schemas.openxmlformats.org/drawingml/2006/main" noGrp="1"/>
          </p:cNvSpPr>
          <p:nvPr/>
        </p:nvSpPr>
        <p:spPr>
          <a:xfrm xmlns:a="http://schemas.openxmlformats.org/drawingml/2006/main">
            <a:off x="2085975" y="4781550"/>
            <a:ext cx="2257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채택 후 갱신 → 재사용</a:t>
            </a:r>
          </a:p>
        </p:txBody>
      </p:sp>
      <p:sp>
        <p:nvSpPr>
          <p:cNvPr id="51" name="허용 원본">
            <a:extLst xmlns:a="http://schemas.openxmlformats.org/drawingml/2006/main">
              <a:ext uri="{FF2B5EF4-FFF2-40B4-BE49-F238E27FC236}">
                <a16:creationId xmlns:a16="http://schemas.microsoft.com/office/drawing/2014/main" id="{86C1F562-1DE7-4D40-A367-CDCF2651014B}"/>
              </a:ext>
            </a:extLst>
          </p:cNvPr>
          <p:cNvSpPr>
            <a:spLocks xmlns:a="http://schemas.openxmlformats.org/drawingml/2006/main" noGrp="1"/>
          </p:cNvSpPr>
          <p:nvPr/>
        </p:nvSpPr>
        <p:spPr>
          <a:xfrm xmlns:a="http://schemas.openxmlformats.org/drawingml/2006/main">
            <a:off x="2133600" y="5219700"/>
            <a:ext cx="1638300" cy="40005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52" name="DP1 object 113">
            <a:extLst xmlns:a="http://schemas.openxmlformats.org/drawingml/2006/main">
              <a:ext uri="{FF2B5EF4-FFF2-40B4-BE49-F238E27FC236}">
                <a16:creationId xmlns:a16="http://schemas.microsoft.com/office/drawing/2014/main" id="{2EE471CC-3F19-4BDA-813A-F59C505131B8}"/>
              </a:ext>
            </a:extLst>
          </p:cNvPr>
          <p:cNvSpPr>
            <a:spLocks xmlns:a="http://schemas.openxmlformats.org/drawingml/2006/main" noGrp="1"/>
          </p:cNvSpPr>
          <p:nvPr/>
        </p:nvSpPr>
        <p:spPr>
          <a:xfrm xmlns:a="http://schemas.openxmlformats.org/drawingml/2006/main">
            <a:off x="2181225" y="5324475"/>
            <a:ext cx="1543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허용 원본</a:t>
            </a:r>
          </a:p>
        </p:txBody>
      </p:sp>
      <p:sp>
        <p:nvSpPr>
          <p:cNvPr id="53" name="Editable path 114">
            <a:extLst xmlns:a="http://schemas.openxmlformats.org/drawingml/2006/main">
              <a:ext uri="{FF2B5EF4-FFF2-40B4-BE49-F238E27FC236}">
                <a16:creationId xmlns:a16="http://schemas.microsoft.com/office/drawing/2014/main" id="{97393AC0-59C1-4966-B696-B18A29A406D9}"/>
              </a:ext>
            </a:extLst>
          </p:cNvPr>
          <p:cNvSpPr>
            <a:spLocks xmlns:a="http://schemas.openxmlformats.org/drawingml/2006/main" noGrp="1"/>
          </p:cNvSpPr>
          <p:nvPr/>
        </p:nvSpPr>
        <p:spPr>
          <a:xfrm xmlns:a="http://schemas.openxmlformats.org/drawingml/2006/main">
            <a:off x="3771900" y="5191125"/>
            <a:ext cx="1981200" cy="238125"/>
          </a:xfrm>
          <a:custGeom xmlns:a="http://schemas.openxmlformats.org/drawingml/2006/main">
            <a:pathLst>
              <a:path w="1981200" h="238125">
                <a:moveTo>
                  <a:pt x="0" y="238125"/>
                </a:moveTo>
                <a:lnTo>
                  <a:pt x="1981200" y="238125"/>
                </a:lnTo>
                <a:lnTo>
                  <a:pt x="1981200" y="0"/>
                </a:lnTo>
              </a:path>
            </a:pathLst>
          </a:custGeom>
          <a:noFill xmlns:a="http://schemas.openxmlformats.org/drawingml/2006/main"/>
          <a:ln xmlns:a="http://schemas.openxmlformats.org/drawingml/2006/main" w="19050">
            <a:solidFill>
              <a:srgbClr val="111111"/>
            </a:solidFill>
            <a:prstDash val="dash"/>
          </a:ln>
        </p:spPr>
      </p:sp>
      <p:sp>
        <p:nvSpPr>
          <p:cNvPr id="54" name="Editable arrowhead 115">
            <a:extLst xmlns:a="http://schemas.openxmlformats.org/drawingml/2006/main">
              <a:ext uri="{FF2B5EF4-FFF2-40B4-BE49-F238E27FC236}">
                <a16:creationId xmlns:a16="http://schemas.microsoft.com/office/drawing/2014/main" id="{202D951B-1428-4D68-B863-FB6324B9259A}"/>
              </a:ext>
            </a:extLst>
          </p:cNvPr>
          <p:cNvSpPr>
            <a:spLocks xmlns:a="http://schemas.openxmlformats.org/drawingml/2006/main" noGrp="1"/>
          </p:cNvSpPr>
          <p:nvPr/>
        </p:nvSpPr>
        <p:spPr>
          <a:xfrm xmlns:a="http://schemas.openxmlformats.org/drawingml/2006/main">
            <a:off x="5705475" y="519112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5" name="DP1 object 116">
            <a:extLst xmlns:a="http://schemas.openxmlformats.org/drawingml/2006/main">
              <a:ext uri="{FF2B5EF4-FFF2-40B4-BE49-F238E27FC236}">
                <a16:creationId xmlns:a16="http://schemas.microsoft.com/office/drawing/2014/main" id="{B7D6B57D-1661-43A9-A8E3-B5BD87EB7501}"/>
              </a:ext>
            </a:extLst>
          </p:cNvPr>
          <p:cNvSpPr>
            <a:spLocks xmlns:a="http://schemas.openxmlformats.org/drawingml/2006/main" noGrp="1"/>
          </p:cNvSpPr>
          <p:nvPr/>
        </p:nvSpPr>
        <p:spPr>
          <a:xfrm xmlns:a="http://schemas.openxmlformats.org/drawingml/2006/main">
            <a:off x="3838575" y="5172075"/>
            <a:ext cx="1857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부족·변경 시 읽기</a:t>
            </a:r>
          </a:p>
        </p:txBody>
      </p:sp>
      <p:sp>
        <p:nvSpPr>
          <p:cNvPr id="56" name="DP1 object 117">
            <a:extLst xmlns:a="http://schemas.openxmlformats.org/drawingml/2006/main">
              <a:ext uri="{FF2B5EF4-FFF2-40B4-BE49-F238E27FC236}">
                <a16:creationId xmlns:a16="http://schemas.microsoft.com/office/drawing/2014/main" id="{1FA07E88-A4B7-4AB4-B2FC-C2468D152C57}"/>
              </a:ext>
            </a:extLst>
          </p:cNvPr>
          <p:cNvSpPr>
            <a:spLocks xmlns:a="http://schemas.openxmlformats.org/drawingml/2006/main" noGrp="1"/>
          </p:cNvSpPr>
          <p:nvPr/>
        </p:nvSpPr>
        <p:spPr>
          <a:xfrm xmlns:a="http://schemas.openxmlformats.org/drawingml/2006/main">
            <a:off x="7353300" y="229552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이번 요청에서 읽고 묶음을 해제</a:t>
            </a:r>
          </a:p>
        </p:txBody>
      </p:sp>
      <p:sp>
        <p:nvSpPr>
          <p:cNvPr id="57" name="DP1 object 118">
            <a:extLst xmlns:a="http://schemas.openxmlformats.org/drawingml/2006/main">
              <a:ext uri="{FF2B5EF4-FFF2-40B4-BE49-F238E27FC236}">
                <a16:creationId xmlns:a16="http://schemas.microsoft.com/office/drawing/2014/main" id="{F5C5BC01-42D2-4687-8E22-78C303CB1D5B}"/>
              </a:ext>
            </a:extLst>
          </p:cNvPr>
          <p:cNvSpPr>
            <a:spLocks xmlns:a="http://schemas.openxmlformats.org/drawingml/2006/main" noGrp="1"/>
          </p:cNvSpPr>
          <p:nvPr/>
        </p:nvSpPr>
        <p:spPr>
          <a:xfrm xmlns:a="http://schemas.openxmlformats.org/drawingml/2006/main">
            <a:off x="9401175" y="2600325"/>
            <a:ext cx="3105150" cy="3048000"/>
          </a:xfrm>
          <a:prstGeom xmlns:a="http://schemas.openxmlformats.org/drawingml/2006/main" prst="rect">
            <a:avLst/>
          </a:prstGeom>
          <a:noFill xmlns:a="http://schemas.openxmlformats.org/drawingml/2006/main"/>
          <a:ln xmlns:a="http://schemas.openxmlformats.org/drawingml/2006/main" w="12383">
            <a:solidFill>
              <a:srgbClr val="98999B"/>
            </a:solidFill>
            <a:prstDash val="dash"/>
          </a:ln>
        </p:spPr>
      </p:sp>
      <p:sp>
        <p:nvSpPr>
          <p:cNvPr id="58" name="Request Interpreter Component">
            <a:extLst xmlns:a="http://schemas.openxmlformats.org/drawingml/2006/main">
              <a:ext uri="{FF2B5EF4-FFF2-40B4-BE49-F238E27FC236}">
                <a16:creationId xmlns:a16="http://schemas.microsoft.com/office/drawing/2014/main" id="{75B33300-8357-4F18-880E-2843E4D282F8}"/>
              </a:ext>
            </a:extLst>
          </p:cNvPr>
          <p:cNvSpPr>
            <a:spLocks xmlns:a="http://schemas.openxmlformats.org/drawingml/2006/main" noGrp="1"/>
          </p:cNvSpPr>
          <p:nvPr/>
        </p:nvSpPr>
        <p:spPr>
          <a:xfrm xmlns:a="http://schemas.openxmlformats.org/drawingml/2006/main">
            <a:off x="9582150" y="2647950"/>
            <a:ext cx="2771775" cy="7429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59" name="DP1 object 119">
            <a:extLst xmlns:a="http://schemas.openxmlformats.org/drawingml/2006/main">
              <a:ext uri="{FF2B5EF4-FFF2-40B4-BE49-F238E27FC236}">
                <a16:creationId xmlns:a16="http://schemas.microsoft.com/office/drawing/2014/main" id="{694AE608-B529-4541-A814-834C734B4DC0}"/>
              </a:ext>
            </a:extLst>
          </p:cNvPr>
          <p:cNvSpPr>
            <a:spLocks xmlns:a="http://schemas.openxmlformats.org/drawingml/2006/main" noGrp="1"/>
          </p:cNvSpPr>
          <p:nvPr/>
        </p:nvSpPr>
        <p:spPr>
          <a:xfrm xmlns:a="http://schemas.openxmlformats.org/drawingml/2006/main">
            <a:off x="9639300" y="266700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Interpreter</a:t>
            </a:r>
          </a:p>
        </p:txBody>
      </p:sp>
      <p:sp>
        <p:nvSpPr>
          <p:cNvPr id="60" name="Editable path 120">
            <a:extLst xmlns:a="http://schemas.openxmlformats.org/drawingml/2006/main">
              <a:ext uri="{FF2B5EF4-FFF2-40B4-BE49-F238E27FC236}">
                <a16:creationId xmlns:a16="http://schemas.microsoft.com/office/drawing/2014/main" id="{E71C73A3-0D91-49BB-9C96-E5E9AD8B3875}"/>
              </a:ext>
            </a:extLst>
          </p:cNvPr>
          <p:cNvSpPr>
            <a:spLocks xmlns:a="http://schemas.openxmlformats.org/drawingml/2006/main" noGrp="1"/>
          </p:cNvSpPr>
          <p:nvPr/>
        </p:nvSpPr>
        <p:spPr>
          <a:xfrm xmlns:a="http://schemas.openxmlformats.org/drawingml/2006/main">
            <a:off x="9582150" y="290512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61" name="Request Interpreter internal operation">
            <a:extLst xmlns:a="http://schemas.openxmlformats.org/drawingml/2006/main">
              <a:ext uri="{FF2B5EF4-FFF2-40B4-BE49-F238E27FC236}">
                <a16:creationId xmlns:a16="http://schemas.microsoft.com/office/drawing/2014/main" id="{01A44ADE-B0B8-4C9C-A12B-D92EE240D76D}"/>
              </a:ext>
            </a:extLst>
          </p:cNvPr>
          <p:cNvSpPr>
            <a:spLocks xmlns:a="http://schemas.openxmlformats.org/drawingml/2006/main" noGrp="1"/>
          </p:cNvSpPr>
          <p:nvPr/>
        </p:nvSpPr>
        <p:spPr>
          <a:xfrm xmlns:a="http://schemas.openxmlformats.org/drawingml/2006/main">
            <a:off x="9677400" y="2971800"/>
            <a:ext cx="2581275" cy="34290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62" name="DP1 object 121">
            <a:extLst xmlns:a="http://schemas.openxmlformats.org/drawingml/2006/main">
              <a:ext uri="{FF2B5EF4-FFF2-40B4-BE49-F238E27FC236}">
                <a16:creationId xmlns:a16="http://schemas.microsoft.com/office/drawing/2014/main" id="{150F605F-566F-4E1C-BE33-ACE1890E8931}"/>
              </a:ext>
            </a:extLst>
          </p:cNvPr>
          <p:cNvSpPr>
            <a:spLocks xmlns:a="http://schemas.openxmlformats.org/drawingml/2006/main" noGrp="1"/>
          </p:cNvSpPr>
          <p:nvPr/>
        </p:nvSpPr>
        <p:spPr>
          <a:xfrm xmlns:a="http://schemas.openxmlformats.org/drawingml/2006/main">
            <a:off x="9725025" y="2990850"/>
            <a:ext cx="2486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현재 입력의 읽기 범위 제안</a:t>
            </a:r>
          </a:p>
        </p:txBody>
      </p:sp>
      <p:sp>
        <p:nvSpPr>
          <p:cNvPr id="63" name="Editable path 122">
            <a:extLst xmlns:a="http://schemas.openxmlformats.org/drawingml/2006/main">
              <a:ext uri="{FF2B5EF4-FFF2-40B4-BE49-F238E27FC236}">
                <a16:creationId xmlns:a16="http://schemas.microsoft.com/office/drawing/2014/main" id="{10F70637-7DE3-4C81-A16A-2514E759ED23}"/>
              </a:ext>
            </a:extLst>
          </p:cNvPr>
          <p:cNvSpPr>
            <a:spLocks xmlns:a="http://schemas.openxmlformats.org/drawingml/2006/main" noGrp="1"/>
          </p:cNvSpPr>
          <p:nvPr/>
        </p:nvSpPr>
        <p:spPr>
          <a:xfrm xmlns:a="http://schemas.openxmlformats.org/drawingml/2006/main">
            <a:off x="10972800" y="339090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21908">
            <a:solidFill>
              <a:srgbClr val="111111"/>
            </a:solidFill>
            <a:prstDash val="solid"/>
          </a:ln>
        </p:spPr>
      </p:sp>
      <p:sp>
        <p:nvSpPr>
          <p:cNvPr id="64" name="Editable arrowhead 123">
            <a:extLst xmlns:a="http://schemas.openxmlformats.org/drawingml/2006/main">
              <a:ext uri="{FF2B5EF4-FFF2-40B4-BE49-F238E27FC236}">
                <a16:creationId xmlns:a16="http://schemas.microsoft.com/office/drawing/2014/main" id="{D83DCC94-1CC1-4246-8C97-D635E85501A3}"/>
              </a:ext>
            </a:extLst>
          </p:cNvPr>
          <p:cNvSpPr>
            <a:spLocks xmlns:a="http://schemas.openxmlformats.org/drawingml/2006/main" noGrp="1"/>
          </p:cNvSpPr>
          <p:nvPr/>
        </p:nvSpPr>
        <p:spPr>
          <a:xfrm xmlns:a="http://schemas.openxmlformats.org/drawingml/2006/main">
            <a:off x="10925175" y="34671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5" name="Context Manager Component">
            <a:extLst xmlns:a="http://schemas.openxmlformats.org/drawingml/2006/main">
              <a:ext uri="{FF2B5EF4-FFF2-40B4-BE49-F238E27FC236}">
                <a16:creationId xmlns:a16="http://schemas.microsoft.com/office/drawing/2014/main" id="{2FCCC78D-A2E7-4733-A298-1CC559CC6360}"/>
              </a:ext>
            </a:extLst>
          </p:cNvPr>
          <p:cNvSpPr>
            <a:spLocks xmlns:a="http://schemas.openxmlformats.org/drawingml/2006/main" noGrp="1"/>
          </p:cNvSpPr>
          <p:nvPr/>
        </p:nvSpPr>
        <p:spPr>
          <a:xfrm xmlns:a="http://schemas.openxmlformats.org/drawingml/2006/main">
            <a:off x="9582150" y="3562350"/>
            <a:ext cx="2771775" cy="7429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6" name="DP1 object 124">
            <a:extLst xmlns:a="http://schemas.openxmlformats.org/drawingml/2006/main">
              <a:ext uri="{FF2B5EF4-FFF2-40B4-BE49-F238E27FC236}">
                <a16:creationId xmlns:a16="http://schemas.microsoft.com/office/drawing/2014/main" id="{2A1B5788-884A-41BB-B33B-FD3BFAB9B2D2}"/>
              </a:ext>
            </a:extLst>
          </p:cNvPr>
          <p:cNvSpPr>
            <a:spLocks xmlns:a="http://schemas.openxmlformats.org/drawingml/2006/main" noGrp="1"/>
          </p:cNvSpPr>
          <p:nvPr/>
        </p:nvSpPr>
        <p:spPr>
          <a:xfrm xmlns:a="http://schemas.openxmlformats.org/drawingml/2006/main">
            <a:off x="9639300" y="358140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Context Manager</a:t>
            </a:r>
          </a:p>
        </p:txBody>
      </p:sp>
      <p:sp>
        <p:nvSpPr>
          <p:cNvPr id="67" name="Editable path 125">
            <a:extLst xmlns:a="http://schemas.openxmlformats.org/drawingml/2006/main">
              <a:ext uri="{FF2B5EF4-FFF2-40B4-BE49-F238E27FC236}">
                <a16:creationId xmlns:a16="http://schemas.microsoft.com/office/drawing/2014/main" id="{47640F74-3833-4ABF-B559-54C5F6A99B91}"/>
              </a:ext>
            </a:extLst>
          </p:cNvPr>
          <p:cNvSpPr>
            <a:spLocks xmlns:a="http://schemas.openxmlformats.org/drawingml/2006/main" noGrp="1"/>
          </p:cNvSpPr>
          <p:nvPr/>
        </p:nvSpPr>
        <p:spPr>
          <a:xfrm xmlns:a="http://schemas.openxmlformats.org/drawingml/2006/main">
            <a:off x="9582150" y="381952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68" name="Context Manager internal operation">
            <a:extLst xmlns:a="http://schemas.openxmlformats.org/drawingml/2006/main">
              <a:ext uri="{FF2B5EF4-FFF2-40B4-BE49-F238E27FC236}">
                <a16:creationId xmlns:a16="http://schemas.microsoft.com/office/drawing/2014/main" id="{BA2F1012-1A95-4023-B64B-AC6C80B00B48}"/>
              </a:ext>
            </a:extLst>
          </p:cNvPr>
          <p:cNvSpPr>
            <a:spLocks xmlns:a="http://schemas.openxmlformats.org/drawingml/2006/main" noGrp="1"/>
          </p:cNvSpPr>
          <p:nvPr/>
        </p:nvSpPr>
        <p:spPr>
          <a:xfrm xmlns:a="http://schemas.openxmlformats.org/drawingml/2006/main">
            <a:off x="9677400" y="3886200"/>
            <a:ext cx="2581275" cy="34290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69" name="DP1 object 126">
            <a:extLst xmlns:a="http://schemas.openxmlformats.org/drawingml/2006/main">
              <a:ext uri="{FF2B5EF4-FFF2-40B4-BE49-F238E27FC236}">
                <a16:creationId xmlns:a16="http://schemas.microsoft.com/office/drawing/2014/main" id="{23E977C7-0618-40C8-B728-55E128074542}"/>
              </a:ext>
            </a:extLst>
          </p:cNvPr>
          <p:cNvSpPr>
            <a:spLocks xmlns:a="http://schemas.openxmlformats.org/drawingml/2006/main" noGrp="1"/>
          </p:cNvSpPr>
          <p:nvPr/>
        </p:nvSpPr>
        <p:spPr>
          <a:xfrm xmlns:a="http://schemas.openxmlformats.org/drawingml/2006/main">
            <a:off x="9725025" y="3905250"/>
            <a:ext cx="2486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허용 원본 조회·구성</a:t>
            </a:r>
          </a:p>
        </p:txBody>
      </p:sp>
      <p:sp>
        <p:nvSpPr>
          <p:cNvPr id="70" name="허용 원본&#10;공통 기록">
            <a:extLst xmlns:a="http://schemas.openxmlformats.org/drawingml/2006/main">
              <a:ext uri="{FF2B5EF4-FFF2-40B4-BE49-F238E27FC236}">
                <a16:creationId xmlns:a16="http://schemas.microsoft.com/office/drawing/2014/main" id="{3DD780F5-69FC-4895-A248-F4B8FC8AECAF}"/>
              </a:ext>
            </a:extLst>
          </p:cNvPr>
          <p:cNvSpPr>
            <a:spLocks xmlns:a="http://schemas.openxmlformats.org/drawingml/2006/main" noGrp="1"/>
          </p:cNvSpPr>
          <p:nvPr/>
        </p:nvSpPr>
        <p:spPr>
          <a:xfrm xmlns:a="http://schemas.openxmlformats.org/drawingml/2006/main">
            <a:off x="7467600" y="3571875"/>
            <a:ext cx="1647825" cy="68580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71" name="DP1 object 127">
            <a:extLst xmlns:a="http://schemas.openxmlformats.org/drawingml/2006/main">
              <a:ext uri="{FF2B5EF4-FFF2-40B4-BE49-F238E27FC236}">
                <a16:creationId xmlns:a16="http://schemas.microsoft.com/office/drawing/2014/main" id="{48F1320B-18BE-4250-BFEF-653B01D19AE5}"/>
              </a:ext>
            </a:extLst>
          </p:cNvPr>
          <p:cNvSpPr>
            <a:spLocks xmlns:a="http://schemas.openxmlformats.org/drawingml/2006/main" noGrp="1"/>
          </p:cNvSpPr>
          <p:nvPr/>
        </p:nvSpPr>
        <p:spPr>
          <a:xfrm xmlns:a="http://schemas.openxmlformats.org/drawingml/2006/main">
            <a:off x="7515225" y="3676650"/>
            <a:ext cx="15525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허용 원본</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공통 기록</a:t>
            </a:r>
          </a:p>
        </p:txBody>
      </p:sp>
      <p:sp>
        <p:nvSpPr>
          <p:cNvPr id="72" name="Editable path 128">
            <a:extLst xmlns:a="http://schemas.openxmlformats.org/drawingml/2006/main">
              <a:ext uri="{FF2B5EF4-FFF2-40B4-BE49-F238E27FC236}">
                <a16:creationId xmlns:a16="http://schemas.microsoft.com/office/drawing/2014/main" id="{C0139BCD-6F40-4628-B497-2D3BB1DCC6A6}"/>
              </a:ext>
            </a:extLst>
          </p:cNvPr>
          <p:cNvSpPr>
            <a:spLocks xmlns:a="http://schemas.openxmlformats.org/drawingml/2006/main" noGrp="1"/>
          </p:cNvSpPr>
          <p:nvPr/>
        </p:nvSpPr>
        <p:spPr>
          <a:xfrm xmlns:a="http://schemas.openxmlformats.org/drawingml/2006/main">
            <a:off x="9115425" y="3905250"/>
            <a:ext cx="466725" cy="953"/>
          </a:xfrm>
          <a:custGeom xmlns:a="http://schemas.openxmlformats.org/drawingml/2006/main">
            <a:pathLst>
              <a:path w="466725" h="953">
                <a:moveTo>
                  <a:pt x="0" y="0"/>
                </a:moveTo>
                <a:lnTo>
                  <a:pt x="466725" y="0"/>
                </a:lnTo>
              </a:path>
            </a:pathLst>
          </a:custGeom>
          <a:noFill xmlns:a="http://schemas.openxmlformats.org/drawingml/2006/main"/>
          <a:ln xmlns:a="http://schemas.openxmlformats.org/drawingml/2006/main" w="22860">
            <a:solidFill>
              <a:srgbClr val="111111"/>
            </a:solidFill>
            <a:prstDash val="solid"/>
          </a:ln>
        </p:spPr>
      </p:sp>
      <p:sp>
        <p:nvSpPr>
          <p:cNvPr id="73" name="Editable arrowhead 129">
            <a:extLst xmlns:a="http://schemas.openxmlformats.org/drawingml/2006/main">
              <a:ext uri="{FF2B5EF4-FFF2-40B4-BE49-F238E27FC236}">
                <a16:creationId xmlns:a16="http://schemas.microsoft.com/office/drawing/2014/main" id="{982BB735-5D5C-4C69-8A21-4F9C964647C5}"/>
              </a:ext>
            </a:extLst>
          </p:cNvPr>
          <p:cNvSpPr>
            <a:spLocks xmlns:a="http://schemas.openxmlformats.org/drawingml/2006/main" noGrp="1"/>
          </p:cNvSpPr>
          <p:nvPr/>
        </p:nvSpPr>
        <p:spPr>
          <a:xfrm xmlns:a="http://schemas.openxmlformats.org/drawingml/2006/main">
            <a:off x="9486900" y="38576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4" name="Editable path 130">
            <a:extLst xmlns:a="http://schemas.openxmlformats.org/drawingml/2006/main">
              <a:ext uri="{FF2B5EF4-FFF2-40B4-BE49-F238E27FC236}">
                <a16:creationId xmlns:a16="http://schemas.microsoft.com/office/drawing/2014/main" id="{E8627654-4102-4856-9C13-CBB1AFB14A4A}"/>
              </a:ext>
            </a:extLst>
          </p:cNvPr>
          <p:cNvSpPr>
            <a:spLocks xmlns:a="http://schemas.openxmlformats.org/drawingml/2006/main" noGrp="1"/>
          </p:cNvSpPr>
          <p:nvPr/>
        </p:nvSpPr>
        <p:spPr>
          <a:xfrm xmlns:a="http://schemas.openxmlformats.org/drawingml/2006/main">
            <a:off x="10972800" y="4305300"/>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21908">
            <a:solidFill>
              <a:srgbClr val="111111"/>
            </a:solidFill>
            <a:prstDash val="solid"/>
          </a:ln>
        </p:spPr>
      </p:sp>
      <p:sp>
        <p:nvSpPr>
          <p:cNvPr id="75" name="Editable arrowhead 131">
            <a:extLst xmlns:a="http://schemas.openxmlformats.org/drawingml/2006/main">
              <a:ext uri="{FF2B5EF4-FFF2-40B4-BE49-F238E27FC236}">
                <a16:creationId xmlns:a16="http://schemas.microsoft.com/office/drawing/2014/main" id="{BF3B3721-2235-40A5-8E3B-C0206F17EDA1}"/>
              </a:ext>
            </a:extLst>
          </p:cNvPr>
          <p:cNvSpPr>
            <a:spLocks xmlns:a="http://schemas.openxmlformats.org/drawingml/2006/main" noGrp="1"/>
          </p:cNvSpPr>
          <p:nvPr/>
        </p:nvSpPr>
        <p:spPr>
          <a:xfrm xmlns:a="http://schemas.openxmlformats.org/drawingml/2006/main">
            <a:off x="10925175" y="43434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6" name="임시 근거 묶음 (요청 수명)">
            <a:extLst xmlns:a="http://schemas.openxmlformats.org/drawingml/2006/main">
              <a:ext uri="{FF2B5EF4-FFF2-40B4-BE49-F238E27FC236}">
                <a16:creationId xmlns:a16="http://schemas.microsoft.com/office/drawing/2014/main" id="{FE92893F-AA6A-4D3F-9FA6-EC0579D47C59}"/>
              </a:ext>
            </a:extLst>
          </p:cNvPr>
          <p:cNvSpPr>
            <a:spLocks xmlns:a="http://schemas.openxmlformats.org/drawingml/2006/main" noGrp="1"/>
          </p:cNvSpPr>
          <p:nvPr/>
        </p:nvSpPr>
        <p:spPr>
          <a:xfrm xmlns:a="http://schemas.openxmlformats.org/drawingml/2006/main">
            <a:off x="9582150" y="4438650"/>
            <a:ext cx="277177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77" name="DP1 object 132">
            <a:extLst xmlns:a="http://schemas.openxmlformats.org/drawingml/2006/main">
              <a:ext uri="{FF2B5EF4-FFF2-40B4-BE49-F238E27FC236}">
                <a16:creationId xmlns:a16="http://schemas.microsoft.com/office/drawing/2014/main" id="{07F978FD-1C2C-4EDE-8C73-572EB6190CBB}"/>
              </a:ext>
            </a:extLst>
          </p:cNvPr>
          <p:cNvSpPr>
            <a:spLocks xmlns:a="http://schemas.openxmlformats.org/drawingml/2006/main" noGrp="1"/>
          </p:cNvSpPr>
          <p:nvPr/>
        </p:nvSpPr>
        <p:spPr>
          <a:xfrm xmlns:a="http://schemas.openxmlformats.org/drawingml/2006/main">
            <a:off x="9629775" y="4543425"/>
            <a:ext cx="2676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임시 근거 묶음 (요청 수명)</a:t>
            </a:r>
          </a:p>
        </p:txBody>
      </p:sp>
      <p:sp>
        <p:nvSpPr>
          <p:cNvPr id="78" name="Editable path 133">
            <a:extLst xmlns:a="http://schemas.openxmlformats.org/drawingml/2006/main">
              <a:ext uri="{FF2B5EF4-FFF2-40B4-BE49-F238E27FC236}">
                <a16:creationId xmlns:a16="http://schemas.microsoft.com/office/drawing/2014/main" id="{94F93432-C6F5-4D99-A823-AB1D24FA5784}"/>
              </a:ext>
            </a:extLst>
          </p:cNvPr>
          <p:cNvSpPr>
            <a:spLocks xmlns:a="http://schemas.openxmlformats.org/drawingml/2006/main" noGrp="1"/>
          </p:cNvSpPr>
          <p:nvPr/>
        </p:nvSpPr>
        <p:spPr>
          <a:xfrm xmlns:a="http://schemas.openxmlformats.org/drawingml/2006/main">
            <a:off x="10972800" y="4895850"/>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21908">
            <a:solidFill>
              <a:srgbClr val="111111"/>
            </a:solidFill>
            <a:prstDash val="solid"/>
          </a:ln>
        </p:spPr>
      </p:sp>
      <p:sp>
        <p:nvSpPr>
          <p:cNvPr id="79" name="Editable arrowhead 134">
            <a:extLst xmlns:a="http://schemas.openxmlformats.org/drawingml/2006/main">
              <a:ext uri="{FF2B5EF4-FFF2-40B4-BE49-F238E27FC236}">
                <a16:creationId xmlns:a16="http://schemas.microsoft.com/office/drawing/2014/main" id="{C6EDBE82-DF78-41DF-A533-87C114996122}"/>
              </a:ext>
            </a:extLst>
          </p:cNvPr>
          <p:cNvSpPr>
            <a:spLocks xmlns:a="http://schemas.openxmlformats.org/drawingml/2006/main" noGrp="1"/>
          </p:cNvSpPr>
          <p:nvPr/>
        </p:nvSpPr>
        <p:spPr>
          <a:xfrm xmlns:a="http://schemas.openxmlformats.org/drawingml/2006/main">
            <a:off x="10925175" y="49339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0" name="Request Interpreter Component">
            <a:extLst xmlns:a="http://schemas.openxmlformats.org/drawingml/2006/main">
              <a:ext uri="{FF2B5EF4-FFF2-40B4-BE49-F238E27FC236}">
                <a16:creationId xmlns:a16="http://schemas.microsoft.com/office/drawing/2014/main" id="{C4ABC64F-5834-4C40-A0B3-DC7A729E5371}"/>
              </a:ext>
            </a:extLst>
          </p:cNvPr>
          <p:cNvSpPr>
            <a:spLocks xmlns:a="http://schemas.openxmlformats.org/drawingml/2006/main" noGrp="1"/>
          </p:cNvSpPr>
          <p:nvPr/>
        </p:nvSpPr>
        <p:spPr>
          <a:xfrm xmlns:a="http://schemas.openxmlformats.org/drawingml/2006/main">
            <a:off x="9582150" y="5029200"/>
            <a:ext cx="2771775" cy="6096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81" name="DP1 object 135">
            <a:extLst xmlns:a="http://schemas.openxmlformats.org/drawingml/2006/main">
              <a:ext uri="{FF2B5EF4-FFF2-40B4-BE49-F238E27FC236}">
                <a16:creationId xmlns:a16="http://schemas.microsoft.com/office/drawing/2014/main" id="{BB8CF609-7A6F-4180-8CF5-C7D138300107}"/>
              </a:ext>
            </a:extLst>
          </p:cNvPr>
          <p:cNvSpPr>
            <a:spLocks xmlns:a="http://schemas.openxmlformats.org/drawingml/2006/main" noGrp="1"/>
          </p:cNvSpPr>
          <p:nvPr/>
        </p:nvSpPr>
        <p:spPr>
          <a:xfrm xmlns:a="http://schemas.openxmlformats.org/drawingml/2006/main">
            <a:off x="9639300" y="504825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Interpreter</a:t>
            </a:r>
          </a:p>
        </p:txBody>
      </p:sp>
      <p:sp>
        <p:nvSpPr>
          <p:cNvPr id="82" name="Editable path 136">
            <a:extLst xmlns:a="http://schemas.openxmlformats.org/drawingml/2006/main">
              <a:ext uri="{FF2B5EF4-FFF2-40B4-BE49-F238E27FC236}">
                <a16:creationId xmlns:a16="http://schemas.microsoft.com/office/drawing/2014/main" id="{652E96E4-8C2F-4F5F-906C-CB4117095E58}"/>
              </a:ext>
            </a:extLst>
          </p:cNvPr>
          <p:cNvSpPr>
            <a:spLocks xmlns:a="http://schemas.openxmlformats.org/drawingml/2006/main" noGrp="1"/>
          </p:cNvSpPr>
          <p:nvPr/>
        </p:nvSpPr>
        <p:spPr>
          <a:xfrm xmlns:a="http://schemas.openxmlformats.org/drawingml/2006/main">
            <a:off x="9582150" y="528637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83" name="Request Interpreter internal operation">
            <a:extLst xmlns:a="http://schemas.openxmlformats.org/drawingml/2006/main">
              <a:ext uri="{FF2B5EF4-FFF2-40B4-BE49-F238E27FC236}">
                <a16:creationId xmlns:a16="http://schemas.microsoft.com/office/drawing/2014/main" id="{6376FE80-1C52-403F-BAAD-A8438E133B8D}"/>
              </a:ext>
            </a:extLst>
          </p:cNvPr>
          <p:cNvSpPr>
            <a:spLocks xmlns:a="http://schemas.openxmlformats.org/drawingml/2006/main" noGrp="1"/>
          </p:cNvSpPr>
          <p:nvPr/>
        </p:nvSpPr>
        <p:spPr>
          <a:xfrm xmlns:a="http://schemas.openxmlformats.org/drawingml/2006/main">
            <a:off x="9677400" y="5353050"/>
            <a:ext cx="2581275" cy="20955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84" name="DP1 object 137">
            <a:extLst xmlns:a="http://schemas.openxmlformats.org/drawingml/2006/main">
              <a:ext uri="{FF2B5EF4-FFF2-40B4-BE49-F238E27FC236}">
                <a16:creationId xmlns:a16="http://schemas.microsoft.com/office/drawing/2014/main" id="{98613F3B-F7D2-4C83-9AD4-00D6B0375317}"/>
              </a:ext>
            </a:extLst>
          </p:cNvPr>
          <p:cNvSpPr>
            <a:spLocks xmlns:a="http://schemas.openxmlformats.org/drawingml/2006/main" noGrp="1"/>
          </p:cNvSpPr>
          <p:nvPr/>
        </p:nvSpPr>
        <p:spPr>
          <a:xfrm xmlns:a="http://schemas.openxmlformats.org/drawingml/2006/main">
            <a:off x="9725025" y="5372100"/>
            <a:ext cx="24860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현재 의미 제안</a:t>
            </a:r>
          </a:p>
        </p:txBody>
      </p:sp>
      <p:sp>
        <p:nvSpPr>
          <p:cNvPr id="85" name="Editable path 138">
            <a:extLst xmlns:a="http://schemas.openxmlformats.org/drawingml/2006/main">
              <a:ext uri="{FF2B5EF4-FFF2-40B4-BE49-F238E27FC236}">
                <a16:creationId xmlns:a16="http://schemas.microsoft.com/office/drawing/2014/main" id="{1CF19A9E-345A-4D5A-AC44-F3325EDBCEF9}"/>
              </a:ext>
            </a:extLst>
          </p:cNvPr>
          <p:cNvSpPr>
            <a:spLocks xmlns:a="http://schemas.openxmlformats.org/drawingml/2006/main" noGrp="1"/>
          </p:cNvSpPr>
          <p:nvPr/>
        </p:nvSpPr>
        <p:spPr>
          <a:xfrm xmlns:a="http://schemas.openxmlformats.org/drawingml/2006/main">
            <a:off x="9248775" y="3019425"/>
            <a:ext cx="333375" cy="2476500"/>
          </a:xfrm>
          <a:custGeom xmlns:a="http://schemas.openxmlformats.org/drawingml/2006/main">
            <a:pathLst>
              <a:path w="333375" h="2476500">
                <a:moveTo>
                  <a:pt x="152400" y="2476500"/>
                </a:moveTo>
                <a:lnTo>
                  <a:pt x="0" y="2476500"/>
                </a:lnTo>
                <a:lnTo>
                  <a:pt x="0" y="0"/>
                </a:lnTo>
                <a:lnTo>
                  <a:pt x="333375" y="0"/>
                </a:lnTo>
              </a:path>
            </a:pathLst>
          </a:custGeom>
          <a:noFill xmlns:a="http://schemas.openxmlformats.org/drawingml/2006/main"/>
          <a:ln xmlns:a="http://schemas.openxmlformats.org/drawingml/2006/main" w="17145">
            <a:solidFill>
              <a:srgbClr val="98999B"/>
            </a:solidFill>
            <a:prstDash val="dash"/>
          </a:ln>
        </p:spPr>
      </p:sp>
      <p:sp>
        <p:nvSpPr>
          <p:cNvPr id="86" name="Editable arrowhead 139">
            <a:extLst xmlns:a="http://schemas.openxmlformats.org/drawingml/2006/main">
              <a:ext uri="{FF2B5EF4-FFF2-40B4-BE49-F238E27FC236}">
                <a16:creationId xmlns:a16="http://schemas.microsoft.com/office/drawing/2014/main" id="{3C8A0C4F-BD6A-484C-8B92-49838B75201E}"/>
              </a:ext>
            </a:extLst>
          </p:cNvPr>
          <p:cNvSpPr>
            <a:spLocks xmlns:a="http://schemas.openxmlformats.org/drawingml/2006/main" noGrp="1"/>
          </p:cNvSpPr>
          <p:nvPr/>
        </p:nvSpPr>
        <p:spPr>
          <a:xfrm xmlns:a="http://schemas.openxmlformats.org/drawingml/2006/main">
            <a:off x="9486900" y="29718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98999B"/>
          </a:solidFill>
          <a:ln xmlns:a="http://schemas.openxmlformats.org/drawingml/2006/main" w="5715">
            <a:solidFill>
              <a:srgbClr val="98999B"/>
            </a:solidFill>
            <a:prstDash val="solid"/>
          </a:ln>
        </p:spPr>
      </p:sp>
      <p:sp>
        <p:nvSpPr>
          <p:cNvPr id="87" name="DP1 object 140">
            <a:extLst xmlns:a="http://schemas.openxmlformats.org/drawingml/2006/main">
              <a:ext uri="{FF2B5EF4-FFF2-40B4-BE49-F238E27FC236}">
                <a16:creationId xmlns:a16="http://schemas.microsoft.com/office/drawing/2014/main" id="{3B242D66-043E-4D4A-9688-C88856C5CB0E}"/>
              </a:ext>
            </a:extLst>
          </p:cNvPr>
          <p:cNvSpPr>
            <a:spLocks xmlns:a="http://schemas.openxmlformats.org/drawingml/2006/main" noGrp="1"/>
          </p:cNvSpPr>
          <p:nvPr/>
        </p:nvSpPr>
        <p:spPr>
          <a:xfrm xmlns:a="http://schemas.openxmlformats.org/drawingml/2006/main">
            <a:off x="7477125" y="4429125"/>
            <a:ext cx="1638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다음 요청도</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새로 구성</a:t>
            </a:r>
          </a:p>
        </p:txBody>
      </p:sp>
      <p:sp>
        <p:nvSpPr>
          <p:cNvPr id="88" name="DP1 object 141">
            <a:extLst xmlns:a="http://schemas.openxmlformats.org/drawingml/2006/main">
              <a:ext uri="{FF2B5EF4-FFF2-40B4-BE49-F238E27FC236}">
                <a16:creationId xmlns:a16="http://schemas.microsoft.com/office/drawing/2014/main" id="{A8FCC139-C0EB-47E2-8FCC-37078A9847DB}"/>
              </a:ext>
            </a:extLst>
          </p:cNvPr>
          <p:cNvSpPr>
            <a:spLocks xmlns:a="http://schemas.openxmlformats.org/drawingml/2006/main" noGrp="1"/>
          </p:cNvSpPr>
          <p:nvPr/>
        </p:nvSpPr>
        <p:spPr>
          <a:xfrm xmlns:a="http://schemas.openxmlformats.org/drawingml/2006/main">
            <a:off x="7477125" y="5162550"/>
            <a:ext cx="166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C00000"/>
                </a:solidFill>
                <a:latin typeface="Apple SD Gothic Neo"/>
                <a:ea typeface="Apple SD Gothic Neo"/>
                <a:cs typeface="Apple SD Gothic Neo"/>
              </a:defRPr>
            </a:defPPr>
            <a:lvl1pPr algn="ctr">
              <a:defRPr sz="1575" b="1">
                <a:solidFill>
                  <a:srgbClr val="C00000"/>
                </a:solidFill>
                <a:latin typeface="Apple SD Gothic Neo"/>
                <a:ea typeface="Apple SD Gothic Neo"/>
                <a:cs typeface="Apple SD Gothic Neo"/>
              </a:defRPr>
            </a:lvl1pPr>
            <a:lvl2pPr algn="ctr">
              <a:defRPr sz="1575" b="1">
                <a:solidFill>
                  <a:srgbClr val="C00000"/>
                </a:solidFill>
                <a:latin typeface="Apple SD Gothic Neo"/>
                <a:ea typeface="Apple SD Gothic Neo"/>
                <a:cs typeface="Apple SD Gothic Neo"/>
              </a:defRPr>
            </a:lvl2pPr>
            <a:lvl3pPr algn="ctr">
              <a:defRPr sz="1575" b="1">
                <a:solidFill>
                  <a:srgbClr val="C00000"/>
                </a:solidFill>
                <a:latin typeface="Apple SD Gothic Neo"/>
                <a:ea typeface="Apple SD Gothic Neo"/>
                <a:cs typeface="Apple SD Gothic Neo"/>
              </a:defRPr>
            </a:lvl3pPr>
            <a:lvl4pPr algn="ctr">
              <a:defRPr sz="1575" b="1">
                <a:solidFill>
                  <a:srgbClr val="C00000"/>
                </a:solidFill>
                <a:latin typeface="Apple SD Gothic Neo"/>
                <a:ea typeface="Apple SD Gothic Neo"/>
                <a:cs typeface="Apple SD Gothic Neo"/>
              </a:defRPr>
            </a:lvl4pPr>
            <a:lvl5pPr algn="ctr">
              <a:defRPr sz="1575" b="1">
                <a:solidFill>
                  <a:srgbClr val="C00000"/>
                </a:solidFill>
                <a:latin typeface="Apple SD Gothic Neo"/>
                <a:ea typeface="Apple SD Gothic Neo"/>
                <a:cs typeface="Apple SD Gothic Neo"/>
              </a:defRPr>
            </a:lvl5pPr>
            <a:lvl6pPr algn="ctr">
              <a:defRPr sz="1575" b="1">
                <a:solidFill>
                  <a:srgbClr val="C00000"/>
                </a:solidFill>
                <a:latin typeface="Apple SD Gothic Neo"/>
                <a:ea typeface="Apple SD Gothic Neo"/>
                <a:cs typeface="Apple SD Gothic Neo"/>
              </a:defRPr>
            </a:lvl6pPr>
            <a:lvl7pPr algn="ctr">
              <a:defRPr sz="1575" b="1">
                <a:solidFill>
                  <a:srgbClr val="C00000"/>
                </a:solidFill>
                <a:latin typeface="Apple SD Gothic Neo"/>
                <a:ea typeface="Apple SD Gothic Neo"/>
                <a:cs typeface="Apple SD Gothic Neo"/>
              </a:defRPr>
            </a:lvl7pPr>
            <a:lvl8pPr algn="ctr">
              <a:defRPr sz="1575" b="1">
                <a:solidFill>
                  <a:srgbClr val="C00000"/>
                </a:solidFill>
                <a:latin typeface="Apple SD Gothic Neo"/>
                <a:ea typeface="Apple SD Gothic Neo"/>
                <a:cs typeface="Apple SD Gothic Neo"/>
              </a:defRPr>
            </a:lvl8pPr>
            <a:lvl9pPr algn="ctr">
              <a:defRPr sz="1575" b="1">
                <a:solidFill>
                  <a:srgbClr val="C00000"/>
                </a:solidFill>
                <a:latin typeface="Apple SD Gothic Neo"/>
                <a:ea typeface="Apple SD Gothic Neo"/>
                <a:cs typeface="Apple SD Gothic Neo"/>
              </a:defRPr>
            </a:lvl9pPr>
          </a:lstStyle>
          <a:p xmlns:a="http://schemas.openxmlformats.org/drawingml/2006/main">
            <a:pPr algn="ctr">
              <a:defRPr sz="1575" b="1">
                <a:solidFill>
                  <a:srgbClr val="C00000"/>
                </a:solidFill>
                <a:latin typeface="Apple SD Gothic Neo"/>
                <a:ea typeface="Apple SD Gothic Neo"/>
                <a:cs typeface="Apple SD Gothic Neo"/>
              </a:defRPr>
            </a:pPr>
            <a:r>
              <a:rPr sz="1575" b="1">
                <a:solidFill>
                  <a:srgbClr val="C00000"/>
                </a:solidFill>
                <a:latin typeface="Apple SD Gothic Neo"/>
                <a:ea typeface="Apple SD Gothic Neo"/>
                <a:cs typeface="Apple SD Gothic Neo"/>
              </a:rPr>
              <a:t>종료 시</a:t>
            </a:r>
          </a:p>
          <a:p xmlns:a="http://schemas.openxmlformats.org/drawingml/2006/main">
            <a:pPr algn="ctr">
              <a:defRPr sz="1575" b="1">
                <a:solidFill>
                  <a:srgbClr val="C00000"/>
                </a:solidFill>
                <a:latin typeface="Apple SD Gothic Neo"/>
                <a:ea typeface="Apple SD Gothic Neo"/>
                <a:cs typeface="Apple SD Gothic Neo"/>
              </a:defRPr>
            </a:pPr>
            <a:r>
              <a:rPr sz="1575" b="1">
                <a:solidFill>
                  <a:srgbClr val="C00000"/>
                </a:solidFill>
                <a:latin typeface="Apple SD Gothic Neo"/>
                <a:ea typeface="Apple SD Gothic Neo"/>
                <a:cs typeface="Apple SD Gothic Neo"/>
              </a:rPr>
              <a:t>추가 묶음 해제</a:t>
            </a:r>
          </a:p>
        </p:txBody>
      </p:sp>
      <p:sp>
        <p:nvSpPr>
          <p:cNvPr id="89" name="DP1 object 142">
            <a:extLst xmlns:a="http://schemas.openxmlformats.org/drawingml/2006/main">
              <a:ext uri="{FF2B5EF4-FFF2-40B4-BE49-F238E27FC236}">
                <a16:creationId xmlns:a16="http://schemas.microsoft.com/office/drawing/2014/main" id="{FA031CCD-AC29-458C-B74A-305A9BAB2F17}"/>
              </a:ext>
            </a:extLst>
          </p:cNvPr>
          <p:cNvSpPr>
            <a:spLocks xmlns:a="http://schemas.openxmlformats.org/drawingml/2006/main" noGrp="1"/>
          </p:cNvSpPr>
          <p:nvPr/>
        </p:nvSpPr>
        <p:spPr>
          <a:xfrm xmlns:a="http://schemas.openxmlformats.org/drawingml/2006/main">
            <a:off x="12744450" y="229552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요청 밖에서 생산하고 요청 시 조회</a:t>
            </a:r>
          </a:p>
        </p:txBody>
      </p:sp>
      <p:sp>
        <p:nvSpPr>
          <p:cNvPr id="90" name="허용 원본&#10;확정 변경">
            <a:extLst xmlns:a="http://schemas.openxmlformats.org/drawingml/2006/main">
              <a:ext uri="{FF2B5EF4-FFF2-40B4-BE49-F238E27FC236}">
                <a16:creationId xmlns:a16="http://schemas.microsoft.com/office/drawing/2014/main" id="{3CA84A2A-9C1A-46F9-8CE3-D01BBE6AE4BA}"/>
              </a:ext>
            </a:extLst>
          </p:cNvPr>
          <p:cNvSpPr>
            <a:spLocks xmlns:a="http://schemas.openxmlformats.org/drawingml/2006/main" noGrp="1"/>
          </p:cNvSpPr>
          <p:nvPr/>
        </p:nvSpPr>
        <p:spPr>
          <a:xfrm xmlns:a="http://schemas.openxmlformats.org/drawingml/2006/main">
            <a:off x="12839700" y="3086100"/>
            <a:ext cx="1543050" cy="65722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91" name="DP1 object 143">
            <a:extLst xmlns:a="http://schemas.openxmlformats.org/drawingml/2006/main">
              <a:ext uri="{FF2B5EF4-FFF2-40B4-BE49-F238E27FC236}">
                <a16:creationId xmlns:a16="http://schemas.microsoft.com/office/drawing/2014/main" id="{D4EEA403-C4C0-4797-9730-8DB0F0A83EB0}"/>
              </a:ext>
            </a:extLst>
          </p:cNvPr>
          <p:cNvSpPr>
            <a:spLocks xmlns:a="http://schemas.openxmlformats.org/drawingml/2006/main" noGrp="1"/>
          </p:cNvSpPr>
          <p:nvPr/>
        </p:nvSpPr>
        <p:spPr>
          <a:xfrm xmlns:a="http://schemas.openxmlformats.org/drawingml/2006/main">
            <a:off x="12887325" y="3190875"/>
            <a:ext cx="1447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허용 원본</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확정 변경</a:t>
            </a:r>
          </a:p>
        </p:txBody>
      </p:sp>
      <p:sp>
        <p:nvSpPr>
          <p:cNvPr id="92" name="Context Manager production Component">
            <a:extLst xmlns:a="http://schemas.openxmlformats.org/drawingml/2006/main">
              <a:ext uri="{FF2B5EF4-FFF2-40B4-BE49-F238E27FC236}">
                <a16:creationId xmlns:a16="http://schemas.microsoft.com/office/drawing/2014/main" id="{2332BFF7-2C5A-4B9A-9EEE-72D8D2134DAE}"/>
              </a:ext>
            </a:extLst>
          </p:cNvPr>
          <p:cNvSpPr>
            <a:spLocks xmlns:a="http://schemas.openxmlformats.org/drawingml/2006/main" noGrp="1"/>
          </p:cNvSpPr>
          <p:nvPr/>
        </p:nvSpPr>
        <p:spPr>
          <a:xfrm xmlns:a="http://schemas.openxmlformats.org/drawingml/2006/main">
            <a:off x="14658975" y="2647950"/>
            <a:ext cx="3190875" cy="16573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93" name="DP1 object 144">
            <a:extLst xmlns:a="http://schemas.openxmlformats.org/drawingml/2006/main">
              <a:ext uri="{FF2B5EF4-FFF2-40B4-BE49-F238E27FC236}">
                <a16:creationId xmlns:a16="http://schemas.microsoft.com/office/drawing/2014/main" id="{CAD0DC31-CF82-4612-ADE4-EB1CA9CF3000}"/>
              </a:ext>
            </a:extLst>
          </p:cNvPr>
          <p:cNvSpPr>
            <a:spLocks xmlns:a="http://schemas.openxmlformats.org/drawingml/2006/main" noGrp="1"/>
          </p:cNvSpPr>
          <p:nvPr/>
        </p:nvSpPr>
        <p:spPr>
          <a:xfrm xmlns:a="http://schemas.openxmlformats.org/drawingml/2006/main">
            <a:off x="14735175" y="2686050"/>
            <a:ext cx="30384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Context Manager</a:t>
            </a:r>
          </a:p>
        </p:txBody>
      </p:sp>
      <p:sp>
        <p:nvSpPr>
          <p:cNvPr id="94" name="Editable path 145">
            <a:extLst xmlns:a="http://schemas.openxmlformats.org/drawingml/2006/main">
              <a:ext uri="{FF2B5EF4-FFF2-40B4-BE49-F238E27FC236}">
                <a16:creationId xmlns:a16="http://schemas.microsoft.com/office/drawing/2014/main" id="{DC53ACA6-53A5-417E-BC35-EA7989548A3D}"/>
              </a:ext>
            </a:extLst>
          </p:cNvPr>
          <p:cNvSpPr>
            <a:spLocks xmlns:a="http://schemas.openxmlformats.org/drawingml/2006/main" noGrp="1"/>
          </p:cNvSpPr>
          <p:nvPr/>
        </p:nvSpPr>
        <p:spPr>
          <a:xfrm xmlns:a="http://schemas.openxmlformats.org/drawingml/2006/main">
            <a:off x="14658975" y="3009900"/>
            <a:ext cx="3190875" cy="953"/>
          </a:xfrm>
          <a:custGeom xmlns:a="http://schemas.openxmlformats.org/drawingml/2006/main">
            <a:pathLst>
              <a:path w="3190875" h="953">
                <a:moveTo>
                  <a:pt x="0" y="0"/>
                </a:moveTo>
                <a:lnTo>
                  <a:pt x="3190875" y="0"/>
                </a:lnTo>
              </a:path>
            </a:pathLst>
          </a:custGeom>
          <a:noFill xmlns:a="http://schemas.openxmlformats.org/drawingml/2006/main"/>
          <a:ln xmlns:a="http://schemas.openxmlformats.org/drawingml/2006/main" w="14288">
            <a:solidFill>
              <a:srgbClr val="111111"/>
            </a:solidFill>
            <a:prstDash val="solid"/>
          </a:ln>
        </p:spPr>
      </p:sp>
      <p:sp>
        <p:nvSpPr>
          <p:cNvPr id="95" name="DP1 object 146">
            <a:extLst xmlns:a="http://schemas.openxmlformats.org/drawingml/2006/main">
              <a:ext uri="{FF2B5EF4-FFF2-40B4-BE49-F238E27FC236}">
                <a16:creationId xmlns:a16="http://schemas.microsoft.com/office/drawing/2014/main" id="{17054DB6-B6F3-42CC-85C7-D0097F239CF7}"/>
              </a:ext>
            </a:extLst>
          </p:cNvPr>
          <p:cNvSpPr>
            <a:spLocks xmlns:a="http://schemas.openxmlformats.org/drawingml/2006/main" noGrp="1"/>
          </p:cNvSpPr>
          <p:nvPr/>
        </p:nvSpPr>
        <p:spPr>
          <a:xfrm xmlns:a="http://schemas.openxmlformats.org/drawingml/2006/main">
            <a:off x="14744700" y="3048000"/>
            <a:ext cx="3019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독립 생산 (요청과 별개)</a:t>
            </a:r>
          </a:p>
        </p:txBody>
      </p:sp>
      <p:sp>
        <p:nvSpPr>
          <p:cNvPr id="96" name="Independent evidence production internal operation">
            <a:extLst xmlns:a="http://schemas.openxmlformats.org/drawingml/2006/main">
              <a:ext uri="{FF2B5EF4-FFF2-40B4-BE49-F238E27FC236}">
                <a16:creationId xmlns:a16="http://schemas.microsoft.com/office/drawing/2014/main" id="{C9D3A7D6-C5E8-4FC2-BDD0-0CA21286FD11}"/>
              </a:ext>
            </a:extLst>
          </p:cNvPr>
          <p:cNvSpPr>
            <a:spLocks xmlns:a="http://schemas.openxmlformats.org/drawingml/2006/main" noGrp="1"/>
          </p:cNvSpPr>
          <p:nvPr/>
        </p:nvSpPr>
        <p:spPr>
          <a:xfrm xmlns:a="http://schemas.openxmlformats.org/drawingml/2006/main">
            <a:off x="14773275" y="3371850"/>
            <a:ext cx="1628775" cy="75247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97" name="DP1 object 147">
            <a:extLst xmlns:a="http://schemas.openxmlformats.org/drawingml/2006/main">
              <a:ext uri="{FF2B5EF4-FFF2-40B4-BE49-F238E27FC236}">
                <a16:creationId xmlns:a16="http://schemas.microsoft.com/office/drawing/2014/main" id="{6F496E76-51CB-4462-A4A6-815621297D86}"/>
              </a:ext>
            </a:extLst>
          </p:cNvPr>
          <p:cNvSpPr>
            <a:spLocks xmlns:a="http://schemas.openxmlformats.org/drawingml/2006/main" noGrp="1"/>
          </p:cNvSpPr>
          <p:nvPr/>
        </p:nvSpPr>
        <p:spPr>
          <a:xfrm xmlns:a="http://schemas.openxmlformats.org/drawingml/2006/main">
            <a:off x="14830425" y="3438525"/>
            <a:ext cx="15144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관계 생산</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검증·게시</a:t>
            </a:r>
          </a:p>
        </p:txBody>
      </p:sp>
      <p:sp>
        <p:nvSpPr>
          <p:cNvPr id="98" name="게시 근거">
            <a:extLst xmlns:a="http://schemas.openxmlformats.org/drawingml/2006/main">
              <a:ext uri="{FF2B5EF4-FFF2-40B4-BE49-F238E27FC236}">
                <a16:creationId xmlns:a16="http://schemas.microsoft.com/office/drawing/2014/main" id="{D6DD46DF-9A5C-40C2-AFCA-96D27D747594}"/>
              </a:ext>
            </a:extLst>
          </p:cNvPr>
          <p:cNvSpPr>
            <a:spLocks xmlns:a="http://schemas.openxmlformats.org/drawingml/2006/main" noGrp="1"/>
          </p:cNvSpPr>
          <p:nvPr/>
        </p:nvSpPr>
        <p:spPr>
          <a:xfrm xmlns:a="http://schemas.openxmlformats.org/drawingml/2006/main">
            <a:off x="16602075" y="3429000"/>
            <a:ext cx="1133475" cy="61912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99" name="DP1 object 148">
            <a:extLst xmlns:a="http://schemas.openxmlformats.org/drawingml/2006/main">
              <a:ext uri="{FF2B5EF4-FFF2-40B4-BE49-F238E27FC236}">
                <a16:creationId xmlns:a16="http://schemas.microsoft.com/office/drawing/2014/main" id="{AA37775B-77AE-4191-903B-EA39237F0C60}"/>
              </a:ext>
            </a:extLst>
          </p:cNvPr>
          <p:cNvSpPr>
            <a:spLocks xmlns:a="http://schemas.openxmlformats.org/drawingml/2006/main" noGrp="1"/>
          </p:cNvSpPr>
          <p:nvPr/>
        </p:nvSpPr>
        <p:spPr>
          <a:xfrm xmlns:a="http://schemas.openxmlformats.org/drawingml/2006/main">
            <a:off x="16649700" y="3533775"/>
            <a:ext cx="10382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게시 근거</a:t>
            </a:r>
          </a:p>
        </p:txBody>
      </p:sp>
      <p:sp>
        <p:nvSpPr>
          <p:cNvPr id="100" name="Editable path 149">
            <a:extLst xmlns:a="http://schemas.openxmlformats.org/drawingml/2006/main">
              <a:ext uri="{FF2B5EF4-FFF2-40B4-BE49-F238E27FC236}">
                <a16:creationId xmlns:a16="http://schemas.microsoft.com/office/drawing/2014/main" id="{1564890A-6133-49D0-908D-E39379B8ED9F}"/>
              </a:ext>
            </a:extLst>
          </p:cNvPr>
          <p:cNvSpPr>
            <a:spLocks xmlns:a="http://schemas.openxmlformats.org/drawingml/2006/main" noGrp="1"/>
          </p:cNvSpPr>
          <p:nvPr/>
        </p:nvSpPr>
        <p:spPr>
          <a:xfrm xmlns:a="http://schemas.openxmlformats.org/drawingml/2006/main">
            <a:off x="14382750" y="3419475"/>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1908">
            <a:solidFill>
              <a:srgbClr val="111111"/>
            </a:solidFill>
            <a:prstDash val="solid"/>
          </a:ln>
        </p:spPr>
      </p:sp>
      <p:sp>
        <p:nvSpPr>
          <p:cNvPr id="101" name="Editable arrowhead 150">
            <a:extLst xmlns:a="http://schemas.openxmlformats.org/drawingml/2006/main">
              <a:ext uri="{FF2B5EF4-FFF2-40B4-BE49-F238E27FC236}">
                <a16:creationId xmlns:a16="http://schemas.microsoft.com/office/drawing/2014/main" id="{B4438946-A619-468D-9E90-A6AEE46868FE}"/>
              </a:ext>
            </a:extLst>
          </p:cNvPr>
          <p:cNvSpPr>
            <a:spLocks xmlns:a="http://schemas.openxmlformats.org/drawingml/2006/main" noGrp="1"/>
          </p:cNvSpPr>
          <p:nvPr/>
        </p:nvSpPr>
        <p:spPr>
          <a:xfrm xmlns:a="http://schemas.openxmlformats.org/drawingml/2006/main">
            <a:off x="14563725" y="33718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2" name="Editable path 151">
            <a:extLst xmlns:a="http://schemas.openxmlformats.org/drawingml/2006/main">
              <a:ext uri="{FF2B5EF4-FFF2-40B4-BE49-F238E27FC236}">
                <a16:creationId xmlns:a16="http://schemas.microsoft.com/office/drawing/2014/main" id="{BFBCA895-7CC0-4126-8F3A-5077BF4601D7}"/>
              </a:ext>
            </a:extLst>
          </p:cNvPr>
          <p:cNvSpPr>
            <a:spLocks xmlns:a="http://schemas.openxmlformats.org/drawingml/2006/main" noGrp="1"/>
          </p:cNvSpPr>
          <p:nvPr/>
        </p:nvSpPr>
        <p:spPr>
          <a:xfrm xmlns:a="http://schemas.openxmlformats.org/drawingml/2006/main">
            <a:off x="16402050" y="3743325"/>
            <a:ext cx="200025" cy="953"/>
          </a:xfrm>
          <a:custGeom xmlns:a="http://schemas.openxmlformats.org/drawingml/2006/main">
            <a:pathLst>
              <a:path w="200025" h="953">
                <a:moveTo>
                  <a:pt x="0" y="0"/>
                </a:moveTo>
                <a:lnTo>
                  <a:pt x="200025" y="0"/>
                </a:lnTo>
              </a:path>
            </a:pathLst>
          </a:custGeom>
          <a:noFill xmlns:a="http://schemas.openxmlformats.org/drawingml/2006/main"/>
          <a:ln xmlns:a="http://schemas.openxmlformats.org/drawingml/2006/main" w="21908">
            <a:solidFill>
              <a:srgbClr val="111111"/>
            </a:solidFill>
            <a:prstDash val="solid"/>
          </a:ln>
        </p:spPr>
      </p:sp>
      <p:sp>
        <p:nvSpPr>
          <p:cNvPr id="103" name="Editable arrowhead 152">
            <a:extLst xmlns:a="http://schemas.openxmlformats.org/drawingml/2006/main">
              <a:ext uri="{FF2B5EF4-FFF2-40B4-BE49-F238E27FC236}">
                <a16:creationId xmlns:a16="http://schemas.microsoft.com/office/drawing/2014/main" id="{B8FC7509-995E-4E6F-AF37-4FC8FF08A990}"/>
              </a:ext>
            </a:extLst>
          </p:cNvPr>
          <p:cNvSpPr>
            <a:spLocks xmlns:a="http://schemas.openxmlformats.org/drawingml/2006/main" noGrp="1"/>
          </p:cNvSpPr>
          <p:nvPr/>
        </p:nvSpPr>
        <p:spPr>
          <a:xfrm xmlns:a="http://schemas.openxmlformats.org/drawingml/2006/main">
            <a:off x="16506825" y="36957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4" name="Context Manager Component">
            <a:extLst xmlns:a="http://schemas.openxmlformats.org/drawingml/2006/main">
              <a:ext uri="{FF2B5EF4-FFF2-40B4-BE49-F238E27FC236}">
                <a16:creationId xmlns:a16="http://schemas.microsoft.com/office/drawing/2014/main" id="{94ACB777-917E-4557-B0DF-90A17BD6E227}"/>
              </a:ext>
            </a:extLst>
          </p:cNvPr>
          <p:cNvSpPr>
            <a:spLocks xmlns:a="http://schemas.openxmlformats.org/drawingml/2006/main" noGrp="1"/>
          </p:cNvSpPr>
          <p:nvPr/>
        </p:nvSpPr>
        <p:spPr>
          <a:xfrm xmlns:a="http://schemas.openxmlformats.org/drawingml/2006/main">
            <a:off x="12839700" y="4686300"/>
            <a:ext cx="2333625" cy="9334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05" name="DP1 object 153">
            <a:extLst xmlns:a="http://schemas.openxmlformats.org/drawingml/2006/main">
              <a:ext uri="{FF2B5EF4-FFF2-40B4-BE49-F238E27FC236}">
                <a16:creationId xmlns:a16="http://schemas.microsoft.com/office/drawing/2014/main" id="{56532292-464C-4B9A-90F7-AA8D20C7929F}"/>
              </a:ext>
            </a:extLst>
          </p:cNvPr>
          <p:cNvSpPr>
            <a:spLocks xmlns:a="http://schemas.openxmlformats.org/drawingml/2006/main" noGrp="1"/>
          </p:cNvSpPr>
          <p:nvPr/>
        </p:nvSpPr>
        <p:spPr>
          <a:xfrm xmlns:a="http://schemas.openxmlformats.org/drawingml/2006/main">
            <a:off x="12896850" y="4705350"/>
            <a:ext cx="2219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Context Manager</a:t>
            </a:r>
          </a:p>
        </p:txBody>
      </p:sp>
      <p:sp>
        <p:nvSpPr>
          <p:cNvPr id="106" name="Editable path 154">
            <a:extLst xmlns:a="http://schemas.openxmlformats.org/drawingml/2006/main">
              <a:ext uri="{FF2B5EF4-FFF2-40B4-BE49-F238E27FC236}">
                <a16:creationId xmlns:a16="http://schemas.microsoft.com/office/drawing/2014/main" id="{0F3B63CF-9D4E-4085-9D9E-40176DBA656A}"/>
              </a:ext>
            </a:extLst>
          </p:cNvPr>
          <p:cNvSpPr>
            <a:spLocks xmlns:a="http://schemas.openxmlformats.org/drawingml/2006/main" noGrp="1"/>
          </p:cNvSpPr>
          <p:nvPr/>
        </p:nvSpPr>
        <p:spPr>
          <a:xfrm xmlns:a="http://schemas.openxmlformats.org/drawingml/2006/main">
            <a:off x="12839700" y="5010150"/>
            <a:ext cx="2333625" cy="953"/>
          </a:xfrm>
          <a:custGeom xmlns:a="http://schemas.openxmlformats.org/drawingml/2006/main">
            <a:pathLst>
              <a:path w="2333625" h="953">
                <a:moveTo>
                  <a:pt x="0" y="0"/>
                </a:moveTo>
                <a:lnTo>
                  <a:pt x="2333625" y="0"/>
                </a:lnTo>
              </a:path>
            </a:pathLst>
          </a:custGeom>
          <a:noFill xmlns:a="http://schemas.openxmlformats.org/drawingml/2006/main"/>
          <a:ln xmlns:a="http://schemas.openxmlformats.org/drawingml/2006/main" w="14288">
            <a:solidFill>
              <a:srgbClr val="111111"/>
            </a:solidFill>
            <a:prstDash val="solid"/>
          </a:ln>
        </p:spPr>
      </p:sp>
      <p:sp>
        <p:nvSpPr>
          <p:cNvPr id="107" name="Context Manager internal operation">
            <a:extLst xmlns:a="http://schemas.openxmlformats.org/drawingml/2006/main">
              <a:ext uri="{FF2B5EF4-FFF2-40B4-BE49-F238E27FC236}">
                <a16:creationId xmlns:a16="http://schemas.microsoft.com/office/drawing/2014/main" id="{69BC1242-C195-452C-9E1F-06594C09A5D8}"/>
              </a:ext>
            </a:extLst>
          </p:cNvPr>
          <p:cNvSpPr>
            <a:spLocks xmlns:a="http://schemas.openxmlformats.org/drawingml/2006/main" noGrp="1"/>
          </p:cNvSpPr>
          <p:nvPr/>
        </p:nvSpPr>
        <p:spPr>
          <a:xfrm xmlns:a="http://schemas.openxmlformats.org/drawingml/2006/main">
            <a:off x="12934950" y="5076825"/>
            <a:ext cx="2143125"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108" name="DP1 object 155">
            <a:extLst xmlns:a="http://schemas.openxmlformats.org/drawingml/2006/main">
              <a:ext uri="{FF2B5EF4-FFF2-40B4-BE49-F238E27FC236}">
                <a16:creationId xmlns:a16="http://schemas.microsoft.com/office/drawing/2014/main" id="{A20F4078-5B36-41DB-8701-DCC72036D003}"/>
              </a:ext>
            </a:extLst>
          </p:cNvPr>
          <p:cNvSpPr>
            <a:spLocks xmlns:a="http://schemas.openxmlformats.org/drawingml/2006/main" noGrp="1"/>
          </p:cNvSpPr>
          <p:nvPr/>
        </p:nvSpPr>
        <p:spPr>
          <a:xfrm xmlns:a="http://schemas.openxmlformats.org/drawingml/2006/main">
            <a:off x="12982575" y="5095875"/>
            <a:ext cx="2047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게시 조회·원본 보완</a:t>
            </a:r>
          </a:p>
        </p:txBody>
      </p:sp>
      <p:sp>
        <p:nvSpPr>
          <p:cNvPr id="109" name="Request Interpreter Component">
            <a:extLst xmlns:a="http://schemas.openxmlformats.org/drawingml/2006/main">
              <a:ext uri="{FF2B5EF4-FFF2-40B4-BE49-F238E27FC236}">
                <a16:creationId xmlns:a16="http://schemas.microsoft.com/office/drawing/2014/main" id="{A94BBF4F-1EB3-4CC2-9579-892602406E54}"/>
              </a:ext>
            </a:extLst>
          </p:cNvPr>
          <p:cNvSpPr>
            <a:spLocks xmlns:a="http://schemas.openxmlformats.org/drawingml/2006/main" noGrp="1"/>
          </p:cNvSpPr>
          <p:nvPr/>
        </p:nvSpPr>
        <p:spPr>
          <a:xfrm xmlns:a="http://schemas.openxmlformats.org/drawingml/2006/main">
            <a:off x="15563850" y="4686300"/>
            <a:ext cx="2286000" cy="9334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10" name="DP1 object 156">
            <a:extLst xmlns:a="http://schemas.openxmlformats.org/drawingml/2006/main">
              <a:ext uri="{FF2B5EF4-FFF2-40B4-BE49-F238E27FC236}">
                <a16:creationId xmlns:a16="http://schemas.microsoft.com/office/drawing/2014/main" id="{C7FBF6EF-6286-41C0-AE32-3C9A3671C15E}"/>
              </a:ext>
            </a:extLst>
          </p:cNvPr>
          <p:cNvSpPr>
            <a:spLocks xmlns:a="http://schemas.openxmlformats.org/drawingml/2006/main" noGrp="1"/>
          </p:cNvSpPr>
          <p:nvPr/>
        </p:nvSpPr>
        <p:spPr>
          <a:xfrm xmlns:a="http://schemas.openxmlformats.org/drawingml/2006/main">
            <a:off x="15621000" y="470535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Request Interpreter</a:t>
            </a:r>
          </a:p>
        </p:txBody>
      </p:sp>
      <p:sp>
        <p:nvSpPr>
          <p:cNvPr id="111" name="Editable path 157">
            <a:extLst xmlns:a="http://schemas.openxmlformats.org/drawingml/2006/main">
              <a:ext uri="{FF2B5EF4-FFF2-40B4-BE49-F238E27FC236}">
                <a16:creationId xmlns:a16="http://schemas.microsoft.com/office/drawing/2014/main" id="{1128297A-9677-4E0D-A3E5-81B69E2DC45B}"/>
              </a:ext>
            </a:extLst>
          </p:cNvPr>
          <p:cNvSpPr>
            <a:spLocks xmlns:a="http://schemas.openxmlformats.org/drawingml/2006/main" noGrp="1"/>
          </p:cNvSpPr>
          <p:nvPr/>
        </p:nvSpPr>
        <p:spPr>
          <a:xfrm xmlns:a="http://schemas.openxmlformats.org/drawingml/2006/main">
            <a:off x="15563850" y="5010150"/>
            <a:ext cx="2286000" cy="953"/>
          </a:xfrm>
          <a:custGeom xmlns:a="http://schemas.openxmlformats.org/drawingml/2006/main">
            <a:pathLst>
              <a:path w="2286000" h="953">
                <a:moveTo>
                  <a:pt x="0" y="0"/>
                </a:moveTo>
                <a:lnTo>
                  <a:pt x="2286000" y="0"/>
                </a:lnTo>
              </a:path>
            </a:pathLst>
          </a:custGeom>
          <a:noFill xmlns:a="http://schemas.openxmlformats.org/drawingml/2006/main"/>
          <a:ln xmlns:a="http://schemas.openxmlformats.org/drawingml/2006/main" w="14288">
            <a:solidFill>
              <a:srgbClr val="111111"/>
            </a:solidFill>
            <a:prstDash val="solid"/>
          </a:ln>
        </p:spPr>
      </p:sp>
      <p:sp>
        <p:nvSpPr>
          <p:cNvPr id="112" name="Request Interpreter internal operation">
            <a:extLst xmlns:a="http://schemas.openxmlformats.org/drawingml/2006/main">
              <a:ext uri="{FF2B5EF4-FFF2-40B4-BE49-F238E27FC236}">
                <a16:creationId xmlns:a16="http://schemas.microsoft.com/office/drawing/2014/main" id="{3F343D09-E66E-4290-85C0-D0EA260B75F1}"/>
              </a:ext>
            </a:extLst>
          </p:cNvPr>
          <p:cNvSpPr>
            <a:spLocks xmlns:a="http://schemas.openxmlformats.org/drawingml/2006/main" noGrp="1"/>
          </p:cNvSpPr>
          <p:nvPr/>
        </p:nvSpPr>
        <p:spPr>
          <a:xfrm xmlns:a="http://schemas.openxmlformats.org/drawingml/2006/main">
            <a:off x="15659100" y="5076825"/>
            <a:ext cx="2095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113" name="DP1 object 158">
            <a:extLst xmlns:a="http://schemas.openxmlformats.org/drawingml/2006/main">
              <a:ext uri="{FF2B5EF4-FFF2-40B4-BE49-F238E27FC236}">
                <a16:creationId xmlns:a16="http://schemas.microsoft.com/office/drawing/2014/main" id="{06B8AC02-9E13-49F1-A2A1-2BDAF38C5800}"/>
              </a:ext>
            </a:extLst>
          </p:cNvPr>
          <p:cNvSpPr>
            <a:spLocks xmlns:a="http://schemas.openxmlformats.org/drawingml/2006/main" noGrp="1"/>
          </p:cNvSpPr>
          <p:nvPr/>
        </p:nvSpPr>
        <p:spPr>
          <a:xfrm xmlns:a="http://schemas.openxmlformats.org/drawingml/2006/main">
            <a:off x="15706725" y="50958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현재 의미 제안</a:t>
            </a:r>
          </a:p>
        </p:txBody>
      </p:sp>
      <p:sp>
        <p:nvSpPr>
          <p:cNvPr id="114" name="Editable path 159">
            <a:extLst xmlns:a="http://schemas.openxmlformats.org/drawingml/2006/main">
              <a:ext uri="{FF2B5EF4-FFF2-40B4-BE49-F238E27FC236}">
                <a16:creationId xmlns:a16="http://schemas.microsoft.com/office/drawing/2014/main" id="{27D365A8-0484-4918-87FD-4AE175B5FBF8}"/>
              </a:ext>
            </a:extLst>
          </p:cNvPr>
          <p:cNvSpPr>
            <a:spLocks xmlns:a="http://schemas.openxmlformats.org/drawingml/2006/main" noGrp="1"/>
          </p:cNvSpPr>
          <p:nvPr/>
        </p:nvSpPr>
        <p:spPr>
          <a:xfrm xmlns:a="http://schemas.openxmlformats.org/drawingml/2006/main">
            <a:off x="14011275" y="4048125"/>
            <a:ext cx="3162300" cy="638175"/>
          </a:xfrm>
          <a:custGeom xmlns:a="http://schemas.openxmlformats.org/drawingml/2006/main">
            <a:pathLst>
              <a:path w="3162300" h="638175">
                <a:moveTo>
                  <a:pt x="3162300" y="0"/>
                </a:moveTo>
                <a:lnTo>
                  <a:pt x="3162300" y="314325"/>
                </a:lnTo>
                <a:lnTo>
                  <a:pt x="0" y="314325"/>
                </a:lnTo>
                <a:lnTo>
                  <a:pt x="0" y="638175"/>
                </a:lnTo>
              </a:path>
            </a:pathLst>
          </a:custGeom>
          <a:noFill xmlns:a="http://schemas.openxmlformats.org/drawingml/2006/main"/>
          <a:ln xmlns:a="http://schemas.openxmlformats.org/drawingml/2006/main" w="21908">
            <a:solidFill>
              <a:srgbClr val="111111"/>
            </a:solidFill>
            <a:prstDash val="solid"/>
          </a:ln>
        </p:spPr>
      </p:sp>
      <p:sp>
        <p:nvSpPr>
          <p:cNvPr id="115" name="Editable arrowhead 160">
            <a:extLst xmlns:a="http://schemas.openxmlformats.org/drawingml/2006/main">
              <a:ext uri="{FF2B5EF4-FFF2-40B4-BE49-F238E27FC236}">
                <a16:creationId xmlns:a16="http://schemas.microsoft.com/office/drawing/2014/main" id="{7414066D-0246-4B4A-A56D-1C4539BC2D3F}"/>
              </a:ext>
            </a:extLst>
          </p:cNvPr>
          <p:cNvSpPr>
            <a:spLocks xmlns:a="http://schemas.openxmlformats.org/drawingml/2006/main" noGrp="1"/>
          </p:cNvSpPr>
          <p:nvPr/>
        </p:nvSpPr>
        <p:spPr>
          <a:xfrm xmlns:a="http://schemas.openxmlformats.org/drawingml/2006/main">
            <a:off x="13963650" y="45910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6" name="Editable path 161">
            <a:extLst xmlns:a="http://schemas.openxmlformats.org/drawingml/2006/main">
              <a:ext uri="{FF2B5EF4-FFF2-40B4-BE49-F238E27FC236}">
                <a16:creationId xmlns:a16="http://schemas.microsoft.com/office/drawing/2014/main" id="{09108D9C-7DA1-4210-AB10-E991944FDE61}"/>
              </a:ext>
            </a:extLst>
          </p:cNvPr>
          <p:cNvSpPr>
            <a:spLocks xmlns:a="http://schemas.openxmlformats.org/drawingml/2006/main" noGrp="1"/>
          </p:cNvSpPr>
          <p:nvPr/>
        </p:nvSpPr>
        <p:spPr>
          <a:xfrm xmlns:a="http://schemas.openxmlformats.org/drawingml/2006/main">
            <a:off x="15173325" y="523875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21908">
            <a:solidFill>
              <a:srgbClr val="111111"/>
            </a:solidFill>
            <a:prstDash val="solid"/>
          </a:ln>
        </p:spPr>
      </p:sp>
      <p:sp>
        <p:nvSpPr>
          <p:cNvPr id="117" name="Editable arrowhead 162">
            <a:extLst xmlns:a="http://schemas.openxmlformats.org/drawingml/2006/main">
              <a:ext uri="{FF2B5EF4-FFF2-40B4-BE49-F238E27FC236}">
                <a16:creationId xmlns:a16="http://schemas.microsoft.com/office/drawing/2014/main" id="{AFBF1B9B-92CD-44E2-90DC-578489748412}"/>
              </a:ext>
            </a:extLst>
          </p:cNvPr>
          <p:cNvSpPr>
            <a:spLocks xmlns:a="http://schemas.openxmlformats.org/drawingml/2006/main" noGrp="1"/>
          </p:cNvSpPr>
          <p:nvPr/>
        </p:nvSpPr>
        <p:spPr>
          <a:xfrm xmlns:a="http://schemas.openxmlformats.org/drawingml/2006/main">
            <a:off x="15468600" y="51911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8" name="DP1 object 163">
            <a:extLst xmlns:a="http://schemas.openxmlformats.org/drawingml/2006/main">
              <a:ext uri="{FF2B5EF4-FFF2-40B4-BE49-F238E27FC236}">
                <a16:creationId xmlns:a16="http://schemas.microsoft.com/office/drawing/2014/main" id="{F467167C-ED63-4438-BECD-7877824C3D1B}"/>
              </a:ext>
            </a:extLst>
          </p:cNvPr>
          <p:cNvSpPr>
            <a:spLocks xmlns:a="http://schemas.openxmlformats.org/drawingml/2006/main" noGrp="1"/>
          </p:cNvSpPr>
          <p:nvPr/>
        </p:nvSpPr>
        <p:spPr>
          <a:xfrm xmlns:a="http://schemas.openxmlformats.org/drawingml/2006/main">
            <a:off x="15744825" y="4419600"/>
            <a:ext cx="190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현재 요청</a:t>
            </a:r>
          </a:p>
        </p:txBody>
      </p:sp>
      <p:sp>
        <p:nvSpPr>
          <p:cNvPr id="119" name="Editable path 164">
            <a:extLst xmlns:a="http://schemas.openxmlformats.org/drawingml/2006/main">
              <a:ext uri="{FF2B5EF4-FFF2-40B4-BE49-F238E27FC236}">
                <a16:creationId xmlns:a16="http://schemas.microsoft.com/office/drawing/2014/main" id="{80B11B71-1007-4AB5-BDC6-C01201CED256}"/>
              </a:ext>
            </a:extLst>
          </p:cNvPr>
          <p:cNvSpPr>
            <a:spLocks xmlns:a="http://schemas.openxmlformats.org/drawingml/2006/main" noGrp="1"/>
          </p:cNvSpPr>
          <p:nvPr/>
        </p:nvSpPr>
        <p:spPr>
          <a:xfrm xmlns:a="http://schemas.openxmlformats.org/drawingml/2006/main">
            <a:off x="16716375" y="4629150"/>
            <a:ext cx="953" cy="57150"/>
          </a:xfrm>
          <a:custGeom xmlns:a="http://schemas.openxmlformats.org/drawingml/2006/main">
            <a:pathLst>
              <a:path w="953" h="57150">
                <a:moveTo>
                  <a:pt x="0" y="0"/>
                </a:moveTo>
                <a:lnTo>
                  <a:pt x="0" y="57150"/>
                </a:lnTo>
              </a:path>
            </a:pathLst>
          </a:custGeom>
          <a:noFill xmlns:a="http://schemas.openxmlformats.org/drawingml/2006/main"/>
          <a:ln xmlns:a="http://schemas.openxmlformats.org/drawingml/2006/main" w="17145">
            <a:solidFill>
              <a:srgbClr val="111111"/>
            </a:solidFill>
            <a:prstDash val="solid"/>
          </a:ln>
        </p:spPr>
      </p:sp>
      <p:sp>
        <p:nvSpPr>
          <p:cNvPr id="120" name="Editable arrowhead 165">
            <a:extLst xmlns:a="http://schemas.openxmlformats.org/drawingml/2006/main">
              <a:ext uri="{FF2B5EF4-FFF2-40B4-BE49-F238E27FC236}">
                <a16:creationId xmlns:a16="http://schemas.microsoft.com/office/drawing/2014/main" id="{1708B5C9-D20E-40C1-B864-B4E4F5B86FAF}"/>
              </a:ext>
            </a:extLst>
          </p:cNvPr>
          <p:cNvSpPr>
            <a:spLocks xmlns:a="http://schemas.openxmlformats.org/drawingml/2006/main" noGrp="1"/>
          </p:cNvSpPr>
          <p:nvPr/>
        </p:nvSpPr>
        <p:spPr>
          <a:xfrm xmlns:a="http://schemas.openxmlformats.org/drawingml/2006/main">
            <a:off x="16668750" y="45910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1" name="Editable path 166">
            <a:extLst xmlns:a="http://schemas.openxmlformats.org/drawingml/2006/main">
              <a:ext uri="{FF2B5EF4-FFF2-40B4-BE49-F238E27FC236}">
                <a16:creationId xmlns:a16="http://schemas.microsoft.com/office/drawing/2014/main" id="{FB92B986-48F0-4007-BB4E-A7AB9E527CB0}"/>
              </a:ext>
            </a:extLst>
          </p:cNvPr>
          <p:cNvSpPr>
            <a:spLocks xmlns:a="http://schemas.openxmlformats.org/drawingml/2006/main" noGrp="1"/>
          </p:cNvSpPr>
          <p:nvPr/>
        </p:nvSpPr>
        <p:spPr>
          <a:xfrm xmlns:a="http://schemas.openxmlformats.org/drawingml/2006/main">
            <a:off x="12715875" y="3419475"/>
            <a:ext cx="123825" cy="1819275"/>
          </a:xfrm>
          <a:custGeom xmlns:a="http://schemas.openxmlformats.org/drawingml/2006/main">
            <a:pathLst>
              <a:path w="123825" h="1819275">
                <a:moveTo>
                  <a:pt x="123825" y="1819275"/>
                </a:moveTo>
                <a:lnTo>
                  <a:pt x="0" y="1819275"/>
                </a:lnTo>
                <a:lnTo>
                  <a:pt x="0" y="0"/>
                </a:lnTo>
                <a:lnTo>
                  <a:pt x="123825" y="0"/>
                </a:lnTo>
              </a:path>
            </a:pathLst>
          </a:custGeom>
          <a:noFill xmlns:a="http://schemas.openxmlformats.org/drawingml/2006/main"/>
          <a:ln xmlns:a="http://schemas.openxmlformats.org/drawingml/2006/main" w="15240">
            <a:solidFill>
              <a:srgbClr val="111111"/>
            </a:solidFill>
            <a:prstDash val="dash"/>
          </a:ln>
        </p:spPr>
      </p:sp>
      <p:sp>
        <p:nvSpPr>
          <p:cNvPr id="122" name="Editable arrowhead 167">
            <a:extLst xmlns:a="http://schemas.openxmlformats.org/drawingml/2006/main">
              <a:ext uri="{FF2B5EF4-FFF2-40B4-BE49-F238E27FC236}">
                <a16:creationId xmlns:a16="http://schemas.microsoft.com/office/drawing/2014/main" id="{56222F8A-7137-49D4-A854-0C4B78F72F83}"/>
              </a:ext>
            </a:extLst>
          </p:cNvPr>
          <p:cNvSpPr>
            <a:spLocks xmlns:a="http://schemas.openxmlformats.org/drawingml/2006/main" noGrp="1"/>
          </p:cNvSpPr>
          <p:nvPr/>
        </p:nvSpPr>
        <p:spPr>
          <a:xfrm xmlns:a="http://schemas.openxmlformats.org/drawingml/2006/main">
            <a:off x="12744450" y="33718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3" name="DP1 object 168">
            <a:extLst xmlns:a="http://schemas.openxmlformats.org/drawingml/2006/main">
              <a:ext uri="{FF2B5EF4-FFF2-40B4-BE49-F238E27FC236}">
                <a16:creationId xmlns:a16="http://schemas.microsoft.com/office/drawing/2014/main" id="{50A54111-2B8A-4776-B40E-00C7F6620BEA}"/>
              </a:ext>
            </a:extLst>
          </p:cNvPr>
          <p:cNvSpPr>
            <a:spLocks xmlns:a="http://schemas.openxmlformats.org/drawingml/2006/main" noGrp="1"/>
          </p:cNvSpPr>
          <p:nvPr/>
        </p:nvSpPr>
        <p:spPr>
          <a:xfrm xmlns:a="http://schemas.openxmlformats.org/drawingml/2006/main">
            <a:off x="12849225" y="3810000"/>
            <a:ext cx="1619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50555B"/>
                </a:solidFill>
                <a:latin typeface="Apple SD Gothic Neo"/>
                <a:ea typeface="Apple SD Gothic Neo"/>
                <a:cs typeface="Apple SD Gothic Neo"/>
              </a:defRPr>
            </a:defPPr>
            <a:lvl1pPr algn="ctr">
              <a:defRPr sz="1500" b="0">
                <a:solidFill>
                  <a:srgbClr val="50555B"/>
                </a:solidFill>
                <a:latin typeface="Apple SD Gothic Neo"/>
                <a:ea typeface="Apple SD Gothic Neo"/>
                <a:cs typeface="Apple SD Gothic Neo"/>
              </a:defRPr>
            </a:lvl1pPr>
            <a:lvl2pPr algn="ctr">
              <a:defRPr sz="1500" b="0">
                <a:solidFill>
                  <a:srgbClr val="50555B"/>
                </a:solidFill>
                <a:latin typeface="Apple SD Gothic Neo"/>
                <a:ea typeface="Apple SD Gothic Neo"/>
                <a:cs typeface="Apple SD Gothic Neo"/>
              </a:defRPr>
            </a:lvl2pPr>
            <a:lvl3pPr algn="ctr">
              <a:defRPr sz="1500" b="0">
                <a:solidFill>
                  <a:srgbClr val="50555B"/>
                </a:solidFill>
                <a:latin typeface="Apple SD Gothic Neo"/>
                <a:ea typeface="Apple SD Gothic Neo"/>
                <a:cs typeface="Apple SD Gothic Neo"/>
              </a:defRPr>
            </a:lvl3pPr>
            <a:lvl4pPr algn="ctr">
              <a:defRPr sz="1500" b="0">
                <a:solidFill>
                  <a:srgbClr val="50555B"/>
                </a:solidFill>
                <a:latin typeface="Apple SD Gothic Neo"/>
                <a:ea typeface="Apple SD Gothic Neo"/>
                <a:cs typeface="Apple SD Gothic Neo"/>
              </a:defRPr>
            </a:lvl4pPr>
            <a:lvl5pPr algn="ctr">
              <a:defRPr sz="1500" b="0">
                <a:solidFill>
                  <a:srgbClr val="50555B"/>
                </a:solidFill>
                <a:latin typeface="Apple SD Gothic Neo"/>
                <a:ea typeface="Apple SD Gothic Neo"/>
                <a:cs typeface="Apple SD Gothic Neo"/>
              </a:defRPr>
            </a:lvl5pPr>
            <a:lvl6pPr algn="ctr">
              <a:defRPr sz="1500" b="0">
                <a:solidFill>
                  <a:srgbClr val="50555B"/>
                </a:solidFill>
                <a:latin typeface="Apple SD Gothic Neo"/>
                <a:ea typeface="Apple SD Gothic Neo"/>
                <a:cs typeface="Apple SD Gothic Neo"/>
              </a:defRPr>
            </a:lvl6pPr>
            <a:lvl7pPr algn="ctr">
              <a:defRPr sz="1500" b="0">
                <a:solidFill>
                  <a:srgbClr val="50555B"/>
                </a:solidFill>
                <a:latin typeface="Apple SD Gothic Neo"/>
                <a:ea typeface="Apple SD Gothic Neo"/>
                <a:cs typeface="Apple SD Gothic Neo"/>
              </a:defRPr>
            </a:lvl7pPr>
            <a:lvl8pPr algn="ctr">
              <a:defRPr sz="1500" b="0">
                <a:solidFill>
                  <a:srgbClr val="50555B"/>
                </a:solidFill>
                <a:latin typeface="Apple SD Gothic Neo"/>
                <a:ea typeface="Apple SD Gothic Neo"/>
                <a:cs typeface="Apple SD Gothic Neo"/>
              </a:defRPr>
            </a:lvl8pPr>
            <a:lvl9pPr algn="ctr">
              <a:defRPr sz="1500" b="0">
                <a:solidFill>
                  <a:srgbClr val="50555B"/>
                </a:solidFill>
                <a:latin typeface="Apple SD Gothic Neo"/>
                <a:ea typeface="Apple SD Gothic Neo"/>
                <a:cs typeface="Apple SD Gothic Neo"/>
              </a:defRPr>
            </a:lvl9pPr>
          </a:lstStyle>
          <a:p xmlns:a="http://schemas.openxmlformats.org/drawingml/2006/main">
            <a:pPr algn="ctr">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미생산·오류는</a:t>
            </a:r>
          </a:p>
          <a:p xmlns:a="http://schemas.openxmlformats.org/drawingml/2006/main">
            <a:pPr algn="ctr">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원본으로 보완</a:t>
            </a:r>
          </a:p>
        </p:txBody>
      </p:sp>
      <p:sp>
        <p:nvSpPr>
          <p:cNvPr id="124" name="DP1 object 169">
            <a:extLst xmlns:a="http://schemas.openxmlformats.org/drawingml/2006/main">
              <a:ext uri="{FF2B5EF4-FFF2-40B4-BE49-F238E27FC236}">
                <a16:creationId xmlns:a16="http://schemas.microsoft.com/office/drawing/2014/main" id="{3CCDD8C4-E6AA-43B3-BAF9-3AB2F3B4C08B}"/>
              </a:ext>
            </a:extLst>
          </p:cNvPr>
          <p:cNvSpPr>
            <a:spLocks xmlns:a="http://schemas.openxmlformats.org/drawingml/2006/main" noGrp="1"/>
          </p:cNvSpPr>
          <p:nvPr/>
        </p:nvSpPr>
        <p:spPr>
          <a:xfrm xmlns:a="http://schemas.openxmlformats.org/drawingml/2006/main">
            <a:off x="266700" y="9496425"/>
            <a:ext cx="17430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근거 공급 구간 확대도. 읽기 제어와 의미 채택은 Request Controller가 담당. 동일 이름은 같은 Component의 단계별 표시.</a:t>
            </a:r>
          </a:p>
        </p:txBody>
      </p:sp>
      <p:sp>
        <p:nvSpPr>
          <p:cNvPr id="125" name="DP1 object 170">
            <a:extLst xmlns:a="http://schemas.openxmlformats.org/drawingml/2006/main">
              <a:ext uri="{FF2B5EF4-FFF2-40B4-BE49-F238E27FC236}">
                <a16:creationId xmlns:a16="http://schemas.microsoft.com/office/drawing/2014/main" id="{2BDB2E12-51F9-4C1E-AB8B-CE20319CDF16}"/>
              </a:ext>
            </a:extLst>
          </p:cNvPr>
          <p:cNvSpPr>
            <a:spLocks xmlns:a="http://schemas.openxmlformats.org/drawingml/2006/main" noGrp="1"/>
          </p:cNvSpPr>
          <p:nvPr/>
        </p:nvSpPr>
        <p:spPr>
          <a:xfrm xmlns:a="http://schemas.openxmlformats.org/drawingml/2006/main">
            <a:off x="266700" y="9848850"/>
            <a:ext cx="1719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시간 괄호: 관측/예정 건수 / 기본안별 12episode / QA04 별도 4과제 / 비용은 사전 생산 포함 / RSS는 로컬 실행기 / QA01 A/B 우열 미확정</a:t>
            </a:r>
          </a:p>
        </p:txBody>
      </p:sp>
    </p:spTree>
    <p:extLst>
      <p:ext uri="{BB962C8B-B14F-4D97-AF65-F5344CB8AC3E}">
        <p14:creationId xmlns:p14="http://schemas.microsoft.com/office/powerpoint/2010/main" val="9409769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9" name="DP1 object 171">
            <a:extLst xmlns:a="http://schemas.openxmlformats.org/drawingml/2006/main">
              <a:ext uri="{FF2B5EF4-FFF2-40B4-BE49-F238E27FC236}">
                <a16:creationId xmlns:a16="http://schemas.microsoft.com/office/drawing/2014/main" id="{9D6840AC-3AD0-47DD-BBD5-44078B3F21EC}"/>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(선택 및 보완)</a:t>
            </a:r>
          </a:p>
        </p:txBody>
      </p:sp>
      <p:sp>
        <p:nvSpPr>
          <p:cNvPr id="2" name="DP1 object 172">
            <a:extLst xmlns:a="http://schemas.openxmlformats.org/drawingml/2006/main">
              <a:ext uri="{FF2B5EF4-FFF2-40B4-BE49-F238E27FC236}">
                <a16:creationId xmlns:a16="http://schemas.microsoft.com/office/drawing/2014/main" id="{236299CC-A429-4201-A62D-688DBEC301F4}"/>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1 object 173">
            <a:extLst xmlns:a="http://schemas.openxmlformats.org/drawingml/2006/main">
              <a:ext uri="{FF2B5EF4-FFF2-40B4-BE49-F238E27FC236}">
                <a16:creationId xmlns:a16="http://schemas.microsoft.com/office/drawing/2014/main" id="{7EA71447-2E77-44E2-86D4-4B585B146F38}"/>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1 object 174">
            <a:extLst xmlns:a="http://schemas.openxmlformats.org/drawingml/2006/main">
              <a:ext uri="{FF2B5EF4-FFF2-40B4-BE49-F238E27FC236}">
                <a16:creationId xmlns:a16="http://schemas.microsoft.com/office/drawing/2014/main" id="{074A533E-9909-437C-AAF0-5ED951F0AEFF}"/>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1 object 175">
            <a:extLst xmlns:a="http://schemas.openxmlformats.org/drawingml/2006/main">
              <a:ext uri="{FF2B5EF4-FFF2-40B4-BE49-F238E27FC236}">
                <a16:creationId xmlns:a16="http://schemas.microsoft.com/office/drawing/2014/main" id="{118A99AF-7FC4-4B47-8322-11286BD24DE5}"/>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1 object 176">
            <a:extLst xmlns:a="http://schemas.openxmlformats.org/drawingml/2006/main">
              <a:ext uri="{FF2B5EF4-FFF2-40B4-BE49-F238E27FC236}">
                <a16:creationId xmlns:a16="http://schemas.microsoft.com/office/drawing/2014/main" id="{2F19F916-362F-4C31-82BC-F2F036B3A6BA}"/>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1 object 177">
            <a:extLst xmlns:a="http://schemas.openxmlformats.org/drawingml/2006/main">
              <a:ext uri="{FF2B5EF4-FFF2-40B4-BE49-F238E27FC236}">
                <a16:creationId xmlns:a16="http://schemas.microsoft.com/office/drawing/2014/main" id="{BE8D53ED-B489-4996-8361-EDC2B083B4B1}"/>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1 object 178">
            <a:extLst xmlns:a="http://schemas.openxmlformats.org/drawingml/2006/main">
              <a:ext uri="{FF2B5EF4-FFF2-40B4-BE49-F238E27FC236}">
                <a16:creationId xmlns:a16="http://schemas.microsoft.com/office/drawing/2014/main" id="{0210AF62-02E3-4531-8667-5102FAEDA8F3}"/>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1 object 179">
            <a:extLst xmlns:a="http://schemas.openxmlformats.org/drawingml/2006/main">
              <a:ext uri="{FF2B5EF4-FFF2-40B4-BE49-F238E27FC236}">
                <a16:creationId xmlns:a16="http://schemas.microsoft.com/office/drawing/2014/main" id="{22E499B2-69F8-41CB-8B41-D0488EDF4541}"/>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1 object 180">
            <a:extLst xmlns:a="http://schemas.openxmlformats.org/drawingml/2006/main">
              <a:ext uri="{FF2B5EF4-FFF2-40B4-BE49-F238E27FC236}">
                <a16:creationId xmlns:a16="http://schemas.microsoft.com/office/drawing/2014/main" id="{17DD824B-9612-4F7E-ADDD-AFBFEE7F53AC}"/>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1 object 181">
            <a:extLst xmlns:a="http://schemas.openxmlformats.org/drawingml/2006/main">
              <a:ext uri="{FF2B5EF4-FFF2-40B4-BE49-F238E27FC236}">
                <a16:creationId xmlns:a16="http://schemas.microsoft.com/office/drawing/2014/main" id="{F032CEA5-65EB-4872-B35F-F0384504D308}"/>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182">
            <a:extLst xmlns:a="http://schemas.openxmlformats.org/drawingml/2006/main">
              <a:ext uri="{FF2B5EF4-FFF2-40B4-BE49-F238E27FC236}">
                <a16:creationId xmlns:a16="http://schemas.microsoft.com/office/drawing/2014/main" id="{1E871775-8412-4422-8BC4-F2B97206D50E}"/>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1 object 183">
            <a:extLst xmlns:a="http://schemas.openxmlformats.org/drawingml/2006/main">
              <a:ext uri="{FF2B5EF4-FFF2-40B4-BE49-F238E27FC236}">
                <a16:creationId xmlns:a16="http://schemas.microsoft.com/office/drawing/2014/main" id="{160F7211-E229-4174-8B66-C7567039C501}"/>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3</a:t>
            </a:r>
          </a:p>
        </p:txBody>
      </p:sp>
      <p:sp>
        <p:nvSpPr>
          <p:cNvPr id="14" name="DP1 object 184">
            <a:extLst xmlns:a="http://schemas.openxmlformats.org/drawingml/2006/main">
              <a:ext uri="{FF2B5EF4-FFF2-40B4-BE49-F238E27FC236}">
                <a16:creationId xmlns:a16="http://schemas.microsoft.com/office/drawing/2014/main" id="{5B58DB95-E31C-4F09-890D-D980F08BEF2B}"/>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4676CB"/>
                </a:solidFill>
                <a:latin typeface="Apple SD Gothic Neo"/>
                <a:ea typeface="Apple SD Gothic Neo"/>
                <a:cs typeface="Apple SD Gothic Neo"/>
              </a:defRPr>
            </a:defPPr>
            <a:lvl1pPr algn="l">
              <a:defRPr sz="1950" b="1">
                <a:solidFill>
                  <a:srgbClr val="4676CB"/>
                </a:solidFill>
                <a:latin typeface="Apple SD Gothic Neo"/>
                <a:ea typeface="Apple SD Gothic Neo"/>
                <a:cs typeface="Apple SD Gothic Neo"/>
              </a:defRPr>
            </a:lvl1pPr>
            <a:lvl2pPr algn="l">
              <a:defRPr sz="1950" b="1">
                <a:solidFill>
                  <a:srgbClr val="4676CB"/>
                </a:solidFill>
                <a:latin typeface="Apple SD Gothic Neo"/>
                <a:ea typeface="Apple SD Gothic Neo"/>
                <a:cs typeface="Apple SD Gothic Neo"/>
              </a:defRPr>
            </a:lvl2pPr>
            <a:lvl3pPr algn="l">
              <a:defRPr sz="1950" b="1">
                <a:solidFill>
                  <a:srgbClr val="4676CB"/>
                </a:solidFill>
                <a:latin typeface="Apple SD Gothic Neo"/>
                <a:ea typeface="Apple SD Gothic Neo"/>
                <a:cs typeface="Apple SD Gothic Neo"/>
              </a:defRPr>
            </a:lvl3pPr>
            <a:lvl4pPr algn="l">
              <a:defRPr sz="1950" b="1">
                <a:solidFill>
                  <a:srgbClr val="4676CB"/>
                </a:solidFill>
                <a:latin typeface="Apple SD Gothic Neo"/>
                <a:ea typeface="Apple SD Gothic Neo"/>
                <a:cs typeface="Apple SD Gothic Neo"/>
              </a:defRPr>
            </a:lvl4pPr>
            <a:lvl5pPr algn="l">
              <a:defRPr sz="1950" b="1">
                <a:solidFill>
                  <a:srgbClr val="4676CB"/>
                </a:solidFill>
                <a:latin typeface="Apple SD Gothic Neo"/>
                <a:ea typeface="Apple SD Gothic Neo"/>
                <a:cs typeface="Apple SD Gothic Neo"/>
              </a:defRPr>
            </a:lvl5pPr>
            <a:lvl6pPr algn="l">
              <a:defRPr sz="1950" b="1">
                <a:solidFill>
                  <a:srgbClr val="4676CB"/>
                </a:solidFill>
                <a:latin typeface="Apple SD Gothic Neo"/>
                <a:ea typeface="Apple SD Gothic Neo"/>
                <a:cs typeface="Apple SD Gothic Neo"/>
              </a:defRPr>
            </a:lvl6pPr>
            <a:lvl7pPr algn="l">
              <a:defRPr sz="1950" b="1">
                <a:solidFill>
                  <a:srgbClr val="4676CB"/>
                </a:solidFill>
                <a:latin typeface="Apple SD Gothic Neo"/>
                <a:ea typeface="Apple SD Gothic Neo"/>
                <a:cs typeface="Apple SD Gothic Neo"/>
              </a:defRPr>
            </a:lvl7pPr>
            <a:lvl8pPr algn="l">
              <a:defRPr sz="1950" b="1">
                <a:solidFill>
                  <a:srgbClr val="4676CB"/>
                </a:solidFill>
                <a:latin typeface="Apple SD Gothic Neo"/>
                <a:ea typeface="Apple SD Gothic Neo"/>
                <a:cs typeface="Apple SD Gothic Neo"/>
              </a:defRPr>
            </a:lvl8pPr>
            <a:lvl9pPr algn="l">
              <a:defRPr sz="1950" b="1">
                <a:solidFill>
                  <a:srgbClr val="4676CB"/>
                </a:solidFill>
                <a:latin typeface="Apple SD Gothic Neo"/>
                <a:ea typeface="Apple SD Gothic Neo"/>
                <a:cs typeface="Apple SD Gothic Neo"/>
              </a:defRPr>
            </a:lvl9pPr>
          </a:lstStyle>
          <a:p xmlns:a="http://schemas.openxmlformats.org/drawingml/2006/main">
            <a:pPr algn="l">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같은 자료를 이어 묻는 조건에서 기본 A 선택 / A2는 재조회 감소를 확인한 보완 후보</a:t>
            </a:r>
          </a:p>
        </p:txBody>
      </p:sp>
      <p:graphicFrame>
        <p:nvGraphicFramePr>
          <p:cNvPr id="15" name="">
            <a:extLst xmlns:a="http://schemas.openxmlformats.org/drawingml/2006/main">
              <a:ext uri="{FF2B5EF4-FFF2-40B4-BE49-F238E27FC236}">
                <a16:creationId xmlns:a16="http://schemas.microsoft.com/office/drawing/2014/main" id="{A02C020A-43EA-4B88-AF10-F05F9C24F84B}"/>
              </a:ext>
            </a:extLst>
          </p:cNvPr>
          <p:cNvGraphicFramePr/>
          <p:nvPr/>
        </p:nvGraphicFramePr>
        <p:xfrm>
          <a:off xmlns:a="http://schemas.openxmlformats.org/drawingml/2006/main" x="228600" y="1752600"/>
          <a:ext xmlns:a="http://schemas.openxmlformats.org/drawingml/2006/main" cx="17830800" cy="7620000"/>
        </p:xfrm>
        <a:graphic xmlns:a="http://schemas.openxmlformats.org/drawingml/2006/main">
          <a:graphicData uri="http://schemas.openxmlformats.org/drawingml/2006/table">
            <a:tbl>
              <a:tblPr firstRow="0" bandRow="0" bandCol="0"/>
              <a:tblGrid>
                <a:gridCol w="1638300"/>
                <a:gridCol w="5391150"/>
                <a:gridCol w="5391150"/>
                <a:gridCol w="5410200"/>
              </a:tblGrid>
              <a:tr h="4762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유효 작업 문맥 유지</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요청마다 원본 구성</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(C) 별도 근거 생산·게시</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후속 질문에서 이미 읽은</a:t>
                      </a:r>
                    </a:p>
                    <a:p>
                      <a:pPr algn="ctr"/>
                      <a:r>
                        <a:rPr sz="1650">
                          <a:solidFill>
                            <a:srgbClr val="111111"/>
                          </a:solidFill>
                          <a:latin typeface="Apple SD Gothic Neo"/>
                          <a:ea typeface="Apple SD Gothic Neo"/>
                          <a:cs typeface="Apple SD Gothic Neo"/>
                        </a:rPr>
                        <a:t>근거의 발견·조합을 줄임</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새 목적에 필요한 범위만 구성</a:t>
                      </a:r>
                    </a:p>
                    <a:p>
                      <a:pPr algn="ctr"/>
                      <a:r>
                        <a:rPr sz="1650">
                          <a:solidFill>
                            <a:srgbClr val="111111"/>
                          </a:solidFill>
                          <a:latin typeface="Apple SD Gothic Neo"/>
                          <a:ea typeface="Apple SD Gothic Neo"/>
                          <a:cs typeface="Apple SD Gothic Neo"/>
                        </a:rPr>
                        <a:t>이전 해석 문맥의 유지 부담 감소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대화가 바뀌어도 게시한</a:t>
                      </a:r>
                    </a:p>
                    <a:p>
                      <a:pPr algn="ctr"/>
                      <a:r>
                        <a:rPr sz="1650">
                          <a:solidFill>
                            <a:srgbClr val="111111"/>
                          </a:solidFill>
                          <a:latin typeface="Apple SD Gothic Neo"/>
                          <a:ea typeface="Apple SD Gothic Neo"/>
                          <a:cs typeface="Apple SD Gothic Neo"/>
                        </a:rPr>
                        <a:t>근거와 관계를 반복 활용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500" b="0">
                          <a:solidFill>
                            <a:srgbClr val="C00000"/>
                          </a:solidFill>
                          <a:latin typeface="Apple SD Gothic Neo"/>
                          <a:ea typeface="Apple SD Gothic Neo"/>
                          <a:cs typeface="Apple SD Gothic Neo"/>
                        </a:rPr>
                        <a:t>주제 전환 후에도 남는 입력</a:t>
                      </a:r>
                    </a:p>
                    <a:p>
                      <a:pPr algn="ctr">
                        <a:lnSpc>
                          <a:spcPct val="100000"/>
                        </a:lnSpc>
                        <a:buNone/>
                      </a:pPr>
                      <a:r>
                        <a:rPr sz="1500" b="0">
                          <a:solidFill>
                            <a:srgbClr val="C00000"/>
                          </a:solidFill>
                          <a:latin typeface="Apple SD Gothic Neo"/>
                          <a:ea typeface="Apple SD Gothic Neo"/>
                          <a:cs typeface="Apple SD Gothic Neo"/>
                        </a:rPr>
                        <a:t>원문 정정에 따른 문맥 갱신</a:t>
                      </a:r>
                    </a:p>
                    <a:p>
                      <a:pPr algn="ctr">
                        <a:lnSpc>
                          <a:spcPct val="100000"/>
                        </a:lnSpc>
                        <a:buNone/>
                      </a:pPr>
                      <a:r>
                        <a:rPr sz="1500" b="0">
                          <a:solidFill>
                            <a:srgbClr val="4676CB"/>
                          </a:solidFill>
                          <a:latin typeface="Apple SD Gothic Neo"/>
                          <a:ea typeface="Apple SD Gothic Neo"/>
                          <a:cs typeface="Apple SD Gothic Neo"/>
                        </a:rPr>
                        <a:t>[QA03 보완] A2 변경 조각 갱신 (영향 불명 시 전체 재구성)</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같은 자료를 이어 물으면</a:t>
                      </a:r>
                    </a:p>
                    <a:p>
                      <a:pPr algn="ctr"/>
                      <a:r>
                        <a:rPr sz="1575">
                          <a:solidFill>
                            <a:srgbClr val="C00000"/>
                          </a:solidFill>
                          <a:latin typeface="Apple SD Gothic Neo"/>
                          <a:ea typeface="Apple SD Gothic Neo"/>
                          <a:cs typeface="Apple SD Gothic Neo"/>
                        </a:rPr>
                        <a:t>원본 재조회와 재조합 반복</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사전 생산·갱신·미사용 비용</a:t>
                      </a:r>
                    </a:p>
                    <a:p>
                      <a:pPr algn="ctr"/>
                      <a:r>
                        <a:rPr sz="1575">
                          <a:solidFill>
                            <a:srgbClr val="C00000"/>
                          </a:solidFill>
                          <a:latin typeface="Apple SD Gothic Neo"/>
                          <a:ea typeface="Apple SD Gothic Neo"/>
                          <a:cs typeface="Apple SD Gothic Neo"/>
                        </a:rPr>
                        <a:t>부족한 게시 근거는 원본 보완</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6.609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6.267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11.995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34/36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r>
                        <a:rPr sz="1425" b="1">
                          <a:solidFill>
                            <a:srgbClr val="111111"/>
                          </a:solidFill>
                          <a:latin typeface="Apple SD Gothic Neo"/>
                          <a:ea typeface="Apple SD Gothic Neo"/>
                          <a:cs typeface="Apple SD Gothic Neo"/>
                        </a:rPr>
                        <a:t>QA03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pPr>
                      <a:r>
                        <a:rPr sz="1575" b="0">
                          <a:solidFill>
                            <a:srgbClr val="C00000"/>
                          </a:solidFill>
                          <a:latin typeface="Apple SD Gothic Neo"/>
                          <a:ea typeface="Apple SD Gothic Neo"/>
                          <a:cs typeface="Apple SD Gothic Neo"/>
                        </a:rPr>
                        <a:t>13.617 (36/36)</a:t>
                      </a:r>
                    </a:p>
                    <a:p>
                      <a:pPr algn="ctr">
                        <a:lnSpc>
                          <a:spcPct val="100000"/>
                        </a:lnSpc>
                        <a:buNone/>
                      </a:pPr>
                      <a:r>
                        <a:rPr sz="1575" b="0">
                          <a:solidFill>
                            <a:srgbClr val="4676CB"/>
                          </a:solidFill>
                          <a:latin typeface="Apple SD Gothic Neo"/>
                          <a:ea typeface="Apple SD Gothic Neo"/>
                          <a:cs typeface="Apple SD Gothic Neo"/>
                        </a:rPr>
                        <a:t>[별도 정정 3회] 21.822 → 21.433초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14.242 (35/36)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12.364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0.06750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0.06992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0.16308</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44.253</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45.318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50.364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85">
            <a:extLst xmlns:a="http://schemas.openxmlformats.org/drawingml/2006/main">
              <a:ext uri="{FF2B5EF4-FFF2-40B4-BE49-F238E27FC236}">
                <a16:creationId xmlns:a16="http://schemas.microsoft.com/office/drawing/2014/main" id="{9B537681-08F4-4D14-8260-A45F85DED2F3}"/>
              </a:ext>
            </a:extLst>
          </p:cNvPr>
          <p:cNvSpPr>
            <a:spLocks xmlns:a="http://schemas.openxmlformats.org/drawingml/2006/main" noGrp="1"/>
          </p:cNvSpPr>
          <p:nvPr/>
        </p:nvSpPr>
        <p:spPr>
          <a:xfrm xmlns:a="http://schemas.openxmlformats.org/drawingml/2006/main">
            <a:off x="381000" y="2981325"/>
            <a:ext cx="1323975" cy="6477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1 object 186">
            <a:extLst xmlns:a="http://schemas.openxmlformats.org/drawingml/2006/main">
              <a:ext uri="{FF2B5EF4-FFF2-40B4-BE49-F238E27FC236}">
                <a16:creationId xmlns:a16="http://schemas.microsoft.com/office/drawing/2014/main" id="{47231F7F-5621-4C4D-9BEB-3AD2386FC866}"/>
              </a:ext>
            </a:extLst>
          </p:cNvPr>
          <p:cNvSpPr>
            <a:spLocks xmlns:a="http://schemas.openxmlformats.org/drawingml/2006/main" noGrp="1"/>
          </p:cNvSpPr>
          <p:nvPr/>
        </p:nvSpPr>
        <p:spPr>
          <a:xfrm xmlns:a="http://schemas.openxmlformats.org/drawingml/2006/main">
            <a:off x="419100" y="3000375"/>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1 object 187">
            <a:extLst xmlns:a="http://schemas.openxmlformats.org/drawingml/2006/main">
              <a:ext uri="{FF2B5EF4-FFF2-40B4-BE49-F238E27FC236}">
                <a16:creationId xmlns:a16="http://schemas.microsoft.com/office/drawing/2014/main" id="{A1935CBF-0C3C-4FEC-922D-9FC99CB9E421}"/>
              </a:ext>
            </a:extLst>
          </p:cNvPr>
          <p:cNvSpPr>
            <a:spLocks xmlns:a="http://schemas.openxmlformats.org/drawingml/2006/main" noGrp="1"/>
          </p:cNvSpPr>
          <p:nvPr/>
        </p:nvSpPr>
        <p:spPr>
          <a:xfrm xmlns:a="http://schemas.openxmlformats.org/drawingml/2006/main">
            <a:off x="466725" y="3305175"/>
            <a:ext cx="1152525" cy="23812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1 object 188">
            <a:extLst xmlns:a="http://schemas.openxmlformats.org/drawingml/2006/main">
              <a:ext uri="{FF2B5EF4-FFF2-40B4-BE49-F238E27FC236}">
                <a16:creationId xmlns:a16="http://schemas.microsoft.com/office/drawing/2014/main" id="{2AC52DCD-2867-4869-A132-57433B979B64}"/>
              </a:ext>
            </a:extLst>
          </p:cNvPr>
          <p:cNvSpPr>
            <a:spLocks xmlns:a="http://schemas.openxmlformats.org/drawingml/2006/main" noGrp="1"/>
          </p:cNvSpPr>
          <p:nvPr/>
        </p:nvSpPr>
        <p:spPr>
          <a:xfrm xmlns:a="http://schemas.openxmlformats.org/drawingml/2006/main">
            <a:off x="485775" y="330517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처리</a:t>
            </a:r>
          </a:p>
        </p:txBody>
      </p:sp>
      <p:sp>
        <p:nvSpPr>
          <p:cNvPr id="20" name="유지 데이터">
            <a:extLst xmlns:a="http://schemas.openxmlformats.org/drawingml/2006/main">
              <a:ext uri="{FF2B5EF4-FFF2-40B4-BE49-F238E27FC236}">
                <a16:creationId xmlns:a16="http://schemas.microsoft.com/office/drawing/2014/main" id="{FF99CB34-AA90-4FC3-9880-5D990DC5DC4F}"/>
              </a:ext>
            </a:extLst>
          </p:cNvPr>
          <p:cNvSpPr>
            <a:spLocks xmlns:a="http://schemas.openxmlformats.org/drawingml/2006/main" noGrp="1"/>
          </p:cNvSpPr>
          <p:nvPr/>
        </p:nvSpPr>
        <p:spPr>
          <a:xfrm xmlns:a="http://schemas.openxmlformats.org/drawingml/2006/main">
            <a:off x="400050" y="3876675"/>
            <a:ext cx="1285875" cy="5238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1 object 189">
            <a:extLst xmlns:a="http://schemas.openxmlformats.org/drawingml/2006/main">
              <a:ext uri="{FF2B5EF4-FFF2-40B4-BE49-F238E27FC236}">
                <a16:creationId xmlns:a16="http://schemas.microsoft.com/office/drawing/2014/main" id="{3DEDF326-DDE8-443B-9988-A9F488D2AF98}"/>
              </a:ext>
            </a:extLst>
          </p:cNvPr>
          <p:cNvSpPr>
            <a:spLocks xmlns:a="http://schemas.openxmlformats.org/drawingml/2006/main" noGrp="1"/>
          </p:cNvSpPr>
          <p:nvPr/>
        </p:nvSpPr>
        <p:spPr>
          <a:xfrm xmlns:a="http://schemas.openxmlformats.org/drawingml/2006/main">
            <a:off x="447675" y="3981450"/>
            <a:ext cx="119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유지 데이터</a:t>
            </a:r>
          </a:p>
        </p:txBody>
      </p:sp>
      <p:sp>
        <p:nvSpPr>
          <p:cNvPr id="22" name="DP1 object 190">
            <a:extLst xmlns:a="http://schemas.openxmlformats.org/drawingml/2006/main">
              <a:ext uri="{FF2B5EF4-FFF2-40B4-BE49-F238E27FC236}">
                <a16:creationId xmlns:a16="http://schemas.microsoft.com/office/drawing/2014/main" id="{A7B4E9C6-B4C2-455C-BF5B-6A94957CC8E6}"/>
              </a:ext>
            </a:extLst>
          </p:cNvPr>
          <p:cNvSpPr>
            <a:spLocks xmlns:a="http://schemas.openxmlformats.org/drawingml/2006/main" noGrp="1"/>
          </p:cNvSpPr>
          <p:nvPr/>
        </p:nvSpPr>
        <p:spPr>
          <a:xfrm xmlns:a="http://schemas.openxmlformats.org/drawingml/2006/main">
            <a:off x="371475" y="4524375"/>
            <a:ext cx="1371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같은 이름은</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동일 Component의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단계별 표시</a:t>
            </a:r>
          </a:p>
        </p:txBody>
      </p:sp>
      <p:sp>
        <p:nvSpPr>
          <p:cNvPr id="23" name="DP1 object 191">
            <a:extLst xmlns:a="http://schemas.openxmlformats.org/drawingml/2006/main">
              <a:ext uri="{FF2B5EF4-FFF2-40B4-BE49-F238E27FC236}">
                <a16:creationId xmlns:a16="http://schemas.microsoft.com/office/drawing/2014/main" id="{7A5D1C9D-9934-431E-A38B-833DA60A050E}"/>
              </a:ext>
            </a:extLst>
          </p:cNvPr>
          <p:cNvSpPr>
            <a:spLocks xmlns:a="http://schemas.openxmlformats.org/drawingml/2006/main" noGrp="1"/>
          </p:cNvSpPr>
          <p:nvPr/>
        </p:nvSpPr>
        <p:spPr>
          <a:xfrm xmlns:a="http://schemas.openxmlformats.org/drawingml/2006/main">
            <a:off x="400050" y="5295900"/>
            <a:ext cx="228600" cy="209550"/>
          </a:xfrm>
          <a:prstGeom xmlns:a="http://schemas.openxmlformats.org/drawingml/2006/main" prst="rect">
            <a:avLst/>
          </a:prstGeom>
          <a:solidFill xmlns:a="http://schemas.openxmlformats.org/drawingml/2006/main">
            <a:srgbClr val="FFFFFF"/>
          </a:solidFill>
          <a:ln xmlns:a="http://schemas.openxmlformats.org/drawingml/2006/main" w="28575">
            <a:solidFill>
              <a:srgbClr val="4676CB"/>
            </a:solidFill>
            <a:prstDash val="solid"/>
          </a:ln>
        </p:spPr>
      </p:sp>
      <p:sp>
        <p:nvSpPr>
          <p:cNvPr id="24" name="DP1 object 192">
            <a:extLst xmlns:a="http://schemas.openxmlformats.org/drawingml/2006/main">
              <a:ext uri="{FF2B5EF4-FFF2-40B4-BE49-F238E27FC236}">
                <a16:creationId xmlns:a16="http://schemas.microsoft.com/office/drawing/2014/main" id="{090E7C2D-BC00-4493-BF3D-98D6F7E5B4A4}"/>
              </a:ext>
            </a:extLst>
          </p:cNvPr>
          <p:cNvSpPr>
            <a:spLocks xmlns:a="http://schemas.openxmlformats.org/drawingml/2006/main" noGrp="1"/>
          </p:cNvSpPr>
          <p:nvPr/>
        </p:nvSpPr>
        <p:spPr>
          <a:xfrm xmlns:a="http://schemas.openxmlformats.org/drawingml/2006/main">
            <a:off x="714375" y="5248275"/>
            <a:ext cx="1076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1">
                <a:solidFill>
                  <a:srgbClr val="4676CB"/>
                </a:solidFill>
                <a:latin typeface="Apple SD Gothic Neo"/>
                <a:ea typeface="Apple SD Gothic Neo"/>
                <a:cs typeface="Apple SD Gothic Neo"/>
              </a:defRPr>
            </a:defPPr>
            <a:lvl1pPr algn="l">
              <a:defRPr sz="1500" b="1">
                <a:solidFill>
                  <a:srgbClr val="4676CB"/>
                </a:solidFill>
                <a:latin typeface="Apple SD Gothic Neo"/>
                <a:ea typeface="Apple SD Gothic Neo"/>
                <a:cs typeface="Apple SD Gothic Neo"/>
              </a:defRPr>
            </a:lvl1pPr>
            <a:lvl2pPr algn="l">
              <a:defRPr sz="1500" b="1">
                <a:solidFill>
                  <a:srgbClr val="4676CB"/>
                </a:solidFill>
                <a:latin typeface="Apple SD Gothic Neo"/>
                <a:ea typeface="Apple SD Gothic Neo"/>
                <a:cs typeface="Apple SD Gothic Neo"/>
              </a:defRPr>
            </a:lvl2pPr>
            <a:lvl3pPr algn="l">
              <a:defRPr sz="1500" b="1">
                <a:solidFill>
                  <a:srgbClr val="4676CB"/>
                </a:solidFill>
                <a:latin typeface="Apple SD Gothic Neo"/>
                <a:ea typeface="Apple SD Gothic Neo"/>
                <a:cs typeface="Apple SD Gothic Neo"/>
              </a:defRPr>
            </a:lvl3pPr>
            <a:lvl4pPr algn="l">
              <a:defRPr sz="1500" b="1">
                <a:solidFill>
                  <a:srgbClr val="4676CB"/>
                </a:solidFill>
                <a:latin typeface="Apple SD Gothic Neo"/>
                <a:ea typeface="Apple SD Gothic Neo"/>
                <a:cs typeface="Apple SD Gothic Neo"/>
              </a:defRPr>
            </a:lvl4pPr>
            <a:lvl5pPr algn="l">
              <a:defRPr sz="1500" b="1">
                <a:solidFill>
                  <a:srgbClr val="4676CB"/>
                </a:solidFill>
                <a:latin typeface="Apple SD Gothic Neo"/>
                <a:ea typeface="Apple SD Gothic Neo"/>
                <a:cs typeface="Apple SD Gothic Neo"/>
              </a:defRPr>
            </a:lvl5pPr>
            <a:lvl6pPr algn="l">
              <a:defRPr sz="1500" b="1">
                <a:solidFill>
                  <a:srgbClr val="4676CB"/>
                </a:solidFill>
                <a:latin typeface="Apple SD Gothic Neo"/>
                <a:ea typeface="Apple SD Gothic Neo"/>
                <a:cs typeface="Apple SD Gothic Neo"/>
              </a:defRPr>
            </a:lvl6pPr>
            <a:lvl7pPr algn="l">
              <a:defRPr sz="1500" b="1">
                <a:solidFill>
                  <a:srgbClr val="4676CB"/>
                </a:solidFill>
                <a:latin typeface="Apple SD Gothic Neo"/>
                <a:ea typeface="Apple SD Gothic Neo"/>
                <a:cs typeface="Apple SD Gothic Neo"/>
              </a:defRPr>
            </a:lvl7pPr>
            <a:lvl8pPr algn="l">
              <a:defRPr sz="1500" b="1">
                <a:solidFill>
                  <a:srgbClr val="4676CB"/>
                </a:solidFill>
                <a:latin typeface="Apple SD Gothic Neo"/>
                <a:ea typeface="Apple SD Gothic Neo"/>
                <a:cs typeface="Apple SD Gothic Neo"/>
              </a:defRPr>
            </a:lvl8pPr>
            <a:lvl9pPr algn="l">
              <a:defRPr sz="1500" b="1">
                <a:solidFill>
                  <a:srgbClr val="4676CB"/>
                </a:solidFill>
                <a:latin typeface="Apple SD Gothic Neo"/>
                <a:ea typeface="Apple SD Gothic Neo"/>
                <a:cs typeface="Apple SD Gothic Neo"/>
              </a:defRPr>
            </a:lvl9pPr>
          </a:lstStyle>
          <a:p xmlns:a="http://schemas.openxmlformats.org/drawingml/2006/main">
            <a:pPr algn="l">
              <a:defRPr sz="1500" b="1">
                <a:solidFill>
                  <a:srgbClr val="4676CB"/>
                </a:solidFill>
                <a:latin typeface="Apple SD Gothic Neo"/>
                <a:ea typeface="Apple SD Gothic Neo"/>
                <a:cs typeface="Apple SD Gothic Neo"/>
              </a:defRPr>
            </a:pPr>
            <a:r>
              <a:rPr sz="1500" b="1">
                <a:solidFill>
                  <a:srgbClr val="4676CB"/>
                </a:solidFill>
                <a:latin typeface="Apple SD Gothic Neo"/>
                <a:ea typeface="Apple SD Gothic Neo"/>
                <a:cs typeface="Apple SD Gothic Neo"/>
              </a:rPr>
              <a:t>보완 A2</a:t>
            </a:r>
          </a:p>
        </p:txBody>
      </p:sp>
      <p:sp>
        <p:nvSpPr>
          <p:cNvPr id="25" name="DP1 object 193">
            <a:extLst xmlns:a="http://schemas.openxmlformats.org/drawingml/2006/main">
              <a:ext uri="{FF2B5EF4-FFF2-40B4-BE49-F238E27FC236}">
                <a16:creationId xmlns:a16="http://schemas.microsoft.com/office/drawing/2014/main" id="{EB68DB70-C4B8-425D-951B-78B1A1E5BAC0}"/>
              </a:ext>
            </a:extLst>
          </p:cNvPr>
          <p:cNvSpPr>
            <a:spLocks xmlns:a="http://schemas.openxmlformats.org/drawingml/2006/main" noGrp="1"/>
          </p:cNvSpPr>
          <p:nvPr/>
        </p:nvSpPr>
        <p:spPr>
          <a:xfrm xmlns:a="http://schemas.openxmlformats.org/drawingml/2006/main">
            <a:off x="1962150" y="229552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같은 대화의 근거를 다음 요청에 재사용</a:t>
            </a:r>
          </a:p>
        </p:txBody>
      </p:sp>
      <p:sp>
        <p:nvSpPr>
          <p:cNvPr id="26" name="유효 작업 문맥&#10;이전 근거 · 대화 수명">
            <a:extLst xmlns:a="http://schemas.openxmlformats.org/drawingml/2006/main">
              <a:ext uri="{FF2B5EF4-FFF2-40B4-BE49-F238E27FC236}">
                <a16:creationId xmlns:a16="http://schemas.microsoft.com/office/drawing/2014/main" id="{DF11E328-8D8A-4899-A6DC-BA68AD3128F2}"/>
              </a:ext>
            </a:extLst>
          </p:cNvPr>
          <p:cNvSpPr>
            <a:spLocks xmlns:a="http://schemas.openxmlformats.org/drawingml/2006/main" noGrp="1"/>
          </p:cNvSpPr>
          <p:nvPr/>
        </p:nvSpPr>
        <p:spPr>
          <a:xfrm xmlns:a="http://schemas.openxmlformats.org/drawingml/2006/main">
            <a:off x="2133600" y="3209925"/>
            <a:ext cx="2143125" cy="9144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7" name="DP1 object 194">
            <a:extLst xmlns:a="http://schemas.openxmlformats.org/drawingml/2006/main">
              <a:ext uri="{FF2B5EF4-FFF2-40B4-BE49-F238E27FC236}">
                <a16:creationId xmlns:a16="http://schemas.microsoft.com/office/drawing/2014/main" id="{485166BE-45B6-43C4-881C-FB9B8D14F518}"/>
              </a:ext>
            </a:extLst>
          </p:cNvPr>
          <p:cNvSpPr>
            <a:spLocks xmlns:a="http://schemas.openxmlformats.org/drawingml/2006/main" noGrp="1"/>
          </p:cNvSpPr>
          <p:nvPr/>
        </p:nvSpPr>
        <p:spPr>
          <a:xfrm xmlns:a="http://schemas.openxmlformats.org/drawingml/2006/main">
            <a:off x="2181225" y="3314700"/>
            <a:ext cx="2047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유효 작업 문맥</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이전 근거 · 대화 수명</a:t>
            </a:r>
          </a:p>
        </p:txBody>
      </p:sp>
      <p:sp>
        <p:nvSpPr>
          <p:cNvPr id="28" name="Request Interpreter Component">
            <a:extLst xmlns:a="http://schemas.openxmlformats.org/drawingml/2006/main">
              <a:ext uri="{FF2B5EF4-FFF2-40B4-BE49-F238E27FC236}">
                <a16:creationId xmlns:a16="http://schemas.microsoft.com/office/drawing/2014/main" id="{DF2D7EF4-0750-4BA6-8C89-00A3CC81D359}"/>
              </a:ext>
            </a:extLst>
          </p:cNvPr>
          <p:cNvSpPr>
            <a:spLocks xmlns:a="http://schemas.openxmlformats.org/drawingml/2006/main" noGrp="1"/>
          </p:cNvSpPr>
          <p:nvPr/>
        </p:nvSpPr>
        <p:spPr>
          <a:xfrm xmlns:a="http://schemas.openxmlformats.org/drawingml/2006/main">
            <a:off x="4552950" y="2847975"/>
            <a:ext cx="2400300" cy="9715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29" name="DP1 object 195">
            <a:extLst xmlns:a="http://schemas.openxmlformats.org/drawingml/2006/main">
              <a:ext uri="{FF2B5EF4-FFF2-40B4-BE49-F238E27FC236}">
                <a16:creationId xmlns:a16="http://schemas.microsoft.com/office/drawing/2014/main" id="{93784735-95BC-4FA6-AF64-F53ACF4E6732}"/>
              </a:ext>
            </a:extLst>
          </p:cNvPr>
          <p:cNvSpPr>
            <a:spLocks xmlns:a="http://schemas.openxmlformats.org/drawingml/2006/main" noGrp="1"/>
          </p:cNvSpPr>
          <p:nvPr/>
        </p:nvSpPr>
        <p:spPr>
          <a:xfrm xmlns:a="http://schemas.openxmlformats.org/drawingml/2006/main">
            <a:off x="4610100" y="28670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Request Interpreter</a:t>
            </a:r>
          </a:p>
        </p:txBody>
      </p:sp>
      <p:sp>
        <p:nvSpPr>
          <p:cNvPr id="30" name="Editable path 196">
            <a:extLst xmlns:a="http://schemas.openxmlformats.org/drawingml/2006/main">
              <a:ext uri="{FF2B5EF4-FFF2-40B4-BE49-F238E27FC236}">
                <a16:creationId xmlns:a16="http://schemas.microsoft.com/office/drawing/2014/main" id="{AD7A103E-E58A-4F29-A882-B7B3C77CBED9}"/>
              </a:ext>
            </a:extLst>
          </p:cNvPr>
          <p:cNvSpPr>
            <a:spLocks xmlns:a="http://schemas.openxmlformats.org/drawingml/2006/main" noGrp="1"/>
          </p:cNvSpPr>
          <p:nvPr/>
        </p:nvSpPr>
        <p:spPr>
          <a:xfrm xmlns:a="http://schemas.openxmlformats.org/drawingml/2006/main">
            <a:off x="4552950" y="3171825"/>
            <a:ext cx="2400300" cy="953"/>
          </a:xfrm>
          <a:custGeom xmlns:a="http://schemas.openxmlformats.org/drawingml/2006/main">
            <a:pathLst>
              <a:path w="2400300" h="953">
                <a:moveTo>
                  <a:pt x="0" y="0"/>
                </a:moveTo>
                <a:lnTo>
                  <a:pt x="2400300" y="0"/>
                </a:lnTo>
              </a:path>
            </a:pathLst>
          </a:custGeom>
          <a:noFill xmlns:a="http://schemas.openxmlformats.org/drawingml/2006/main"/>
          <a:ln xmlns:a="http://schemas.openxmlformats.org/drawingml/2006/main" w="14288">
            <a:solidFill>
              <a:srgbClr val="111111"/>
            </a:solidFill>
            <a:prstDash val="solid"/>
          </a:ln>
        </p:spPr>
      </p:sp>
      <p:sp>
        <p:nvSpPr>
          <p:cNvPr id="31" name="Request Interpreter internal operation">
            <a:extLst xmlns:a="http://schemas.openxmlformats.org/drawingml/2006/main">
              <a:ext uri="{FF2B5EF4-FFF2-40B4-BE49-F238E27FC236}">
                <a16:creationId xmlns:a16="http://schemas.microsoft.com/office/drawing/2014/main" id="{802E2F8D-42C7-4968-9C34-25C11E131876}"/>
              </a:ext>
            </a:extLst>
          </p:cNvPr>
          <p:cNvSpPr>
            <a:spLocks xmlns:a="http://schemas.openxmlformats.org/drawingml/2006/main" noGrp="1"/>
          </p:cNvSpPr>
          <p:nvPr/>
        </p:nvSpPr>
        <p:spPr>
          <a:xfrm xmlns:a="http://schemas.openxmlformats.org/drawingml/2006/main">
            <a:off x="4648200" y="3238500"/>
            <a:ext cx="22098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32" name="DP1 object 197">
            <a:extLst xmlns:a="http://schemas.openxmlformats.org/drawingml/2006/main">
              <a:ext uri="{FF2B5EF4-FFF2-40B4-BE49-F238E27FC236}">
                <a16:creationId xmlns:a16="http://schemas.microsoft.com/office/drawing/2014/main" id="{786EA187-C99E-4760-906F-708965A1172F}"/>
              </a:ext>
            </a:extLst>
          </p:cNvPr>
          <p:cNvSpPr>
            <a:spLocks xmlns:a="http://schemas.openxmlformats.org/drawingml/2006/main" noGrp="1"/>
          </p:cNvSpPr>
          <p:nvPr/>
        </p:nvSpPr>
        <p:spPr>
          <a:xfrm xmlns:a="http://schemas.openxmlformats.org/drawingml/2006/main">
            <a:off x="4695825" y="3257550"/>
            <a:ext cx="2114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근거 해석</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현재 의미 제안</a:t>
            </a:r>
          </a:p>
        </p:txBody>
      </p:sp>
      <p:sp>
        <p:nvSpPr>
          <p:cNvPr id="33" name="DP1 object 198">
            <a:extLst xmlns:a="http://schemas.openxmlformats.org/drawingml/2006/main">
              <a:ext uri="{FF2B5EF4-FFF2-40B4-BE49-F238E27FC236}">
                <a16:creationId xmlns:a16="http://schemas.microsoft.com/office/drawing/2014/main" id="{2200F401-64DB-4F8E-8D8C-C52504FE58D4}"/>
              </a:ext>
            </a:extLst>
          </p:cNvPr>
          <p:cNvSpPr>
            <a:spLocks xmlns:a="http://schemas.openxmlformats.org/drawingml/2006/main" noGrp="1"/>
          </p:cNvSpPr>
          <p:nvPr/>
        </p:nvSpPr>
        <p:spPr>
          <a:xfrm xmlns:a="http://schemas.openxmlformats.org/drawingml/2006/main">
            <a:off x="4772025" y="25812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현재 요청</a:t>
            </a:r>
          </a:p>
        </p:txBody>
      </p:sp>
      <p:sp>
        <p:nvSpPr>
          <p:cNvPr id="34" name="Editable path 199">
            <a:extLst xmlns:a="http://schemas.openxmlformats.org/drawingml/2006/main">
              <a:ext uri="{FF2B5EF4-FFF2-40B4-BE49-F238E27FC236}">
                <a16:creationId xmlns:a16="http://schemas.microsoft.com/office/drawing/2014/main" id="{674644F7-1659-44B5-AA63-E1B945D3DB33}"/>
              </a:ext>
            </a:extLst>
          </p:cNvPr>
          <p:cNvSpPr>
            <a:spLocks xmlns:a="http://schemas.openxmlformats.org/drawingml/2006/main" noGrp="1"/>
          </p:cNvSpPr>
          <p:nvPr/>
        </p:nvSpPr>
        <p:spPr>
          <a:xfrm xmlns:a="http://schemas.openxmlformats.org/drawingml/2006/main">
            <a:off x="5753100" y="2819400"/>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19050">
            <a:solidFill>
              <a:srgbClr val="111111"/>
            </a:solidFill>
            <a:prstDash val="solid"/>
          </a:ln>
        </p:spPr>
      </p:sp>
      <p:sp>
        <p:nvSpPr>
          <p:cNvPr id="35" name="Editable arrowhead 200">
            <a:extLst xmlns:a="http://schemas.openxmlformats.org/drawingml/2006/main">
              <a:ext uri="{FF2B5EF4-FFF2-40B4-BE49-F238E27FC236}">
                <a16:creationId xmlns:a16="http://schemas.microsoft.com/office/drawing/2014/main" id="{99C07E12-7BD2-4892-93C1-9137B00AECAD}"/>
              </a:ext>
            </a:extLst>
          </p:cNvPr>
          <p:cNvSpPr>
            <a:spLocks xmlns:a="http://schemas.openxmlformats.org/drawingml/2006/main" noGrp="1"/>
          </p:cNvSpPr>
          <p:nvPr/>
        </p:nvSpPr>
        <p:spPr>
          <a:xfrm xmlns:a="http://schemas.openxmlformats.org/drawingml/2006/main">
            <a:off x="5705475" y="27527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6" name="Editable path 201">
            <a:extLst xmlns:a="http://schemas.openxmlformats.org/drawingml/2006/main">
              <a:ext uri="{FF2B5EF4-FFF2-40B4-BE49-F238E27FC236}">
                <a16:creationId xmlns:a16="http://schemas.microsoft.com/office/drawing/2014/main" id="{E8A4676C-1FDB-436C-815C-E13FCC82CCB1}"/>
              </a:ext>
            </a:extLst>
          </p:cNvPr>
          <p:cNvSpPr>
            <a:spLocks xmlns:a="http://schemas.openxmlformats.org/drawingml/2006/main" noGrp="1"/>
          </p:cNvSpPr>
          <p:nvPr/>
        </p:nvSpPr>
        <p:spPr>
          <a:xfrm xmlns:a="http://schemas.openxmlformats.org/drawingml/2006/main">
            <a:off x="4276725" y="3476625"/>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3813">
            <a:solidFill>
              <a:srgbClr val="111111"/>
            </a:solidFill>
            <a:prstDash val="solid"/>
          </a:ln>
        </p:spPr>
      </p:sp>
      <p:sp>
        <p:nvSpPr>
          <p:cNvPr id="37" name="Editable arrowhead 202">
            <a:extLst xmlns:a="http://schemas.openxmlformats.org/drawingml/2006/main">
              <a:ext uri="{FF2B5EF4-FFF2-40B4-BE49-F238E27FC236}">
                <a16:creationId xmlns:a16="http://schemas.microsoft.com/office/drawing/2014/main" id="{6FEFCF70-2E4D-4417-A1B5-977ADC97B1BA}"/>
              </a:ext>
            </a:extLst>
          </p:cNvPr>
          <p:cNvSpPr>
            <a:spLocks xmlns:a="http://schemas.openxmlformats.org/drawingml/2006/main" noGrp="1"/>
          </p:cNvSpPr>
          <p:nvPr/>
        </p:nvSpPr>
        <p:spPr>
          <a:xfrm xmlns:a="http://schemas.openxmlformats.org/drawingml/2006/main">
            <a:off x="4457700" y="34290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8" name="Context Manager Component">
            <a:extLst xmlns:a="http://schemas.openxmlformats.org/drawingml/2006/main">
              <a:ext uri="{FF2B5EF4-FFF2-40B4-BE49-F238E27FC236}">
                <a16:creationId xmlns:a16="http://schemas.microsoft.com/office/drawing/2014/main" id="{4F18A1EA-16DF-42CE-B28D-B32674020C99}"/>
              </a:ext>
            </a:extLst>
          </p:cNvPr>
          <p:cNvSpPr>
            <a:spLocks xmlns:a="http://schemas.openxmlformats.org/drawingml/2006/main" noGrp="1"/>
          </p:cNvSpPr>
          <p:nvPr/>
        </p:nvSpPr>
        <p:spPr>
          <a:xfrm xmlns:a="http://schemas.openxmlformats.org/drawingml/2006/main">
            <a:off x="4552950" y="4181475"/>
            <a:ext cx="2400300" cy="10096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9" name="DP1 object 203">
            <a:extLst xmlns:a="http://schemas.openxmlformats.org/drawingml/2006/main">
              <a:ext uri="{FF2B5EF4-FFF2-40B4-BE49-F238E27FC236}">
                <a16:creationId xmlns:a16="http://schemas.microsoft.com/office/drawing/2014/main" id="{35E1FC94-2D36-49F6-B568-C74B5EE0A524}"/>
              </a:ext>
            </a:extLst>
          </p:cNvPr>
          <p:cNvSpPr>
            <a:spLocks xmlns:a="http://schemas.openxmlformats.org/drawingml/2006/main" noGrp="1"/>
          </p:cNvSpPr>
          <p:nvPr/>
        </p:nvSpPr>
        <p:spPr>
          <a:xfrm xmlns:a="http://schemas.openxmlformats.org/drawingml/2006/main">
            <a:off x="4610100" y="42005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Context Manager</a:t>
            </a:r>
          </a:p>
        </p:txBody>
      </p:sp>
      <p:sp>
        <p:nvSpPr>
          <p:cNvPr id="40" name="Editable path 204">
            <a:extLst xmlns:a="http://schemas.openxmlformats.org/drawingml/2006/main">
              <a:ext uri="{FF2B5EF4-FFF2-40B4-BE49-F238E27FC236}">
                <a16:creationId xmlns:a16="http://schemas.microsoft.com/office/drawing/2014/main" id="{D73A87D2-0F77-4DAC-9B2D-63718F2D9322}"/>
              </a:ext>
            </a:extLst>
          </p:cNvPr>
          <p:cNvSpPr>
            <a:spLocks xmlns:a="http://schemas.openxmlformats.org/drawingml/2006/main" noGrp="1"/>
          </p:cNvSpPr>
          <p:nvPr/>
        </p:nvSpPr>
        <p:spPr>
          <a:xfrm xmlns:a="http://schemas.openxmlformats.org/drawingml/2006/main">
            <a:off x="4552950" y="4505325"/>
            <a:ext cx="2400300" cy="953"/>
          </a:xfrm>
          <a:custGeom xmlns:a="http://schemas.openxmlformats.org/drawingml/2006/main">
            <a:pathLst>
              <a:path w="2400300" h="953">
                <a:moveTo>
                  <a:pt x="0" y="0"/>
                </a:moveTo>
                <a:lnTo>
                  <a:pt x="2400300" y="0"/>
                </a:lnTo>
              </a:path>
            </a:pathLst>
          </a:custGeom>
          <a:noFill xmlns:a="http://schemas.openxmlformats.org/drawingml/2006/main"/>
          <a:ln xmlns:a="http://schemas.openxmlformats.org/drawingml/2006/main" w="14288">
            <a:solidFill>
              <a:srgbClr val="111111"/>
            </a:solidFill>
            <a:prstDash val="solid"/>
          </a:ln>
        </p:spPr>
      </p:sp>
      <p:sp>
        <p:nvSpPr>
          <p:cNvPr id="41" name="Context Manager internal operation">
            <a:extLst xmlns:a="http://schemas.openxmlformats.org/drawingml/2006/main">
              <a:ext uri="{FF2B5EF4-FFF2-40B4-BE49-F238E27FC236}">
                <a16:creationId xmlns:a16="http://schemas.microsoft.com/office/drawing/2014/main" id="{50D2B23C-52EF-41C5-89C0-9F68DBD08C18}"/>
              </a:ext>
            </a:extLst>
          </p:cNvPr>
          <p:cNvSpPr>
            <a:spLocks xmlns:a="http://schemas.openxmlformats.org/drawingml/2006/main" noGrp="1"/>
          </p:cNvSpPr>
          <p:nvPr/>
        </p:nvSpPr>
        <p:spPr>
          <a:xfrm xmlns:a="http://schemas.openxmlformats.org/drawingml/2006/main">
            <a:off x="4648200" y="4572000"/>
            <a:ext cx="2209800" cy="542925"/>
          </a:xfrm>
          <a:prstGeom xmlns:a="http://schemas.openxmlformats.org/drawingml/2006/main" prst="rect">
            <a:avLst/>
          </a:prstGeom>
          <a:solidFill xmlns:a="http://schemas.openxmlformats.org/drawingml/2006/main">
            <a:srgbClr val="FFFFFF"/>
          </a:solidFill>
          <a:ln xmlns:a="http://schemas.openxmlformats.org/drawingml/2006/main" w="28575">
            <a:solidFill>
              <a:srgbClr val="4676CB"/>
            </a:solidFill>
            <a:prstDash val="solid"/>
          </a:ln>
        </p:spPr>
      </p:sp>
      <p:sp>
        <p:nvSpPr>
          <p:cNvPr id="42" name="DP1 object 205">
            <a:extLst xmlns:a="http://schemas.openxmlformats.org/drawingml/2006/main">
              <a:ext uri="{FF2B5EF4-FFF2-40B4-BE49-F238E27FC236}">
                <a16:creationId xmlns:a16="http://schemas.microsoft.com/office/drawing/2014/main" id="{BFF4847A-5733-49C4-9DDD-7072F5B91EDE}"/>
              </a:ext>
            </a:extLst>
          </p:cNvPr>
          <p:cNvSpPr>
            <a:spLocks xmlns:a="http://schemas.openxmlformats.org/drawingml/2006/main" noGrp="1"/>
          </p:cNvSpPr>
          <p:nvPr/>
        </p:nvSpPr>
        <p:spPr>
          <a:xfrm xmlns:a="http://schemas.openxmlformats.org/drawingml/2006/main">
            <a:off x="4695825" y="4591050"/>
            <a:ext cx="21145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4676CB"/>
                </a:solidFill>
                <a:latin typeface="Apple SD Gothic Neo"/>
                <a:ea typeface="Apple SD Gothic Neo"/>
                <a:cs typeface="Apple SD Gothic Neo"/>
              </a:defRPr>
            </a:defPPr>
            <a:lvl1pPr algn="ctr">
              <a:defRPr sz="1425" b="1">
                <a:solidFill>
                  <a:srgbClr val="4676CB"/>
                </a:solidFill>
                <a:latin typeface="Apple SD Gothic Neo"/>
                <a:ea typeface="Apple SD Gothic Neo"/>
                <a:cs typeface="Apple SD Gothic Neo"/>
              </a:defRPr>
            </a:lvl1pPr>
            <a:lvl2pPr algn="ctr">
              <a:defRPr sz="1425" b="1">
                <a:solidFill>
                  <a:srgbClr val="4676CB"/>
                </a:solidFill>
                <a:latin typeface="Apple SD Gothic Neo"/>
                <a:ea typeface="Apple SD Gothic Neo"/>
                <a:cs typeface="Apple SD Gothic Neo"/>
              </a:defRPr>
            </a:lvl2pPr>
            <a:lvl3pPr algn="ctr">
              <a:defRPr sz="1425" b="1">
                <a:solidFill>
                  <a:srgbClr val="4676CB"/>
                </a:solidFill>
                <a:latin typeface="Apple SD Gothic Neo"/>
                <a:ea typeface="Apple SD Gothic Neo"/>
                <a:cs typeface="Apple SD Gothic Neo"/>
              </a:defRPr>
            </a:lvl3pPr>
            <a:lvl4pPr algn="ctr">
              <a:defRPr sz="1425" b="1">
                <a:solidFill>
                  <a:srgbClr val="4676CB"/>
                </a:solidFill>
                <a:latin typeface="Apple SD Gothic Neo"/>
                <a:ea typeface="Apple SD Gothic Neo"/>
                <a:cs typeface="Apple SD Gothic Neo"/>
              </a:defRPr>
            </a:lvl4pPr>
            <a:lvl5pPr algn="ctr">
              <a:defRPr sz="1425" b="1">
                <a:solidFill>
                  <a:srgbClr val="4676CB"/>
                </a:solidFill>
                <a:latin typeface="Apple SD Gothic Neo"/>
                <a:ea typeface="Apple SD Gothic Neo"/>
                <a:cs typeface="Apple SD Gothic Neo"/>
              </a:defRPr>
            </a:lvl5pPr>
            <a:lvl6pPr algn="ctr">
              <a:defRPr sz="1425" b="1">
                <a:solidFill>
                  <a:srgbClr val="4676CB"/>
                </a:solidFill>
                <a:latin typeface="Apple SD Gothic Neo"/>
                <a:ea typeface="Apple SD Gothic Neo"/>
                <a:cs typeface="Apple SD Gothic Neo"/>
              </a:defRPr>
            </a:lvl6pPr>
            <a:lvl7pPr algn="ctr">
              <a:defRPr sz="1425" b="1">
                <a:solidFill>
                  <a:srgbClr val="4676CB"/>
                </a:solidFill>
                <a:latin typeface="Apple SD Gothic Neo"/>
                <a:ea typeface="Apple SD Gothic Neo"/>
                <a:cs typeface="Apple SD Gothic Neo"/>
              </a:defRPr>
            </a:lvl7pPr>
            <a:lvl8pPr algn="ctr">
              <a:defRPr sz="1425" b="1">
                <a:solidFill>
                  <a:srgbClr val="4676CB"/>
                </a:solidFill>
                <a:latin typeface="Apple SD Gothic Neo"/>
                <a:ea typeface="Apple SD Gothic Neo"/>
                <a:cs typeface="Apple SD Gothic Neo"/>
              </a:defRPr>
            </a:lvl8pPr>
            <a:lvl9pPr algn="ctr">
              <a:defRPr sz="1425" b="1">
                <a:solidFill>
                  <a:srgbClr val="4676CB"/>
                </a:solidFill>
                <a:latin typeface="Apple SD Gothic Neo"/>
                <a:ea typeface="Apple SD Gothic Neo"/>
                <a:cs typeface="Apple SD Gothic Neo"/>
              </a:defRPr>
            </a:lvl9pPr>
          </a:lstStyle>
          <a:p xmlns:a="http://schemas.openxmlformats.org/drawingml/2006/main">
            <a:pPr algn="ctr">
              <a:defRPr sz="1425" b="1">
                <a:solidFill>
                  <a:srgbClr val="4676CB"/>
                </a:solidFill>
                <a:latin typeface="Apple SD Gothic Neo"/>
                <a:ea typeface="Apple SD Gothic Neo"/>
                <a:cs typeface="Apple SD Gothic Neo"/>
              </a:defRPr>
            </a:pPr>
            <a:r>
              <a:rPr sz="1425" b="1">
                <a:solidFill>
                  <a:srgbClr val="4676CB"/>
                </a:solidFill>
                <a:latin typeface="Apple SD Gothic Neo"/>
                <a:ea typeface="Apple SD Gothic Neo"/>
                <a:cs typeface="Apple SD Gothic Neo"/>
              </a:rPr>
              <a:t>A2 변경 조각 조회·갱신</a:t>
            </a:r>
          </a:p>
          <a:p xmlns:a="http://schemas.openxmlformats.org/drawingml/2006/main">
            <a:pPr algn="ctr">
              <a:defRPr sz="1425" b="1">
                <a:solidFill>
                  <a:srgbClr val="4676CB"/>
                </a:solidFill>
                <a:latin typeface="Apple SD Gothic Neo"/>
                <a:ea typeface="Apple SD Gothic Neo"/>
                <a:cs typeface="Apple SD Gothic Neo"/>
              </a:defRPr>
            </a:pPr>
            <a:r>
              <a:rPr sz="1425" b="1">
                <a:solidFill>
                  <a:srgbClr val="4676CB"/>
                </a:solidFill>
                <a:latin typeface="Apple SD Gothic Neo"/>
                <a:ea typeface="Apple SD Gothic Neo"/>
                <a:cs typeface="Apple SD Gothic Neo"/>
              </a:rPr>
              <a:t>전체 현재성 재검증</a:t>
            </a:r>
          </a:p>
        </p:txBody>
      </p:sp>
      <p:sp>
        <p:nvSpPr>
          <p:cNvPr id="43" name="Editable path 206">
            <a:extLst xmlns:a="http://schemas.openxmlformats.org/drawingml/2006/main">
              <a:ext uri="{FF2B5EF4-FFF2-40B4-BE49-F238E27FC236}">
                <a16:creationId xmlns:a16="http://schemas.microsoft.com/office/drawing/2014/main" id="{8A101781-3ECB-4C10-BF72-2507C8E9890F}"/>
              </a:ext>
            </a:extLst>
          </p:cNvPr>
          <p:cNvSpPr>
            <a:spLocks xmlns:a="http://schemas.openxmlformats.org/drawingml/2006/main" noGrp="1"/>
          </p:cNvSpPr>
          <p:nvPr/>
        </p:nvSpPr>
        <p:spPr>
          <a:xfrm xmlns:a="http://schemas.openxmlformats.org/drawingml/2006/main">
            <a:off x="5753100" y="3819525"/>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23813">
            <a:solidFill>
              <a:srgbClr val="111111"/>
            </a:solidFill>
            <a:prstDash val="solid"/>
          </a:ln>
        </p:spPr>
      </p:sp>
      <p:sp>
        <p:nvSpPr>
          <p:cNvPr id="44" name="Editable arrowhead 207">
            <a:extLst xmlns:a="http://schemas.openxmlformats.org/drawingml/2006/main">
              <a:ext uri="{FF2B5EF4-FFF2-40B4-BE49-F238E27FC236}">
                <a16:creationId xmlns:a16="http://schemas.microsoft.com/office/drawing/2014/main" id="{0A6E2B2C-A15A-4350-ACCB-460F60D24600}"/>
              </a:ext>
            </a:extLst>
          </p:cNvPr>
          <p:cNvSpPr>
            <a:spLocks xmlns:a="http://schemas.openxmlformats.org/drawingml/2006/main" noGrp="1"/>
          </p:cNvSpPr>
          <p:nvPr/>
        </p:nvSpPr>
        <p:spPr>
          <a:xfrm xmlns:a="http://schemas.openxmlformats.org/drawingml/2006/main">
            <a:off x="5705475" y="4086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5" name="Editable path 208">
            <a:extLst xmlns:a="http://schemas.openxmlformats.org/drawingml/2006/main">
              <a:ext uri="{FF2B5EF4-FFF2-40B4-BE49-F238E27FC236}">
                <a16:creationId xmlns:a16="http://schemas.microsoft.com/office/drawing/2014/main" id="{60DF6E3D-281B-4599-806B-AB7BF16DC734}"/>
              </a:ext>
            </a:extLst>
          </p:cNvPr>
          <p:cNvSpPr>
            <a:spLocks xmlns:a="http://schemas.openxmlformats.org/drawingml/2006/main" noGrp="1"/>
          </p:cNvSpPr>
          <p:nvPr/>
        </p:nvSpPr>
        <p:spPr>
          <a:xfrm xmlns:a="http://schemas.openxmlformats.org/drawingml/2006/main">
            <a:off x="6810375" y="3819525"/>
            <a:ext cx="953" cy="361950"/>
          </a:xfrm>
          <a:custGeom xmlns:a="http://schemas.openxmlformats.org/drawingml/2006/main">
            <a:pathLst>
              <a:path w="953" h="361950">
                <a:moveTo>
                  <a:pt x="0" y="361950"/>
                </a:moveTo>
                <a:lnTo>
                  <a:pt x="0" y="0"/>
                </a:lnTo>
              </a:path>
            </a:pathLst>
          </a:custGeom>
          <a:noFill xmlns:a="http://schemas.openxmlformats.org/drawingml/2006/main"/>
          <a:ln xmlns:a="http://schemas.openxmlformats.org/drawingml/2006/main" w="23813">
            <a:solidFill>
              <a:srgbClr val="4676CB"/>
            </a:solidFill>
            <a:prstDash val="solid"/>
          </a:ln>
        </p:spPr>
      </p:sp>
      <p:sp>
        <p:nvSpPr>
          <p:cNvPr id="46" name="Editable arrowhead 209">
            <a:extLst xmlns:a="http://schemas.openxmlformats.org/drawingml/2006/main">
              <a:ext uri="{FF2B5EF4-FFF2-40B4-BE49-F238E27FC236}">
                <a16:creationId xmlns:a16="http://schemas.microsoft.com/office/drawing/2014/main" id="{36E7C79F-EECD-4759-97E0-A288F7092074}"/>
              </a:ext>
            </a:extLst>
          </p:cNvPr>
          <p:cNvSpPr>
            <a:spLocks xmlns:a="http://schemas.openxmlformats.org/drawingml/2006/main" noGrp="1"/>
          </p:cNvSpPr>
          <p:nvPr/>
        </p:nvSpPr>
        <p:spPr>
          <a:xfrm xmlns:a="http://schemas.openxmlformats.org/drawingml/2006/main">
            <a:off x="6762750" y="381952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47" name="DP1 object 210">
            <a:extLst xmlns:a="http://schemas.openxmlformats.org/drawingml/2006/main">
              <a:ext uri="{FF2B5EF4-FFF2-40B4-BE49-F238E27FC236}">
                <a16:creationId xmlns:a16="http://schemas.microsoft.com/office/drawing/2014/main" id="{09D57075-222D-4DBA-A5B4-3A6F575EB924}"/>
              </a:ext>
            </a:extLst>
          </p:cNvPr>
          <p:cNvSpPr>
            <a:spLocks xmlns:a="http://schemas.openxmlformats.org/drawingml/2006/main" noGrp="1"/>
          </p:cNvSpPr>
          <p:nvPr/>
        </p:nvSpPr>
        <p:spPr>
          <a:xfrm xmlns:a="http://schemas.openxmlformats.org/drawingml/2006/main">
            <a:off x="4629150" y="3867150"/>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보완 요청</a:t>
            </a:r>
          </a:p>
        </p:txBody>
      </p:sp>
      <p:sp>
        <p:nvSpPr>
          <p:cNvPr id="48" name="DP1 object 211">
            <a:extLst xmlns:a="http://schemas.openxmlformats.org/drawingml/2006/main">
              <a:ext uri="{FF2B5EF4-FFF2-40B4-BE49-F238E27FC236}">
                <a16:creationId xmlns:a16="http://schemas.microsoft.com/office/drawing/2014/main" id="{4E1F286D-7357-4AE2-8EE6-578F17A9740F}"/>
              </a:ext>
            </a:extLst>
          </p:cNvPr>
          <p:cNvSpPr>
            <a:spLocks xmlns:a="http://schemas.openxmlformats.org/drawingml/2006/main" noGrp="1"/>
          </p:cNvSpPr>
          <p:nvPr/>
        </p:nvSpPr>
        <p:spPr>
          <a:xfrm xmlns:a="http://schemas.openxmlformats.org/drawingml/2006/main">
            <a:off x="5810250" y="3867150"/>
            <a:ext cx="923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4676CB"/>
                </a:solidFill>
                <a:latin typeface="Apple SD Gothic Neo"/>
                <a:ea typeface="Apple SD Gothic Neo"/>
                <a:cs typeface="Apple SD Gothic Neo"/>
              </a:defRPr>
            </a:defPPr>
            <a:lvl1pPr algn="ctr">
              <a:defRPr sz="1350" b="0">
                <a:solidFill>
                  <a:srgbClr val="4676CB"/>
                </a:solidFill>
                <a:latin typeface="Apple SD Gothic Neo"/>
                <a:ea typeface="Apple SD Gothic Neo"/>
                <a:cs typeface="Apple SD Gothic Neo"/>
              </a:defRPr>
            </a:lvl1pPr>
            <a:lvl2pPr algn="ctr">
              <a:defRPr sz="1350" b="0">
                <a:solidFill>
                  <a:srgbClr val="4676CB"/>
                </a:solidFill>
                <a:latin typeface="Apple SD Gothic Neo"/>
                <a:ea typeface="Apple SD Gothic Neo"/>
                <a:cs typeface="Apple SD Gothic Neo"/>
              </a:defRPr>
            </a:lvl2pPr>
            <a:lvl3pPr algn="ctr">
              <a:defRPr sz="1350" b="0">
                <a:solidFill>
                  <a:srgbClr val="4676CB"/>
                </a:solidFill>
                <a:latin typeface="Apple SD Gothic Neo"/>
                <a:ea typeface="Apple SD Gothic Neo"/>
                <a:cs typeface="Apple SD Gothic Neo"/>
              </a:defRPr>
            </a:lvl3pPr>
            <a:lvl4pPr algn="ctr">
              <a:defRPr sz="1350" b="0">
                <a:solidFill>
                  <a:srgbClr val="4676CB"/>
                </a:solidFill>
                <a:latin typeface="Apple SD Gothic Neo"/>
                <a:ea typeface="Apple SD Gothic Neo"/>
                <a:cs typeface="Apple SD Gothic Neo"/>
              </a:defRPr>
            </a:lvl4pPr>
            <a:lvl5pPr algn="ctr">
              <a:defRPr sz="1350" b="0">
                <a:solidFill>
                  <a:srgbClr val="4676CB"/>
                </a:solidFill>
                <a:latin typeface="Apple SD Gothic Neo"/>
                <a:ea typeface="Apple SD Gothic Neo"/>
                <a:cs typeface="Apple SD Gothic Neo"/>
              </a:defRPr>
            </a:lvl5pPr>
            <a:lvl6pPr algn="ctr">
              <a:defRPr sz="1350" b="0">
                <a:solidFill>
                  <a:srgbClr val="4676CB"/>
                </a:solidFill>
                <a:latin typeface="Apple SD Gothic Neo"/>
                <a:ea typeface="Apple SD Gothic Neo"/>
                <a:cs typeface="Apple SD Gothic Neo"/>
              </a:defRPr>
            </a:lvl6pPr>
            <a:lvl7pPr algn="ctr">
              <a:defRPr sz="1350" b="0">
                <a:solidFill>
                  <a:srgbClr val="4676CB"/>
                </a:solidFill>
                <a:latin typeface="Apple SD Gothic Neo"/>
                <a:ea typeface="Apple SD Gothic Neo"/>
                <a:cs typeface="Apple SD Gothic Neo"/>
              </a:defRPr>
            </a:lvl7pPr>
            <a:lvl8pPr algn="ctr">
              <a:defRPr sz="1350" b="0">
                <a:solidFill>
                  <a:srgbClr val="4676CB"/>
                </a:solidFill>
                <a:latin typeface="Apple SD Gothic Neo"/>
                <a:ea typeface="Apple SD Gothic Neo"/>
                <a:cs typeface="Apple SD Gothic Neo"/>
              </a:defRPr>
            </a:lvl8pPr>
            <a:lvl9pPr algn="ctr">
              <a:defRPr sz="1350" b="0">
                <a:solidFill>
                  <a:srgbClr val="4676CB"/>
                </a:solidFill>
                <a:latin typeface="Apple SD Gothic Neo"/>
                <a:ea typeface="Apple SD Gothic Neo"/>
                <a:cs typeface="Apple SD Gothic Neo"/>
              </a:defRPr>
            </a:lvl9pPr>
          </a:lstStyle>
          <a:p xmlns:a="http://schemas.openxmlformats.org/drawingml/2006/main">
            <a:pPr algn="ctr">
              <a:defRPr sz="1350" b="0">
                <a:solidFill>
                  <a:srgbClr val="4676CB"/>
                </a:solidFill>
                <a:latin typeface="Apple SD Gothic Neo"/>
                <a:ea typeface="Apple SD Gothic Neo"/>
                <a:cs typeface="Apple SD Gothic Neo"/>
              </a:defRPr>
            </a:pPr>
            <a:r>
              <a:rPr sz="1350" b="0">
                <a:solidFill>
                  <a:srgbClr val="4676CB"/>
                </a:solidFill>
                <a:latin typeface="Apple SD Gothic Neo"/>
                <a:ea typeface="Apple SD Gothic Neo"/>
                <a:cs typeface="Apple SD Gothic Neo"/>
              </a:rPr>
              <a:t>보완 근거</a:t>
            </a:r>
          </a:p>
        </p:txBody>
      </p:sp>
      <p:sp>
        <p:nvSpPr>
          <p:cNvPr id="49" name="Editable path 212">
            <a:extLst xmlns:a="http://schemas.openxmlformats.org/drawingml/2006/main">
              <a:ext uri="{FF2B5EF4-FFF2-40B4-BE49-F238E27FC236}">
                <a16:creationId xmlns:a16="http://schemas.microsoft.com/office/drawing/2014/main" id="{69351F34-8236-4DC8-92CD-154C17FED3FA}"/>
              </a:ext>
            </a:extLst>
          </p:cNvPr>
          <p:cNvSpPr>
            <a:spLocks xmlns:a="http://schemas.openxmlformats.org/drawingml/2006/main" noGrp="1"/>
          </p:cNvSpPr>
          <p:nvPr/>
        </p:nvSpPr>
        <p:spPr>
          <a:xfrm xmlns:a="http://schemas.openxmlformats.org/drawingml/2006/main">
            <a:off x="3200400" y="4124325"/>
            <a:ext cx="1352550" cy="571500"/>
          </a:xfrm>
          <a:custGeom xmlns:a="http://schemas.openxmlformats.org/drawingml/2006/main">
            <a:pathLst>
              <a:path w="1352550" h="571500">
                <a:moveTo>
                  <a:pt x="1352550" y="571500"/>
                </a:moveTo>
                <a:lnTo>
                  <a:pt x="0" y="571500"/>
                </a:lnTo>
                <a:lnTo>
                  <a:pt x="0" y="0"/>
                </a:lnTo>
              </a:path>
            </a:pathLst>
          </a:custGeom>
          <a:noFill xmlns:a="http://schemas.openxmlformats.org/drawingml/2006/main"/>
          <a:ln xmlns:a="http://schemas.openxmlformats.org/drawingml/2006/main" w="23813">
            <a:solidFill>
              <a:srgbClr val="111111"/>
            </a:solidFill>
            <a:prstDash val="solid"/>
          </a:ln>
        </p:spPr>
      </p:sp>
      <p:sp>
        <p:nvSpPr>
          <p:cNvPr id="50" name="Editable arrowhead 213">
            <a:extLst xmlns:a="http://schemas.openxmlformats.org/drawingml/2006/main">
              <a:ext uri="{FF2B5EF4-FFF2-40B4-BE49-F238E27FC236}">
                <a16:creationId xmlns:a16="http://schemas.microsoft.com/office/drawing/2014/main" id="{1FF40BEE-75B9-4C76-A370-590141A15EBF}"/>
              </a:ext>
            </a:extLst>
          </p:cNvPr>
          <p:cNvSpPr>
            <a:spLocks xmlns:a="http://schemas.openxmlformats.org/drawingml/2006/main" noGrp="1"/>
          </p:cNvSpPr>
          <p:nvPr/>
        </p:nvSpPr>
        <p:spPr>
          <a:xfrm xmlns:a="http://schemas.openxmlformats.org/drawingml/2006/main">
            <a:off x="3152775" y="412432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1" name="DP1 object 214">
            <a:extLst xmlns:a="http://schemas.openxmlformats.org/drawingml/2006/main">
              <a:ext uri="{FF2B5EF4-FFF2-40B4-BE49-F238E27FC236}">
                <a16:creationId xmlns:a16="http://schemas.microsoft.com/office/drawing/2014/main" id="{984E9A2B-9655-4773-9D51-C25A81F73928}"/>
              </a:ext>
            </a:extLst>
          </p:cNvPr>
          <p:cNvSpPr>
            <a:spLocks xmlns:a="http://schemas.openxmlformats.org/drawingml/2006/main" noGrp="1"/>
          </p:cNvSpPr>
          <p:nvPr/>
        </p:nvSpPr>
        <p:spPr>
          <a:xfrm xmlns:a="http://schemas.openxmlformats.org/drawingml/2006/main">
            <a:off x="2085975" y="4781550"/>
            <a:ext cx="2257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채택 후 갱신 → 재사용</a:t>
            </a:r>
          </a:p>
        </p:txBody>
      </p:sp>
      <p:sp>
        <p:nvSpPr>
          <p:cNvPr id="52" name="허용 원본">
            <a:extLst xmlns:a="http://schemas.openxmlformats.org/drawingml/2006/main">
              <a:ext uri="{FF2B5EF4-FFF2-40B4-BE49-F238E27FC236}">
                <a16:creationId xmlns:a16="http://schemas.microsoft.com/office/drawing/2014/main" id="{E4E406E9-C151-4489-BA45-7AF301D0C424}"/>
              </a:ext>
            </a:extLst>
          </p:cNvPr>
          <p:cNvSpPr>
            <a:spLocks xmlns:a="http://schemas.openxmlformats.org/drawingml/2006/main" noGrp="1"/>
          </p:cNvSpPr>
          <p:nvPr/>
        </p:nvSpPr>
        <p:spPr>
          <a:xfrm xmlns:a="http://schemas.openxmlformats.org/drawingml/2006/main">
            <a:off x="2133600" y="5219700"/>
            <a:ext cx="1638300" cy="40005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53" name="DP1 object 215">
            <a:extLst xmlns:a="http://schemas.openxmlformats.org/drawingml/2006/main">
              <a:ext uri="{FF2B5EF4-FFF2-40B4-BE49-F238E27FC236}">
                <a16:creationId xmlns:a16="http://schemas.microsoft.com/office/drawing/2014/main" id="{80793BA1-E00C-44DA-884E-0A780E5EA7EE}"/>
              </a:ext>
            </a:extLst>
          </p:cNvPr>
          <p:cNvSpPr>
            <a:spLocks xmlns:a="http://schemas.openxmlformats.org/drawingml/2006/main" noGrp="1"/>
          </p:cNvSpPr>
          <p:nvPr/>
        </p:nvSpPr>
        <p:spPr>
          <a:xfrm xmlns:a="http://schemas.openxmlformats.org/drawingml/2006/main">
            <a:off x="2181225" y="5324475"/>
            <a:ext cx="1543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허용 원본</a:t>
            </a:r>
          </a:p>
        </p:txBody>
      </p:sp>
      <p:sp>
        <p:nvSpPr>
          <p:cNvPr id="54" name="Editable path 216">
            <a:extLst xmlns:a="http://schemas.openxmlformats.org/drawingml/2006/main">
              <a:ext uri="{FF2B5EF4-FFF2-40B4-BE49-F238E27FC236}">
                <a16:creationId xmlns:a16="http://schemas.microsoft.com/office/drawing/2014/main" id="{DF7A4E15-DF69-4A1A-B7FF-5FA38822B3AE}"/>
              </a:ext>
            </a:extLst>
          </p:cNvPr>
          <p:cNvSpPr>
            <a:spLocks xmlns:a="http://schemas.openxmlformats.org/drawingml/2006/main" noGrp="1"/>
          </p:cNvSpPr>
          <p:nvPr/>
        </p:nvSpPr>
        <p:spPr>
          <a:xfrm xmlns:a="http://schemas.openxmlformats.org/drawingml/2006/main">
            <a:off x="3771900" y="5191125"/>
            <a:ext cx="1981200" cy="238125"/>
          </a:xfrm>
          <a:custGeom xmlns:a="http://schemas.openxmlformats.org/drawingml/2006/main">
            <a:pathLst>
              <a:path w="1981200" h="238125">
                <a:moveTo>
                  <a:pt x="0" y="238125"/>
                </a:moveTo>
                <a:lnTo>
                  <a:pt x="1981200" y="238125"/>
                </a:lnTo>
                <a:lnTo>
                  <a:pt x="1981200" y="0"/>
                </a:lnTo>
              </a:path>
            </a:pathLst>
          </a:custGeom>
          <a:noFill xmlns:a="http://schemas.openxmlformats.org/drawingml/2006/main"/>
          <a:ln xmlns:a="http://schemas.openxmlformats.org/drawingml/2006/main" w="19050">
            <a:solidFill>
              <a:srgbClr val="4676CB"/>
            </a:solidFill>
            <a:prstDash val="dash"/>
          </a:ln>
        </p:spPr>
      </p:sp>
      <p:sp>
        <p:nvSpPr>
          <p:cNvPr id="55" name="Editable arrowhead 217">
            <a:extLst xmlns:a="http://schemas.openxmlformats.org/drawingml/2006/main">
              <a:ext uri="{FF2B5EF4-FFF2-40B4-BE49-F238E27FC236}">
                <a16:creationId xmlns:a16="http://schemas.microsoft.com/office/drawing/2014/main" id="{9203DDED-2D0D-4725-B48A-7A5C1E967F8E}"/>
              </a:ext>
            </a:extLst>
          </p:cNvPr>
          <p:cNvSpPr>
            <a:spLocks xmlns:a="http://schemas.openxmlformats.org/drawingml/2006/main" noGrp="1"/>
          </p:cNvSpPr>
          <p:nvPr/>
        </p:nvSpPr>
        <p:spPr>
          <a:xfrm xmlns:a="http://schemas.openxmlformats.org/drawingml/2006/main">
            <a:off x="5705475" y="519112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56" name="DP1 object 218">
            <a:extLst xmlns:a="http://schemas.openxmlformats.org/drawingml/2006/main">
              <a:ext uri="{FF2B5EF4-FFF2-40B4-BE49-F238E27FC236}">
                <a16:creationId xmlns:a16="http://schemas.microsoft.com/office/drawing/2014/main" id="{862084AD-5081-4280-BE31-F492B4ECD4B2}"/>
              </a:ext>
            </a:extLst>
          </p:cNvPr>
          <p:cNvSpPr>
            <a:spLocks xmlns:a="http://schemas.openxmlformats.org/drawingml/2006/main" noGrp="1"/>
          </p:cNvSpPr>
          <p:nvPr/>
        </p:nvSpPr>
        <p:spPr>
          <a:xfrm xmlns:a="http://schemas.openxmlformats.org/drawingml/2006/main">
            <a:off x="3838575" y="5172075"/>
            <a:ext cx="1857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4676CB"/>
                </a:solidFill>
                <a:latin typeface="Apple SD Gothic Neo"/>
                <a:ea typeface="Apple SD Gothic Neo"/>
                <a:cs typeface="Apple SD Gothic Neo"/>
              </a:defRPr>
            </a:defPPr>
            <a:lvl1pPr algn="ctr">
              <a:defRPr sz="1500" b="0">
                <a:solidFill>
                  <a:srgbClr val="4676CB"/>
                </a:solidFill>
                <a:latin typeface="Apple SD Gothic Neo"/>
                <a:ea typeface="Apple SD Gothic Neo"/>
                <a:cs typeface="Apple SD Gothic Neo"/>
              </a:defRPr>
            </a:lvl1pPr>
            <a:lvl2pPr algn="ctr">
              <a:defRPr sz="1500" b="0">
                <a:solidFill>
                  <a:srgbClr val="4676CB"/>
                </a:solidFill>
                <a:latin typeface="Apple SD Gothic Neo"/>
                <a:ea typeface="Apple SD Gothic Neo"/>
                <a:cs typeface="Apple SD Gothic Neo"/>
              </a:defRPr>
            </a:lvl2pPr>
            <a:lvl3pPr algn="ctr">
              <a:defRPr sz="1500" b="0">
                <a:solidFill>
                  <a:srgbClr val="4676CB"/>
                </a:solidFill>
                <a:latin typeface="Apple SD Gothic Neo"/>
                <a:ea typeface="Apple SD Gothic Neo"/>
                <a:cs typeface="Apple SD Gothic Neo"/>
              </a:defRPr>
            </a:lvl3pPr>
            <a:lvl4pPr algn="ctr">
              <a:defRPr sz="1500" b="0">
                <a:solidFill>
                  <a:srgbClr val="4676CB"/>
                </a:solidFill>
                <a:latin typeface="Apple SD Gothic Neo"/>
                <a:ea typeface="Apple SD Gothic Neo"/>
                <a:cs typeface="Apple SD Gothic Neo"/>
              </a:defRPr>
            </a:lvl4pPr>
            <a:lvl5pPr algn="ctr">
              <a:defRPr sz="1500" b="0">
                <a:solidFill>
                  <a:srgbClr val="4676CB"/>
                </a:solidFill>
                <a:latin typeface="Apple SD Gothic Neo"/>
                <a:ea typeface="Apple SD Gothic Neo"/>
                <a:cs typeface="Apple SD Gothic Neo"/>
              </a:defRPr>
            </a:lvl5pPr>
            <a:lvl6pPr algn="ctr">
              <a:defRPr sz="1500" b="0">
                <a:solidFill>
                  <a:srgbClr val="4676CB"/>
                </a:solidFill>
                <a:latin typeface="Apple SD Gothic Neo"/>
                <a:ea typeface="Apple SD Gothic Neo"/>
                <a:cs typeface="Apple SD Gothic Neo"/>
              </a:defRPr>
            </a:lvl6pPr>
            <a:lvl7pPr algn="ctr">
              <a:defRPr sz="1500" b="0">
                <a:solidFill>
                  <a:srgbClr val="4676CB"/>
                </a:solidFill>
                <a:latin typeface="Apple SD Gothic Neo"/>
                <a:ea typeface="Apple SD Gothic Neo"/>
                <a:cs typeface="Apple SD Gothic Neo"/>
              </a:defRPr>
            </a:lvl7pPr>
            <a:lvl8pPr algn="ctr">
              <a:defRPr sz="1500" b="0">
                <a:solidFill>
                  <a:srgbClr val="4676CB"/>
                </a:solidFill>
                <a:latin typeface="Apple SD Gothic Neo"/>
                <a:ea typeface="Apple SD Gothic Neo"/>
                <a:cs typeface="Apple SD Gothic Neo"/>
              </a:defRPr>
            </a:lvl8pPr>
            <a:lvl9pPr algn="ctr">
              <a:defRPr sz="1500" b="0">
                <a:solidFill>
                  <a:srgbClr val="4676CB"/>
                </a:solidFill>
                <a:latin typeface="Apple SD Gothic Neo"/>
                <a:ea typeface="Apple SD Gothic Neo"/>
                <a:cs typeface="Apple SD Gothic Neo"/>
              </a:defRPr>
            </a:lvl9pPr>
          </a:lstStyle>
          <a:p xmlns:a="http://schemas.openxmlformats.org/drawingml/2006/main">
            <a:pPr algn="ctr">
              <a:defRPr sz="1500" b="0">
                <a:solidFill>
                  <a:srgbClr val="4676CB"/>
                </a:solidFill>
                <a:latin typeface="Apple SD Gothic Neo"/>
                <a:ea typeface="Apple SD Gothic Neo"/>
                <a:cs typeface="Apple SD Gothic Neo"/>
              </a:defRPr>
            </a:pPr>
            <a:r>
              <a:rPr sz="1500" b="0">
                <a:solidFill>
                  <a:srgbClr val="4676CB"/>
                </a:solidFill>
                <a:latin typeface="Apple SD Gothic Neo"/>
                <a:ea typeface="Apple SD Gothic Neo"/>
                <a:cs typeface="Apple SD Gothic Neo"/>
              </a:rPr>
              <a:t>A2 변경 부분 읽기</a:t>
            </a:r>
          </a:p>
        </p:txBody>
      </p:sp>
      <p:sp>
        <p:nvSpPr>
          <p:cNvPr id="57" name="DP1 object 219">
            <a:extLst xmlns:a="http://schemas.openxmlformats.org/drawingml/2006/main">
              <a:ext uri="{FF2B5EF4-FFF2-40B4-BE49-F238E27FC236}">
                <a16:creationId xmlns:a16="http://schemas.microsoft.com/office/drawing/2014/main" id="{A1FB8887-FD0C-4B67-A70B-54F3B37DEA90}"/>
              </a:ext>
            </a:extLst>
          </p:cNvPr>
          <p:cNvSpPr>
            <a:spLocks xmlns:a="http://schemas.openxmlformats.org/drawingml/2006/main" noGrp="1"/>
          </p:cNvSpPr>
          <p:nvPr/>
        </p:nvSpPr>
        <p:spPr>
          <a:xfrm xmlns:a="http://schemas.openxmlformats.org/drawingml/2006/main">
            <a:off x="7353300" y="229552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이번 요청에서 읽고 묶음을 해제</a:t>
            </a:r>
          </a:p>
        </p:txBody>
      </p:sp>
      <p:sp>
        <p:nvSpPr>
          <p:cNvPr id="58" name="DP1 object 220">
            <a:extLst xmlns:a="http://schemas.openxmlformats.org/drawingml/2006/main">
              <a:ext uri="{FF2B5EF4-FFF2-40B4-BE49-F238E27FC236}">
                <a16:creationId xmlns:a16="http://schemas.microsoft.com/office/drawing/2014/main" id="{548E835E-89CD-4B67-A245-EA66155464AF}"/>
              </a:ext>
            </a:extLst>
          </p:cNvPr>
          <p:cNvSpPr>
            <a:spLocks xmlns:a="http://schemas.openxmlformats.org/drawingml/2006/main" noGrp="1"/>
          </p:cNvSpPr>
          <p:nvPr/>
        </p:nvSpPr>
        <p:spPr>
          <a:xfrm xmlns:a="http://schemas.openxmlformats.org/drawingml/2006/main">
            <a:off x="9401175" y="2600325"/>
            <a:ext cx="3105150" cy="3048000"/>
          </a:xfrm>
          <a:prstGeom xmlns:a="http://schemas.openxmlformats.org/drawingml/2006/main" prst="rect">
            <a:avLst/>
          </a:prstGeom>
          <a:noFill xmlns:a="http://schemas.openxmlformats.org/drawingml/2006/main"/>
          <a:ln xmlns:a="http://schemas.openxmlformats.org/drawingml/2006/main" w="12383">
            <a:solidFill>
              <a:srgbClr val="98999B"/>
            </a:solidFill>
            <a:prstDash val="dash"/>
          </a:ln>
        </p:spPr>
      </p:sp>
      <p:sp>
        <p:nvSpPr>
          <p:cNvPr id="59" name="Request Interpreter Component">
            <a:extLst xmlns:a="http://schemas.openxmlformats.org/drawingml/2006/main">
              <a:ext uri="{FF2B5EF4-FFF2-40B4-BE49-F238E27FC236}">
                <a16:creationId xmlns:a16="http://schemas.microsoft.com/office/drawing/2014/main" id="{9660FA21-E34E-4EF6-B3FF-4617144B8E52}"/>
              </a:ext>
            </a:extLst>
          </p:cNvPr>
          <p:cNvSpPr>
            <a:spLocks xmlns:a="http://schemas.openxmlformats.org/drawingml/2006/main" noGrp="1"/>
          </p:cNvSpPr>
          <p:nvPr/>
        </p:nvSpPr>
        <p:spPr>
          <a:xfrm xmlns:a="http://schemas.openxmlformats.org/drawingml/2006/main">
            <a:off x="9582150" y="2647950"/>
            <a:ext cx="2771775" cy="7429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0" name="DP1 object 221">
            <a:extLst xmlns:a="http://schemas.openxmlformats.org/drawingml/2006/main">
              <a:ext uri="{FF2B5EF4-FFF2-40B4-BE49-F238E27FC236}">
                <a16:creationId xmlns:a16="http://schemas.microsoft.com/office/drawing/2014/main" id="{368DD055-3E23-4F09-B44C-8D90360177DB}"/>
              </a:ext>
            </a:extLst>
          </p:cNvPr>
          <p:cNvSpPr>
            <a:spLocks xmlns:a="http://schemas.openxmlformats.org/drawingml/2006/main" noGrp="1"/>
          </p:cNvSpPr>
          <p:nvPr/>
        </p:nvSpPr>
        <p:spPr>
          <a:xfrm xmlns:a="http://schemas.openxmlformats.org/drawingml/2006/main">
            <a:off x="9639300" y="266700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Interpreter</a:t>
            </a:r>
          </a:p>
        </p:txBody>
      </p:sp>
      <p:sp>
        <p:nvSpPr>
          <p:cNvPr id="61" name="Editable path 222">
            <a:extLst xmlns:a="http://schemas.openxmlformats.org/drawingml/2006/main">
              <a:ext uri="{FF2B5EF4-FFF2-40B4-BE49-F238E27FC236}">
                <a16:creationId xmlns:a16="http://schemas.microsoft.com/office/drawing/2014/main" id="{25B4190E-C15C-4D01-9282-D2F070210E67}"/>
              </a:ext>
            </a:extLst>
          </p:cNvPr>
          <p:cNvSpPr>
            <a:spLocks xmlns:a="http://schemas.openxmlformats.org/drawingml/2006/main" noGrp="1"/>
          </p:cNvSpPr>
          <p:nvPr/>
        </p:nvSpPr>
        <p:spPr>
          <a:xfrm xmlns:a="http://schemas.openxmlformats.org/drawingml/2006/main">
            <a:off x="9582150" y="290512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62" name="Request Interpreter internal operation">
            <a:extLst xmlns:a="http://schemas.openxmlformats.org/drawingml/2006/main">
              <a:ext uri="{FF2B5EF4-FFF2-40B4-BE49-F238E27FC236}">
                <a16:creationId xmlns:a16="http://schemas.microsoft.com/office/drawing/2014/main" id="{9694224C-B23F-4275-A85B-DD81804B09BB}"/>
              </a:ext>
            </a:extLst>
          </p:cNvPr>
          <p:cNvSpPr>
            <a:spLocks xmlns:a="http://schemas.openxmlformats.org/drawingml/2006/main" noGrp="1"/>
          </p:cNvSpPr>
          <p:nvPr/>
        </p:nvSpPr>
        <p:spPr>
          <a:xfrm xmlns:a="http://schemas.openxmlformats.org/drawingml/2006/main">
            <a:off x="9677400" y="2971800"/>
            <a:ext cx="2581275" cy="34290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63" name="DP1 object 223">
            <a:extLst xmlns:a="http://schemas.openxmlformats.org/drawingml/2006/main">
              <a:ext uri="{FF2B5EF4-FFF2-40B4-BE49-F238E27FC236}">
                <a16:creationId xmlns:a16="http://schemas.microsoft.com/office/drawing/2014/main" id="{CA60D52F-141C-452F-8885-3C5417DC6AE5}"/>
              </a:ext>
            </a:extLst>
          </p:cNvPr>
          <p:cNvSpPr>
            <a:spLocks xmlns:a="http://schemas.openxmlformats.org/drawingml/2006/main" noGrp="1"/>
          </p:cNvSpPr>
          <p:nvPr/>
        </p:nvSpPr>
        <p:spPr>
          <a:xfrm xmlns:a="http://schemas.openxmlformats.org/drawingml/2006/main">
            <a:off x="9725025" y="2990850"/>
            <a:ext cx="2486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현재 입력의 읽기 범위 제안</a:t>
            </a:r>
          </a:p>
        </p:txBody>
      </p:sp>
      <p:sp>
        <p:nvSpPr>
          <p:cNvPr id="64" name="Editable path 224">
            <a:extLst xmlns:a="http://schemas.openxmlformats.org/drawingml/2006/main">
              <a:ext uri="{FF2B5EF4-FFF2-40B4-BE49-F238E27FC236}">
                <a16:creationId xmlns:a16="http://schemas.microsoft.com/office/drawing/2014/main" id="{A956878B-7745-43C9-B639-5D3BFB154824}"/>
              </a:ext>
            </a:extLst>
          </p:cNvPr>
          <p:cNvSpPr>
            <a:spLocks xmlns:a="http://schemas.openxmlformats.org/drawingml/2006/main" noGrp="1"/>
          </p:cNvSpPr>
          <p:nvPr/>
        </p:nvSpPr>
        <p:spPr>
          <a:xfrm xmlns:a="http://schemas.openxmlformats.org/drawingml/2006/main">
            <a:off x="10972800" y="339090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21908">
            <a:solidFill>
              <a:srgbClr val="111111"/>
            </a:solidFill>
            <a:prstDash val="solid"/>
          </a:ln>
        </p:spPr>
      </p:sp>
      <p:sp>
        <p:nvSpPr>
          <p:cNvPr id="65" name="Editable arrowhead 225">
            <a:extLst xmlns:a="http://schemas.openxmlformats.org/drawingml/2006/main">
              <a:ext uri="{FF2B5EF4-FFF2-40B4-BE49-F238E27FC236}">
                <a16:creationId xmlns:a16="http://schemas.microsoft.com/office/drawing/2014/main" id="{74A5544F-764E-420B-8AB4-2168097A4DA3}"/>
              </a:ext>
            </a:extLst>
          </p:cNvPr>
          <p:cNvSpPr>
            <a:spLocks xmlns:a="http://schemas.openxmlformats.org/drawingml/2006/main" noGrp="1"/>
          </p:cNvSpPr>
          <p:nvPr/>
        </p:nvSpPr>
        <p:spPr>
          <a:xfrm xmlns:a="http://schemas.openxmlformats.org/drawingml/2006/main">
            <a:off x="10925175" y="34671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6" name="Context Manager Component">
            <a:extLst xmlns:a="http://schemas.openxmlformats.org/drawingml/2006/main">
              <a:ext uri="{FF2B5EF4-FFF2-40B4-BE49-F238E27FC236}">
                <a16:creationId xmlns:a16="http://schemas.microsoft.com/office/drawing/2014/main" id="{8575169E-AE54-4E18-B241-BD2AAC3E293E}"/>
              </a:ext>
            </a:extLst>
          </p:cNvPr>
          <p:cNvSpPr>
            <a:spLocks xmlns:a="http://schemas.openxmlformats.org/drawingml/2006/main" noGrp="1"/>
          </p:cNvSpPr>
          <p:nvPr/>
        </p:nvSpPr>
        <p:spPr>
          <a:xfrm xmlns:a="http://schemas.openxmlformats.org/drawingml/2006/main">
            <a:off x="9582150" y="3562350"/>
            <a:ext cx="2771775" cy="7429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7" name="DP1 object 226">
            <a:extLst xmlns:a="http://schemas.openxmlformats.org/drawingml/2006/main">
              <a:ext uri="{FF2B5EF4-FFF2-40B4-BE49-F238E27FC236}">
                <a16:creationId xmlns:a16="http://schemas.microsoft.com/office/drawing/2014/main" id="{D1969B32-9D8C-412A-AADC-C081D791408D}"/>
              </a:ext>
            </a:extLst>
          </p:cNvPr>
          <p:cNvSpPr>
            <a:spLocks xmlns:a="http://schemas.openxmlformats.org/drawingml/2006/main" noGrp="1"/>
          </p:cNvSpPr>
          <p:nvPr/>
        </p:nvSpPr>
        <p:spPr>
          <a:xfrm xmlns:a="http://schemas.openxmlformats.org/drawingml/2006/main">
            <a:off x="9639300" y="358140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Context Manager</a:t>
            </a:r>
          </a:p>
        </p:txBody>
      </p:sp>
      <p:sp>
        <p:nvSpPr>
          <p:cNvPr id="68" name="Editable path 227">
            <a:extLst xmlns:a="http://schemas.openxmlformats.org/drawingml/2006/main">
              <a:ext uri="{FF2B5EF4-FFF2-40B4-BE49-F238E27FC236}">
                <a16:creationId xmlns:a16="http://schemas.microsoft.com/office/drawing/2014/main" id="{3484726C-1332-4C92-BF8F-CBBEE062B176}"/>
              </a:ext>
            </a:extLst>
          </p:cNvPr>
          <p:cNvSpPr>
            <a:spLocks xmlns:a="http://schemas.openxmlformats.org/drawingml/2006/main" noGrp="1"/>
          </p:cNvSpPr>
          <p:nvPr/>
        </p:nvSpPr>
        <p:spPr>
          <a:xfrm xmlns:a="http://schemas.openxmlformats.org/drawingml/2006/main">
            <a:off x="9582150" y="381952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69" name="Context Manager internal operation">
            <a:extLst xmlns:a="http://schemas.openxmlformats.org/drawingml/2006/main">
              <a:ext uri="{FF2B5EF4-FFF2-40B4-BE49-F238E27FC236}">
                <a16:creationId xmlns:a16="http://schemas.microsoft.com/office/drawing/2014/main" id="{F2B81DF7-253A-4210-AB5E-6C902297B037}"/>
              </a:ext>
            </a:extLst>
          </p:cNvPr>
          <p:cNvSpPr>
            <a:spLocks xmlns:a="http://schemas.openxmlformats.org/drawingml/2006/main" noGrp="1"/>
          </p:cNvSpPr>
          <p:nvPr/>
        </p:nvSpPr>
        <p:spPr>
          <a:xfrm xmlns:a="http://schemas.openxmlformats.org/drawingml/2006/main">
            <a:off x="9677400" y="3886200"/>
            <a:ext cx="2581275" cy="34290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70" name="DP1 object 228">
            <a:extLst xmlns:a="http://schemas.openxmlformats.org/drawingml/2006/main">
              <a:ext uri="{FF2B5EF4-FFF2-40B4-BE49-F238E27FC236}">
                <a16:creationId xmlns:a16="http://schemas.microsoft.com/office/drawing/2014/main" id="{842E2631-9ADB-47AF-8613-A39DEC26B978}"/>
              </a:ext>
            </a:extLst>
          </p:cNvPr>
          <p:cNvSpPr>
            <a:spLocks xmlns:a="http://schemas.openxmlformats.org/drawingml/2006/main" noGrp="1"/>
          </p:cNvSpPr>
          <p:nvPr/>
        </p:nvSpPr>
        <p:spPr>
          <a:xfrm xmlns:a="http://schemas.openxmlformats.org/drawingml/2006/main">
            <a:off x="9725025" y="3905250"/>
            <a:ext cx="2486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허용 원본 조회·구성</a:t>
            </a:r>
          </a:p>
        </p:txBody>
      </p:sp>
      <p:sp>
        <p:nvSpPr>
          <p:cNvPr id="71" name="허용 원본&#10;공통 기록">
            <a:extLst xmlns:a="http://schemas.openxmlformats.org/drawingml/2006/main">
              <a:ext uri="{FF2B5EF4-FFF2-40B4-BE49-F238E27FC236}">
                <a16:creationId xmlns:a16="http://schemas.microsoft.com/office/drawing/2014/main" id="{F811981C-9CD5-4F2B-A5DB-E054EBD66E51}"/>
              </a:ext>
            </a:extLst>
          </p:cNvPr>
          <p:cNvSpPr>
            <a:spLocks xmlns:a="http://schemas.openxmlformats.org/drawingml/2006/main" noGrp="1"/>
          </p:cNvSpPr>
          <p:nvPr/>
        </p:nvSpPr>
        <p:spPr>
          <a:xfrm xmlns:a="http://schemas.openxmlformats.org/drawingml/2006/main">
            <a:off x="7467600" y="3571875"/>
            <a:ext cx="1647825" cy="68580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72" name="DP1 object 229">
            <a:extLst xmlns:a="http://schemas.openxmlformats.org/drawingml/2006/main">
              <a:ext uri="{FF2B5EF4-FFF2-40B4-BE49-F238E27FC236}">
                <a16:creationId xmlns:a16="http://schemas.microsoft.com/office/drawing/2014/main" id="{D9E801E6-300D-452C-8B0C-9DB391CFF019}"/>
              </a:ext>
            </a:extLst>
          </p:cNvPr>
          <p:cNvSpPr>
            <a:spLocks xmlns:a="http://schemas.openxmlformats.org/drawingml/2006/main" noGrp="1"/>
          </p:cNvSpPr>
          <p:nvPr/>
        </p:nvSpPr>
        <p:spPr>
          <a:xfrm xmlns:a="http://schemas.openxmlformats.org/drawingml/2006/main">
            <a:off x="7515225" y="3676650"/>
            <a:ext cx="15525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허용 원본</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공통 기록</a:t>
            </a:r>
          </a:p>
        </p:txBody>
      </p:sp>
      <p:sp>
        <p:nvSpPr>
          <p:cNvPr id="73" name="Editable path 230">
            <a:extLst xmlns:a="http://schemas.openxmlformats.org/drawingml/2006/main">
              <a:ext uri="{FF2B5EF4-FFF2-40B4-BE49-F238E27FC236}">
                <a16:creationId xmlns:a16="http://schemas.microsoft.com/office/drawing/2014/main" id="{A3D18FFC-689E-4EDB-88E5-436B8A2000CB}"/>
              </a:ext>
            </a:extLst>
          </p:cNvPr>
          <p:cNvSpPr>
            <a:spLocks xmlns:a="http://schemas.openxmlformats.org/drawingml/2006/main" noGrp="1"/>
          </p:cNvSpPr>
          <p:nvPr/>
        </p:nvSpPr>
        <p:spPr>
          <a:xfrm xmlns:a="http://schemas.openxmlformats.org/drawingml/2006/main">
            <a:off x="9115425" y="3905250"/>
            <a:ext cx="466725" cy="953"/>
          </a:xfrm>
          <a:custGeom xmlns:a="http://schemas.openxmlformats.org/drawingml/2006/main">
            <a:pathLst>
              <a:path w="466725" h="953">
                <a:moveTo>
                  <a:pt x="0" y="0"/>
                </a:moveTo>
                <a:lnTo>
                  <a:pt x="466725" y="0"/>
                </a:lnTo>
              </a:path>
            </a:pathLst>
          </a:custGeom>
          <a:noFill xmlns:a="http://schemas.openxmlformats.org/drawingml/2006/main"/>
          <a:ln xmlns:a="http://schemas.openxmlformats.org/drawingml/2006/main" w="22860">
            <a:solidFill>
              <a:srgbClr val="111111"/>
            </a:solidFill>
            <a:prstDash val="solid"/>
          </a:ln>
        </p:spPr>
      </p:sp>
      <p:sp>
        <p:nvSpPr>
          <p:cNvPr id="74" name="Editable arrowhead 231">
            <a:extLst xmlns:a="http://schemas.openxmlformats.org/drawingml/2006/main">
              <a:ext uri="{FF2B5EF4-FFF2-40B4-BE49-F238E27FC236}">
                <a16:creationId xmlns:a16="http://schemas.microsoft.com/office/drawing/2014/main" id="{B526AA26-CB8C-4BC7-B474-18D7F84B2E89}"/>
              </a:ext>
            </a:extLst>
          </p:cNvPr>
          <p:cNvSpPr>
            <a:spLocks xmlns:a="http://schemas.openxmlformats.org/drawingml/2006/main" noGrp="1"/>
          </p:cNvSpPr>
          <p:nvPr/>
        </p:nvSpPr>
        <p:spPr>
          <a:xfrm xmlns:a="http://schemas.openxmlformats.org/drawingml/2006/main">
            <a:off x="9486900" y="38576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5" name="Editable path 232">
            <a:extLst xmlns:a="http://schemas.openxmlformats.org/drawingml/2006/main">
              <a:ext uri="{FF2B5EF4-FFF2-40B4-BE49-F238E27FC236}">
                <a16:creationId xmlns:a16="http://schemas.microsoft.com/office/drawing/2014/main" id="{BE99679A-8399-4774-8DAB-D565A397EB05}"/>
              </a:ext>
            </a:extLst>
          </p:cNvPr>
          <p:cNvSpPr>
            <a:spLocks xmlns:a="http://schemas.openxmlformats.org/drawingml/2006/main" noGrp="1"/>
          </p:cNvSpPr>
          <p:nvPr/>
        </p:nvSpPr>
        <p:spPr>
          <a:xfrm xmlns:a="http://schemas.openxmlformats.org/drawingml/2006/main">
            <a:off x="10972800" y="4305300"/>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21908">
            <a:solidFill>
              <a:srgbClr val="111111"/>
            </a:solidFill>
            <a:prstDash val="solid"/>
          </a:ln>
        </p:spPr>
      </p:sp>
      <p:sp>
        <p:nvSpPr>
          <p:cNvPr id="76" name="Editable arrowhead 233">
            <a:extLst xmlns:a="http://schemas.openxmlformats.org/drawingml/2006/main">
              <a:ext uri="{FF2B5EF4-FFF2-40B4-BE49-F238E27FC236}">
                <a16:creationId xmlns:a16="http://schemas.microsoft.com/office/drawing/2014/main" id="{FB6CE735-DE29-402D-BCB9-75F584803902}"/>
              </a:ext>
            </a:extLst>
          </p:cNvPr>
          <p:cNvSpPr>
            <a:spLocks xmlns:a="http://schemas.openxmlformats.org/drawingml/2006/main" noGrp="1"/>
          </p:cNvSpPr>
          <p:nvPr/>
        </p:nvSpPr>
        <p:spPr>
          <a:xfrm xmlns:a="http://schemas.openxmlformats.org/drawingml/2006/main">
            <a:off x="10925175" y="43434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7" name="임시 근거 묶음 (요청 수명)">
            <a:extLst xmlns:a="http://schemas.openxmlformats.org/drawingml/2006/main">
              <a:ext uri="{FF2B5EF4-FFF2-40B4-BE49-F238E27FC236}">
                <a16:creationId xmlns:a16="http://schemas.microsoft.com/office/drawing/2014/main" id="{C8228D16-C8DC-41D4-8AE2-C4D270403E59}"/>
              </a:ext>
            </a:extLst>
          </p:cNvPr>
          <p:cNvSpPr>
            <a:spLocks xmlns:a="http://schemas.openxmlformats.org/drawingml/2006/main" noGrp="1"/>
          </p:cNvSpPr>
          <p:nvPr/>
        </p:nvSpPr>
        <p:spPr>
          <a:xfrm xmlns:a="http://schemas.openxmlformats.org/drawingml/2006/main">
            <a:off x="9582150" y="4438650"/>
            <a:ext cx="277177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78" name="DP1 object 234">
            <a:extLst xmlns:a="http://schemas.openxmlformats.org/drawingml/2006/main">
              <a:ext uri="{FF2B5EF4-FFF2-40B4-BE49-F238E27FC236}">
                <a16:creationId xmlns:a16="http://schemas.microsoft.com/office/drawing/2014/main" id="{1E0B3B9E-EDF7-4301-BB0D-69663D7CC4B2}"/>
              </a:ext>
            </a:extLst>
          </p:cNvPr>
          <p:cNvSpPr>
            <a:spLocks xmlns:a="http://schemas.openxmlformats.org/drawingml/2006/main" noGrp="1"/>
          </p:cNvSpPr>
          <p:nvPr/>
        </p:nvSpPr>
        <p:spPr>
          <a:xfrm xmlns:a="http://schemas.openxmlformats.org/drawingml/2006/main">
            <a:off x="9629775" y="4543425"/>
            <a:ext cx="2676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임시 근거 묶음 (요청 수명)</a:t>
            </a:r>
          </a:p>
        </p:txBody>
      </p:sp>
      <p:sp>
        <p:nvSpPr>
          <p:cNvPr id="79" name="Editable path 235">
            <a:extLst xmlns:a="http://schemas.openxmlformats.org/drawingml/2006/main">
              <a:ext uri="{FF2B5EF4-FFF2-40B4-BE49-F238E27FC236}">
                <a16:creationId xmlns:a16="http://schemas.microsoft.com/office/drawing/2014/main" id="{C4B0FE2E-0224-444A-B351-AE7A4E025C84}"/>
              </a:ext>
            </a:extLst>
          </p:cNvPr>
          <p:cNvSpPr>
            <a:spLocks xmlns:a="http://schemas.openxmlformats.org/drawingml/2006/main" noGrp="1"/>
          </p:cNvSpPr>
          <p:nvPr/>
        </p:nvSpPr>
        <p:spPr>
          <a:xfrm xmlns:a="http://schemas.openxmlformats.org/drawingml/2006/main">
            <a:off x="10972800" y="4895850"/>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21908">
            <a:solidFill>
              <a:srgbClr val="111111"/>
            </a:solidFill>
            <a:prstDash val="solid"/>
          </a:ln>
        </p:spPr>
      </p:sp>
      <p:sp>
        <p:nvSpPr>
          <p:cNvPr id="80" name="Editable arrowhead 236">
            <a:extLst xmlns:a="http://schemas.openxmlformats.org/drawingml/2006/main">
              <a:ext uri="{FF2B5EF4-FFF2-40B4-BE49-F238E27FC236}">
                <a16:creationId xmlns:a16="http://schemas.microsoft.com/office/drawing/2014/main" id="{9CB14E9F-E43D-48B6-A214-FEB53E8ADDCC}"/>
              </a:ext>
            </a:extLst>
          </p:cNvPr>
          <p:cNvSpPr>
            <a:spLocks xmlns:a="http://schemas.openxmlformats.org/drawingml/2006/main" noGrp="1"/>
          </p:cNvSpPr>
          <p:nvPr/>
        </p:nvSpPr>
        <p:spPr>
          <a:xfrm xmlns:a="http://schemas.openxmlformats.org/drawingml/2006/main">
            <a:off x="10925175" y="49339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1" name="Request Interpreter Component">
            <a:extLst xmlns:a="http://schemas.openxmlformats.org/drawingml/2006/main">
              <a:ext uri="{FF2B5EF4-FFF2-40B4-BE49-F238E27FC236}">
                <a16:creationId xmlns:a16="http://schemas.microsoft.com/office/drawing/2014/main" id="{9190BABA-B140-489D-913E-9EF4934BC6DA}"/>
              </a:ext>
            </a:extLst>
          </p:cNvPr>
          <p:cNvSpPr>
            <a:spLocks xmlns:a="http://schemas.openxmlformats.org/drawingml/2006/main" noGrp="1"/>
          </p:cNvSpPr>
          <p:nvPr/>
        </p:nvSpPr>
        <p:spPr>
          <a:xfrm xmlns:a="http://schemas.openxmlformats.org/drawingml/2006/main">
            <a:off x="9582150" y="5029200"/>
            <a:ext cx="2771775" cy="6096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82" name="DP1 object 237">
            <a:extLst xmlns:a="http://schemas.openxmlformats.org/drawingml/2006/main">
              <a:ext uri="{FF2B5EF4-FFF2-40B4-BE49-F238E27FC236}">
                <a16:creationId xmlns:a16="http://schemas.microsoft.com/office/drawing/2014/main" id="{165AF82E-91CC-415C-9F16-05EFB9DB0E73}"/>
              </a:ext>
            </a:extLst>
          </p:cNvPr>
          <p:cNvSpPr>
            <a:spLocks xmlns:a="http://schemas.openxmlformats.org/drawingml/2006/main" noGrp="1"/>
          </p:cNvSpPr>
          <p:nvPr/>
        </p:nvSpPr>
        <p:spPr>
          <a:xfrm xmlns:a="http://schemas.openxmlformats.org/drawingml/2006/main">
            <a:off x="9639300" y="5048250"/>
            <a:ext cx="2657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Interpreter</a:t>
            </a:r>
          </a:p>
        </p:txBody>
      </p:sp>
      <p:sp>
        <p:nvSpPr>
          <p:cNvPr id="83" name="Editable path 238">
            <a:extLst xmlns:a="http://schemas.openxmlformats.org/drawingml/2006/main">
              <a:ext uri="{FF2B5EF4-FFF2-40B4-BE49-F238E27FC236}">
                <a16:creationId xmlns:a16="http://schemas.microsoft.com/office/drawing/2014/main" id="{1825A71E-55A9-4425-ABE2-6C70A92E2ED9}"/>
              </a:ext>
            </a:extLst>
          </p:cNvPr>
          <p:cNvSpPr>
            <a:spLocks xmlns:a="http://schemas.openxmlformats.org/drawingml/2006/main" noGrp="1"/>
          </p:cNvSpPr>
          <p:nvPr/>
        </p:nvSpPr>
        <p:spPr>
          <a:xfrm xmlns:a="http://schemas.openxmlformats.org/drawingml/2006/main">
            <a:off x="9582150" y="5286375"/>
            <a:ext cx="2771775" cy="953"/>
          </a:xfrm>
          <a:custGeom xmlns:a="http://schemas.openxmlformats.org/drawingml/2006/main">
            <a:pathLst>
              <a:path w="2771775" h="953">
                <a:moveTo>
                  <a:pt x="0" y="0"/>
                </a:moveTo>
                <a:lnTo>
                  <a:pt x="2771775" y="0"/>
                </a:lnTo>
              </a:path>
            </a:pathLst>
          </a:custGeom>
          <a:noFill xmlns:a="http://schemas.openxmlformats.org/drawingml/2006/main"/>
          <a:ln xmlns:a="http://schemas.openxmlformats.org/drawingml/2006/main" w="14288">
            <a:solidFill>
              <a:srgbClr val="111111"/>
            </a:solidFill>
            <a:prstDash val="solid"/>
          </a:ln>
        </p:spPr>
      </p:sp>
      <p:sp>
        <p:nvSpPr>
          <p:cNvPr id="84" name="Request Interpreter internal operation">
            <a:extLst xmlns:a="http://schemas.openxmlformats.org/drawingml/2006/main">
              <a:ext uri="{FF2B5EF4-FFF2-40B4-BE49-F238E27FC236}">
                <a16:creationId xmlns:a16="http://schemas.microsoft.com/office/drawing/2014/main" id="{BD8D95DE-131A-4EFE-AEAC-EBD16B0EC5A8}"/>
              </a:ext>
            </a:extLst>
          </p:cNvPr>
          <p:cNvSpPr>
            <a:spLocks xmlns:a="http://schemas.openxmlformats.org/drawingml/2006/main" noGrp="1"/>
          </p:cNvSpPr>
          <p:nvPr/>
        </p:nvSpPr>
        <p:spPr>
          <a:xfrm xmlns:a="http://schemas.openxmlformats.org/drawingml/2006/main">
            <a:off x="9677400" y="5353050"/>
            <a:ext cx="2581275" cy="209550"/>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85" name="DP1 object 239">
            <a:extLst xmlns:a="http://schemas.openxmlformats.org/drawingml/2006/main">
              <a:ext uri="{FF2B5EF4-FFF2-40B4-BE49-F238E27FC236}">
                <a16:creationId xmlns:a16="http://schemas.microsoft.com/office/drawing/2014/main" id="{17C38B3B-050D-47E9-8A26-B278DDCE71F4}"/>
              </a:ext>
            </a:extLst>
          </p:cNvPr>
          <p:cNvSpPr>
            <a:spLocks xmlns:a="http://schemas.openxmlformats.org/drawingml/2006/main" noGrp="1"/>
          </p:cNvSpPr>
          <p:nvPr/>
        </p:nvSpPr>
        <p:spPr>
          <a:xfrm xmlns:a="http://schemas.openxmlformats.org/drawingml/2006/main">
            <a:off x="9725025" y="5372100"/>
            <a:ext cx="24860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현재 의미 제안</a:t>
            </a:r>
          </a:p>
        </p:txBody>
      </p:sp>
      <p:sp>
        <p:nvSpPr>
          <p:cNvPr id="86" name="Editable path 240">
            <a:extLst xmlns:a="http://schemas.openxmlformats.org/drawingml/2006/main">
              <a:ext uri="{FF2B5EF4-FFF2-40B4-BE49-F238E27FC236}">
                <a16:creationId xmlns:a16="http://schemas.microsoft.com/office/drawing/2014/main" id="{6F6E1525-CBDA-477D-A8DC-074FF378305D}"/>
              </a:ext>
            </a:extLst>
          </p:cNvPr>
          <p:cNvSpPr>
            <a:spLocks xmlns:a="http://schemas.openxmlformats.org/drawingml/2006/main" noGrp="1"/>
          </p:cNvSpPr>
          <p:nvPr/>
        </p:nvSpPr>
        <p:spPr>
          <a:xfrm xmlns:a="http://schemas.openxmlformats.org/drawingml/2006/main">
            <a:off x="9248775" y="3019425"/>
            <a:ext cx="333375" cy="2476500"/>
          </a:xfrm>
          <a:custGeom xmlns:a="http://schemas.openxmlformats.org/drawingml/2006/main">
            <a:pathLst>
              <a:path w="333375" h="2476500">
                <a:moveTo>
                  <a:pt x="152400" y="2476500"/>
                </a:moveTo>
                <a:lnTo>
                  <a:pt x="0" y="2476500"/>
                </a:lnTo>
                <a:lnTo>
                  <a:pt x="0" y="0"/>
                </a:lnTo>
                <a:lnTo>
                  <a:pt x="333375" y="0"/>
                </a:lnTo>
              </a:path>
            </a:pathLst>
          </a:custGeom>
          <a:noFill xmlns:a="http://schemas.openxmlformats.org/drawingml/2006/main"/>
          <a:ln xmlns:a="http://schemas.openxmlformats.org/drawingml/2006/main" w="17145">
            <a:solidFill>
              <a:srgbClr val="98999B"/>
            </a:solidFill>
            <a:prstDash val="dash"/>
          </a:ln>
        </p:spPr>
      </p:sp>
      <p:sp>
        <p:nvSpPr>
          <p:cNvPr id="87" name="Editable arrowhead 241">
            <a:extLst xmlns:a="http://schemas.openxmlformats.org/drawingml/2006/main">
              <a:ext uri="{FF2B5EF4-FFF2-40B4-BE49-F238E27FC236}">
                <a16:creationId xmlns:a16="http://schemas.microsoft.com/office/drawing/2014/main" id="{B957D5A1-2C30-4A1B-A429-557AE51DF133}"/>
              </a:ext>
            </a:extLst>
          </p:cNvPr>
          <p:cNvSpPr>
            <a:spLocks xmlns:a="http://schemas.openxmlformats.org/drawingml/2006/main" noGrp="1"/>
          </p:cNvSpPr>
          <p:nvPr/>
        </p:nvSpPr>
        <p:spPr>
          <a:xfrm xmlns:a="http://schemas.openxmlformats.org/drawingml/2006/main">
            <a:off x="9486900" y="29718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98999B"/>
          </a:solidFill>
          <a:ln xmlns:a="http://schemas.openxmlformats.org/drawingml/2006/main" w="5715">
            <a:solidFill>
              <a:srgbClr val="98999B"/>
            </a:solidFill>
            <a:prstDash val="solid"/>
          </a:ln>
        </p:spPr>
      </p:sp>
      <p:sp>
        <p:nvSpPr>
          <p:cNvPr id="88" name="DP1 object 242">
            <a:extLst xmlns:a="http://schemas.openxmlformats.org/drawingml/2006/main">
              <a:ext uri="{FF2B5EF4-FFF2-40B4-BE49-F238E27FC236}">
                <a16:creationId xmlns:a16="http://schemas.microsoft.com/office/drawing/2014/main" id="{5180B471-D893-4F72-9EB7-1FE6F7EFBF03}"/>
              </a:ext>
            </a:extLst>
          </p:cNvPr>
          <p:cNvSpPr>
            <a:spLocks xmlns:a="http://schemas.openxmlformats.org/drawingml/2006/main" noGrp="1"/>
          </p:cNvSpPr>
          <p:nvPr/>
        </p:nvSpPr>
        <p:spPr>
          <a:xfrm xmlns:a="http://schemas.openxmlformats.org/drawingml/2006/main">
            <a:off x="7477125" y="4429125"/>
            <a:ext cx="1638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다음 요청도</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새로 구성</a:t>
            </a:r>
          </a:p>
        </p:txBody>
      </p:sp>
      <p:sp>
        <p:nvSpPr>
          <p:cNvPr id="89" name="DP1 object 243">
            <a:extLst xmlns:a="http://schemas.openxmlformats.org/drawingml/2006/main">
              <a:ext uri="{FF2B5EF4-FFF2-40B4-BE49-F238E27FC236}">
                <a16:creationId xmlns:a16="http://schemas.microsoft.com/office/drawing/2014/main" id="{CF66E380-6ADA-432E-B3C8-9BA0F4A2A84E}"/>
              </a:ext>
            </a:extLst>
          </p:cNvPr>
          <p:cNvSpPr>
            <a:spLocks xmlns:a="http://schemas.openxmlformats.org/drawingml/2006/main" noGrp="1"/>
          </p:cNvSpPr>
          <p:nvPr/>
        </p:nvSpPr>
        <p:spPr>
          <a:xfrm xmlns:a="http://schemas.openxmlformats.org/drawingml/2006/main">
            <a:off x="7477125" y="5162550"/>
            <a:ext cx="166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C00000"/>
                </a:solidFill>
                <a:latin typeface="Apple SD Gothic Neo"/>
                <a:ea typeface="Apple SD Gothic Neo"/>
                <a:cs typeface="Apple SD Gothic Neo"/>
              </a:defRPr>
            </a:defPPr>
            <a:lvl1pPr algn="ctr">
              <a:defRPr sz="1575" b="1">
                <a:solidFill>
                  <a:srgbClr val="C00000"/>
                </a:solidFill>
                <a:latin typeface="Apple SD Gothic Neo"/>
                <a:ea typeface="Apple SD Gothic Neo"/>
                <a:cs typeface="Apple SD Gothic Neo"/>
              </a:defRPr>
            </a:lvl1pPr>
            <a:lvl2pPr algn="ctr">
              <a:defRPr sz="1575" b="1">
                <a:solidFill>
                  <a:srgbClr val="C00000"/>
                </a:solidFill>
                <a:latin typeface="Apple SD Gothic Neo"/>
                <a:ea typeface="Apple SD Gothic Neo"/>
                <a:cs typeface="Apple SD Gothic Neo"/>
              </a:defRPr>
            </a:lvl2pPr>
            <a:lvl3pPr algn="ctr">
              <a:defRPr sz="1575" b="1">
                <a:solidFill>
                  <a:srgbClr val="C00000"/>
                </a:solidFill>
                <a:latin typeface="Apple SD Gothic Neo"/>
                <a:ea typeface="Apple SD Gothic Neo"/>
                <a:cs typeface="Apple SD Gothic Neo"/>
              </a:defRPr>
            </a:lvl3pPr>
            <a:lvl4pPr algn="ctr">
              <a:defRPr sz="1575" b="1">
                <a:solidFill>
                  <a:srgbClr val="C00000"/>
                </a:solidFill>
                <a:latin typeface="Apple SD Gothic Neo"/>
                <a:ea typeface="Apple SD Gothic Neo"/>
                <a:cs typeface="Apple SD Gothic Neo"/>
              </a:defRPr>
            </a:lvl4pPr>
            <a:lvl5pPr algn="ctr">
              <a:defRPr sz="1575" b="1">
                <a:solidFill>
                  <a:srgbClr val="C00000"/>
                </a:solidFill>
                <a:latin typeface="Apple SD Gothic Neo"/>
                <a:ea typeface="Apple SD Gothic Neo"/>
                <a:cs typeface="Apple SD Gothic Neo"/>
              </a:defRPr>
            </a:lvl5pPr>
            <a:lvl6pPr algn="ctr">
              <a:defRPr sz="1575" b="1">
                <a:solidFill>
                  <a:srgbClr val="C00000"/>
                </a:solidFill>
                <a:latin typeface="Apple SD Gothic Neo"/>
                <a:ea typeface="Apple SD Gothic Neo"/>
                <a:cs typeface="Apple SD Gothic Neo"/>
              </a:defRPr>
            </a:lvl6pPr>
            <a:lvl7pPr algn="ctr">
              <a:defRPr sz="1575" b="1">
                <a:solidFill>
                  <a:srgbClr val="C00000"/>
                </a:solidFill>
                <a:latin typeface="Apple SD Gothic Neo"/>
                <a:ea typeface="Apple SD Gothic Neo"/>
                <a:cs typeface="Apple SD Gothic Neo"/>
              </a:defRPr>
            </a:lvl7pPr>
            <a:lvl8pPr algn="ctr">
              <a:defRPr sz="1575" b="1">
                <a:solidFill>
                  <a:srgbClr val="C00000"/>
                </a:solidFill>
                <a:latin typeface="Apple SD Gothic Neo"/>
                <a:ea typeface="Apple SD Gothic Neo"/>
                <a:cs typeface="Apple SD Gothic Neo"/>
              </a:defRPr>
            </a:lvl8pPr>
            <a:lvl9pPr algn="ctr">
              <a:defRPr sz="1575" b="1">
                <a:solidFill>
                  <a:srgbClr val="C00000"/>
                </a:solidFill>
                <a:latin typeface="Apple SD Gothic Neo"/>
                <a:ea typeface="Apple SD Gothic Neo"/>
                <a:cs typeface="Apple SD Gothic Neo"/>
              </a:defRPr>
            </a:lvl9pPr>
          </a:lstStyle>
          <a:p xmlns:a="http://schemas.openxmlformats.org/drawingml/2006/main">
            <a:pPr algn="ctr">
              <a:defRPr sz="1575" b="1">
                <a:solidFill>
                  <a:srgbClr val="C00000"/>
                </a:solidFill>
                <a:latin typeface="Apple SD Gothic Neo"/>
                <a:ea typeface="Apple SD Gothic Neo"/>
                <a:cs typeface="Apple SD Gothic Neo"/>
              </a:defRPr>
            </a:pPr>
            <a:r>
              <a:rPr sz="1575" b="1">
                <a:solidFill>
                  <a:srgbClr val="C00000"/>
                </a:solidFill>
                <a:latin typeface="Apple SD Gothic Neo"/>
                <a:ea typeface="Apple SD Gothic Neo"/>
                <a:cs typeface="Apple SD Gothic Neo"/>
              </a:rPr>
              <a:t>종료 시</a:t>
            </a:r>
          </a:p>
          <a:p xmlns:a="http://schemas.openxmlformats.org/drawingml/2006/main">
            <a:pPr algn="ctr">
              <a:defRPr sz="1575" b="1">
                <a:solidFill>
                  <a:srgbClr val="C00000"/>
                </a:solidFill>
                <a:latin typeface="Apple SD Gothic Neo"/>
                <a:ea typeface="Apple SD Gothic Neo"/>
                <a:cs typeface="Apple SD Gothic Neo"/>
              </a:defRPr>
            </a:pPr>
            <a:r>
              <a:rPr sz="1575" b="1">
                <a:solidFill>
                  <a:srgbClr val="C00000"/>
                </a:solidFill>
                <a:latin typeface="Apple SD Gothic Neo"/>
                <a:ea typeface="Apple SD Gothic Neo"/>
                <a:cs typeface="Apple SD Gothic Neo"/>
              </a:rPr>
              <a:t>추가 묶음 해제</a:t>
            </a:r>
          </a:p>
        </p:txBody>
      </p:sp>
      <p:sp>
        <p:nvSpPr>
          <p:cNvPr id="90" name="DP1 object 244">
            <a:extLst xmlns:a="http://schemas.openxmlformats.org/drawingml/2006/main">
              <a:ext uri="{FF2B5EF4-FFF2-40B4-BE49-F238E27FC236}">
                <a16:creationId xmlns:a16="http://schemas.microsoft.com/office/drawing/2014/main" id="{D5C603D0-F08B-4EF3-8514-57911A020C07}"/>
              </a:ext>
            </a:extLst>
          </p:cNvPr>
          <p:cNvSpPr>
            <a:spLocks xmlns:a="http://schemas.openxmlformats.org/drawingml/2006/main" noGrp="1"/>
          </p:cNvSpPr>
          <p:nvPr/>
        </p:nvSpPr>
        <p:spPr>
          <a:xfrm xmlns:a="http://schemas.openxmlformats.org/drawingml/2006/main">
            <a:off x="12744450" y="2295525"/>
            <a:ext cx="520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요청 밖에서 생산하고 요청 시 조회</a:t>
            </a:r>
          </a:p>
        </p:txBody>
      </p:sp>
      <p:sp>
        <p:nvSpPr>
          <p:cNvPr id="91" name="허용 원본&#10;확정 변경">
            <a:extLst xmlns:a="http://schemas.openxmlformats.org/drawingml/2006/main">
              <a:ext uri="{FF2B5EF4-FFF2-40B4-BE49-F238E27FC236}">
                <a16:creationId xmlns:a16="http://schemas.microsoft.com/office/drawing/2014/main" id="{8C7B8A67-E0F3-4CE1-B768-2EB3521E36C2}"/>
              </a:ext>
            </a:extLst>
          </p:cNvPr>
          <p:cNvSpPr>
            <a:spLocks xmlns:a="http://schemas.openxmlformats.org/drawingml/2006/main" noGrp="1"/>
          </p:cNvSpPr>
          <p:nvPr/>
        </p:nvSpPr>
        <p:spPr>
          <a:xfrm xmlns:a="http://schemas.openxmlformats.org/drawingml/2006/main">
            <a:off x="12839700" y="3086100"/>
            <a:ext cx="1543050" cy="65722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92" name="DP1 object 245">
            <a:extLst xmlns:a="http://schemas.openxmlformats.org/drawingml/2006/main">
              <a:ext uri="{FF2B5EF4-FFF2-40B4-BE49-F238E27FC236}">
                <a16:creationId xmlns:a16="http://schemas.microsoft.com/office/drawing/2014/main" id="{84FC5389-93CB-477F-8635-219F57810745}"/>
              </a:ext>
            </a:extLst>
          </p:cNvPr>
          <p:cNvSpPr>
            <a:spLocks xmlns:a="http://schemas.openxmlformats.org/drawingml/2006/main" noGrp="1"/>
          </p:cNvSpPr>
          <p:nvPr/>
        </p:nvSpPr>
        <p:spPr>
          <a:xfrm xmlns:a="http://schemas.openxmlformats.org/drawingml/2006/main">
            <a:off x="12887325" y="3190875"/>
            <a:ext cx="1447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허용 원본</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확정 변경</a:t>
            </a:r>
          </a:p>
        </p:txBody>
      </p:sp>
      <p:sp>
        <p:nvSpPr>
          <p:cNvPr id="93" name="Context Manager production Component">
            <a:extLst xmlns:a="http://schemas.openxmlformats.org/drawingml/2006/main">
              <a:ext uri="{FF2B5EF4-FFF2-40B4-BE49-F238E27FC236}">
                <a16:creationId xmlns:a16="http://schemas.microsoft.com/office/drawing/2014/main" id="{14BE1B9B-3B83-475F-BB7F-3F19F4FDE919}"/>
              </a:ext>
            </a:extLst>
          </p:cNvPr>
          <p:cNvSpPr>
            <a:spLocks xmlns:a="http://schemas.openxmlformats.org/drawingml/2006/main" noGrp="1"/>
          </p:cNvSpPr>
          <p:nvPr/>
        </p:nvSpPr>
        <p:spPr>
          <a:xfrm xmlns:a="http://schemas.openxmlformats.org/drawingml/2006/main">
            <a:off x="14658975" y="2647950"/>
            <a:ext cx="3190875" cy="16573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94" name="DP1 object 246">
            <a:extLst xmlns:a="http://schemas.openxmlformats.org/drawingml/2006/main">
              <a:ext uri="{FF2B5EF4-FFF2-40B4-BE49-F238E27FC236}">
                <a16:creationId xmlns:a16="http://schemas.microsoft.com/office/drawing/2014/main" id="{D4B878BA-F86F-474D-A619-45B5E130C970}"/>
              </a:ext>
            </a:extLst>
          </p:cNvPr>
          <p:cNvSpPr>
            <a:spLocks xmlns:a="http://schemas.openxmlformats.org/drawingml/2006/main" noGrp="1"/>
          </p:cNvSpPr>
          <p:nvPr/>
        </p:nvSpPr>
        <p:spPr>
          <a:xfrm xmlns:a="http://schemas.openxmlformats.org/drawingml/2006/main">
            <a:off x="14735175" y="2686050"/>
            <a:ext cx="30384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Context Manager</a:t>
            </a:r>
          </a:p>
        </p:txBody>
      </p:sp>
      <p:sp>
        <p:nvSpPr>
          <p:cNvPr id="95" name="Editable path 247">
            <a:extLst xmlns:a="http://schemas.openxmlformats.org/drawingml/2006/main">
              <a:ext uri="{FF2B5EF4-FFF2-40B4-BE49-F238E27FC236}">
                <a16:creationId xmlns:a16="http://schemas.microsoft.com/office/drawing/2014/main" id="{0BD0349B-DA26-43A3-97E5-74B81E695EBB}"/>
              </a:ext>
            </a:extLst>
          </p:cNvPr>
          <p:cNvSpPr>
            <a:spLocks xmlns:a="http://schemas.openxmlformats.org/drawingml/2006/main" noGrp="1"/>
          </p:cNvSpPr>
          <p:nvPr/>
        </p:nvSpPr>
        <p:spPr>
          <a:xfrm xmlns:a="http://schemas.openxmlformats.org/drawingml/2006/main">
            <a:off x="14658975" y="3009900"/>
            <a:ext cx="3190875" cy="953"/>
          </a:xfrm>
          <a:custGeom xmlns:a="http://schemas.openxmlformats.org/drawingml/2006/main">
            <a:pathLst>
              <a:path w="3190875" h="953">
                <a:moveTo>
                  <a:pt x="0" y="0"/>
                </a:moveTo>
                <a:lnTo>
                  <a:pt x="3190875" y="0"/>
                </a:lnTo>
              </a:path>
            </a:pathLst>
          </a:custGeom>
          <a:noFill xmlns:a="http://schemas.openxmlformats.org/drawingml/2006/main"/>
          <a:ln xmlns:a="http://schemas.openxmlformats.org/drawingml/2006/main" w="14288">
            <a:solidFill>
              <a:srgbClr val="111111"/>
            </a:solidFill>
            <a:prstDash val="solid"/>
          </a:ln>
        </p:spPr>
      </p:sp>
      <p:sp>
        <p:nvSpPr>
          <p:cNvPr id="96" name="DP1 object 248">
            <a:extLst xmlns:a="http://schemas.openxmlformats.org/drawingml/2006/main">
              <a:ext uri="{FF2B5EF4-FFF2-40B4-BE49-F238E27FC236}">
                <a16:creationId xmlns:a16="http://schemas.microsoft.com/office/drawing/2014/main" id="{D1CBD3D1-3929-408F-84E6-57B5E6C21F76}"/>
              </a:ext>
            </a:extLst>
          </p:cNvPr>
          <p:cNvSpPr>
            <a:spLocks xmlns:a="http://schemas.openxmlformats.org/drawingml/2006/main" noGrp="1"/>
          </p:cNvSpPr>
          <p:nvPr/>
        </p:nvSpPr>
        <p:spPr>
          <a:xfrm xmlns:a="http://schemas.openxmlformats.org/drawingml/2006/main">
            <a:off x="14744700" y="3048000"/>
            <a:ext cx="3019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독립 생산 (요청과 별개)</a:t>
            </a:r>
          </a:p>
        </p:txBody>
      </p:sp>
      <p:sp>
        <p:nvSpPr>
          <p:cNvPr id="97" name="Independent evidence production internal operation">
            <a:extLst xmlns:a="http://schemas.openxmlformats.org/drawingml/2006/main">
              <a:ext uri="{FF2B5EF4-FFF2-40B4-BE49-F238E27FC236}">
                <a16:creationId xmlns:a16="http://schemas.microsoft.com/office/drawing/2014/main" id="{648C6F66-7877-4C1A-A867-EDEFEB9528E6}"/>
              </a:ext>
            </a:extLst>
          </p:cNvPr>
          <p:cNvSpPr>
            <a:spLocks xmlns:a="http://schemas.openxmlformats.org/drawingml/2006/main" noGrp="1"/>
          </p:cNvSpPr>
          <p:nvPr/>
        </p:nvSpPr>
        <p:spPr>
          <a:xfrm xmlns:a="http://schemas.openxmlformats.org/drawingml/2006/main">
            <a:off x="14773275" y="3371850"/>
            <a:ext cx="1628775" cy="75247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98" name="DP1 object 249">
            <a:extLst xmlns:a="http://schemas.openxmlformats.org/drawingml/2006/main">
              <a:ext uri="{FF2B5EF4-FFF2-40B4-BE49-F238E27FC236}">
                <a16:creationId xmlns:a16="http://schemas.microsoft.com/office/drawing/2014/main" id="{F7A07136-F33B-49EF-B891-9776FC0D1888}"/>
              </a:ext>
            </a:extLst>
          </p:cNvPr>
          <p:cNvSpPr>
            <a:spLocks xmlns:a="http://schemas.openxmlformats.org/drawingml/2006/main" noGrp="1"/>
          </p:cNvSpPr>
          <p:nvPr/>
        </p:nvSpPr>
        <p:spPr>
          <a:xfrm xmlns:a="http://schemas.openxmlformats.org/drawingml/2006/main">
            <a:off x="14830425" y="3438525"/>
            <a:ext cx="15144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관계 생산</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검증·게시</a:t>
            </a:r>
          </a:p>
        </p:txBody>
      </p:sp>
      <p:sp>
        <p:nvSpPr>
          <p:cNvPr id="99" name="게시 근거">
            <a:extLst xmlns:a="http://schemas.openxmlformats.org/drawingml/2006/main">
              <a:ext uri="{FF2B5EF4-FFF2-40B4-BE49-F238E27FC236}">
                <a16:creationId xmlns:a16="http://schemas.microsoft.com/office/drawing/2014/main" id="{4FFA6EE5-7AB5-4BB4-8099-866B85B849DC}"/>
              </a:ext>
            </a:extLst>
          </p:cNvPr>
          <p:cNvSpPr>
            <a:spLocks xmlns:a="http://schemas.openxmlformats.org/drawingml/2006/main" noGrp="1"/>
          </p:cNvSpPr>
          <p:nvPr/>
        </p:nvSpPr>
        <p:spPr>
          <a:xfrm xmlns:a="http://schemas.openxmlformats.org/drawingml/2006/main">
            <a:off x="16602075" y="3429000"/>
            <a:ext cx="1133475" cy="61912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100" name="DP1 object 250">
            <a:extLst xmlns:a="http://schemas.openxmlformats.org/drawingml/2006/main">
              <a:ext uri="{FF2B5EF4-FFF2-40B4-BE49-F238E27FC236}">
                <a16:creationId xmlns:a16="http://schemas.microsoft.com/office/drawing/2014/main" id="{EC1FF831-6869-4430-ABEE-B79509DB57BD}"/>
              </a:ext>
            </a:extLst>
          </p:cNvPr>
          <p:cNvSpPr>
            <a:spLocks xmlns:a="http://schemas.openxmlformats.org/drawingml/2006/main" noGrp="1"/>
          </p:cNvSpPr>
          <p:nvPr/>
        </p:nvSpPr>
        <p:spPr>
          <a:xfrm xmlns:a="http://schemas.openxmlformats.org/drawingml/2006/main">
            <a:off x="16649700" y="3533775"/>
            <a:ext cx="10382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게시 근거</a:t>
            </a:r>
          </a:p>
        </p:txBody>
      </p:sp>
      <p:sp>
        <p:nvSpPr>
          <p:cNvPr id="101" name="Editable path 251">
            <a:extLst xmlns:a="http://schemas.openxmlformats.org/drawingml/2006/main">
              <a:ext uri="{FF2B5EF4-FFF2-40B4-BE49-F238E27FC236}">
                <a16:creationId xmlns:a16="http://schemas.microsoft.com/office/drawing/2014/main" id="{3C55957E-8950-472E-ABB8-98127ABC084B}"/>
              </a:ext>
            </a:extLst>
          </p:cNvPr>
          <p:cNvSpPr>
            <a:spLocks xmlns:a="http://schemas.openxmlformats.org/drawingml/2006/main" noGrp="1"/>
          </p:cNvSpPr>
          <p:nvPr/>
        </p:nvSpPr>
        <p:spPr>
          <a:xfrm xmlns:a="http://schemas.openxmlformats.org/drawingml/2006/main">
            <a:off x="14382750" y="3419475"/>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1908">
            <a:solidFill>
              <a:srgbClr val="111111"/>
            </a:solidFill>
            <a:prstDash val="solid"/>
          </a:ln>
        </p:spPr>
      </p:sp>
      <p:sp>
        <p:nvSpPr>
          <p:cNvPr id="102" name="Editable arrowhead 252">
            <a:extLst xmlns:a="http://schemas.openxmlformats.org/drawingml/2006/main">
              <a:ext uri="{FF2B5EF4-FFF2-40B4-BE49-F238E27FC236}">
                <a16:creationId xmlns:a16="http://schemas.microsoft.com/office/drawing/2014/main" id="{6E7E760D-3A28-4C2C-93CC-17C5D0931F01}"/>
              </a:ext>
            </a:extLst>
          </p:cNvPr>
          <p:cNvSpPr>
            <a:spLocks xmlns:a="http://schemas.openxmlformats.org/drawingml/2006/main" noGrp="1"/>
          </p:cNvSpPr>
          <p:nvPr/>
        </p:nvSpPr>
        <p:spPr>
          <a:xfrm xmlns:a="http://schemas.openxmlformats.org/drawingml/2006/main">
            <a:off x="14563725" y="33718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3" name="Editable path 253">
            <a:extLst xmlns:a="http://schemas.openxmlformats.org/drawingml/2006/main">
              <a:ext uri="{FF2B5EF4-FFF2-40B4-BE49-F238E27FC236}">
                <a16:creationId xmlns:a16="http://schemas.microsoft.com/office/drawing/2014/main" id="{B08C7FD2-845D-43B2-998D-DFE29ACFFD7F}"/>
              </a:ext>
            </a:extLst>
          </p:cNvPr>
          <p:cNvSpPr>
            <a:spLocks xmlns:a="http://schemas.openxmlformats.org/drawingml/2006/main" noGrp="1"/>
          </p:cNvSpPr>
          <p:nvPr/>
        </p:nvSpPr>
        <p:spPr>
          <a:xfrm xmlns:a="http://schemas.openxmlformats.org/drawingml/2006/main">
            <a:off x="16402050" y="3743325"/>
            <a:ext cx="200025" cy="953"/>
          </a:xfrm>
          <a:custGeom xmlns:a="http://schemas.openxmlformats.org/drawingml/2006/main">
            <a:pathLst>
              <a:path w="200025" h="953">
                <a:moveTo>
                  <a:pt x="0" y="0"/>
                </a:moveTo>
                <a:lnTo>
                  <a:pt x="200025" y="0"/>
                </a:lnTo>
              </a:path>
            </a:pathLst>
          </a:custGeom>
          <a:noFill xmlns:a="http://schemas.openxmlformats.org/drawingml/2006/main"/>
          <a:ln xmlns:a="http://schemas.openxmlformats.org/drawingml/2006/main" w="21908">
            <a:solidFill>
              <a:srgbClr val="111111"/>
            </a:solidFill>
            <a:prstDash val="solid"/>
          </a:ln>
        </p:spPr>
      </p:sp>
      <p:sp>
        <p:nvSpPr>
          <p:cNvPr id="104" name="Editable arrowhead 254">
            <a:extLst xmlns:a="http://schemas.openxmlformats.org/drawingml/2006/main">
              <a:ext uri="{FF2B5EF4-FFF2-40B4-BE49-F238E27FC236}">
                <a16:creationId xmlns:a16="http://schemas.microsoft.com/office/drawing/2014/main" id="{989826F4-4F0B-4EE5-B094-7CC0CC30ADDC}"/>
              </a:ext>
            </a:extLst>
          </p:cNvPr>
          <p:cNvSpPr>
            <a:spLocks xmlns:a="http://schemas.openxmlformats.org/drawingml/2006/main" noGrp="1"/>
          </p:cNvSpPr>
          <p:nvPr/>
        </p:nvSpPr>
        <p:spPr>
          <a:xfrm xmlns:a="http://schemas.openxmlformats.org/drawingml/2006/main">
            <a:off x="16506825" y="36957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5" name="Context Manager Component">
            <a:extLst xmlns:a="http://schemas.openxmlformats.org/drawingml/2006/main">
              <a:ext uri="{FF2B5EF4-FFF2-40B4-BE49-F238E27FC236}">
                <a16:creationId xmlns:a16="http://schemas.microsoft.com/office/drawing/2014/main" id="{8512DD4E-6545-4053-A7E7-A262F7ECC838}"/>
              </a:ext>
            </a:extLst>
          </p:cNvPr>
          <p:cNvSpPr>
            <a:spLocks xmlns:a="http://schemas.openxmlformats.org/drawingml/2006/main" noGrp="1"/>
          </p:cNvSpPr>
          <p:nvPr/>
        </p:nvSpPr>
        <p:spPr>
          <a:xfrm xmlns:a="http://schemas.openxmlformats.org/drawingml/2006/main">
            <a:off x="12839700" y="4686300"/>
            <a:ext cx="2333625" cy="9334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06" name="DP1 object 255">
            <a:extLst xmlns:a="http://schemas.openxmlformats.org/drawingml/2006/main">
              <a:ext uri="{FF2B5EF4-FFF2-40B4-BE49-F238E27FC236}">
                <a16:creationId xmlns:a16="http://schemas.microsoft.com/office/drawing/2014/main" id="{0CE998A9-4D57-4E09-B480-7403B12E3D1A}"/>
              </a:ext>
            </a:extLst>
          </p:cNvPr>
          <p:cNvSpPr>
            <a:spLocks xmlns:a="http://schemas.openxmlformats.org/drawingml/2006/main" noGrp="1"/>
          </p:cNvSpPr>
          <p:nvPr/>
        </p:nvSpPr>
        <p:spPr>
          <a:xfrm xmlns:a="http://schemas.openxmlformats.org/drawingml/2006/main">
            <a:off x="12896850" y="4705350"/>
            <a:ext cx="2219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Context Manager</a:t>
            </a:r>
          </a:p>
        </p:txBody>
      </p:sp>
      <p:sp>
        <p:nvSpPr>
          <p:cNvPr id="107" name="Editable path 256">
            <a:extLst xmlns:a="http://schemas.openxmlformats.org/drawingml/2006/main">
              <a:ext uri="{FF2B5EF4-FFF2-40B4-BE49-F238E27FC236}">
                <a16:creationId xmlns:a16="http://schemas.microsoft.com/office/drawing/2014/main" id="{90763E45-8891-423E-82F8-EE04B2423761}"/>
              </a:ext>
            </a:extLst>
          </p:cNvPr>
          <p:cNvSpPr>
            <a:spLocks xmlns:a="http://schemas.openxmlformats.org/drawingml/2006/main" noGrp="1"/>
          </p:cNvSpPr>
          <p:nvPr/>
        </p:nvSpPr>
        <p:spPr>
          <a:xfrm xmlns:a="http://schemas.openxmlformats.org/drawingml/2006/main">
            <a:off x="12839700" y="5010150"/>
            <a:ext cx="2333625" cy="953"/>
          </a:xfrm>
          <a:custGeom xmlns:a="http://schemas.openxmlformats.org/drawingml/2006/main">
            <a:pathLst>
              <a:path w="2333625" h="953">
                <a:moveTo>
                  <a:pt x="0" y="0"/>
                </a:moveTo>
                <a:lnTo>
                  <a:pt x="2333625" y="0"/>
                </a:lnTo>
              </a:path>
            </a:pathLst>
          </a:custGeom>
          <a:noFill xmlns:a="http://schemas.openxmlformats.org/drawingml/2006/main"/>
          <a:ln xmlns:a="http://schemas.openxmlformats.org/drawingml/2006/main" w="14288">
            <a:solidFill>
              <a:srgbClr val="111111"/>
            </a:solidFill>
            <a:prstDash val="solid"/>
          </a:ln>
        </p:spPr>
      </p:sp>
      <p:sp>
        <p:nvSpPr>
          <p:cNvPr id="108" name="Context Manager internal operation">
            <a:extLst xmlns:a="http://schemas.openxmlformats.org/drawingml/2006/main">
              <a:ext uri="{FF2B5EF4-FFF2-40B4-BE49-F238E27FC236}">
                <a16:creationId xmlns:a16="http://schemas.microsoft.com/office/drawing/2014/main" id="{DA0F0209-3710-405C-A72D-9C69390F0EC9}"/>
              </a:ext>
            </a:extLst>
          </p:cNvPr>
          <p:cNvSpPr>
            <a:spLocks xmlns:a="http://schemas.openxmlformats.org/drawingml/2006/main" noGrp="1"/>
          </p:cNvSpPr>
          <p:nvPr/>
        </p:nvSpPr>
        <p:spPr>
          <a:xfrm xmlns:a="http://schemas.openxmlformats.org/drawingml/2006/main">
            <a:off x="12934950" y="5076825"/>
            <a:ext cx="2143125"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109" name="DP1 object 257">
            <a:extLst xmlns:a="http://schemas.openxmlformats.org/drawingml/2006/main">
              <a:ext uri="{FF2B5EF4-FFF2-40B4-BE49-F238E27FC236}">
                <a16:creationId xmlns:a16="http://schemas.microsoft.com/office/drawing/2014/main" id="{AF14A256-A505-48DE-9FEC-39BA4A51C716}"/>
              </a:ext>
            </a:extLst>
          </p:cNvPr>
          <p:cNvSpPr>
            <a:spLocks xmlns:a="http://schemas.openxmlformats.org/drawingml/2006/main" noGrp="1"/>
          </p:cNvSpPr>
          <p:nvPr/>
        </p:nvSpPr>
        <p:spPr>
          <a:xfrm xmlns:a="http://schemas.openxmlformats.org/drawingml/2006/main">
            <a:off x="12982575" y="5095875"/>
            <a:ext cx="2047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게시 조회·원본 보완</a:t>
            </a:r>
          </a:p>
        </p:txBody>
      </p:sp>
      <p:sp>
        <p:nvSpPr>
          <p:cNvPr id="110" name="Request Interpreter Component">
            <a:extLst xmlns:a="http://schemas.openxmlformats.org/drawingml/2006/main">
              <a:ext uri="{FF2B5EF4-FFF2-40B4-BE49-F238E27FC236}">
                <a16:creationId xmlns:a16="http://schemas.microsoft.com/office/drawing/2014/main" id="{01BCBEC6-D0A9-44F7-A688-D557BEA0F6D4}"/>
              </a:ext>
            </a:extLst>
          </p:cNvPr>
          <p:cNvSpPr>
            <a:spLocks xmlns:a="http://schemas.openxmlformats.org/drawingml/2006/main" noGrp="1"/>
          </p:cNvSpPr>
          <p:nvPr/>
        </p:nvSpPr>
        <p:spPr>
          <a:xfrm xmlns:a="http://schemas.openxmlformats.org/drawingml/2006/main">
            <a:off x="15563850" y="4686300"/>
            <a:ext cx="2286000" cy="9334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11" name="DP1 object 258">
            <a:extLst xmlns:a="http://schemas.openxmlformats.org/drawingml/2006/main">
              <a:ext uri="{FF2B5EF4-FFF2-40B4-BE49-F238E27FC236}">
                <a16:creationId xmlns:a16="http://schemas.microsoft.com/office/drawing/2014/main" id="{7D1AA975-408D-4608-BE43-53709BF5421B}"/>
              </a:ext>
            </a:extLst>
          </p:cNvPr>
          <p:cNvSpPr>
            <a:spLocks xmlns:a="http://schemas.openxmlformats.org/drawingml/2006/main" noGrp="1"/>
          </p:cNvSpPr>
          <p:nvPr/>
        </p:nvSpPr>
        <p:spPr>
          <a:xfrm xmlns:a="http://schemas.openxmlformats.org/drawingml/2006/main">
            <a:off x="15621000" y="470535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Request Interpreter</a:t>
            </a:r>
          </a:p>
        </p:txBody>
      </p:sp>
      <p:sp>
        <p:nvSpPr>
          <p:cNvPr id="112" name="Editable path 259">
            <a:extLst xmlns:a="http://schemas.openxmlformats.org/drawingml/2006/main">
              <a:ext uri="{FF2B5EF4-FFF2-40B4-BE49-F238E27FC236}">
                <a16:creationId xmlns:a16="http://schemas.microsoft.com/office/drawing/2014/main" id="{DA82B3E6-29E6-4302-91C7-F6C3EE3F6905}"/>
              </a:ext>
            </a:extLst>
          </p:cNvPr>
          <p:cNvSpPr>
            <a:spLocks xmlns:a="http://schemas.openxmlformats.org/drawingml/2006/main" noGrp="1"/>
          </p:cNvSpPr>
          <p:nvPr/>
        </p:nvSpPr>
        <p:spPr>
          <a:xfrm xmlns:a="http://schemas.openxmlformats.org/drawingml/2006/main">
            <a:off x="15563850" y="5010150"/>
            <a:ext cx="2286000" cy="953"/>
          </a:xfrm>
          <a:custGeom xmlns:a="http://schemas.openxmlformats.org/drawingml/2006/main">
            <a:pathLst>
              <a:path w="2286000" h="953">
                <a:moveTo>
                  <a:pt x="0" y="0"/>
                </a:moveTo>
                <a:lnTo>
                  <a:pt x="2286000" y="0"/>
                </a:lnTo>
              </a:path>
            </a:pathLst>
          </a:custGeom>
          <a:noFill xmlns:a="http://schemas.openxmlformats.org/drawingml/2006/main"/>
          <a:ln xmlns:a="http://schemas.openxmlformats.org/drawingml/2006/main" w="14288">
            <a:solidFill>
              <a:srgbClr val="111111"/>
            </a:solidFill>
            <a:prstDash val="solid"/>
          </a:ln>
        </p:spPr>
      </p:sp>
      <p:sp>
        <p:nvSpPr>
          <p:cNvPr id="113" name="Request Interpreter internal operation">
            <a:extLst xmlns:a="http://schemas.openxmlformats.org/drawingml/2006/main">
              <a:ext uri="{FF2B5EF4-FFF2-40B4-BE49-F238E27FC236}">
                <a16:creationId xmlns:a16="http://schemas.microsoft.com/office/drawing/2014/main" id="{DA178785-D33C-4539-9AC2-82A677A3B6AE}"/>
              </a:ext>
            </a:extLst>
          </p:cNvPr>
          <p:cNvSpPr>
            <a:spLocks xmlns:a="http://schemas.openxmlformats.org/drawingml/2006/main" noGrp="1"/>
          </p:cNvSpPr>
          <p:nvPr/>
        </p:nvSpPr>
        <p:spPr>
          <a:xfrm xmlns:a="http://schemas.openxmlformats.org/drawingml/2006/main">
            <a:off x="15659100" y="5076825"/>
            <a:ext cx="2095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111111"/>
            </a:solidFill>
            <a:prstDash val="solid"/>
          </a:ln>
        </p:spPr>
      </p:sp>
      <p:sp>
        <p:nvSpPr>
          <p:cNvPr id="114" name="DP1 object 260">
            <a:extLst xmlns:a="http://schemas.openxmlformats.org/drawingml/2006/main">
              <a:ext uri="{FF2B5EF4-FFF2-40B4-BE49-F238E27FC236}">
                <a16:creationId xmlns:a16="http://schemas.microsoft.com/office/drawing/2014/main" id="{C386F7C4-9245-4720-806D-710873EF5FCF}"/>
              </a:ext>
            </a:extLst>
          </p:cNvPr>
          <p:cNvSpPr>
            <a:spLocks xmlns:a="http://schemas.openxmlformats.org/drawingml/2006/main" noGrp="1"/>
          </p:cNvSpPr>
          <p:nvPr/>
        </p:nvSpPr>
        <p:spPr>
          <a:xfrm xmlns:a="http://schemas.openxmlformats.org/drawingml/2006/main">
            <a:off x="15706725" y="50958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현재 의미 제안</a:t>
            </a:r>
          </a:p>
        </p:txBody>
      </p:sp>
      <p:sp>
        <p:nvSpPr>
          <p:cNvPr id="115" name="Editable path 261">
            <a:extLst xmlns:a="http://schemas.openxmlformats.org/drawingml/2006/main">
              <a:ext uri="{FF2B5EF4-FFF2-40B4-BE49-F238E27FC236}">
                <a16:creationId xmlns:a16="http://schemas.microsoft.com/office/drawing/2014/main" id="{4C2E9C2D-B074-4DD6-9EDE-9B41B3246231}"/>
              </a:ext>
            </a:extLst>
          </p:cNvPr>
          <p:cNvSpPr>
            <a:spLocks xmlns:a="http://schemas.openxmlformats.org/drawingml/2006/main" noGrp="1"/>
          </p:cNvSpPr>
          <p:nvPr/>
        </p:nvSpPr>
        <p:spPr>
          <a:xfrm xmlns:a="http://schemas.openxmlformats.org/drawingml/2006/main">
            <a:off x="14011275" y="4048125"/>
            <a:ext cx="3162300" cy="638175"/>
          </a:xfrm>
          <a:custGeom xmlns:a="http://schemas.openxmlformats.org/drawingml/2006/main">
            <a:pathLst>
              <a:path w="3162300" h="638175">
                <a:moveTo>
                  <a:pt x="3162300" y="0"/>
                </a:moveTo>
                <a:lnTo>
                  <a:pt x="3162300" y="314325"/>
                </a:lnTo>
                <a:lnTo>
                  <a:pt x="0" y="314325"/>
                </a:lnTo>
                <a:lnTo>
                  <a:pt x="0" y="638175"/>
                </a:lnTo>
              </a:path>
            </a:pathLst>
          </a:custGeom>
          <a:noFill xmlns:a="http://schemas.openxmlformats.org/drawingml/2006/main"/>
          <a:ln xmlns:a="http://schemas.openxmlformats.org/drawingml/2006/main" w="21908">
            <a:solidFill>
              <a:srgbClr val="111111"/>
            </a:solidFill>
            <a:prstDash val="solid"/>
          </a:ln>
        </p:spPr>
      </p:sp>
      <p:sp>
        <p:nvSpPr>
          <p:cNvPr id="116" name="Editable arrowhead 262">
            <a:extLst xmlns:a="http://schemas.openxmlformats.org/drawingml/2006/main">
              <a:ext uri="{FF2B5EF4-FFF2-40B4-BE49-F238E27FC236}">
                <a16:creationId xmlns:a16="http://schemas.microsoft.com/office/drawing/2014/main" id="{1E091359-3315-4A6C-A87A-9D80BD99E29E}"/>
              </a:ext>
            </a:extLst>
          </p:cNvPr>
          <p:cNvSpPr>
            <a:spLocks xmlns:a="http://schemas.openxmlformats.org/drawingml/2006/main" noGrp="1"/>
          </p:cNvSpPr>
          <p:nvPr/>
        </p:nvSpPr>
        <p:spPr>
          <a:xfrm xmlns:a="http://schemas.openxmlformats.org/drawingml/2006/main">
            <a:off x="13963650" y="45910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7" name="Editable path 263">
            <a:extLst xmlns:a="http://schemas.openxmlformats.org/drawingml/2006/main">
              <a:ext uri="{FF2B5EF4-FFF2-40B4-BE49-F238E27FC236}">
                <a16:creationId xmlns:a16="http://schemas.microsoft.com/office/drawing/2014/main" id="{F727E2D1-8A39-41D7-A68C-12F749D62574}"/>
              </a:ext>
            </a:extLst>
          </p:cNvPr>
          <p:cNvSpPr>
            <a:spLocks xmlns:a="http://schemas.openxmlformats.org/drawingml/2006/main" noGrp="1"/>
          </p:cNvSpPr>
          <p:nvPr/>
        </p:nvSpPr>
        <p:spPr>
          <a:xfrm xmlns:a="http://schemas.openxmlformats.org/drawingml/2006/main">
            <a:off x="15173325" y="523875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21908">
            <a:solidFill>
              <a:srgbClr val="111111"/>
            </a:solidFill>
            <a:prstDash val="solid"/>
          </a:ln>
        </p:spPr>
      </p:sp>
      <p:sp>
        <p:nvSpPr>
          <p:cNvPr id="118" name="Editable arrowhead 264">
            <a:extLst xmlns:a="http://schemas.openxmlformats.org/drawingml/2006/main">
              <a:ext uri="{FF2B5EF4-FFF2-40B4-BE49-F238E27FC236}">
                <a16:creationId xmlns:a16="http://schemas.microsoft.com/office/drawing/2014/main" id="{887FD916-7136-49B4-8F0C-A083EB0FB597}"/>
              </a:ext>
            </a:extLst>
          </p:cNvPr>
          <p:cNvSpPr>
            <a:spLocks xmlns:a="http://schemas.openxmlformats.org/drawingml/2006/main" noGrp="1"/>
          </p:cNvSpPr>
          <p:nvPr/>
        </p:nvSpPr>
        <p:spPr>
          <a:xfrm xmlns:a="http://schemas.openxmlformats.org/drawingml/2006/main">
            <a:off x="15468600" y="51911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9" name="DP1 object 265">
            <a:extLst xmlns:a="http://schemas.openxmlformats.org/drawingml/2006/main">
              <a:ext uri="{FF2B5EF4-FFF2-40B4-BE49-F238E27FC236}">
                <a16:creationId xmlns:a16="http://schemas.microsoft.com/office/drawing/2014/main" id="{97CDD237-A26A-456E-8FCB-5F57AC55B795}"/>
              </a:ext>
            </a:extLst>
          </p:cNvPr>
          <p:cNvSpPr>
            <a:spLocks xmlns:a="http://schemas.openxmlformats.org/drawingml/2006/main" noGrp="1"/>
          </p:cNvSpPr>
          <p:nvPr/>
        </p:nvSpPr>
        <p:spPr>
          <a:xfrm xmlns:a="http://schemas.openxmlformats.org/drawingml/2006/main">
            <a:off x="15744825" y="4419600"/>
            <a:ext cx="190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1">
                <a:solidFill>
                  <a:srgbClr val="111111"/>
                </a:solidFill>
                <a:latin typeface="Apple SD Gothic Neo"/>
                <a:ea typeface="Apple SD Gothic Neo"/>
                <a:cs typeface="Apple SD Gothic Neo"/>
              </a:defRPr>
            </a:defPPr>
            <a:lvl1pPr algn="ctr">
              <a:defRPr sz="1575" b="1">
                <a:solidFill>
                  <a:srgbClr val="111111"/>
                </a:solidFill>
                <a:latin typeface="Apple SD Gothic Neo"/>
                <a:ea typeface="Apple SD Gothic Neo"/>
                <a:cs typeface="Apple SD Gothic Neo"/>
              </a:defRPr>
            </a:lvl1pPr>
            <a:lvl2pPr algn="ctr">
              <a:defRPr sz="1575" b="1">
                <a:solidFill>
                  <a:srgbClr val="111111"/>
                </a:solidFill>
                <a:latin typeface="Apple SD Gothic Neo"/>
                <a:ea typeface="Apple SD Gothic Neo"/>
                <a:cs typeface="Apple SD Gothic Neo"/>
              </a:defRPr>
            </a:lvl2pPr>
            <a:lvl3pPr algn="ctr">
              <a:defRPr sz="1575" b="1">
                <a:solidFill>
                  <a:srgbClr val="111111"/>
                </a:solidFill>
                <a:latin typeface="Apple SD Gothic Neo"/>
                <a:ea typeface="Apple SD Gothic Neo"/>
                <a:cs typeface="Apple SD Gothic Neo"/>
              </a:defRPr>
            </a:lvl3pPr>
            <a:lvl4pPr algn="ctr">
              <a:defRPr sz="1575" b="1">
                <a:solidFill>
                  <a:srgbClr val="111111"/>
                </a:solidFill>
                <a:latin typeface="Apple SD Gothic Neo"/>
                <a:ea typeface="Apple SD Gothic Neo"/>
                <a:cs typeface="Apple SD Gothic Neo"/>
              </a:defRPr>
            </a:lvl4pPr>
            <a:lvl5pPr algn="ctr">
              <a:defRPr sz="1575" b="1">
                <a:solidFill>
                  <a:srgbClr val="111111"/>
                </a:solidFill>
                <a:latin typeface="Apple SD Gothic Neo"/>
                <a:ea typeface="Apple SD Gothic Neo"/>
                <a:cs typeface="Apple SD Gothic Neo"/>
              </a:defRPr>
            </a:lvl5pPr>
            <a:lvl6pPr algn="ctr">
              <a:defRPr sz="1575" b="1">
                <a:solidFill>
                  <a:srgbClr val="111111"/>
                </a:solidFill>
                <a:latin typeface="Apple SD Gothic Neo"/>
                <a:ea typeface="Apple SD Gothic Neo"/>
                <a:cs typeface="Apple SD Gothic Neo"/>
              </a:defRPr>
            </a:lvl6pPr>
            <a:lvl7pPr algn="ctr">
              <a:defRPr sz="1575" b="1">
                <a:solidFill>
                  <a:srgbClr val="111111"/>
                </a:solidFill>
                <a:latin typeface="Apple SD Gothic Neo"/>
                <a:ea typeface="Apple SD Gothic Neo"/>
                <a:cs typeface="Apple SD Gothic Neo"/>
              </a:defRPr>
            </a:lvl7pPr>
            <a:lvl8pPr algn="ctr">
              <a:defRPr sz="1575" b="1">
                <a:solidFill>
                  <a:srgbClr val="111111"/>
                </a:solidFill>
                <a:latin typeface="Apple SD Gothic Neo"/>
                <a:ea typeface="Apple SD Gothic Neo"/>
                <a:cs typeface="Apple SD Gothic Neo"/>
              </a:defRPr>
            </a:lvl8pPr>
            <a:lvl9pPr algn="ctr">
              <a:defRPr sz="1575" b="1">
                <a:solidFill>
                  <a:srgbClr val="111111"/>
                </a:solidFill>
                <a:latin typeface="Apple SD Gothic Neo"/>
                <a:ea typeface="Apple SD Gothic Neo"/>
                <a:cs typeface="Apple SD Gothic Neo"/>
              </a:defRPr>
            </a:lvl9pPr>
          </a:lstStyle>
          <a:p xmlns:a="http://schemas.openxmlformats.org/drawingml/2006/main">
            <a:pPr algn="ctr">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현재 요청</a:t>
            </a:r>
          </a:p>
        </p:txBody>
      </p:sp>
      <p:sp>
        <p:nvSpPr>
          <p:cNvPr id="120" name="Editable path 266">
            <a:extLst xmlns:a="http://schemas.openxmlformats.org/drawingml/2006/main">
              <a:ext uri="{FF2B5EF4-FFF2-40B4-BE49-F238E27FC236}">
                <a16:creationId xmlns:a16="http://schemas.microsoft.com/office/drawing/2014/main" id="{27A4D0F1-F690-450E-A62D-315D10E5C744}"/>
              </a:ext>
            </a:extLst>
          </p:cNvPr>
          <p:cNvSpPr>
            <a:spLocks xmlns:a="http://schemas.openxmlformats.org/drawingml/2006/main" noGrp="1"/>
          </p:cNvSpPr>
          <p:nvPr/>
        </p:nvSpPr>
        <p:spPr>
          <a:xfrm xmlns:a="http://schemas.openxmlformats.org/drawingml/2006/main">
            <a:off x="16716375" y="4629150"/>
            <a:ext cx="953" cy="57150"/>
          </a:xfrm>
          <a:custGeom xmlns:a="http://schemas.openxmlformats.org/drawingml/2006/main">
            <a:pathLst>
              <a:path w="953" h="57150">
                <a:moveTo>
                  <a:pt x="0" y="0"/>
                </a:moveTo>
                <a:lnTo>
                  <a:pt x="0" y="57150"/>
                </a:lnTo>
              </a:path>
            </a:pathLst>
          </a:custGeom>
          <a:noFill xmlns:a="http://schemas.openxmlformats.org/drawingml/2006/main"/>
          <a:ln xmlns:a="http://schemas.openxmlformats.org/drawingml/2006/main" w="17145">
            <a:solidFill>
              <a:srgbClr val="111111"/>
            </a:solidFill>
            <a:prstDash val="solid"/>
          </a:ln>
        </p:spPr>
      </p:sp>
      <p:sp>
        <p:nvSpPr>
          <p:cNvPr id="121" name="Editable arrowhead 267">
            <a:extLst xmlns:a="http://schemas.openxmlformats.org/drawingml/2006/main">
              <a:ext uri="{FF2B5EF4-FFF2-40B4-BE49-F238E27FC236}">
                <a16:creationId xmlns:a16="http://schemas.microsoft.com/office/drawing/2014/main" id="{675F1C67-9BEF-4231-9E3F-EEC48A2F8B37}"/>
              </a:ext>
            </a:extLst>
          </p:cNvPr>
          <p:cNvSpPr>
            <a:spLocks xmlns:a="http://schemas.openxmlformats.org/drawingml/2006/main" noGrp="1"/>
          </p:cNvSpPr>
          <p:nvPr/>
        </p:nvSpPr>
        <p:spPr>
          <a:xfrm xmlns:a="http://schemas.openxmlformats.org/drawingml/2006/main">
            <a:off x="16668750" y="45910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2" name="Editable path 268">
            <a:extLst xmlns:a="http://schemas.openxmlformats.org/drawingml/2006/main">
              <a:ext uri="{FF2B5EF4-FFF2-40B4-BE49-F238E27FC236}">
                <a16:creationId xmlns:a16="http://schemas.microsoft.com/office/drawing/2014/main" id="{BADE097C-82A2-4867-8C66-B6D900C6E941}"/>
              </a:ext>
            </a:extLst>
          </p:cNvPr>
          <p:cNvSpPr>
            <a:spLocks xmlns:a="http://schemas.openxmlformats.org/drawingml/2006/main" noGrp="1"/>
          </p:cNvSpPr>
          <p:nvPr/>
        </p:nvSpPr>
        <p:spPr>
          <a:xfrm xmlns:a="http://schemas.openxmlformats.org/drawingml/2006/main">
            <a:off x="12715875" y="3419475"/>
            <a:ext cx="123825" cy="1819275"/>
          </a:xfrm>
          <a:custGeom xmlns:a="http://schemas.openxmlformats.org/drawingml/2006/main">
            <a:pathLst>
              <a:path w="123825" h="1819275">
                <a:moveTo>
                  <a:pt x="123825" y="1819275"/>
                </a:moveTo>
                <a:lnTo>
                  <a:pt x="0" y="1819275"/>
                </a:lnTo>
                <a:lnTo>
                  <a:pt x="0" y="0"/>
                </a:lnTo>
                <a:lnTo>
                  <a:pt x="123825" y="0"/>
                </a:lnTo>
              </a:path>
            </a:pathLst>
          </a:custGeom>
          <a:noFill xmlns:a="http://schemas.openxmlformats.org/drawingml/2006/main"/>
          <a:ln xmlns:a="http://schemas.openxmlformats.org/drawingml/2006/main" w="15240">
            <a:solidFill>
              <a:srgbClr val="111111"/>
            </a:solidFill>
            <a:prstDash val="dash"/>
          </a:ln>
        </p:spPr>
      </p:sp>
      <p:sp>
        <p:nvSpPr>
          <p:cNvPr id="123" name="Editable arrowhead 269">
            <a:extLst xmlns:a="http://schemas.openxmlformats.org/drawingml/2006/main">
              <a:ext uri="{FF2B5EF4-FFF2-40B4-BE49-F238E27FC236}">
                <a16:creationId xmlns:a16="http://schemas.microsoft.com/office/drawing/2014/main" id="{B38F80B5-D8C9-4833-8952-F4B9E74D1577}"/>
              </a:ext>
            </a:extLst>
          </p:cNvPr>
          <p:cNvSpPr>
            <a:spLocks xmlns:a="http://schemas.openxmlformats.org/drawingml/2006/main" noGrp="1"/>
          </p:cNvSpPr>
          <p:nvPr/>
        </p:nvSpPr>
        <p:spPr>
          <a:xfrm xmlns:a="http://schemas.openxmlformats.org/drawingml/2006/main">
            <a:off x="12744450" y="33718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4" name="DP1 object 270">
            <a:extLst xmlns:a="http://schemas.openxmlformats.org/drawingml/2006/main">
              <a:ext uri="{FF2B5EF4-FFF2-40B4-BE49-F238E27FC236}">
                <a16:creationId xmlns:a16="http://schemas.microsoft.com/office/drawing/2014/main" id="{206CB775-6A5F-4B86-A9F6-222529CF9B99}"/>
              </a:ext>
            </a:extLst>
          </p:cNvPr>
          <p:cNvSpPr>
            <a:spLocks xmlns:a="http://schemas.openxmlformats.org/drawingml/2006/main" noGrp="1"/>
          </p:cNvSpPr>
          <p:nvPr/>
        </p:nvSpPr>
        <p:spPr>
          <a:xfrm xmlns:a="http://schemas.openxmlformats.org/drawingml/2006/main">
            <a:off x="12849225" y="3810000"/>
            <a:ext cx="1619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50555B"/>
                </a:solidFill>
                <a:latin typeface="Apple SD Gothic Neo"/>
                <a:ea typeface="Apple SD Gothic Neo"/>
                <a:cs typeface="Apple SD Gothic Neo"/>
              </a:defRPr>
            </a:defPPr>
            <a:lvl1pPr algn="ctr">
              <a:defRPr sz="1500" b="0">
                <a:solidFill>
                  <a:srgbClr val="50555B"/>
                </a:solidFill>
                <a:latin typeface="Apple SD Gothic Neo"/>
                <a:ea typeface="Apple SD Gothic Neo"/>
                <a:cs typeface="Apple SD Gothic Neo"/>
              </a:defRPr>
            </a:lvl1pPr>
            <a:lvl2pPr algn="ctr">
              <a:defRPr sz="1500" b="0">
                <a:solidFill>
                  <a:srgbClr val="50555B"/>
                </a:solidFill>
                <a:latin typeface="Apple SD Gothic Neo"/>
                <a:ea typeface="Apple SD Gothic Neo"/>
                <a:cs typeface="Apple SD Gothic Neo"/>
              </a:defRPr>
            </a:lvl2pPr>
            <a:lvl3pPr algn="ctr">
              <a:defRPr sz="1500" b="0">
                <a:solidFill>
                  <a:srgbClr val="50555B"/>
                </a:solidFill>
                <a:latin typeface="Apple SD Gothic Neo"/>
                <a:ea typeface="Apple SD Gothic Neo"/>
                <a:cs typeface="Apple SD Gothic Neo"/>
              </a:defRPr>
            </a:lvl3pPr>
            <a:lvl4pPr algn="ctr">
              <a:defRPr sz="1500" b="0">
                <a:solidFill>
                  <a:srgbClr val="50555B"/>
                </a:solidFill>
                <a:latin typeface="Apple SD Gothic Neo"/>
                <a:ea typeface="Apple SD Gothic Neo"/>
                <a:cs typeface="Apple SD Gothic Neo"/>
              </a:defRPr>
            </a:lvl4pPr>
            <a:lvl5pPr algn="ctr">
              <a:defRPr sz="1500" b="0">
                <a:solidFill>
                  <a:srgbClr val="50555B"/>
                </a:solidFill>
                <a:latin typeface="Apple SD Gothic Neo"/>
                <a:ea typeface="Apple SD Gothic Neo"/>
                <a:cs typeface="Apple SD Gothic Neo"/>
              </a:defRPr>
            </a:lvl5pPr>
            <a:lvl6pPr algn="ctr">
              <a:defRPr sz="1500" b="0">
                <a:solidFill>
                  <a:srgbClr val="50555B"/>
                </a:solidFill>
                <a:latin typeface="Apple SD Gothic Neo"/>
                <a:ea typeface="Apple SD Gothic Neo"/>
                <a:cs typeface="Apple SD Gothic Neo"/>
              </a:defRPr>
            </a:lvl6pPr>
            <a:lvl7pPr algn="ctr">
              <a:defRPr sz="1500" b="0">
                <a:solidFill>
                  <a:srgbClr val="50555B"/>
                </a:solidFill>
                <a:latin typeface="Apple SD Gothic Neo"/>
                <a:ea typeface="Apple SD Gothic Neo"/>
                <a:cs typeface="Apple SD Gothic Neo"/>
              </a:defRPr>
            </a:lvl7pPr>
            <a:lvl8pPr algn="ctr">
              <a:defRPr sz="1500" b="0">
                <a:solidFill>
                  <a:srgbClr val="50555B"/>
                </a:solidFill>
                <a:latin typeface="Apple SD Gothic Neo"/>
                <a:ea typeface="Apple SD Gothic Neo"/>
                <a:cs typeface="Apple SD Gothic Neo"/>
              </a:defRPr>
            </a:lvl8pPr>
            <a:lvl9pPr algn="ctr">
              <a:defRPr sz="1500" b="0">
                <a:solidFill>
                  <a:srgbClr val="50555B"/>
                </a:solidFill>
                <a:latin typeface="Apple SD Gothic Neo"/>
                <a:ea typeface="Apple SD Gothic Neo"/>
                <a:cs typeface="Apple SD Gothic Neo"/>
              </a:defRPr>
            </a:lvl9pPr>
          </a:lstStyle>
          <a:p xmlns:a="http://schemas.openxmlformats.org/drawingml/2006/main">
            <a:pPr algn="ctr">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미생산·오류는</a:t>
            </a:r>
          </a:p>
          <a:p xmlns:a="http://schemas.openxmlformats.org/drawingml/2006/main">
            <a:pPr algn="ctr">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원본으로 보완</a:t>
            </a:r>
          </a:p>
        </p:txBody>
      </p:sp>
      <p:sp>
        <p:nvSpPr>
          <p:cNvPr id="125" name="Selected A column">
            <a:extLst xmlns:a="http://schemas.openxmlformats.org/drawingml/2006/main">
              <a:ext uri="{FF2B5EF4-FFF2-40B4-BE49-F238E27FC236}">
                <a16:creationId xmlns:a16="http://schemas.microsoft.com/office/drawing/2014/main" id="{3A9CB4B5-1C20-4D55-BD49-801543B1A51F}"/>
              </a:ext>
            </a:extLst>
          </p:cNvPr>
          <p:cNvSpPr>
            <a:spLocks xmlns:a="http://schemas.openxmlformats.org/drawingml/2006/main" noGrp="1"/>
          </p:cNvSpPr>
          <p:nvPr/>
        </p:nvSpPr>
        <p:spPr>
          <a:xfrm xmlns:a="http://schemas.openxmlformats.org/drawingml/2006/main">
            <a:off x="1866900" y="1752600"/>
            <a:ext cx="5391150" cy="7620000"/>
          </a:xfrm>
          <a:prstGeom xmlns:a="http://schemas.openxmlformats.org/drawingml/2006/main" prst="rect">
            <a:avLst/>
          </a:prstGeom>
          <a:noFill xmlns:a="http://schemas.openxmlformats.org/drawingml/2006/main"/>
          <a:ln xmlns:a="http://schemas.openxmlformats.org/drawingml/2006/main" w="40005">
            <a:solidFill>
              <a:srgbClr val="4676CB"/>
            </a:solidFill>
            <a:prstDash val="solid"/>
          </a:ln>
        </p:spPr>
      </p:sp>
      <p:sp>
        <p:nvSpPr>
          <p:cNvPr id="126" name="DP1 object 271">
            <a:extLst xmlns:a="http://schemas.openxmlformats.org/drawingml/2006/main">
              <a:ext uri="{FF2B5EF4-FFF2-40B4-BE49-F238E27FC236}">
                <a16:creationId xmlns:a16="http://schemas.microsoft.com/office/drawing/2014/main" id="{828A6865-AB96-4319-A15B-5EEBFF162C6E}"/>
              </a:ext>
            </a:extLst>
          </p:cNvPr>
          <p:cNvSpPr>
            <a:spLocks xmlns:a="http://schemas.openxmlformats.org/drawingml/2006/main" noGrp="1"/>
          </p:cNvSpPr>
          <p:nvPr/>
        </p:nvSpPr>
        <p:spPr>
          <a:xfrm xmlns:a="http://schemas.openxmlformats.org/drawingml/2006/main">
            <a:off x="1924050" y="1524000"/>
            <a:ext cx="6381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875" b="1">
                <a:solidFill>
                  <a:srgbClr val="C00000"/>
                </a:solidFill>
                <a:latin typeface="Apple SD Gothic Neo"/>
                <a:ea typeface="Apple SD Gothic Neo"/>
                <a:cs typeface="Apple SD Gothic Neo"/>
              </a:defRPr>
            </a:defPPr>
            <a:lvl1pPr algn="l">
              <a:defRPr sz="4875" b="1">
                <a:solidFill>
                  <a:srgbClr val="C00000"/>
                </a:solidFill>
                <a:latin typeface="Apple SD Gothic Neo"/>
                <a:ea typeface="Apple SD Gothic Neo"/>
                <a:cs typeface="Apple SD Gothic Neo"/>
              </a:defRPr>
            </a:lvl1pPr>
            <a:lvl2pPr algn="l">
              <a:defRPr sz="4875" b="1">
                <a:solidFill>
                  <a:srgbClr val="C00000"/>
                </a:solidFill>
                <a:latin typeface="Apple SD Gothic Neo"/>
                <a:ea typeface="Apple SD Gothic Neo"/>
                <a:cs typeface="Apple SD Gothic Neo"/>
              </a:defRPr>
            </a:lvl2pPr>
            <a:lvl3pPr algn="l">
              <a:defRPr sz="4875" b="1">
                <a:solidFill>
                  <a:srgbClr val="C00000"/>
                </a:solidFill>
                <a:latin typeface="Apple SD Gothic Neo"/>
                <a:ea typeface="Apple SD Gothic Neo"/>
                <a:cs typeface="Apple SD Gothic Neo"/>
              </a:defRPr>
            </a:lvl3pPr>
            <a:lvl4pPr algn="l">
              <a:defRPr sz="4875" b="1">
                <a:solidFill>
                  <a:srgbClr val="C00000"/>
                </a:solidFill>
                <a:latin typeface="Apple SD Gothic Neo"/>
                <a:ea typeface="Apple SD Gothic Neo"/>
                <a:cs typeface="Apple SD Gothic Neo"/>
              </a:defRPr>
            </a:lvl4pPr>
            <a:lvl5pPr algn="l">
              <a:defRPr sz="4875" b="1">
                <a:solidFill>
                  <a:srgbClr val="C00000"/>
                </a:solidFill>
                <a:latin typeface="Apple SD Gothic Neo"/>
                <a:ea typeface="Apple SD Gothic Neo"/>
                <a:cs typeface="Apple SD Gothic Neo"/>
              </a:defRPr>
            </a:lvl5pPr>
            <a:lvl6pPr algn="l">
              <a:defRPr sz="4875" b="1">
                <a:solidFill>
                  <a:srgbClr val="C00000"/>
                </a:solidFill>
                <a:latin typeface="Apple SD Gothic Neo"/>
                <a:ea typeface="Apple SD Gothic Neo"/>
                <a:cs typeface="Apple SD Gothic Neo"/>
              </a:defRPr>
            </a:lvl6pPr>
            <a:lvl7pPr algn="l">
              <a:defRPr sz="4875" b="1">
                <a:solidFill>
                  <a:srgbClr val="C00000"/>
                </a:solidFill>
                <a:latin typeface="Apple SD Gothic Neo"/>
                <a:ea typeface="Apple SD Gothic Neo"/>
                <a:cs typeface="Apple SD Gothic Neo"/>
              </a:defRPr>
            </a:lvl7pPr>
            <a:lvl8pPr algn="l">
              <a:defRPr sz="4875" b="1">
                <a:solidFill>
                  <a:srgbClr val="C00000"/>
                </a:solidFill>
                <a:latin typeface="Apple SD Gothic Neo"/>
                <a:ea typeface="Apple SD Gothic Neo"/>
                <a:cs typeface="Apple SD Gothic Neo"/>
              </a:defRPr>
            </a:lvl8pPr>
            <a:lvl9pPr algn="l">
              <a:defRPr sz="4875" b="1">
                <a:solidFill>
                  <a:srgbClr val="C00000"/>
                </a:solidFill>
                <a:latin typeface="Apple SD Gothic Neo"/>
                <a:ea typeface="Apple SD Gothic Neo"/>
                <a:cs typeface="Apple SD Gothic Neo"/>
              </a:defRPr>
            </a:lvl9pPr>
          </a:lstStyle>
          <a:p xmlns:a="http://schemas.openxmlformats.org/drawingml/2006/main">
            <a:pPr algn="l">
              <a:defRPr sz="4875" b="1">
                <a:solidFill>
                  <a:srgbClr val="C00000"/>
                </a:solidFill>
                <a:latin typeface="Apple SD Gothic Neo"/>
                <a:ea typeface="Apple SD Gothic Neo"/>
                <a:cs typeface="Apple SD Gothic Neo"/>
              </a:defRPr>
            </a:pPr>
            <a:r>
              <a:rPr sz="4875" b="1">
                <a:solidFill>
                  <a:srgbClr val="C00000"/>
                </a:solidFill>
                <a:latin typeface="Apple SD Gothic Neo"/>
                <a:ea typeface="Apple SD Gothic Neo"/>
                <a:cs typeface="Apple SD Gothic Neo"/>
              </a:rPr>
              <a:t>✓</a:t>
            </a:r>
          </a:p>
        </p:txBody>
      </p:sp>
      <p:sp>
        <p:nvSpPr>
          <p:cNvPr id="127" name="DP1 object 272">
            <a:extLst xmlns:a="http://schemas.openxmlformats.org/drawingml/2006/main">
              <a:ext uri="{FF2B5EF4-FFF2-40B4-BE49-F238E27FC236}">
                <a16:creationId xmlns:a16="http://schemas.microsoft.com/office/drawing/2014/main" id="{D307032C-D577-4F20-8117-32B2A7681E14}"/>
              </a:ext>
            </a:extLst>
          </p:cNvPr>
          <p:cNvSpPr>
            <a:spLocks xmlns:a="http://schemas.openxmlformats.org/drawingml/2006/main" noGrp="1"/>
          </p:cNvSpPr>
          <p:nvPr/>
        </p:nvSpPr>
        <p:spPr>
          <a:xfrm xmlns:a="http://schemas.openxmlformats.org/drawingml/2006/main">
            <a:off x="266700" y="9496425"/>
            <a:ext cx="1724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4676CB"/>
                </a:solidFill>
                <a:latin typeface="Apple SD Gothic Neo"/>
                <a:ea typeface="Apple SD Gothic Neo"/>
                <a:cs typeface="Apple SD Gothic Neo"/>
              </a:defRPr>
            </a:defPPr>
            <a:lvl1pPr algn="l">
              <a:defRPr sz="1575" b="0">
                <a:solidFill>
                  <a:srgbClr val="4676CB"/>
                </a:solidFill>
                <a:latin typeface="Apple SD Gothic Neo"/>
                <a:ea typeface="Apple SD Gothic Neo"/>
                <a:cs typeface="Apple SD Gothic Neo"/>
              </a:defRPr>
            </a:lvl1pPr>
            <a:lvl2pPr algn="l">
              <a:defRPr sz="1575" b="0">
                <a:solidFill>
                  <a:srgbClr val="4676CB"/>
                </a:solidFill>
                <a:latin typeface="Apple SD Gothic Neo"/>
                <a:ea typeface="Apple SD Gothic Neo"/>
                <a:cs typeface="Apple SD Gothic Neo"/>
              </a:defRPr>
            </a:lvl2pPr>
            <a:lvl3pPr algn="l">
              <a:defRPr sz="1575" b="0">
                <a:solidFill>
                  <a:srgbClr val="4676CB"/>
                </a:solidFill>
                <a:latin typeface="Apple SD Gothic Neo"/>
                <a:ea typeface="Apple SD Gothic Neo"/>
                <a:cs typeface="Apple SD Gothic Neo"/>
              </a:defRPr>
            </a:lvl3pPr>
            <a:lvl4pPr algn="l">
              <a:defRPr sz="1575" b="0">
                <a:solidFill>
                  <a:srgbClr val="4676CB"/>
                </a:solidFill>
                <a:latin typeface="Apple SD Gothic Neo"/>
                <a:ea typeface="Apple SD Gothic Neo"/>
                <a:cs typeface="Apple SD Gothic Neo"/>
              </a:defRPr>
            </a:lvl4pPr>
            <a:lvl5pPr algn="l">
              <a:defRPr sz="1575" b="0">
                <a:solidFill>
                  <a:srgbClr val="4676CB"/>
                </a:solidFill>
                <a:latin typeface="Apple SD Gothic Neo"/>
                <a:ea typeface="Apple SD Gothic Neo"/>
                <a:cs typeface="Apple SD Gothic Neo"/>
              </a:defRPr>
            </a:lvl5pPr>
            <a:lvl6pPr algn="l">
              <a:defRPr sz="1575" b="0">
                <a:solidFill>
                  <a:srgbClr val="4676CB"/>
                </a:solidFill>
                <a:latin typeface="Apple SD Gothic Neo"/>
                <a:ea typeface="Apple SD Gothic Neo"/>
                <a:cs typeface="Apple SD Gothic Neo"/>
              </a:defRPr>
            </a:lvl6pPr>
            <a:lvl7pPr algn="l">
              <a:defRPr sz="1575" b="0">
                <a:solidFill>
                  <a:srgbClr val="4676CB"/>
                </a:solidFill>
                <a:latin typeface="Apple SD Gothic Neo"/>
                <a:ea typeface="Apple SD Gothic Neo"/>
                <a:cs typeface="Apple SD Gothic Neo"/>
              </a:defRPr>
            </a:lvl7pPr>
            <a:lvl8pPr algn="l">
              <a:defRPr sz="1575" b="0">
                <a:solidFill>
                  <a:srgbClr val="4676CB"/>
                </a:solidFill>
                <a:latin typeface="Apple SD Gothic Neo"/>
                <a:ea typeface="Apple SD Gothic Neo"/>
                <a:cs typeface="Apple SD Gothic Neo"/>
              </a:defRPr>
            </a:lvl8pPr>
            <a:lvl9pPr algn="l">
              <a:defRPr sz="1575" b="0">
                <a:solidFill>
                  <a:srgbClr val="4676CB"/>
                </a:solidFill>
                <a:latin typeface="Apple SD Gothic Neo"/>
                <a:ea typeface="Apple SD Gothic Neo"/>
                <a:cs typeface="Apple SD Gothic Neo"/>
              </a:defRPr>
            </a:lvl9pPr>
          </a:lstStyle>
          <a:p xmlns:a="http://schemas.openxmlformats.org/drawingml/2006/main">
            <a:pPr algn="l">
              <a:defRPr sz="1575" b="0">
                <a:solidFill>
                  <a:srgbClr val="4676CB"/>
                </a:solidFill>
                <a:latin typeface="Apple SD Gothic Neo"/>
                <a:ea typeface="Apple SD Gothic Neo"/>
                <a:cs typeface="Apple SD Gothic Neo"/>
              </a:defRPr>
            </a:pPr>
            <a:r>
              <a:rPr sz="1575" b="0">
                <a:solidFill>
                  <a:srgbClr val="4676CB"/>
                </a:solidFill>
                <a:latin typeface="Apple SD Gothic Neo"/>
                <a:ea typeface="Apple SD Gothic Neo"/>
                <a:cs typeface="Apple SD Gothic Neo"/>
              </a:rPr>
              <a:t>파란색: 보완 반영 부분과 별도 관측값. A2는 읽기 12→9회, 호출 12→12회이며 전체 A/C 재비교는 미실시.</a:t>
            </a:r>
          </a:p>
        </p:txBody>
      </p:sp>
      <p:sp>
        <p:nvSpPr>
          <p:cNvPr id="128" name="DP1 object 273">
            <a:extLst xmlns:a="http://schemas.openxmlformats.org/drawingml/2006/main">
              <a:ext uri="{FF2B5EF4-FFF2-40B4-BE49-F238E27FC236}">
                <a16:creationId xmlns:a16="http://schemas.microsoft.com/office/drawing/2014/main" id="{976648E5-1454-4A95-8E33-A4AEAACC8273}"/>
              </a:ext>
            </a:extLst>
          </p:cNvPr>
          <p:cNvSpPr>
            <a:spLocks xmlns:a="http://schemas.openxmlformats.org/drawingml/2006/main" noGrp="1"/>
          </p:cNvSpPr>
          <p:nvPr/>
        </p:nvSpPr>
        <p:spPr>
          <a:xfrm xmlns:a="http://schemas.openxmlformats.org/drawingml/2006/main">
            <a:off x="266700" y="9848850"/>
            <a:ext cx="1719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50555B"/>
                </a:solidFill>
                <a:latin typeface="Apple SD Gothic Neo"/>
                <a:ea typeface="Apple SD Gothic Neo"/>
                <a:cs typeface="Apple SD Gothic Neo"/>
              </a:defRPr>
            </a:defPPr>
            <a:lvl1pPr algn="l">
              <a:defRPr sz="1575" b="0">
                <a:solidFill>
                  <a:srgbClr val="50555B"/>
                </a:solidFill>
                <a:latin typeface="Apple SD Gothic Neo"/>
                <a:ea typeface="Apple SD Gothic Neo"/>
                <a:cs typeface="Apple SD Gothic Neo"/>
              </a:defRPr>
            </a:lvl1pPr>
            <a:lvl2pPr algn="l">
              <a:defRPr sz="1575" b="0">
                <a:solidFill>
                  <a:srgbClr val="50555B"/>
                </a:solidFill>
                <a:latin typeface="Apple SD Gothic Neo"/>
                <a:ea typeface="Apple SD Gothic Neo"/>
                <a:cs typeface="Apple SD Gothic Neo"/>
              </a:defRPr>
            </a:lvl2pPr>
            <a:lvl3pPr algn="l">
              <a:defRPr sz="1575" b="0">
                <a:solidFill>
                  <a:srgbClr val="50555B"/>
                </a:solidFill>
                <a:latin typeface="Apple SD Gothic Neo"/>
                <a:ea typeface="Apple SD Gothic Neo"/>
                <a:cs typeface="Apple SD Gothic Neo"/>
              </a:defRPr>
            </a:lvl3pPr>
            <a:lvl4pPr algn="l">
              <a:defRPr sz="1575" b="0">
                <a:solidFill>
                  <a:srgbClr val="50555B"/>
                </a:solidFill>
                <a:latin typeface="Apple SD Gothic Neo"/>
                <a:ea typeface="Apple SD Gothic Neo"/>
                <a:cs typeface="Apple SD Gothic Neo"/>
              </a:defRPr>
            </a:lvl4pPr>
            <a:lvl5pPr algn="l">
              <a:defRPr sz="1575" b="0">
                <a:solidFill>
                  <a:srgbClr val="50555B"/>
                </a:solidFill>
                <a:latin typeface="Apple SD Gothic Neo"/>
                <a:ea typeface="Apple SD Gothic Neo"/>
                <a:cs typeface="Apple SD Gothic Neo"/>
              </a:defRPr>
            </a:lvl5pPr>
            <a:lvl6pPr algn="l">
              <a:defRPr sz="1575" b="0">
                <a:solidFill>
                  <a:srgbClr val="50555B"/>
                </a:solidFill>
                <a:latin typeface="Apple SD Gothic Neo"/>
                <a:ea typeface="Apple SD Gothic Neo"/>
                <a:cs typeface="Apple SD Gothic Neo"/>
              </a:defRPr>
            </a:lvl6pPr>
            <a:lvl7pPr algn="l">
              <a:defRPr sz="1575" b="0">
                <a:solidFill>
                  <a:srgbClr val="50555B"/>
                </a:solidFill>
                <a:latin typeface="Apple SD Gothic Neo"/>
                <a:ea typeface="Apple SD Gothic Neo"/>
                <a:cs typeface="Apple SD Gothic Neo"/>
              </a:defRPr>
            </a:lvl7pPr>
            <a:lvl8pPr algn="l">
              <a:defRPr sz="1575" b="0">
                <a:solidFill>
                  <a:srgbClr val="50555B"/>
                </a:solidFill>
                <a:latin typeface="Apple SD Gothic Neo"/>
                <a:ea typeface="Apple SD Gothic Neo"/>
                <a:cs typeface="Apple SD Gothic Neo"/>
              </a:defRPr>
            </a:lvl8pPr>
            <a:lvl9pPr algn="l">
              <a:defRPr sz="1575" b="0">
                <a:solidFill>
                  <a:srgbClr val="50555B"/>
                </a:solidFill>
                <a:latin typeface="Apple SD Gothic Neo"/>
                <a:ea typeface="Apple SD Gothic Neo"/>
                <a:cs typeface="Apple SD Gothic Neo"/>
              </a:defRPr>
            </a:lvl9pPr>
          </a:lstStyle>
          <a:p xmlns:a="http://schemas.openxmlformats.org/drawingml/2006/main">
            <a:pPr algn="l">
              <a:defRPr sz="1575" b="0">
                <a:solidFill>
                  <a:srgbClr val="50555B"/>
                </a:solidFill>
                <a:latin typeface="Apple SD Gothic Neo"/>
                <a:ea typeface="Apple SD Gothic Neo"/>
                <a:cs typeface="Apple SD Gothic Neo"/>
              </a:defRPr>
            </a:pPr>
            <a:r>
              <a:rPr sz="1575" b="0">
                <a:solidFill>
                  <a:srgbClr val="50555B"/>
                </a:solidFill>
                <a:latin typeface="Apple SD Gothic Neo"/>
                <a:ea typeface="Apple SD Gothic Neo"/>
                <a:cs typeface="Apple SD Gothic Neo"/>
              </a:rPr>
              <a:t>시간 괄호: 관측/예정 건수. 기본 PoC 수치 유지. QA01 우열 미확정. 보완 효과와 비용은 4장에 상세 표시.</a:t>
            </a:r>
          </a:p>
        </p:txBody>
      </p:sp>
    </p:spTree>
    <p:extLst>
      <p:ext uri="{BB962C8B-B14F-4D97-AF65-F5344CB8AC3E}">
        <p14:creationId xmlns:p14="http://schemas.microsoft.com/office/powerpoint/2010/main" val="279237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DP1 object 274">
            <a:extLst xmlns:a="http://schemas.openxmlformats.org/drawingml/2006/main">
              <a:ext uri="{FF2B5EF4-FFF2-40B4-BE49-F238E27FC236}">
                <a16:creationId xmlns:a16="http://schemas.microsoft.com/office/drawing/2014/main" id="{AB2B198A-C69B-4FF2-83F7-6277C424CAAD}"/>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(보완 효과 상세)</a:t>
            </a:r>
          </a:p>
        </p:txBody>
      </p:sp>
      <p:sp>
        <p:nvSpPr>
          <p:cNvPr id="2" name="DP1 object 275">
            <a:extLst xmlns:a="http://schemas.openxmlformats.org/drawingml/2006/main">
              <a:ext uri="{FF2B5EF4-FFF2-40B4-BE49-F238E27FC236}">
                <a16:creationId xmlns:a16="http://schemas.microsoft.com/office/drawing/2014/main" id="{64DB8DFC-C7EF-4B0B-AEBB-54AB1CB7F3C7}"/>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1 object 276">
            <a:extLst xmlns:a="http://schemas.openxmlformats.org/drawingml/2006/main">
              <a:ext uri="{FF2B5EF4-FFF2-40B4-BE49-F238E27FC236}">
                <a16:creationId xmlns:a16="http://schemas.microsoft.com/office/drawing/2014/main" id="{02D09F23-7153-42AA-ADE0-5FF89E1DBB6D}"/>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1 object 277">
            <a:extLst xmlns:a="http://schemas.openxmlformats.org/drawingml/2006/main">
              <a:ext uri="{FF2B5EF4-FFF2-40B4-BE49-F238E27FC236}">
                <a16:creationId xmlns:a16="http://schemas.microsoft.com/office/drawing/2014/main" id="{C559462C-85EC-4DC3-A28A-845989B12DC9}"/>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1 object 278">
            <a:extLst xmlns:a="http://schemas.openxmlformats.org/drawingml/2006/main">
              <a:ext uri="{FF2B5EF4-FFF2-40B4-BE49-F238E27FC236}">
                <a16:creationId xmlns:a16="http://schemas.microsoft.com/office/drawing/2014/main" id="{D8FF12FE-6036-4B11-94CE-8DC9ABA0098F}"/>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1 object 279">
            <a:extLst xmlns:a="http://schemas.openxmlformats.org/drawingml/2006/main">
              <a:ext uri="{FF2B5EF4-FFF2-40B4-BE49-F238E27FC236}">
                <a16:creationId xmlns:a16="http://schemas.microsoft.com/office/drawing/2014/main" id="{03FA29CD-0F0A-4E47-A8B7-85AB9B76B52C}"/>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1 object 280">
            <a:extLst xmlns:a="http://schemas.openxmlformats.org/drawingml/2006/main">
              <a:ext uri="{FF2B5EF4-FFF2-40B4-BE49-F238E27FC236}">
                <a16:creationId xmlns:a16="http://schemas.microsoft.com/office/drawing/2014/main" id="{EA75E645-DB7F-4C6C-8756-019CED4B2EF5}"/>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1 object 281">
            <a:extLst xmlns:a="http://schemas.openxmlformats.org/drawingml/2006/main">
              <a:ext uri="{FF2B5EF4-FFF2-40B4-BE49-F238E27FC236}">
                <a16:creationId xmlns:a16="http://schemas.microsoft.com/office/drawing/2014/main" id="{206FDF44-E4B5-4042-9EA6-4447BA41F917}"/>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1 object 282">
            <a:extLst xmlns:a="http://schemas.openxmlformats.org/drawingml/2006/main">
              <a:ext uri="{FF2B5EF4-FFF2-40B4-BE49-F238E27FC236}">
                <a16:creationId xmlns:a16="http://schemas.microsoft.com/office/drawing/2014/main" id="{5F85BD60-491B-4A49-B640-AFEACD4EEF91}"/>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1 object 283">
            <a:extLst xmlns:a="http://schemas.openxmlformats.org/drawingml/2006/main">
              <a:ext uri="{FF2B5EF4-FFF2-40B4-BE49-F238E27FC236}">
                <a16:creationId xmlns:a16="http://schemas.microsoft.com/office/drawing/2014/main" id="{892B1D95-9D63-4E1B-951A-61D8D7A75853}"/>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1 object 284">
            <a:extLst xmlns:a="http://schemas.openxmlformats.org/drawingml/2006/main">
              <a:ext uri="{FF2B5EF4-FFF2-40B4-BE49-F238E27FC236}">
                <a16:creationId xmlns:a16="http://schemas.microsoft.com/office/drawing/2014/main" id="{17B36B5C-D217-45D7-8198-7EEEC4C04631}"/>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285">
            <a:extLst xmlns:a="http://schemas.openxmlformats.org/drawingml/2006/main">
              <a:ext uri="{FF2B5EF4-FFF2-40B4-BE49-F238E27FC236}">
                <a16:creationId xmlns:a16="http://schemas.microsoft.com/office/drawing/2014/main" id="{C43EA01C-B7CE-409D-B3D8-98AB64663576}"/>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1 object 286">
            <a:extLst xmlns:a="http://schemas.openxmlformats.org/drawingml/2006/main">
              <a:ext uri="{FF2B5EF4-FFF2-40B4-BE49-F238E27FC236}">
                <a16:creationId xmlns:a16="http://schemas.microsoft.com/office/drawing/2014/main" id="{EC78BBB6-E639-4606-A5B1-72DC194802DC}"/>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4</a:t>
            </a:r>
          </a:p>
        </p:txBody>
      </p:sp>
      <p:sp>
        <p:nvSpPr>
          <p:cNvPr id="14" name="DP1 object 287">
            <a:extLst xmlns:a="http://schemas.openxmlformats.org/drawingml/2006/main">
              <a:ext uri="{FF2B5EF4-FFF2-40B4-BE49-F238E27FC236}">
                <a16:creationId xmlns:a16="http://schemas.microsoft.com/office/drawing/2014/main" id="{46658B9D-2708-4E9F-9257-241BA0D74B2C}"/>
              </a:ext>
            </a:extLst>
          </p:cNvPr>
          <p:cNvSpPr>
            <a:spLocks xmlns:a="http://schemas.openxmlformats.org/drawingml/2006/main" noGrp="1"/>
          </p:cNvSpPr>
          <p:nvPr/>
        </p:nvSpPr>
        <p:spPr>
          <a:xfrm xmlns:a="http://schemas.openxmlformats.org/drawingml/2006/main">
            <a:off x="266700" y="1181100"/>
            <a:ext cx="1247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4676CB"/>
                </a:solidFill>
                <a:latin typeface="Apple SD Gothic Neo"/>
                <a:ea typeface="Apple SD Gothic Neo"/>
                <a:cs typeface="Apple SD Gothic Neo"/>
              </a:defRPr>
            </a:defPPr>
            <a:lvl1pPr algn="l">
              <a:defRPr sz="2400" b="1">
                <a:solidFill>
                  <a:srgbClr val="4676CB"/>
                </a:solidFill>
                <a:latin typeface="Apple SD Gothic Neo"/>
                <a:ea typeface="Apple SD Gothic Neo"/>
                <a:cs typeface="Apple SD Gothic Neo"/>
              </a:defRPr>
            </a:lvl1pPr>
            <a:lvl2pPr algn="l">
              <a:defRPr sz="2400" b="1">
                <a:solidFill>
                  <a:srgbClr val="4676CB"/>
                </a:solidFill>
                <a:latin typeface="Apple SD Gothic Neo"/>
                <a:ea typeface="Apple SD Gothic Neo"/>
                <a:cs typeface="Apple SD Gothic Neo"/>
              </a:defRPr>
            </a:lvl2pPr>
            <a:lvl3pPr algn="l">
              <a:defRPr sz="2400" b="1">
                <a:solidFill>
                  <a:srgbClr val="4676CB"/>
                </a:solidFill>
                <a:latin typeface="Apple SD Gothic Neo"/>
                <a:ea typeface="Apple SD Gothic Neo"/>
                <a:cs typeface="Apple SD Gothic Neo"/>
              </a:defRPr>
            </a:lvl3pPr>
            <a:lvl4pPr algn="l">
              <a:defRPr sz="2400" b="1">
                <a:solidFill>
                  <a:srgbClr val="4676CB"/>
                </a:solidFill>
                <a:latin typeface="Apple SD Gothic Neo"/>
                <a:ea typeface="Apple SD Gothic Neo"/>
                <a:cs typeface="Apple SD Gothic Neo"/>
              </a:defRPr>
            </a:lvl4pPr>
            <a:lvl5pPr algn="l">
              <a:defRPr sz="2400" b="1">
                <a:solidFill>
                  <a:srgbClr val="4676CB"/>
                </a:solidFill>
                <a:latin typeface="Apple SD Gothic Neo"/>
                <a:ea typeface="Apple SD Gothic Neo"/>
                <a:cs typeface="Apple SD Gothic Neo"/>
              </a:defRPr>
            </a:lvl5pPr>
            <a:lvl6pPr algn="l">
              <a:defRPr sz="2400" b="1">
                <a:solidFill>
                  <a:srgbClr val="4676CB"/>
                </a:solidFill>
                <a:latin typeface="Apple SD Gothic Neo"/>
                <a:ea typeface="Apple SD Gothic Neo"/>
                <a:cs typeface="Apple SD Gothic Neo"/>
              </a:defRPr>
            </a:lvl6pPr>
            <a:lvl7pPr algn="l">
              <a:defRPr sz="2400" b="1">
                <a:solidFill>
                  <a:srgbClr val="4676CB"/>
                </a:solidFill>
                <a:latin typeface="Apple SD Gothic Neo"/>
                <a:ea typeface="Apple SD Gothic Neo"/>
                <a:cs typeface="Apple SD Gothic Neo"/>
              </a:defRPr>
            </a:lvl7pPr>
            <a:lvl8pPr algn="l">
              <a:defRPr sz="2400" b="1">
                <a:solidFill>
                  <a:srgbClr val="4676CB"/>
                </a:solidFill>
                <a:latin typeface="Apple SD Gothic Neo"/>
                <a:ea typeface="Apple SD Gothic Neo"/>
                <a:cs typeface="Apple SD Gothic Neo"/>
              </a:defRPr>
            </a:lvl8pPr>
            <a:lvl9pPr algn="l">
              <a:defRPr sz="2400" b="1">
                <a:solidFill>
                  <a:srgbClr val="4676CB"/>
                </a:solidFill>
                <a:latin typeface="Apple SD Gothic Neo"/>
                <a:ea typeface="Apple SD Gothic Neo"/>
                <a:cs typeface="Apple SD Gothic Neo"/>
              </a:defRPr>
            </a:lvl9pPr>
          </a:lstStyle>
          <a:p xmlns:a="http://schemas.openxmlformats.org/drawingml/2006/main">
            <a:pPr algn="l">
              <a:defRPr sz="2400" b="1">
                <a:solidFill>
                  <a:srgbClr val="4676CB"/>
                </a:solidFill>
                <a:latin typeface="Apple SD Gothic Neo"/>
                <a:ea typeface="Apple SD Gothic Neo"/>
                <a:cs typeface="Apple SD Gothic Neo"/>
              </a:defRPr>
            </a:pPr>
            <a:r>
              <a:rPr sz="2400" b="1">
                <a:solidFill>
                  <a:srgbClr val="4676CB"/>
                </a:solidFill>
                <a:latin typeface="Apple SD Gothic Neo"/>
                <a:ea typeface="Apple SD Gothic Neo"/>
                <a:cs typeface="Apple SD Gothic Neo"/>
              </a:rPr>
              <a:t>같은 자료를 이어 묻는 사용에서 A 선택</a:t>
            </a:r>
          </a:p>
        </p:txBody>
      </p:sp>
      <p:sp>
        <p:nvSpPr>
          <p:cNvPr id="15" name="DP1 object 288">
            <a:extLst xmlns:a="http://schemas.openxmlformats.org/drawingml/2006/main">
              <a:ext uri="{FF2B5EF4-FFF2-40B4-BE49-F238E27FC236}">
                <a16:creationId xmlns:a16="http://schemas.microsoft.com/office/drawing/2014/main" id="{A3962C41-B5A5-48E6-B41F-E96978CBB701}"/>
              </a:ext>
            </a:extLst>
          </p:cNvPr>
          <p:cNvSpPr>
            <a:spLocks xmlns:a="http://schemas.openxmlformats.org/drawingml/2006/main" noGrp="1"/>
          </p:cNvSpPr>
          <p:nvPr/>
        </p:nvSpPr>
        <p:spPr>
          <a:xfrm xmlns:a="http://schemas.openxmlformats.org/drawingml/2006/main">
            <a:off x="266700" y="1619250"/>
            <a:ext cx="17526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B 대비 동일 자료 답변 호출 6회 감소  /  C의 사전 생산 포함 총 모델 비용은 A의 2.42배</a:t>
            </a:r>
          </a:p>
        </p:txBody>
      </p:sp>
      <p:sp>
        <p:nvSpPr>
          <p:cNvPr id="16" name="DP1 object 289">
            <a:extLst xmlns:a="http://schemas.openxmlformats.org/drawingml/2006/main">
              <a:ext uri="{FF2B5EF4-FFF2-40B4-BE49-F238E27FC236}">
                <a16:creationId xmlns:a16="http://schemas.microsoft.com/office/drawing/2014/main" id="{AB3C4F75-A8DE-435B-8BF5-45BEA78528FB}"/>
              </a:ext>
            </a:extLst>
          </p:cNvPr>
          <p:cNvSpPr>
            <a:spLocks xmlns:a="http://schemas.openxmlformats.org/drawingml/2006/main" noGrp="1"/>
          </p:cNvSpPr>
          <p:nvPr/>
        </p:nvSpPr>
        <p:spPr>
          <a:xfrm xmlns:a="http://schemas.openxmlformats.org/drawingml/2006/main">
            <a:off x="228600" y="2085975"/>
            <a:ext cx="5810250" cy="7229475"/>
          </a:xfrm>
          <a:prstGeom xmlns:a="http://schemas.openxmlformats.org/drawingml/2006/main" prst="rect">
            <a:avLst/>
          </a:prstGeom>
          <a:noFill xmlns:a="http://schemas.openxmlformats.org/drawingml/2006/main"/>
          <a:ln xmlns:a="http://schemas.openxmlformats.org/drawingml/2006/main" w="36195">
            <a:solidFill>
              <a:srgbClr val="4676CB"/>
            </a:solidFill>
            <a:prstDash val="solid"/>
          </a:ln>
        </p:spPr>
      </p:sp>
      <p:sp>
        <p:nvSpPr>
          <p:cNvPr id="17" name="DP1 object 290">
            <a:extLst xmlns:a="http://schemas.openxmlformats.org/drawingml/2006/main">
              <a:ext uri="{FF2B5EF4-FFF2-40B4-BE49-F238E27FC236}">
                <a16:creationId xmlns:a16="http://schemas.microsoft.com/office/drawing/2014/main" id="{8CE0A167-A51F-4862-AA73-B9A77E91F23F}"/>
              </a:ext>
            </a:extLst>
          </p:cNvPr>
          <p:cNvSpPr>
            <a:spLocks xmlns:a="http://schemas.openxmlformats.org/drawingml/2006/main" noGrp="1"/>
          </p:cNvSpPr>
          <p:nvPr/>
        </p:nvSpPr>
        <p:spPr>
          <a:xfrm xmlns:a="http://schemas.openxmlformats.org/drawingml/2006/main">
            <a:off x="228600" y="2085975"/>
            <a:ext cx="5810250" cy="495300"/>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18" name="DP1 object 291">
            <a:extLst xmlns:a="http://schemas.openxmlformats.org/drawingml/2006/main">
              <a:ext uri="{FF2B5EF4-FFF2-40B4-BE49-F238E27FC236}">
                <a16:creationId xmlns:a16="http://schemas.microsoft.com/office/drawing/2014/main" id="{A315DF2F-80F5-4D0C-BBAB-3B67AF35B672}"/>
              </a:ext>
            </a:extLst>
          </p:cNvPr>
          <p:cNvSpPr>
            <a:spLocks xmlns:a="http://schemas.openxmlformats.org/drawingml/2006/main" noGrp="1"/>
          </p:cNvSpPr>
          <p:nvPr/>
        </p:nvSpPr>
        <p:spPr>
          <a:xfrm xmlns:a="http://schemas.openxmlformats.org/drawingml/2006/main">
            <a:off x="342900" y="1971675"/>
            <a:ext cx="57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050" b="1">
                <a:solidFill>
                  <a:srgbClr val="C00000"/>
                </a:solidFill>
                <a:latin typeface="Apple SD Gothic Neo"/>
                <a:ea typeface="Apple SD Gothic Neo"/>
                <a:cs typeface="Apple SD Gothic Neo"/>
              </a:defRPr>
            </a:defPPr>
            <a:lvl1pPr algn="l">
              <a:defRPr sz="4050" b="1">
                <a:solidFill>
                  <a:srgbClr val="C00000"/>
                </a:solidFill>
                <a:latin typeface="Apple SD Gothic Neo"/>
                <a:ea typeface="Apple SD Gothic Neo"/>
                <a:cs typeface="Apple SD Gothic Neo"/>
              </a:defRPr>
            </a:lvl1pPr>
            <a:lvl2pPr algn="l">
              <a:defRPr sz="4050" b="1">
                <a:solidFill>
                  <a:srgbClr val="C00000"/>
                </a:solidFill>
                <a:latin typeface="Apple SD Gothic Neo"/>
                <a:ea typeface="Apple SD Gothic Neo"/>
                <a:cs typeface="Apple SD Gothic Neo"/>
              </a:defRPr>
            </a:lvl2pPr>
            <a:lvl3pPr algn="l">
              <a:defRPr sz="4050" b="1">
                <a:solidFill>
                  <a:srgbClr val="C00000"/>
                </a:solidFill>
                <a:latin typeface="Apple SD Gothic Neo"/>
                <a:ea typeface="Apple SD Gothic Neo"/>
                <a:cs typeface="Apple SD Gothic Neo"/>
              </a:defRPr>
            </a:lvl3pPr>
            <a:lvl4pPr algn="l">
              <a:defRPr sz="4050" b="1">
                <a:solidFill>
                  <a:srgbClr val="C00000"/>
                </a:solidFill>
                <a:latin typeface="Apple SD Gothic Neo"/>
                <a:ea typeface="Apple SD Gothic Neo"/>
                <a:cs typeface="Apple SD Gothic Neo"/>
              </a:defRPr>
            </a:lvl4pPr>
            <a:lvl5pPr algn="l">
              <a:defRPr sz="4050" b="1">
                <a:solidFill>
                  <a:srgbClr val="C00000"/>
                </a:solidFill>
                <a:latin typeface="Apple SD Gothic Neo"/>
                <a:ea typeface="Apple SD Gothic Neo"/>
                <a:cs typeface="Apple SD Gothic Neo"/>
              </a:defRPr>
            </a:lvl5pPr>
            <a:lvl6pPr algn="l">
              <a:defRPr sz="4050" b="1">
                <a:solidFill>
                  <a:srgbClr val="C00000"/>
                </a:solidFill>
                <a:latin typeface="Apple SD Gothic Neo"/>
                <a:ea typeface="Apple SD Gothic Neo"/>
                <a:cs typeface="Apple SD Gothic Neo"/>
              </a:defRPr>
            </a:lvl6pPr>
            <a:lvl7pPr algn="l">
              <a:defRPr sz="4050" b="1">
                <a:solidFill>
                  <a:srgbClr val="C00000"/>
                </a:solidFill>
                <a:latin typeface="Apple SD Gothic Neo"/>
                <a:ea typeface="Apple SD Gothic Neo"/>
                <a:cs typeface="Apple SD Gothic Neo"/>
              </a:defRPr>
            </a:lvl7pPr>
            <a:lvl8pPr algn="l">
              <a:defRPr sz="4050" b="1">
                <a:solidFill>
                  <a:srgbClr val="C00000"/>
                </a:solidFill>
                <a:latin typeface="Apple SD Gothic Neo"/>
                <a:ea typeface="Apple SD Gothic Neo"/>
                <a:cs typeface="Apple SD Gothic Neo"/>
              </a:defRPr>
            </a:lvl8pPr>
            <a:lvl9pPr algn="l">
              <a:defRPr sz="4050" b="1">
                <a:solidFill>
                  <a:srgbClr val="C00000"/>
                </a:solidFill>
                <a:latin typeface="Apple SD Gothic Neo"/>
                <a:ea typeface="Apple SD Gothic Neo"/>
                <a:cs typeface="Apple SD Gothic Neo"/>
              </a:defRPr>
            </a:lvl9pPr>
          </a:lstStyle>
          <a:p xmlns:a="http://schemas.openxmlformats.org/drawingml/2006/main">
            <a:pPr algn="l">
              <a:defRPr sz="4050" b="1">
                <a:solidFill>
                  <a:srgbClr val="C00000"/>
                </a:solidFill>
                <a:latin typeface="Apple SD Gothic Neo"/>
                <a:ea typeface="Apple SD Gothic Neo"/>
                <a:cs typeface="Apple SD Gothic Neo"/>
              </a:defRPr>
            </a:pPr>
            <a:r>
              <a:rPr sz="4050" b="1">
                <a:solidFill>
                  <a:srgbClr val="C00000"/>
                </a:solidFill>
                <a:latin typeface="Apple SD Gothic Neo"/>
                <a:ea typeface="Apple SD Gothic Neo"/>
                <a:cs typeface="Apple SD Gothic Neo"/>
              </a:rPr>
              <a:t>✓</a:t>
            </a:r>
          </a:p>
        </p:txBody>
      </p:sp>
      <p:sp>
        <p:nvSpPr>
          <p:cNvPr id="19" name="DP1 object 292">
            <a:extLst xmlns:a="http://schemas.openxmlformats.org/drawingml/2006/main">
              <a:ext uri="{FF2B5EF4-FFF2-40B4-BE49-F238E27FC236}">
                <a16:creationId xmlns:a16="http://schemas.microsoft.com/office/drawing/2014/main" id="{C821ADC5-9820-400B-96BD-B88947FADDE3}"/>
              </a:ext>
            </a:extLst>
          </p:cNvPr>
          <p:cNvSpPr>
            <a:spLocks xmlns:a="http://schemas.openxmlformats.org/drawingml/2006/main" noGrp="1"/>
          </p:cNvSpPr>
          <p:nvPr/>
        </p:nvSpPr>
        <p:spPr>
          <a:xfrm xmlns:a="http://schemas.openxmlformats.org/drawingml/2006/main">
            <a:off x="1019175" y="21145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A. 유효 작업 문맥 유지</a:t>
            </a:r>
          </a:p>
        </p:txBody>
      </p:sp>
      <p:sp>
        <p:nvSpPr>
          <p:cNvPr id="20" name="DP1 object 293">
            <a:extLst xmlns:a="http://schemas.openxmlformats.org/drawingml/2006/main">
              <a:ext uri="{FF2B5EF4-FFF2-40B4-BE49-F238E27FC236}">
                <a16:creationId xmlns:a16="http://schemas.microsoft.com/office/drawing/2014/main" id="{B1B44BFE-5DA7-46AC-A581-2681BF55E75A}"/>
              </a:ext>
            </a:extLst>
          </p:cNvPr>
          <p:cNvSpPr>
            <a:spLocks xmlns:a="http://schemas.openxmlformats.org/drawingml/2006/main" noGrp="1"/>
          </p:cNvSpPr>
          <p:nvPr/>
        </p:nvSpPr>
        <p:spPr>
          <a:xfrm xmlns:a="http://schemas.openxmlformats.org/drawingml/2006/main">
            <a:off x="419100" y="270510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기본 구조: 읽은 근거를 다음 요청에 유지</a:t>
            </a:r>
          </a:p>
        </p:txBody>
      </p:sp>
      <p:sp>
        <p:nvSpPr>
          <p:cNvPr id="21" name="유효 작업 문맥&#10;출처와 의존 판본">
            <a:extLst xmlns:a="http://schemas.openxmlformats.org/drawingml/2006/main">
              <a:ext uri="{FF2B5EF4-FFF2-40B4-BE49-F238E27FC236}">
                <a16:creationId xmlns:a16="http://schemas.microsoft.com/office/drawing/2014/main" id="{1BCF0311-29E2-478F-843E-D0FE71394AD2}"/>
              </a:ext>
            </a:extLst>
          </p:cNvPr>
          <p:cNvSpPr>
            <a:spLocks xmlns:a="http://schemas.openxmlformats.org/drawingml/2006/main" noGrp="1"/>
          </p:cNvSpPr>
          <p:nvPr/>
        </p:nvSpPr>
        <p:spPr>
          <a:xfrm xmlns:a="http://schemas.openxmlformats.org/drawingml/2006/main">
            <a:off x="542925" y="3409950"/>
            <a:ext cx="2266950" cy="9620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2" name="DP1 object 294">
            <a:extLst xmlns:a="http://schemas.openxmlformats.org/drawingml/2006/main">
              <a:ext uri="{FF2B5EF4-FFF2-40B4-BE49-F238E27FC236}">
                <a16:creationId xmlns:a16="http://schemas.microsoft.com/office/drawing/2014/main" id="{D6A43699-D58B-46A2-8A44-5A8CFCEC416E}"/>
              </a:ext>
            </a:extLst>
          </p:cNvPr>
          <p:cNvSpPr>
            <a:spLocks xmlns:a="http://schemas.openxmlformats.org/drawingml/2006/main" noGrp="1"/>
          </p:cNvSpPr>
          <p:nvPr/>
        </p:nvSpPr>
        <p:spPr>
          <a:xfrm xmlns:a="http://schemas.openxmlformats.org/drawingml/2006/main">
            <a:off x="590550" y="3514725"/>
            <a:ext cx="21717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0">
                <a:solidFill>
                  <a:srgbClr val="111111"/>
                </a:solidFill>
                <a:latin typeface="Apple SD Gothic Neo"/>
                <a:ea typeface="Apple SD Gothic Neo"/>
                <a:cs typeface="Apple SD Gothic Neo"/>
              </a:defRPr>
            </a:defPPr>
            <a:lvl1pPr algn="ctr">
              <a:defRPr sz="2025" b="0">
                <a:solidFill>
                  <a:srgbClr val="111111"/>
                </a:solidFill>
                <a:latin typeface="Apple SD Gothic Neo"/>
                <a:ea typeface="Apple SD Gothic Neo"/>
                <a:cs typeface="Apple SD Gothic Neo"/>
              </a:defRPr>
            </a:lvl1pPr>
            <a:lvl2pPr algn="ctr">
              <a:defRPr sz="2025" b="0">
                <a:solidFill>
                  <a:srgbClr val="111111"/>
                </a:solidFill>
                <a:latin typeface="Apple SD Gothic Neo"/>
                <a:ea typeface="Apple SD Gothic Neo"/>
                <a:cs typeface="Apple SD Gothic Neo"/>
              </a:defRPr>
            </a:lvl2pPr>
            <a:lvl3pPr algn="ctr">
              <a:defRPr sz="2025" b="0">
                <a:solidFill>
                  <a:srgbClr val="111111"/>
                </a:solidFill>
                <a:latin typeface="Apple SD Gothic Neo"/>
                <a:ea typeface="Apple SD Gothic Neo"/>
                <a:cs typeface="Apple SD Gothic Neo"/>
              </a:defRPr>
            </a:lvl3pPr>
            <a:lvl4pPr algn="ctr">
              <a:defRPr sz="2025" b="0">
                <a:solidFill>
                  <a:srgbClr val="111111"/>
                </a:solidFill>
                <a:latin typeface="Apple SD Gothic Neo"/>
                <a:ea typeface="Apple SD Gothic Neo"/>
                <a:cs typeface="Apple SD Gothic Neo"/>
              </a:defRPr>
            </a:lvl4pPr>
            <a:lvl5pPr algn="ctr">
              <a:defRPr sz="2025" b="0">
                <a:solidFill>
                  <a:srgbClr val="111111"/>
                </a:solidFill>
                <a:latin typeface="Apple SD Gothic Neo"/>
                <a:ea typeface="Apple SD Gothic Neo"/>
                <a:cs typeface="Apple SD Gothic Neo"/>
              </a:defRPr>
            </a:lvl5pPr>
            <a:lvl6pPr algn="ctr">
              <a:defRPr sz="2025" b="0">
                <a:solidFill>
                  <a:srgbClr val="111111"/>
                </a:solidFill>
                <a:latin typeface="Apple SD Gothic Neo"/>
                <a:ea typeface="Apple SD Gothic Neo"/>
                <a:cs typeface="Apple SD Gothic Neo"/>
              </a:defRPr>
            </a:lvl6pPr>
            <a:lvl7pPr algn="ctr">
              <a:defRPr sz="2025" b="0">
                <a:solidFill>
                  <a:srgbClr val="111111"/>
                </a:solidFill>
                <a:latin typeface="Apple SD Gothic Neo"/>
                <a:ea typeface="Apple SD Gothic Neo"/>
                <a:cs typeface="Apple SD Gothic Neo"/>
              </a:defRPr>
            </a:lvl7pPr>
            <a:lvl8pPr algn="ctr">
              <a:defRPr sz="2025" b="0">
                <a:solidFill>
                  <a:srgbClr val="111111"/>
                </a:solidFill>
                <a:latin typeface="Apple SD Gothic Neo"/>
                <a:ea typeface="Apple SD Gothic Neo"/>
                <a:cs typeface="Apple SD Gothic Neo"/>
              </a:defRPr>
            </a:lvl8pPr>
            <a:lvl9pPr algn="ctr">
              <a:defRPr sz="2025" b="0">
                <a:solidFill>
                  <a:srgbClr val="111111"/>
                </a:solidFill>
                <a:latin typeface="Apple SD Gothic Neo"/>
                <a:ea typeface="Apple SD Gothic Neo"/>
                <a:cs typeface="Apple SD Gothic Neo"/>
              </a:defRPr>
            </a:lvl9pPr>
          </a:lstStyle>
          <a:p xmlns:a="http://schemas.openxmlformats.org/drawingml/2006/main">
            <a:pPr algn="ctr">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유효 작업 문맥</a:t>
            </a:r>
          </a:p>
          <a:p xmlns:a="http://schemas.openxmlformats.org/drawingml/2006/main">
            <a:pPr algn="ctr">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출처와 의존 판본</a:t>
            </a:r>
          </a:p>
        </p:txBody>
      </p:sp>
      <p:sp>
        <p:nvSpPr>
          <p:cNvPr id="23" name="Request Interpreter&#10;현재 의미 판단">
            <a:extLst xmlns:a="http://schemas.openxmlformats.org/drawingml/2006/main">
              <a:ext uri="{FF2B5EF4-FFF2-40B4-BE49-F238E27FC236}">
                <a16:creationId xmlns:a16="http://schemas.microsoft.com/office/drawing/2014/main" id="{6CAAAE3C-6D76-4A3E-BA88-47DC6B777338}"/>
              </a:ext>
            </a:extLst>
          </p:cNvPr>
          <p:cNvSpPr>
            <a:spLocks xmlns:a="http://schemas.openxmlformats.org/drawingml/2006/main" noGrp="1"/>
          </p:cNvSpPr>
          <p:nvPr/>
        </p:nvSpPr>
        <p:spPr>
          <a:xfrm xmlns:a="http://schemas.openxmlformats.org/drawingml/2006/main">
            <a:off x="3209925" y="3219450"/>
            <a:ext cx="2447925" cy="80962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24" name="DP1 object 295">
            <a:extLst xmlns:a="http://schemas.openxmlformats.org/drawingml/2006/main">
              <a:ext uri="{FF2B5EF4-FFF2-40B4-BE49-F238E27FC236}">
                <a16:creationId xmlns:a16="http://schemas.microsoft.com/office/drawing/2014/main" id="{59A1F4F7-72CE-4216-B2AD-1D17848E8A86}"/>
              </a:ext>
            </a:extLst>
          </p:cNvPr>
          <p:cNvSpPr>
            <a:spLocks xmlns:a="http://schemas.openxmlformats.org/drawingml/2006/main" noGrp="1"/>
          </p:cNvSpPr>
          <p:nvPr/>
        </p:nvSpPr>
        <p:spPr>
          <a:xfrm xmlns:a="http://schemas.openxmlformats.org/drawingml/2006/main">
            <a:off x="3276600" y="3257550"/>
            <a:ext cx="231457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Request Interpreter</a:t>
            </a:r>
          </a:p>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현재 의미 판단</a:t>
            </a:r>
          </a:p>
        </p:txBody>
      </p:sp>
      <p:sp>
        <p:nvSpPr>
          <p:cNvPr id="25" name="DP1 object 296">
            <a:extLst xmlns:a="http://schemas.openxmlformats.org/drawingml/2006/main">
              <a:ext uri="{FF2B5EF4-FFF2-40B4-BE49-F238E27FC236}">
                <a16:creationId xmlns:a16="http://schemas.microsoft.com/office/drawing/2014/main" id="{314BFC72-C277-47FE-AF5C-EBC14C8BFDD8}"/>
              </a:ext>
            </a:extLst>
          </p:cNvPr>
          <p:cNvSpPr>
            <a:spLocks xmlns:a="http://schemas.openxmlformats.org/drawingml/2006/main" noGrp="1"/>
          </p:cNvSpPr>
          <p:nvPr/>
        </p:nvSpPr>
        <p:spPr>
          <a:xfrm xmlns:a="http://schemas.openxmlformats.org/drawingml/2006/main">
            <a:off x="3400425" y="29432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현재 요청</a:t>
            </a:r>
          </a:p>
        </p:txBody>
      </p:sp>
      <p:sp>
        <p:nvSpPr>
          <p:cNvPr id="26" name="Editable path 297">
            <a:extLst xmlns:a="http://schemas.openxmlformats.org/drawingml/2006/main">
              <a:ext uri="{FF2B5EF4-FFF2-40B4-BE49-F238E27FC236}">
                <a16:creationId xmlns:a16="http://schemas.microsoft.com/office/drawing/2014/main" id="{82A2DFD5-67B0-4FAD-AA28-B511E8F739AB}"/>
              </a:ext>
            </a:extLst>
          </p:cNvPr>
          <p:cNvSpPr>
            <a:spLocks xmlns:a="http://schemas.openxmlformats.org/drawingml/2006/main" noGrp="1"/>
          </p:cNvSpPr>
          <p:nvPr/>
        </p:nvSpPr>
        <p:spPr>
          <a:xfrm xmlns:a="http://schemas.openxmlformats.org/drawingml/2006/main">
            <a:off x="4429125" y="3200400"/>
            <a:ext cx="953" cy="19050"/>
          </a:xfrm>
          <a:custGeom xmlns:a="http://schemas.openxmlformats.org/drawingml/2006/main">
            <a:pathLst>
              <a:path w="953" h="19050">
                <a:moveTo>
                  <a:pt x="0" y="0"/>
                </a:moveTo>
                <a:lnTo>
                  <a:pt x="0" y="19050"/>
                </a:lnTo>
              </a:path>
            </a:pathLst>
          </a:custGeom>
          <a:noFill xmlns:a="http://schemas.openxmlformats.org/drawingml/2006/main"/>
          <a:ln xmlns:a="http://schemas.openxmlformats.org/drawingml/2006/main" w="19050">
            <a:solidFill>
              <a:srgbClr val="111111"/>
            </a:solidFill>
            <a:prstDash val="solid"/>
          </a:ln>
        </p:spPr>
      </p:sp>
      <p:sp>
        <p:nvSpPr>
          <p:cNvPr id="27" name="Editable arrowhead 298">
            <a:extLst xmlns:a="http://schemas.openxmlformats.org/drawingml/2006/main">
              <a:ext uri="{FF2B5EF4-FFF2-40B4-BE49-F238E27FC236}">
                <a16:creationId xmlns:a16="http://schemas.microsoft.com/office/drawing/2014/main" id="{C80E6AF1-3737-4F8C-8CA3-91B728512241}"/>
              </a:ext>
            </a:extLst>
          </p:cNvPr>
          <p:cNvSpPr>
            <a:spLocks xmlns:a="http://schemas.openxmlformats.org/drawingml/2006/main" noGrp="1"/>
          </p:cNvSpPr>
          <p:nvPr/>
        </p:nvSpPr>
        <p:spPr>
          <a:xfrm xmlns:a="http://schemas.openxmlformats.org/drawingml/2006/main">
            <a:off x="4381500" y="31242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28" name="Editable path 299">
            <a:extLst xmlns:a="http://schemas.openxmlformats.org/drawingml/2006/main">
              <a:ext uri="{FF2B5EF4-FFF2-40B4-BE49-F238E27FC236}">
                <a16:creationId xmlns:a16="http://schemas.microsoft.com/office/drawing/2014/main" id="{410AEAC5-FA7E-4ED3-B916-FBB2826A3F98}"/>
              </a:ext>
            </a:extLst>
          </p:cNvPr>
          <p:cNvSpPr>
            <a:spLocks xmlns:a="http://schemas.openxmlformats.org/drawingml/2006/main" noGrp="1"/>
          </p:cNvSpPr>
          <p:nvPr/>
        </p:nvSpPr>
        <p:spPr>
          <a:xfrm xmlns:a="http://schemas.openxmlformats.org/drawingml/2006/main">
            <a:off x="2809875" y="3705225"/>
            <a:ext cx="400050" cy="953"/>
          </a:xfrm>
          <a:custGeom xmlns:a="http://schemas.openxmlformats.org/drawingml/2006/main">
            <a:pathLst>
              <a:path w="400050" h="953">
                <a:moveTo>
                  <a:pt x="0" y="0"/>
                </a:moveTo>
                <a:lnTo>
                  <a:pt x="400050" y="0"/>
                </a:lnTo>
              </a:path>
            </a:pathLst>
          </a:custGeom>
          <a:noFill xmlns:a="http://schemas.openxmlformats.org/drawingml/2006/main"/>
          <a:ln xmlns:a="http://schemas.openxmlformats.org/drawingml/2006/main" w="23813">
            <a:solidFill>
              <a:srgbClr val="111111"/>
            </a:solidFill>
            <a:prstDash val="solid"/>
          </a:ln>
        </p:spPr>
      </p:sp>
      <p:sp>
        <p:nvSpPr>
          <p:cNvPr id="29" name="Editable arrowhead 300">
            <a:extLst xmlns:a="http://schemas.openxmlformats.org/drawingml/2006/main">
              <a:ext uri="{FF2B5EF4-FFF2-40B4-BE49-F238E27FC236}">
                <a16:creationId xmlns:a16="http://schemas.microsoft.com/office/drawing/2014/main" id="{5E426760-06A1-415F-B6CD-050EDCEDE74D}"/>
              </a:ext>
            </a:extLst>
          </p:cNvPr>
          <p:cNvSpPr>
            <a:spLocks xmlns:a="http://schemas.openxmlformats.org/drawingml/2006/main" noGrp="1"/>
          </p:cNvSpPr>
          <p:nvPr/>
        </p:nvSpPr>
        <p:spPr>
          <a:xfrm xmlns:a="http://schemas.openxmlformats.org/drawingml/2006/main">
            <a:off x="3114675" y="36576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0" name="Context Manager&#10;유효 문맥 갱신">
            <a:extLst xmlns:a="http://schemas.openxmlformats.org/drawingml/2006/main">
              <a:ext uri="{FF2B5EF4-FFF2-40B4-BE49-F238E27FC236}">
                <a16:creationId xmlns:a16="http://schemas.microsoft.com/office/drawing/2014/main" id="{66692786-9F22-4353-A942-62978547F9D8}"/>
              </a:ext>
            </a:extLst>
          </p:cNvPr>
          <p:cNvSpPr>
            <a:spLocks xmlns:a="http://schemas.openxmlformats.org/drawingml/2006/main" noGrp="1"/>
          </p:cNvSpPr>
          <p:nvPr/>
        </p:nvSpPr>
        <p:spPr>
          <a:xfrm xmlns:a="http://schemas.openxmlformats.org/drawingml/2006/main">
            <a:off x="3209925" y="4486275"/>
            <a:ext cx="2447925" cy="6477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31" name="DP1 object 301">
            <a:extLst xmlns:a="http://schemas.openxmlformats.org/drawingml/2006/main">
              <a:ext uri="{FF2B5EF4-FFF2-40B4-BE49-F238E27FC236}">
                <a16:creationId xmlns:a16="http://schemas.microsoft.com/office/drawing/2014/main" id="{7CBD5C25-2E4A-4378-B5CE-1BEFC3588C67}"/>
              </a:ext>
            </a:extLst>
          </p:cNvPr>
          <p:cNvSpPr>
            <a:spLocks xmlns:a="http://schemas.openxmlformats.org/drawingml/2006/main" noGrp="1"/>
          </p:cNvSpPr>
          <p:nvPr/>
        </p:nvSpPr>
        <p:spPr>
          <a:xfrm xmlns:a="http://schemas.openxmlformats.org/drawingml/2006/main">
            <a:off x="3276600" y="4524375"/>
            <a:ext cx="23145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0">
                <a:solidFill>
                  <a:srgbClr val="111111"/>
                </a:solidFill>
                <a:latin typeface="Apple SD Gothic Neo"/>
                <a:ea typeface="Apple SD Gothic Neo"/>
                <a:cs typeface="Apple SD Gothic Neo"/>
              </a:defRPr>
            </a:defPPr>
            <a:lvl1pPr algn="ctr">
              <a:defRPr sz="1800" b="0">
                <a:solidFill>
                  <a:srgbClr val="111111"/>
                </a:solidFill>
                <a:latin typeface="Apple SD Gothic Neo"/>
                <a:ea typeface="Apple SD Gothic Neo"/>
                <a:cs typeface="Apple SD Gothic Neo"/>
              </a:defRPr>
            </a:lvl1pPr>
            <a:lvl2pPr algn="ctr">
              <a:defRPr sz="1800" b="0">
                <a:solidFill>
                  <a:srgbClr val="111111"/>
                </a:solidFill>
                <a:latin typeface="Apple SD Gothic Neo"/>
                <a:ea typeface="Apple SD Gothic Neo"/>
                <a:cs typeface="Apple SD Gothic Neo"/>
              </a:defRPr>
            </a:lvl2pPr>
            <a:lvl3pPr algn="ctr">
              <a:defRPr sz="1800" b="0">
                <a:solidFill>
                  <a:srgbClr val="111111"/>
                </a:solidFill>
                <a:latin typeface="Apple SD Gothic Neo"/>
                <a:ea typeface="Apple SD Gothic Neo"/>
                <a:cs typeface="Apple SD Gothic Neo"/>
              </a:defRPr>
            </a:lvl3pPr>
            <a:lvl4pPr algn="ctr">
              <a:defRPr sz="1800" b="0">
                <a:solidFill>
                  <a:srgbClr val="111111"/>
                </a:solidFill>
                <a:latin typeface="Apple SD Gothic Neo"/>
                <a:ea typeface="Apple SD Gothic Neo"/>
                <a:cs typeface="Apple SD Gothic Neo"/>
              </a:defRPr>
            </a:lvl4pPr>
            <a:lvl5pPr algn="ctr">
              <a:defRPr sz="1800" b="0">
                <a:solidFill>
                  <a:srgbClr val="111111"/>
                </a:solidFill>
                <a:latin typeface="Apple SD Gothic Neo"/>
                <a:ea typeface="Apple SD Gothic Neo"/>
                <a:cs typeface="Apple SD Gothic Neo"/>
              </a:defRPr>
            </a:lvl5pPr>
            <a:lvl6pPr algn="ctr">
              <a:defRPr sz="1800" b="0">
                <a:solidFill>
                  <a:srgbClr val="111111"/>
                </a:solidFill>
                <a:latin typeface="Apple SD Gothic Neo"/>
                <a:ea typeface="Apple SD Gothic Neo"/>
                <a:cs typeface="Apple SD Gothic Neo"/>
              </a:defRPr>
            </a:lvl6pPr>
            <a:lvl7pPr algn="ctr">
              <a:defRPr sz="1800" b="0">
                <a:solidFill>
                  <a:srgbClr val="111111"/>
                </a:solidFill>
                <a:latin typeface="Apple SD Gothic Neo"/>
                <a:ea typeface="Apple SD Gothic Neo"/>
                <a:cs typeface="Apple SD Gothic Neo"/>
              </a:defRPr>
            </a:lvl7pPr>
            <a:lvl8pPr algn="ctr">
              <a:defRPr sz="1800" b="0">
                <a:solidFill>
                  <a:srgbClr val="111111"/>
                </a:solidFill>
                <a:latin typeface="Apple SD Gothic Neo"/>
                <a:ea typeface="Apple SD Gothic Neo"/>
                <a:cs typeface="Apple SD Gothic Neo"/>
              </a:defRPr>
            </a:lvl8pPr>
            <a:lvl9pPr algn="ctr">
              <a:defRPr sz="1800" b="0">
                <a:solidFill>
                  <a:srgbClr val="111111"/>
                </a:solidFill>
                <a:latin typeface="Apple SD Gothic Neo"/>
                <a:ea typeface="Apple SD Gothic Neo"/>
                <a:cs typeface="Apple SD Gothic Neo"/>
              </a:defRPr>
            </a:lvl9pPr>
          </a:lstStyle>
          <a:p xmlns:a="http://schemas.openxmlformats.org/drawingml/2006/main">
            <a:pPr algn="ctr">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Context Manager</a:t>
            </a:r>
          </a:p>
          <a:p xmlns:a="http://schemas.openxmlformats.org/drawingml/2006/main">
            <a:pPr algn="ctr">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유효 문맥 갱신</a:t>
            </a:r>
          </a:p>
        </p:txBody>
      </p:sp>
      <p:sp>
        <p:nvSpPr>
          <p:cNvPr id="32" name="Editable path 302">
            <a:extLst xmlns:a="http://schemas.openxmlformats.org/drawingml/2006/main">
              <a:ext uri="{FF2B5EF4-FFF2-40B4-BE49-F238E27FC236}">
                <a16:creationId xmlns:a16="http://schemas.microsoft.com/office/drawing/2014/main" id="{FF8F7118-BF1B-42E5-9F78-9C113EF45D40}"/>
              </a:ext>
            </a:extLst>
          </p:cNvPr>
          <p:cNvSpPr>
            <a:spLocks xmlns:a="http://schemas.openxmlformats.org/drawingml/2006/main" noGrp="1"/>
          </p:cNvSpPr>
          <p:nvPr/>
        </p:nvSpPr>
        <p:spPr>
          <a:xfrm xmlns:a="http://schemas.openxmlformats.org/drawingml/2006/main">
            <a:off x="4429125" y="4029075"/>
            <a:ext cx="953" cy="457200"/>
          </a:xfrm>
          <a:custGeom xmlns:a="http://schemas.openxmlformats.org/drawingml/2006/main">
            <a:pathLst>
              <a:path w="953" h="457200">
                <a:moveTo>
                  <a:pt x="0" y="0"/>
                </a:moveTo>
                <a:lnTo>
                  <a:pt x="0" y="457200"/>
                </a:lnTo>
              </a:path>
            </a:pathLst>
          </a:custGeom>
          <a:noFill xmlns:a="http://schemas.openxmlformats.org/drawingml/2006/main"/>
          <a:ln xmlns:a="http://schemas.openxmlformats.org/drawingml/2006/main" w="23813">
            <a:solidFill>
              <a:srgbClr val="111111"/>
            </a:solidFill>
            <a:prstDash val="solid"/>
          </a:ln>
        </p:spPr>
      </p:sp>
      <p:sp>
        <p:nvSpPr>
          <p:cNvPr id="33" name="Editable arrowhead 303">
            <a:extLst xmlns:a="http://schemas.openxmlformats.org/drawingml/2006/main">
              <a:ext uri="{FF2B5EF4-FFF2-40B4-BE49-F238E27FC236}">
                <a16:creationId xmlns:a16="http://schemas.microsoft.com/office/drawing/2014/main" id="{09318088-8BD7-4EA1-8F19-11D2996E57FF}"/>
              </a:ext>
            </a:extLst>
          </p:cNvPr>
          <p:cNvSpPr>
            <a:spLocks xmlns:a="http://schemas.openxmlformats.org/drawingml/2006/main" noGrp="1"/>
          </p:cNvSpPr>
          <p:nvPr/>
        </p:nvSpPr>
        <p:spPr>
          <a:xfrm xmlns:a="http://schemas.openxmlformats.org/drawingml/2006/main">
            <a:off x="4381500" y="4391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4" name="Editable path 304">
            <a:extLst xmlns:a="http://schemas.openxmlformats.org/drawingml/2006/main">
              <a:ext uri="{FF2B5EF4-FFF2-40B4-BE49-F238E27FC236}">
                <a16:creationId xmlns:a16="http://schemas.microsoft.com/office/drawing/2014/main" id="{30C9742C-0D66-463C-8DE9-BB68A6EF0F50}"/>
              </a:ext>
            </a:extLst>
          </p:cNvPr>
          <p:cNvSpPr>
            <a:spLocks xmlns:a="http://schemas.openxmlformats.org/drawingml/2006/main" noGrp="1"/>
          </p:cNvSpPr>
          <p:nvPr/>
        </p:nvSpPr>
        <p:spPr>
          <a:xfrm xmlns:a="http://schemas.openxmlformats.org/drawingml/2006/main">
            <a:off x="1666875" y="4371975"/>
            <a:ext cx="1543050" cy="438150"/>
          </a:xfrm>
          <a:custGeom xmlns:a="http://schemas.openxmlformats.org/drawingml/2006/main">
            <a:pathLst>
              <a:path w="1543050" h="438150">
                <a:moveTo>
                  <a:pt x="1543050" y="438150"/>
                </a:moveTo>
                <a:lnTo>
                  <a:pt x="0" y="438150"/>
                </a:lnTo>
                <a:lnTo>
                  <a:pt x="0" y="0"/>
                </a:lnTo>
              </a:path>
            </a:pathLst>
          </a:custGeom>
          <a:noFill xmlns:a="http://schemas.openxmlformats.org/drawingml/2006/main"/>
          <a:ln xmlns:a="http://schemas.openxmlformats.org/drawingml/2006/main" w="23813">
            <a:solidFill>
              <a:srgbClr val="111111"/>
            </a:solidFill>
            <a:prstDash val="solid"/>
          </a:ln>
        </p:spPr>
      </p:sp>
      <p:sp>
        <p:nvSpPr>
          <p:cNvPr id="35" name="Editable arrowhead 305">
            <a:extLst xmlns:a="http://schemas.openxmlformats.org/drawingml/2006/main">
              <a:ext uri="{FF2B5EF4-FFF2-40B4-BE49-F238E27FC236}">
                <a16:creationId xmlns:a16="http://schemas.microsoft.com/office/drawing/2014/main" id="{FDAE3D7B-127C-4DC8-B337-5D141C6F69F8}"/>
              </a:ext>
            </a:extLst>
          </p:cNvPr>
          <p:cNvSpPr>
            <a:spLocks xmlns:a="http://schemas.openxmlformats.org/drawingml/2006/main" noGrp="1"/>
          </p:cNvSpPr>
          <p:nvPr/>
        </p:nvSpPr>
        <p:spPr>
          <a:xfrm xmlns:a="http://schemas.openxmlformats.org/drawingml/2006/main">
            <a:off x="1619250" y="4371975"/>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6" name="DP1 object 306">
            <a:extLst xmlns:a="http://schemas.openxmlformats.org/drawingml/2006/main">
              <a:ext uri="{FF2B5EF4-FFF2-40B4-BE49-F238E27FC236}">
                <a16:creationId xmlns:a16="http://schemas.microsoft.com/office/drawing/2014/main" id="{AE2443C9-7A10-4FA5-9B23-E0A39788D63D}"/>
              </a:ext>
            </a:extLst>
          </p:cNvPr>
          <p:cNvSpPr>
            <a:spLocks xmlns:a="http://schemas.openxmlformats.org/drawingml/2006/main" noGrp="1"/>
          </p:cNvSpPr>
          <p:nvPr/>
        </p:nvSpPr>
        <p:spPr>
          <a:xfrm xmlns:a="http://schemas.openxmlformats.org/drawingml/2006/main">
            <a:off x="647700" y="5172075"/>
            <a:ext cx="5010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채택 후 갱신 → 다음 요청</a:t>
            </a:r>
          </a:p>
        </p:txBody>
      </p:sp>
      <p:sp>
        <p:nvSpPr>
          <p:cNvPr id="37" name="Editable path 307">
            <a:extLst xmlns:a="http://schemas.openxmlformats.org/drawingml/2006/main">
              <a:ext uri="{FF2B5EF4-FFF2-40B4-BE49-F238E27FC236}">
                <a16:creationId xmlns:a16="http://schemas.microsoft.com/office/drawing/2014/main" id="{2A8DB13E-0A79-41EF-9ED0-783450EA45EF}"/>
              </a:ext>
            </a:extLst>
          </p:cNvPr>
          <p:cNvSpPr>
            <a:spLocks xmlns:a="http://schemas.openxmlformats.org/drawingml/2006/main" noGrp="1"/>
          </p:cNvSpPr>
          <p:nvPr/>
        </p:nvSpPr>
        <p:spPr>
          <a:xfrm xmlns:a="http://schemas.openxmlformats.org/drawingml/2006/main">
            <a:off x="447675" y="5667375"/>
            <a:ext cx="5381625" cy="953"/>
          </a:xfrm>
          <a:custGeom xmlns:a="http://schemas.openxmlformats.org/drawingml/2006/main">
            <a:pathLst>
              <a:path w="5381625" h="953">
                <a:moveTo>
                  <a:pt x="0" y="0"/>
                </a:moveTo>
                <a:lnTo>
                  <a:pt x="5381625" y="0"/>
                </a:lnTo>
              </a:path>
            </a:pathLst>
          </a:custGeom>
          <a:noFill xmlns:a="http://schemas.openxmlformats.org/drawingml/2006/main"/>
          <a:ln xmlns:a="http://schemas.openxmlformats.org/drawingml/2006/main" w="16193">
            <a:solidFill>
              <a:srgbClr val="4676CB"/>
            </a:solidFill>
            <a:prstDash val="solid"/>
          </a:ln>
        </p:spPr>
      </p:sp>
      <p:sp>
        <p:nvSpPr>
          <p:cNvPr id="38" name="DP1 object 308">
            <a:extLst xmlns:a="http://schemas.openxmlformats.org/drawingml/2006/main">
              <a:ext uri="{FF2B5EF4-FFF2-40B4-BE49-F238E27FC236}">
                <a16:creationId xmlns:a16="http://schemas.microsoft.com/office/drawing/2014/main" id="{9C77BD6F-D2EC-4DA9-A226-B09BE252CBB5}"/>
              </a:ext>
            </a:extLst>
          </p:cNvPr>
          <p:cNvSpPr>
            <a:spLocks xmlns:a="http://schemas.openxmlformats.org/drawingml/2006/main" noGrp="1"/>
          </p:cNvSpPr>
          <p:nvPr/>
        </p:nvSpPr>
        <p:spPr>
          <a:xfrm xmlns:a="http://schemas.openxmlformats.org/drawingml/2006/main">
            <a:off x="504825" y="5819775"/>
            <a:ext cx="5238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4676CB"/>
                </a:solidFill>
                <a:latin typeface="Apple SD Gothic Neo"/>
                <a:ea typeface="Apple SD Gothic Neo"/>
                <a:cs typeface="Apple SD Gothic Neo"/>
              </a:defRPr>
            </a:defPPr>
            <a:lvl1pPr algn="l">
              <a:defRPr sz="2175" b="1">
                <a:solidFill>
                  <a:srgbClr val="4676CB"/>
                </a:solidFill>
                <a:latin typeface="Apple SD Gothic Neo"/>
                <a:ea typeface="Apple SD Gothic Neo"/>
                <a:cs typeface="Apple SD Gothic Neo"/>
              </a:defRPr>
            </a:lvl1pPr>
            <a:lvl2pPr algn="l">
              <a:defRPr sz="2175" b="1">
                <a:solidFill>
                  <a:srgbClr val="4676CB"/>
                </a:solidFill>
                <a:latin typeface="Apple SD Gothic Neo"/>
                <a:ea typeface="Apple SD Gothic Neo"/>
                <a:cs typeface="Apple SD Gothic Neo"/>
              </a:defRPr>
            </a:lvl2pPr>
            <a:lvl3pPr algn="l">
              <a:defRPr sz="2175" b="1">
                <a:solidFill>
                  <a:srgbClr val="4676CB"/>
                </a:solidFill>
                <a:latin typeface="Apple SD Gothic Neo"/>
                <a:ea typeface="Apple SD Gothic Neo"/>
                <a:cs typeface="Apple SD Gothic Neo"/>
              </a:defRPr>
            </a:lvl3pPr>
            <a:lvl4pPr algn="l">
              <a:defRPr sz="2175" b="1">
                <a:solidFill>
                  <a:srgbClr val="4676CB"/>
                </a:solidFill>
                <a:latin typeface="Apple SD Gothic Neo"/>
                <a:ea typeface="Apple SD Gothic Neo"/>
                <a:cs typeface="Apple SD Gothic Neo"/>
              </a:defRPr>
            </a:lvl4pPr>
            <a:lvl5pPr algn="l">
              <a:defRPr sz="2175" b="1">
                <a:solidFill>
                  <a:srgbClr val="4676CB"/>
                </a:solidFill>
                <a:latin typeface="Apple SD Gothic Neo"/>
                <a:ea typeface="Apple SD Gothic Neo"/>
                <a:cs typeface="Apple SD Gothic Neo"/>
              </a:defRPr>
            </a:lvl5pPr>
            <a:lvl6pPr algn="l">
              <a:defRPr sz="2175" b="1">
                <a:solidFill>
                  <a:srgbClr val="4676CB"/>
                </a:solidFill>
                <a:latin typeface="Apple SD Gothic Neo"/>
                <a:ea typeface="Apple SD Gothic Neo"/>
                <a:cs typeface="Apple SD Gothic Neo"/>
              </a:defRPr>
            </a:lvl6pPr>
            <a:lvl7pPr algn="l">
              <a:defRPr sz="2175" b="1">
                <a:solidFill>
                  <a:srgbClr val="4676CB"/>
                </a:solidFill>
                <a:latin typeface="Apple SD Gothic Neo"/>
                <a:ea typeface="Apple SD Gothic Neo"/>
                <a:cs typeface="Apple SD Gothic Neo"/>
              </a:defRPr>
            </a:lvl7pPr>
            <a:lvl8pPr algn="l">
              <a:defRPr sz="2175" b="1">
                <a:solidFill>
                  <a:srgbClr val="4676CB"/>
                </a:solidFill>
                <a:latin typeface="Apple SD Gothic Neo"/>
                <a:ea typeface="Apple SD Gothic Neo"/>
                <a:cs typeface="Apple SD Gothic Neo"/>
              </a:defRPr>
            </a:lvl8pPr>
            <a:lvl9pPr algn="l">
              <a:defRPr sz="2175" b="1">
                <a:solidFill>
                  <a:srgbClr val="4676CB"/>
                </a:solidFill>
                <a:latin typeface="Apple SD Gothic Neo"/>
                <a:ea typeface="Apple SD Gothic Neo"/>
                <a:cs typeface="Apple SD Gothic Neo"/>
              </a:defRPr>
            </a:lvl9pPr>
          </a:lstStyle>
          <a:p xmlns:a="http://schemas.openxmlformats.org/drawingml/2006/main">
            <a:pPr algn="l">
              <a:defRPr sz="2175" b="1">
                <a:solidFill>
                  <a:srgbClr val="4676CB"/>
                </a:solidFill>
                <a:latin typeface="Apple SD Gothic Neo"/>
                <a:ea typeface="Apple SD Gothic Neo"/>
                <a:cs typeface="Apple SD Gothic Neo"/>
              </a:defRPr>
            </a:pPr>
            <a:r>
              <a:rPr sz="2175" b="1">
                <a:solidFill>
                  <a:srgbClr val="4676CB"/>
                </a:solidFill>
                <a:latin typeface="Apple SD Gothic Neo"/>
                <a:ea typeface="Apple SD Gothic Neo"/>
                <a:cs typeface="Apple SD Gothic Neo"/>
              </a:rPr>
              <a:t>A2  정정 시 변경 조각 갱신</a:t>
            </a:r>
          </a:p>
        </p:txBody>
      </p:sp>
      <p:sp>
        <p:nvSpPr>
          <p:cNvPr id="39" name="원문 변경&#10;v1 → v2">
            <a:extLst xmlns:a="http://schemas.openxmlformats.org/drawingml/2006/main">
              <a:ext uri="{FF2B5EF4-FFF2-40B4-BE49-F238E27FC236}">
                <a16:creationId xmlns:a16="http://schemas.microsoft.com/office/drawing/2014/main" id="{68BE5A7C-76FF-4AA5-8716-7000E58FC1D2}"/>
              </a:ext>
            </a:extLst>
          </p:cNvPr>
          <p:cNvSpPr>
            <a:spLocks xmlns:a="http://schemas.openxmlformats.org/drawingml/2006/main" noGrp="1"/>
          </p:cNvSpPr>
          <p:nvPr/>
        </p:nvSpPr>
        <p:spPr>
          <a:xfrm xmlns:a="http://schemas.openxmlformats.org/drawingml/2006/main">
            <a:off x="552450" y="6638925"/>
            <a:ext cx="1628775" cy="81915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40" name="DP1 object 309">
            <a:extLst xmlns:a="http://schemas.openxmlformats.org/drawingml/2006/main">
              <a:ext uri="{FF2B5EF4-FFF2-40B4-BE49-F238E27FC236}">
                <a16:creationId xmlns:a16="http://schemas.microsoft.com/office/drawing/2014/main" id="{393EE0F4-9598-43D1-A8AC-81F0FF288026}"/>
              </a:ext>
            </a:extLst>
          </p:cNvPr>
          <p:cNvSpPr>
            <a:spLocks xmlns:a="http://schemas.openxmlformats.org/drawingml/2006/main" noGrp="1"/>
          </p:cNvSpPr>
          <p:nvPr/>
        </p:nvSpPr>
        <p:spPr>
          <a:xfrm xmlns:a="http://schemas.openxmlformats.org/drawingml/2006/main">
            <a:off x="600075" y="6743700"/>
            <a:ext cx="15335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111111"/>
                </a:solidFill>
                <a:latin typeface="Apple SD Gothic Neo"/>
                <a:ea typeface="Apple SD Gothic Neo"/>
                <a:cs typeface="Apple SD Gothic Neo"/>
              </a:defRPr>
            </a:defPPr>
            <a:lvl1pPr algn="ctr">
              <a:defRPr sz="1875" b="0">
                <a:solidFill>
                  <a:srgbClr val="111111"/>
                </a:solidFill>
                <a:latin typeface="Apple SD Gothic Neo"/>
                <a:ea typeface="Apple SD Gothic Neo"/>
                <a:cs typeface="Apple SD Gothic Neo"/>
              </a:defRPr>
            </a:lvl1pPr>
            <a:lvl2pPr algn="ctr">
              <a:defRPr sz="1875" b="0">
                <a:solidFill>
                  <a:srgbClr val="111111"/>
                </a:solidFill>
                <a:latin typeface="Apple SD Gothic Neo"/>
                <a:ea typeface="Apple SD Gothic Neo"/>
                <a:cs typeface="Apple SD Gothic Neo"/>
              </a:defRPr>
            </a:lvl2pPr>
            <a:lvl3pPr algn="ctr">
              <a:defRPr sz="1875" b="0">
                <a:solidFill>
                  <a:srgbClr val="111111"/>
                </a:solidFill>
                <a:latin typeface="Apple SD Gothic Neo"/>
                <a:ea typeface="Apple SD Gothic Neo"/>
                <a:cs typeface="Apple SD Gothic Neo"/>
              </a:defRPr>
            </a:lvl3pPr>
            <a:lvl4pPr algn="ctr">
              <a:defRPr sz="1875" b="0">
                <a:solidFill>
                  <a:srgbClr val="111111"/>
                </a:solidFill>
                <a:latin typeface="Apple SD Gothic Neo"/>
                <a:ea typeface="Apple SD Gothic Neo"/>
                <a:cs typeface="Apple SD Gothic Neo"/>
              </a:defRPr>
            </a:lvl4pPr>
            <a:lvl5pPr algn="ctr">
              <a:defRPr sz="1875" b="0">
                <a:solidFill>
                  <a:srgbClr val="111111"/>
                </a:solidFill>
                <a:latin typeface="Apple SD Gothic Neo"/>
                <a:ea typeface="Apple SD Gothic Neo"/>
                <a:cs typeface="Apple SD Gothic Neo"/>
              </a:defRPr>
            </a:lvl5pPr>
            <a:lvl6pPr algn="ctr">
              <a:defRPr sz="1875" b="0">
                <a:solidFill>
                  <a:srgbClr val="111111"/>
                </a:solidFill>
                <a:latin typeface="Apple SD Gothic Neo"/>
                <a:ea typeface="Apple SD Gothic Neo"/>
                <a:cs typeface="Apple SD Gothic Neo"/>
              </a:defRPr>
            </a:lvl6pPr>
            <a:lvl7pPr algn="ctr">
              <a:defRPr sz="1875" b="0">
                <a:solidFill>
                  <a:srgbClr val="111111"/>
                </a:solidFill>
                <a:latin typeface="Apple SD Gothic Neo"/>
                <a:ea typeface="Apple SD Gothic Neo"/>
                <a:cs typeface="Apple SD Gothic Neo"/>
              </a:defRPr>
            </a:lvl7pPr>
            <a:lvl8pPr algn="ctr">
              <a:defRPr sz="1875" b="0">
                <a:solidFill>
                  <a:srgbClr val="111111"/>
                </a:solidFill>
                <a:latin typeface="Apple SD Gothic Neo"/>
                <a:ea typeface="Apple SD Gothic Neo"/>
                <a:cs typeface="Apple SD Gothic Neo"/>
              </a:defRPr>
            </a:lvl8pPr>
            <a:lvl9pPr algn="ctr">
              <a:defRPr sz="1875" b="0">
                <a:solidFill>
                  <a:srgbClr val="111111"/>
                </a:solidFill>
                <a:latin typeface="Apple SD Gothic Neo"/>
                <a:ea typeface="Apple SD Gothic Neo"/>
                <a:cs typeface="Apple SD Gothic Neo"/>
              </a:defRPr>
            </a:lvl9pPr>
          </a:lstStyle>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원문 변경</a:t>
            </a:r>
          </a:p>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v1 → v2</a:t>
            </a:r>
          </a:p>
        </p:txBody>
      </p:sp>
      <p:sp>
        <p:nvSpPr>
          <p:cNvPr id="41" name="영향 근거 식별&#10;변경 부분만 읽기">
            <a:extLst xmlns:a="http://schemas.openxmlformats.org/drawingml/2006/main">
              <a:ext uri="{FF2B5EF4-FFF2-40B4-BE49-F238E27FC236}">
                <a16:creationId xmlns:a16="http://schemas.microsoft.com/office/drawing/2014/main" id="{C4645B99-609A-437A-A512-F3B479D57042}"/>
              </a:ext>
            </a:extLst>
          </p:cNvPr>
          <p:cNvSpPr>
            <a:spLocks xmlns:a="http://schemas.openxmlformats.org/drawingml/2006/main" noGrp="1"/>
          </p:cNvSpPr>
          <p:nvPr/>
        </p:nvSpPr>
        <p:spPr>
          <a:xfrm xmlns:a="http://schemas.openxmlformats.org/drawingml/2006/main">
            <a:off x="2800350" y="6467475"/>
            <a:ext cx="2857500" cy="723900"/>
          </a:xfrm>
          <a:prstGeom xmlns:a="http://schemas.openxmlformats.org/drawingml/2006/main" prst="rect">
            <a:avLst/>
          </a:prstGeom>
          <a:solidFill xmlns:a="http://schemas.openxmlformats.org/drawingml/2006/main">
            <a:srgbClr val="FFF6DD"/>
          </a:solidFill>
          <a:ln xmlns:a="http://schemas.openxmlformats.org/drawingml/2006/main" w="28575">
            <a:solidFill>
              <a:srgbClr val="4676CB"/>
            </a:solidFill>
            <a:prstDash val="solid"/>
          </a:ln>
        </p:spPr>
      </p:sp>
      <p:sp>
        <p:nvSpPr>
          <p:cNvPr id="42" name="DP1 object 310">
            <a:extLst xmlns:a="http://schemas.openxmlformats.org/drawingml/2006/main">
              <a:ext uri="{FF2B5EF4-FFF2-40B4-BE49-F238E27FC236}">
                <a16:creationId xmlns:a16="http://schemas.microsoft.com/office/drawing/2014/main" id="{E35C8187-79BF-4304-A902-EFBAF424805C}"/>
              </a:ext>
            </a:extLst>
          </p:cNvPr>
          <p:cNvSpPr>
            <a:spLocks xmlns:a="http://schemas.openxmlformats.org/drawingml/2006/main" noGrp="1"/>
          </p:cNvSpPr>
          <p:nvPr/>
        </p:nvSpPr>
        <p:spPr>
          <a:xfrm xmlns:a="http://schemas.openxmlformats.org/drawingml/2006/main">
            <a:off x="2867025" y="6505575"/>
            <a:ext cx="2724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4676CB"/>
                </a:solidFill>
                <a:latin typeface="Apple SD Gothic Neo"/>
                <a:ea typeface="Apple SD Gothic Neo"/>
                <a:cs typeface="Apple SD Gothic Neo"/>
              </a:defRPr>
            </a:defPPr>
            <a:lvl1pPr algn="ctr">
              <a:defRPr sz="1875" b="0">
                <a:solidFill>
                  <a:srgbClr val="4676CB"/>
                </a:solidFill>
                <a:latin typeface="Apple SD Gothic Neo"/>
                <a:ea typeface="Apple SD Gothic Neo"/>
                <a:cs typeface="Apple SD Gothic Neo"/>
              </a:defRPr>
            </a:lvl1pPr>
            <a:lvl2pPr algn="ctr">
              <a:defRPr sz="1875" b="0">
                <a:solidFill>
                  <a:srgbClr val="4676CB"/>
                </a:solidFill>
                <a:latin typeface="Apple SD Gothic Neo"/>
                <a:ea typeface="Apple SD Gothic Neo"/>
                <a:cs typeface="Apple SD Gothic Neo"/>
              </a:defRPr>
            </a:lvl2pPr>
            <a:lvl3pPr algn="ctr">
              <a:defRPr sz="1875" b="0">
                <a:solidFill>
                  <a:srgbClr val="4676CB"/>
                </a:solidFill>
                <a:latin typeface="Apple SD Gothic Neo"/>
                <a:ea typeface="Apple SD Gothic Neo"/>
                <a:cs typeface="Apple SD Gothic Neo"/>
              </a:defRPr>
            </a:lvl3pPr>
            <a:lvl4pPr algn="ctr">
              <a:defRPr sz="1875" b="0">
                <a:solidFill>
                  <a:srgbClr val="4676CB"/>
                </a:solidFill>
                <a:latin typeface="Apple SD Gothic Neo"/>
                <a:ea typeface="Apple SD Gothic Neo"/>
                <a:cs typeface="Apple SD Gothic Neo"/>
              </a:defRPr>
            </a:lvl4pPr>
            <a:lvl5pPr algn="ctr">
              <a:defRPr sz="1875" b="0">
                <a:solidFill>
                  <a:srgbClr val="4676CB"/>
                </a:solidFill>
                <a:latin typeface="Apple SD Gothic Neo"/>
                <a:ea typeface="Apple SD Gothic Neo"/>
                <a:cs typeface="Apple SD Gothic Neo"/>
              </a:defRPr>
            </a:lvl5pPr>
            <a:lvl6pPr algn="ctr">
              <a:defRPr sz="1875" b="0">
                <a:solidFill>
                  <a:srgbClr val="4676CB"/>
                </a:solidFill>
                <a:latin typeface="Apple SD Gothic Neo"/>
                <a:ea typeface="Apple SD Gothic Neo"/>
                <a:cs typeface="Apple SD Gothic Neo"/>
              </a:defRPr>
            </a:lvl6pPr>
            <a:lvl7pPr algn="ctr">
              <a:defRPr sz="1875" b="0">
                <a:solidFill>
                  <a:srgbClr val="4676CB"/>
                </a:solidFill>
                <a:latin typeface="Apple SD Gothic Neo"/>
                <a:ea typeface="Apple SD Gothic Neo"/>
                <a:cs typeface="Apple SD Gothic Neo"/>
              </a:defRPr>
            </a:lvl7pPr>
            <a:lvl8pPr algn="ctr">
              <a:defRPr sz="1875" b="0">
                <a:solidFill>
                  <a:srgbClr val="4676CB"/>
                </a:solidFill>
                <a:latin typeface="Apple SD Gothic Neo"/>
                <a:ea typeface="Apple SD Gothic Neo"/>
                <a:cs typeface="Apple SD Gothic Neo"/>
              </a:defRPr>
            </a:lvl8pPr>
            <a:lvl9pPr algn="ctr">
              <a:defRPr sz="1875" b="0">
                <a:solidFill>
                  <a:srgbClr val="4676CB"/>
                </a:solidFill>
                <a:latin typeface="Apple SD Gothic Neo"/>
                <a:ea typeface="Apple SD Gothic Neo"/>
                <a:cs typeface="Apple SD Gothic Neo"/>
              </a:defRPr>
            </a:lvl9pPr>
          </a:lstStyle>
          <a:p xmlns:a="http://schemas.openxmlformats.org/drawingml/2006/main">
            <a:pPr algn="ctr">
              <a:defRPr sz="1875" b="0">
                <a:solidFill>
                  <a:srgbClr val="4676CB"/>
                </a:solidFill>
                <a:latin typeface="Apple SD Gothic Neo"/>
                <a:ea typeface="Apple SD Gothic Neo"/>
                <a:cs typeface="Apple SD Gothic Neo"/>
              </a:defRPr>
            </a:pPr>
            <a:r>
              <a:rPr sz="1875" b="0">
                <a:solidFill>
                  <a:srgbClr val="4676CB"/>
                </a:solidFill>
                <a:latin typeface="Apple SD Gothic Neo"/>
                <a:ea typeface="Apple SD Gothic Neo"/>
                <a:cs typeface="Apple SD Gothic Neo"/>
              </a:rPr>
              <a:t>영향 근거 식별</a:t>
            </a:r>
          </a:p>
          <a:p xmlns:a="http://schemas.openxmlformats.org/drawingml/2006/main">
            <a:pPr algn="ctr">
              <a:defRPr sz="1875" b="0">
                <a:solidFill>
                  <a:srgbClr val="4676CB"/>
                </a:solidFill>
                <a:latin typeface="Apple SD Gothic Neo"/>
                <a:ea typeface="Apple SD Gothic Neo"/>
                <a:cs typeface="Apple SD Gothic Neo"/>
              </a:defRPr>
            </a:pPr>
            <a:r>
              <a:rPr sz="1875" b="0">
                <a:solidFill>
                  <a:srgbClr val="4676CB"/>
                </a:solidFill>
                <a:latin typeface="Apple SD Gothic Neo"/>
                <a:ea typeface="Apple SD Gothic Neo"/>
                <a:cs typeface="Apple SD Gothic Neo"/>
              </a:rPr>
              <a:t>변경 부분만 읽기</a:t>
            </a:r>
          </a:p>
        </p:txBody>
      </p:sp>
      <p:sp>
        <p:nvSpPr>
          <p:cNvPr id="43" name="전체 현재성 재검증">
            <a:extLst xmlns:a="http://schemas.openxmlformats.org/drawingml/2006/main">
              <a:ext uri="{FF2B5EF4-FFF2-40B4-BE49-F238E27FC236}">
                <a16:creationId xmlns:a16="http://schemas.microsoft.com/office/drawing/2014/main" id="{97DB6573-26AA-4686-A90F-6940A01CC936}"/>
              </a:ext>
            </a:extLst>
          </p:cNvPr>
          <p:cNvSpPr>
            <a:spLocks xmlns:a="http://schemas.openxmlformats.org/drawingml/2006/main" noGrp="1"/>
          </p:cNvSpPr>
          <p:nvPr/>
        </p:nvSpPr>
        <p:spPr>
          <a:xfrm xmlns:a="http://schemas.openxmlformats.org/drawingml/2006/main">
            <a:off x="2800350" y="7610475"/>
            <a:ext cx="2857500" cy="542925"/>
          </a:xfrm>
          <a:prstGeom xmlns:a="http://schemas.openxmlformats.org/drawingml/2006/main" prst="rect">
            <a:avLst/>
          </a:prstGeom>
          <a:solidFill xmlns:a="http://schemas.openxmlformats.org/drawingml/2006/main">
            <a:srgbClr val="FFF6DD"/>
          </a:solidFill>
          <a:ln xmlns:a="http://schemas.openxmlformats.org/drawingml/2006/main" w="28575">
            <a:solidFill>
              <a:srgbClr val="4676CB"/>
            </a:solidFill>
            <a:prstDash val="solid"/>
          </a:ln>
        </p:spPr>
      </p:sp>
      <p:sp>
        <p:nvSpPr>
          <p:cNvPr id="44" name="DP1 object 311">
            <a:extLst xmlns:a="http://schemas.openxmlformats.org/drawingml/2006/main">
              <a:ext uri="{FF2B5EF4-FFF2-40B4-BE49-F238E27FC236}">
                <a16:creationId xmlns:a16="http://schemas.microsoft.com/office/drawing/2014/main" id="{BB57A90E-2818-4197-A496-E15C584AA42E}"/>
              </a:ext>
            </a:extLst>
          </p:cNvPr>
          <p:cNvSpPr>
            <a:spLocks xmlns:a="http://schemas.openxmlformats.org/drawingml/2006/main" noGrp="1"/>
          </p:cNvSpPr>
          <p:nvPr/>
        </p:nvSpPr>
        <p:spPr>
          <a:xfrm xmlns:a="http://schemas.openxmlformats.org/drawingml/2006/main">
            <a:off x="2867025" y="7648575"/>
            <a:ext cx="27241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4676CB"/>
                </a:solidFill>
                <a:latin typeface="Apple SD Gothic Neo"/>
                <a:ea typeface="Apple SD Gothic Neo"/>
                <a:cs typeface="Apple SD Gothic Neo"/>
              </a:defRPr>
            </a:defPPr>
            <a:lvl1pPr algn="ctr">
              <a:defRPr sz="1875" b="0">
                <a:solidFill>
                  <a:srgbClr val="4676CB"/>
                </a:solidFill>
                <a:latin typeface="Apple SD Gothic Neo"/>
                <a:ea typeface="Apple SD Gothic Neo"/>
                <a:cs typeface="Apple SD Gothic Neo"/>
              </a:defRPr>
            </a:lvl1pPr>
            <a:lvl2pPr algn="ctr">
              <a:defRPr sz="1875" b="0">
                <a:solidFill>
                  <a:srgbClr val="4676CB"/>
                </a:solidFill>
                <a:latin typeface="Apple SD Gothic Neo"/>
                <a:ea typeface="Apple SD Gothic Neo"/>
                <a:cs typeface="Apple SD Gothic Neo"/>
              </a:defRPr>
            </a:lvl2pPr>
            <a:lvl3pPr algn="ctr">
              <a:defRPr sz="1875" b="0">
                <a:solidFill>
                  <a:srgbClr val="4676CB"/>
                </a:solidFill>
                <a:latin typeface="Apple SD Gothic Neo"/>
                <a:ea typeface="Apple SD Gothic Neo"/>
                <a:cs typeface="Apple SD Gothic Neo"/>
              </a:defRPr>
            </a:lvl3pPr>
            <a:lvl4pPr algn="ctr">
              <a:defRPr sz="1875" b="0">
                <a:solidFill>
                  <a:srgbClr val="4676CB"/>
                </a:solidFill>
                <a:latin typeface="Apple SD Gothic Neo"/>
                <a:ea typeface="Apple SD Gothic Neo"/>
                <a:cs typeface="Apple SD Gothic Neo"/>
              </a:defRPr>
            </a:lvl4pPr>
            <a:lvl5pPr algn="ctr">
              <a:defRPr sz="1875" b="0">
                <a:solidFill>
                  <a:srgbClr val="4676CB"/>
                </a:solidFill>
                <a:latin typeface="Apple SD Gothic Neo"/>
                <a:ea typeface="Apple SD Gothic Neo"/>
                <a:cs typeface="Apple SD Gothic Neo"/>
              </a:defRPr>
            </a:lvl5pPr>
            <a:lvl6pPr algn="ctr">
              <a:defRPr sz="1875" b="0">
                <a:solidFill>
                  <a:srgbClr val="4676CB"/>
                </a:solidFill>
                <a:latin typeface="Apple SD Gothic Neo"/>
                <a:ea typeface="Apple SD Gothic Neo"/>
                <a:cs typeface="Apple SD Gothic Neo"/>
              </a:defRPr>
            </a:lvl6pPr>
            <a:lvl7pPr algn="ctr">
              <a:defRPr sz="1875" b="0">
                <a:solidFill>
                  <a:srgbClr val="4676CB"/>
                </a:solidFill>
                <a:latin typeface="Apple SD Gothic Neo"/>
                <a:ea typeface="Apple SD Gothic Neo"/>
                <a:cs typeface="Apple SD Gothic Neo"/>
              </a:defRPr>
            </a:lvl7pPr>
            <a:lvl8pPr algn="ctr">
              <a:defRPr sz="1875" b="0">
                <a:solidFill>
                  <a:srgbClr val="4676CB"/>
                </a:solidFill>
                <a:latin typeface="Apple SD Gothic Neo"/>
                <a:ea typeface="Apple SD Gothic Neo"/>
                <a:cs typeface="Apple SD Gothic Neo"/>
              </a:defRPr>
            </a:lvl8pPr>
            <a:lvl9pPr algn="ctr">
              <a:defRPr sz="1875" b="0">
                <a:solidFill>
                  <a:srgbClr val="4676CB"/>
                </a:solidFill>
                <a:latin typeface="Apple SD Gothic Neo"/>
                <a:ea typeface="Apple SD Gothic Neo"/>
                <a:cs typeface="Apple SD Gothic Neo"/>
              </a:defRPr>
            </a:lvl9pPr>
          </a:lstStyle>
          <a:p xmlns:a="http://schemas.openxmlformats.org/drawingml/2006/main">
            <a:pPr algn="ctr">
              <a:defRPr sz="1875" b="0">
                <a:solidFill>
                  <a:srgbClr val="4676CB"/>
                </a:solidFill>
                <a:latin typeface="Apple SD Gothic Neo"/>
                <a:ea typeface="Apple SD Gothic Neo"/>
                <a:cs typeface="Apple SD Gothic Neo"/>
              </a:defRPr>
            </a:pPr>
            <a:r>
              <a:rPr sz="1875" b="0">
                <a:solidFill>
                  <a:srgbClr val="4676CB"/>
                </a:solidFill>
                <a:latin typeface="Apple SD Gothic Neo"/>
                <a:ea typeface="Apple SD Gothic Neo"/>
                <a:cs typeface="Apple SD Gothic Neo"/>
              </a:rPr>
              <a:t>전체 현재성 재검증</a:t>
            </a:r>
          </a:p>
        </p:txBody>
      </p:sp>
      <p:sp>
        <p:nvSpPr>
          <p:cNvPr id="45" name="Editable path 312">
            <a:extLst xmlns:a="http://schemas.openxmlformats.org/drawingml/2006/main">
              <a:ext uri="{FF2B5EF4-FFF2-40B4-BE49-F238E27FC236}">
                <a16:creationId xmlns:a16="http://schemas.microsoft.com/office/drawing/2014/main" id="{861AD3F8-6D6A-473C-8679-46BBD2BD30EF}"/>
              </a:ext>
            </a:extLst>
          </p:cNvPr>
          <p:cNvSpPr>
            <a:spLocks xmlns:a="http://schemas.openxmlformats.org/drawingml/2006/main" noGrp="1"/>
          </p:cNvSpPr>
          <p:nvPr/>
        </p:nvSpPr>
        <p:spPr>
          <a:xfrm xmlns:a="http://schemas.openxmlformats.org/drawingml/2006/main">
            <a:off x="2181225" y="6829425"/>
            <a:ext cx="619125" cy="190500"/>
          </a:xfrm>
          <a:custGeom xmlns:a="http://schemas.openxmlformats.org/drawingml/2006/main">
            <a:pathLst>
              <a:path w="619125" h="190500">
                <a:moveTo>
                  <a:pt x="0" y="190500"/>
                </a:moveTo>
                <a:lnTo>
                  <a:pt x="619125" y="0"/>
                </a:lnTo>
              </a:path>
            </a:pathLst>
          </a:custGeom>
          <a:noFill xmlns:a="http://schemas.openxmlformats.org/drawingml/2006/main"/>
          <a:ln xmlns:a="http://schemas.openxmlformats.org/drawingml/2006/main" w="23813">
            <a:solidFill>
              <a:srgbClr val="4676CB"/>
            </a:solidFill>
            <a:prstDash val="solid"/>
          </a:ln>
        </p:spPr>
      </p:sp>
      <p:sp>
        <p:nvSpPr>
          <p:cNvPr id="46" name="Editable arrowhead 313">
            <a:extLst xmlns:a="http://schemas.openxmlformats.org/drawingml/2006/main">
              <a:ext uri="{FF2B5EF4-FFF2-40B4-BE49-F238E27FC236}">
                <a16:creationId xmlns:a16="http://schemas.microsoft.com/office/drawing/2014/main" id="{E521ADFF-DE6A-4A0C-898B-5C776906339D}"/>
              </a:ext>
            </a:extLst>
          </p:cNvPr>
          <p:cNvSpPr>
            <a:spLocks xmlns:a="http://schemas.openxmlformats.org/drawingml/2006/main" noGrp="1"/>
          </p:cNvSpPr>
          <p:nvPr/>
        </p:nvSpPr>
        <p:spPr>
          <a:xfrm xmlns:a="http://schemas.openxmlformats.org/drawingml/2006/main">
            <a:off x="2695306" y="6811918"/>
            <a:ext cx="105044" cy="91038"/>
          </a:xfrm>
          <a:custGeom xmlns:a="http://schemas.openxmlformats.org/drawingml/2006/main">
            <a:pathLst>
              <a:path w="105044" h="91038">
                <a:moveTo>
                  <a:pt x="105044" y="17507"/>
                </a:moveTo>
                <a:lnTo>
                  <a:pt x="0" y="0"/>
                </a:lnTo>
                <a:lnTo>
                  <a:pt x="28012" y="91038"/>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47" name="Editable path 314">
            <a:extLst xmlns:a="http://schemas.openxmlformats.org/drawingml/2006/main">
              <a:ext uri="{FF2B5EF4-FFF2-40B4-BE49-F238E27FC236}">
                <a16:creationId xmlns:a16="http://schemas.microsoft.com/office/drawing/2014/main" id="{0C51F52B-81B3-42C0-82C7-4C54B59F900F}"/>
              </a:ext>
            </a:extLst>
          </p:cNvPr>
          <p:cNvSpPr>
            <a:spLocks xmlns:a="http://schemas.openxmlformats.org/drawingml/2006/main" noGrp="1"/>
          </p:cNvSpPr>
          <p:nvPr/>
        </p:nvSpPr>
        <p:spPr>
          <a:xfrm xmlns:a="http://schemas.openxmlformats.org/drawingml/2006/main">
            <a:off x="4229100" y="7191375"/>
            <a:ext cx="953" cy="419100"/>
          </a:xfrm>
          <a:custGeom xmlns:a="http://schemas.openxmlformats.org/drawingml/2006/main">
            <a:pathLst>
              <a:path w="953" h="419100">
                <a:moveTo>
                  <a:pt x="0" y="0"/>
                </a:moveTo>
                <a:lnTo>
                  <a:pt x="0" y="419100"/>
                </a:lnTo>
              </a:path>
            </a:pathLst>
          </a:custGeom>
          <a:noFill xmlns:a="http://schemas.openxmlformats.org/drawingml/2006/main"/>
          <a:ln xmlns:a="http://schemas.openxmlformats.org/drawingml/2006/main" w="23813">
            <a:solidFill>
              <a:srgbClr val="4676CB"/>
            </a:solidFill>
            <a:prstDash val="solid"/>
          </a:ln>
        </p:spPr>
      </p:sp>
      <p:sp>
        <p:nvSpPr>
          <p:cNvPr id="48" name="Editable arrowhead 315">
            <a:extLst xmlns:a="http://schemas.openxmlformats.org/drawingml/2006/main">
              <a:ext uri="{FF2B5EF4-FFF2-40B4-BE49-F238E27FC236}">
                <a16:creationId xmlns:a16="http://schemas.microsoft.com/office/drawing/2014/main" id="{95070CEA-2A21-4E61-B6AF-DA355347529B}"/>
              </a:ext>
            </a:extLst>
          </p:cNvPr>
          <p:cNvSpPr>
            <a:spLocks xmlns:a="http://schemas.openxmlformats.org/drawingml/2006/main" noGrp="1"/>
          </p:cNvSpPr>
          <p:nvPr/>
        </p:nvSpPr>
        <p:spPr>
          <a:xfrm xmlns:a="http://schemas.openxmlformats.org/drawingml/2006/main">
            <a:off x="4181475" y="75152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49" name="Editable path 316">
            <a:extLst xmlns:a="http://schemas.openxmlformats.org/drawingml/2006/main">
              <a:ext uri="{FF2B5EF4-FFF2-40B4-BE49-F238E27FC236}">
                <a16:creationId xmlns:a16="http://schemas.microsoft.com/office/drawing/2014/main" id="{1E96DF6A-C189-4ADB-8660-B41D6A537832}"/>
              </a:ext>
            </a:extLst>
          </p:cNvPr>
          <p:cNvSpPr>
            <a:spLocks xmlns:a="http://schemas.openxmlformats.org/drawingml/2006/main" noGrp="1"/>
          </p:cNvSpPr>
          <p:nvPr/>
        </p:nvSpPr>
        <p:spPr>
          <a:xfrm xmlns:a="http://schemas.openxmlformats.org/drawingml/2006/main">
            <a:off x="5657850" y="4810125"/>
            <a:ext cx="200025" cy="3067050"/>
          </a:xfrm>
          <a:custGeom xmlns:a="http://schemas.openxmlformats.org/drawingml/2006/main">
            <a:pathLst>
              <a:path w="200025" h="3067050">
                <a:moveTo>
                  <a:pt x="0" y="3067050"/>
                </a:moveTo>
                <a:lnTo>
                  <a:pt x="200025" y="3067050"/>
                </a:lnTo>
                <a:lnTo>
                  <a:pt x="200025" y="0"/>
                </a:lnTo>
                <a:lnTo>
                  <a:pt x="0" y="0"/>
                </a:lnTo>
              </a:path>
            </a:pathLst>
          </a:custGeom>
          <a:noFill xmlns:a="http://schemas.openxmlformats.org/drawingml/2006/main"/>
          <a:ln xmlns:a="http://schemas.openxmlformats.org/drawingml/2006/main" w="20955">
            <a:solidFill>
              <a:srgbClr val="4676CB"/>
            </a:solidFill>
            <a:prstDash val="solid"/>
          </a:ln>
        </p:spPr>
      </p:sp>
      <p:sp>
        <p:nvSpPr>
          <p:cNvPr id="50" name="Editable arrowhead 317">
            <a:extLst xmlns:a="http://schemas.openxmlformats.org/drawingml/2006/main">
              <a:ext uri="{FF2B5EF4-FFF2-40B4-BE49-F238E27FC236}">
                <a16:creationId xmlns:a16="http://schemas.microsoft.com/office/drawing/2014/main" id="{EC88333E-11F5-482D-A325-53E57F7B5189}"/>
              </a:ext>
            </a:extLst>
          </p:cNvPr>
          <p:cNvSpPr>
            <a:spLocks xmlns:a="http://schemas.openxmlformats.org/drawingml/2006/main" noGrp="1"/>
          </p:cNvSpPr>
          <p:nvPr/>
        </p:nvSpPr>
        <p:spPr>
          <a:xfrm xmlns:a="http://schemas.openxmlformats.org/drawingml/2006/main">
            <a:off x="5657850" y="47625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51" name="DP1 object 318">
            <a:extLst xmlns:a="http://schemas.openxmlformats.org/drawingml/2006/main">
              <a:ext uri="{FF2B5EF4-FFF2-40B4-BE49-F238E27FC236}">
                <a16:creationId xmlns:a16="http://schemas.microsoft.com/office/drawing/2014/main" id="{CC70AEB5-9E93-4736-83E5-D3FD32447F8F}"/>
              </a:ext>
            </a:extLst>
          </p:cNvPr>
          <p:cNvSpPr>
            <a:spLocks xmlns:a="http://schemas.openxmlformats.org/drawingml/2006/main" noGrp="1"/>
          </p:cNvSpPr>
          <p:nvPr/>
        </p:nvSpPr>
        <p:spPr>
          <a:xfrm xmlns:a="http://schemas.openxmlformats.org/drawingml/2006/main">
            <a:off x="514350" y="8362950"/>
            <a:ext cx="519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4676CB"/>
                </a:solidFill>
                <a:latin typeface="Apple SD Gothic Neo"/>
                <a:ea typeface="Apple SD Gothic Neo"/>
                <a:cs typeface="Apple SD Gothic Neo"/>
              </a:defRPr>
            </a:defPPr>
            <a:lvl1pPr algn="ctr">
              <a:defRPr sz="1725" b="1">
                <a:solidFill>
                  <a:srgbClr val="4676CB"/>
                </a:solidFill>
                <a:latin typeface="Apple SD Gothic Neo"/>
                <a:ea typeface="Apple SD Gothic Neo"/>
                <a:cs typeface="Apple SD Gothic Neo"/>
              </a:defRPr>
            </a:lvl1pPr>
            <a:lvl2pPr algn="ctr">
              <a:defRPr sz="1725" b="1">
                <a:solidFill>
                  <a:srgbClr val="4676CB"/>
                </a:solidFill>
                <a:latin typeface="Apple SD Gothic Neo"/>
                <a:ea typeface="Apple SD Gothic Neo"/>
                <a:cs typeface="Apple SD Gothic Neo"/>
              </a:defRPr>
            </a:lvl2pPr>
            <a:lvl3pPr algn="ctr">
              <a:defRPr sz="1725" b="1">
                <a:solidFill>
                  <a:srgbClr val="4676CB"/>
                </a:solidFill>
                <a:latin typeface="Apple SD Gothic Neo"/>
                <a:ea typeface="Apple SD Gothic Neo"/>
                <a:cs typeface="Apple SD Gothic Neo"/>
              </a:defRPr>
            </a:lvl3pPr>
            <a:lvl4pPr algn="ctr">
              <a:defRPr sz="1725" b="1">
                <a:solidFill>
                  <a:srgbClr val="4676CB"/>
                </a:solidFill>
                <a:latin typeface="Apple SD Gothic Neo"/>
                <a:ea typeface="Apple SD Gothic Neo"/>
                <a:cs typeface="Apple SD Gothic Neo"/>
              </a:defRPr>
            </a:lvl4pPr>
            <a:lvl5pPr algn="ctr">
              <a:defRPr sz="1725" b="1">
                <a:solidFill>
                  <a:srgbClr val="4676CB"/>
                </a:solidFill>
                <a:latin typeface="Apple SD Gothic Neo"/>
                <a:ea typeface="Apple SD Gothic Neo"/>
                <a:cs typeface="Apple SD Gothic Neo"/>
              </a:defRPr>
            </a:lvl5pPr>
            <a:lvl6pPr algn="ctr">
              <a:defRPr sz="1725" b="1">
                <a:solidFill>
                  <a:srgbClr val="4676CB"/>
                </a:solidFill>
                <a:latin typeface="Apple SD Gothic Neo"/>
                <a:ea typeface="Apple SD Gothic Neo"/>
                <a:cs typeface="Apple SD Gothic Neo"/>
              </a:defRPr>
            </a:lvl6pPr>
            <a:lvl7pPr algn="ctr">
              <a:defRPr sz="1725" b="1">
                <a:solidFill>
                  <a:srgbClr val="4676CB"/>
                </a:solidFill>
                <a:latin typeface="Apple SD Gothic Neo"/>
                <a:ea typeface="Apple SD Gothic Neo"/>
                <a:cs typeface="Apple SD Gothic Neo"/>
              </a:defRPr>
            </a:lvl7pPr>
            <a:lvl8pPr algn="ctr">
              <a:defRPr sz="1725" b="1">
                <a:solidFill>
                  <a:srgbClr val="4676CB"/>
                </a:solidFill>
                <a:latin typeface="Apple SD Gothic Neo"/>
                <a:ea typeface="Apple SD Gothic Neo"/>
                <a:cs typeface="Apple SD Gothic Neo"/>
              </a:defRPr>
            </a:lvl8pPr>
            <a:lvl9pPr algn="ctr">
              <a:defRPr sz="1725" b="1">
                <a:solidFill>
                  <a:srgbClr val="4676CB"/>
                </a:solidFill>
                <a:latin typeface="Apple SD Gothic Neo"/>
                <a:ea typeface="Apple SD Gothic Neo"/>
                <a:cs typeface="Apple SD Gothic Neo"/>
              </a:defRPr>
            </a:lvl9pPr>
          </a:lstStyle>
          <a:p xmlns:a="http://schemas.openxmlformats.org/drawingml/2006/main">
            <a:pPr algn="ctr">
              <a:defRPr sz="1725" b="1">
                <a:solidFill>
                  <a:srgbClr val="4676CB"/>
                </a:solidFill>
                <a:latin typeface="Apple SD Gothic Neo"/>
                <a:ea typeface="Apple SD Gothic Neo"/>
                <a:cs typeface="Apple SD Gothic Neo"/>
              </a:defRPr>
            </a:pPr>
            <a:r>
              <a:rPr sz="1725" b="1">
                <a:solidFill>
                  <a:srgbClr val="4676CB"/>
                </a:solidFill>
                <a:latin typeface="Apple SD Gothic Neo"/>
                <a:ea typeface="Apple SD Gothic Neo"/>
                <a:cs typeface="Apple SD Gothic Neo"/>
              </a:rPr>
              <a:t>영향 범위가 불명확하면 전체 재구성</a:t>
            </a:r>
          </a:p>
        </p:txBody>
      </p:sp>
      <p:sp>
        <p:nvSpPr>
          <p:cNvPr id="52" name="DP1 object 319">
            <a:extLst xmlns:a="http://schemas.openxmlformats.org/drawingml/2006/main">
              <a:ext uri="{FF2B5EF4-FFF2-40B4-BE49-F238E27FC236}">
                <a16:creationId xmlns:a16="http://schemas.microsoft.com/office/drawing/2014/main" id="{4819B144-6F80-4CB4-906E-30D04961FB58}"/>
              </a:ext>
            </a:extLst>
          </p:cNvPr>
          <p:cNvSpPr>
            <a:spLocks xmlns:a="http://schemas.openxmlformats.org/drawingml/2006/main" noGrp="1"/>
          </p:cNvSpPr>
          <p:nvPr/>
        </p:nvSpPr>
        <p:spPr>
          <a:xfrm xmlns:a="http://schemas.openxmlformats.org/drawingml/2006/main">
            <a:off x="533400" y="8791575"/>
            <a:ext cx="51530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50555B"/>
                </a:solidFill>
                <a:latin typeface="Apple SD Gothic Neo"/>
                <a:ea typeface="Apple SD Gothic Neo"/>
                <a:cs typeface="Apple SD Gothic Neo"/>
              </a:defRPr>
            </a:defPPr>
            <a:lvl1pPr algn="ctr">
              <a:defRPr sz="1650" b="0">
                <a:solidFill>
                  <a:srgbClr val="50555B"/>
                </a:solidFill>
                <a:latin typeface="Apple SD Gothic Neo"/>
                <a:ea typeface="Apple SD Gothic Neo"/>
                <a:cs typeface="Apple SD Gothic Neo"/>
              </a:defRPr>
            </a:lvl1pPr>
            <a:lvl2pPr algn="ctr">
              <a:defRPr sz="1650" b="0">
                <a:solidFill>
                  <a:srgbClr val="50555B"/>
                </a:solidFill>
                <a:latin typeface="Apple SD Gothic Neo"/>
                <a:ea typeface="Apple SD Gothic Neo"/>
                <a:cs typeface="Apple SD Gothic Neo"/>
              </a:defRPr>
            </a:lvl2pPr>
            <a:lvl3pPr algn="ctr">
              <a:defRPr sz="1650" b="0">
                <a:solidFill>
                  <a:srgbClr val="50555B"/>
                </a:solidFill>
                <a:latin typeface="Apple SD Gothic Neo"/>
                <a:ea typeface="Apple SD Gothic Neo"/>
                <a:cs typeface="Apple SD Gothic Neo"/>
              </a:defRPr>
            </a:lvl3pPr>
            <a:lvl4pPr algn="ctr">
              <a:defRPr sz="1650" b="0">
                <a:solidFill>
                  <a:srgbClr val="50555B"/>
                </a:solidFill>
                <a:latin typeface="Apple SD Gothic Neo"/>
                <a:ea typeface="Apple SD Gothic Neo"/>
                <a:cs typeface="Apple SD Gothic Neo"/>
              </a:defRPr>
            </a:lvl4pPr>
            <a:lvl5pPr algn="ctr">
              <a:defRPr sz="1650" b="0">
                <a:solidFill>
                  <a:srgbClr val="50555B"/>
                </a:solidFill>
                <a:latin typeface="Apple SD Gothic Neo"/>
                <a:ea typeface="Apple SD Gothic Neo"/>
                <a:cs typeface="Apple SD Gothic Neo"/>
              </a:defRPr>
            </a:lvl5pPr>
            <a:lvl6pPr algn="ctr">
              <a:defRPr sz="1650" b="0">
                <a:solidFill>
                  <a:srgbClr val="50555B"/>
                </a:solidFill>
                <a:latin typeface="Apple SD Gothic Neo"/>
                <a:ea typeface="Apple SD Gothic Neo"/>
                <a:cs typeface="Apple SD Gothic Neo"/>
              </a:defRPr>
            </a:lvl6pPr>
            <a:lvl7pPr algn="ctr">
              <a:defRPr sz="1650" b="0">
                <a:solidFill>
                  <a:srgbClr val="50555B"/>
                </a:solidFill>
                <a:latin typeface="Apple SD Gothic Neo"/>
                <a:ea typeface="Apple SD Gothic Neo"/>
                <a:cs typeface="Apple SD Gothic Neo"/>
              </a:defRPr>
            </a:lvl7pPr>
            <a:lvl8pPr algn="ctr">
              <a:defRPr sz="1650" b="0">
                <a:solidFill>
                  <a:srgbClr val="50555B"/>
                </a:solidFill>
                <a:latin typeface="Apple SD Gothic Neo"/>
                <a:ea typeface="Apple SD Gothic Neo"/>
                <a:cs typeface="Apple SD Gothic Neo"/>
              </a:defRPr>
            </a:lvl8pPr>
            <a:lvl9pPr algn="ctr">
              <a:defRPr sz="1650" b="0">
                <a:solidFill>
                  <a:srgbClr val="50555B"/>
                </a:solidFill>
                <a:latin typeface="Apple SD Gothic Neo"/>
                <a:ea typeface="Apple SD Gothic Neo"/>
                <a:cs typeface="Apple SD Gothic Neo"/>
              </a:defRPr>
            </a:lvl9pPr>
          </a:lstStyle>
          <a:p xmlns:a="http://schemas.openxmlformats.org/drawingml/2006/main">
            <a:pPr algn="ctr">
              <a:defRPr sz="1650" b="0">
                <a:solidFill>
                  <a:srgbClr val="50555B"/>
                </a:solidFill>
                <a:latin typeface="Apple SD Gothic Neo"/>
                <a:ea typeface="Apple SD Gothic Neo"/>
                <a:cs typeface="Apple SD Gothic Neo"/>
              </a:defRPr>
            </a:pPr>
            <a:r>
              <a:rPr sz="1650" b="0">
                <a:solidFill>
                  <a:srgbClr val="50555B"/>
                </a:solidFill>
                <a:latin typeface="Apple SD Gothic Neo"/>
                <a:ea typeface="Apple SD Gothic Neo"/>
                <a:cs typeface="Apple SD Gothic Neo"/>
              </a:rPr>
              <a:t>파란 경로: 보완안 A2</a:t>
            </a:r>
          </a:p>
          <a:p xmlns:a="http://schemas.openxmlformats.org/drawingml/2006/main">
            <a:pPr algn="ctr">
              <a:defRPr sz="1650" b="0">
                <a:solidFill>
                  <a:srgbClr val="50555B"/>
                </a:solidFill>
                <a:latin typeface="Apple SD Gothic Neo"/>
                <a:ea typeface="Apple SD Gothic Neo"/>
                <a:cs typeface="Apple SD Gothic Neo"/>
              </a:defRPr>
            </a:pPr>
            <a:r>
              <a:rPr sz="1650" b="0">
                <a:solidFill>
                  <a:srgbClr val="50555B"/>
                </a:solidFill>
                <a:latin typeface="Apple SD Gothic Neo"/>
                <a:ea typeface="Apple SD Gothic Neo"/>
                <a:cs typeface="Apple SD Gothic Neo"/>
              </a:rPr>
              <a:t>대규모 성능 개선으로는 채택하지 않음</a:t>
            </a:r>
          </a:p>
        </p:txBody>
      </p:sp>
      <p:sp>
        <p:nvSpPr>
          <p:cNvPr id="53" name="DP1 object 320">
            <a:extLst xmlns:a="http://schemas.openxmlformats.org/drawingml/2006/main">
              <a:ext uri="{FF2B5EF4-FFF2-40B4-BE49-F238E27FC236}">
                <a16:creationId xmlns:a16="http://schemas.microsoft.com/office/drawing/2014/main" id="{3F461CD0-4019-4821-9D5A-584EFAFE7ACD}"/>
              </a:ext>
            </a:extLst>
          </p:cNvPr>
          <p:cNvSpPr>
            <a:spLocks xmlns:a="http://schemas.openxmlformats.org/drawingml/2006/main" noGrp="1"/>
          </p:cNvSpPr>
          <p:nvPr/>
        </p:nvSpPr>
        <p:spPr>
          <a:xfrm xmlns:a="http://schemas.openxmlformats.org/drawingml/2006/main">
            <a:off x="6410325" y="2066925"/>
            <a:ext cx="1143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기본 PoC에서 관측한 A의 QA 약점</a:t>
            </a:r>
          </a:p>
        </p:txBody>
      </p:sp>
      <p:graphicFrame>
        <p:nvGraphicFramePr>
          <p:cNvPr id="54" name="">
            <a:extLst xmlns:a="http://schemas.openxmlformats.org/drawingml/2006/main">
              <a:ext uri="{FF2B5EF4-FFF2-40B4-BE49-F238E27FC236}">
                <a16:creationId xmlns:a16="http://schemas.microsoft.com/office/drawing/2014/main" id="{026D01A2-71D6-40EE-89A6-B08CFF59BD6F}"/>
              </a:ext>
            </a:extLst>
          </p:cNvPr>
          <p:cNvGraphicFramePr/>
          <p:nvPr/>
        </p:nvGraphicFramePr>
        <p:xfrm>
          <a:off xmlns:a="http://schemas.openxmlformats.org/drawingml/2006/main" x="6391275" y="2543175"/>
          <a:ext xmlns:a="http://schemas.openxmlformats.org/drawingml/2006/main" cx="11677650" cy="1381125"/>
        </p:xfrm>
        <a:graphic xmlns:a="http://schemas.openxmlformats.org/drawingml/2006/main">
          <a:graphicData uri="http://schemas.openxmlformats.org/drawingml/2006/table">
            <a:tbl>
              <a:tblPr firstRow="0" bandRow="0" bandCol="0"/>
              <a:tblGrid>
                <a:gridCol w="2505075"/>
                <a:gridCol w="2047875"/>
                <a:gridCol w="2476500"/>
                <a:gridCol w="4648200"/>
              </a:tblGrid>
              <a:tr h="409575">
                <a:tc>
                  <a:txBody>
                    <a:bodyPr anchor="ctr"/>
                    <a:lstStyle/>
                    <a:p>
                      <a:pPr algn="ctr"/>
                      <a:r>
                        <a:rPr sz="1875" b="1">
                          <a:solidFill>
                            <a:srgbClr val="111111"/>
                          </a:solidFill>
                          <a:latin typeface="Apple SD Gothic Neo"/>
                          <a:ea typeface="Apple SD Gothic Neo"/>
                          <a:cs typeface="Apple SD Gothic Neo"/>
                        </a:rPr>
                        <a:t>QA</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비교안</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해석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r>
                        <a:rPr sz="1875">
                          <a:solidFill>
                            <a:srgbClr val="111111"/>
                          </a:solidFill>
                          <a:latin typeface="Apple SD Gothic Neo"/>
                          <a:ea typeface="Apple SD Gothic Neo"/>
                          <a:cs typeface="Apple SD Gothic Neo"/>
                        </a:rPr>
                        <a:t>QA03 처리시간</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025" b="1">
                          <a:solidFill>
                            <a:srgbClr val="C00000"/>
                          </a:solidFill>
                          <a:latin typeface="Apple SD Gothic Neo"/>
                          <a:ea typeface="Apple SD Gothic Neo"/>
                          <a:cs typeface="Apple SD Gothic Neo"/>
                        </a:rPr>
                        <a:t>13.617초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025" b="1">
                          <a:solidFill>
                            <a:srgbClr val="111111"/>
                          </a:solidFill>
                          <a:latin typeface="Apple SD Gothic Neo"/>
                          <a:ea typeface="Apple SD Gothic Neo"/>
                          <a:cs typeface="Apple SD Gothic Neo"/>
                        </a:rPr>
                        <a:t>C 12.364초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관측: A가 1.253초 더 걸림</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r>
                        <a:rPr sz="1875">
                          <a:solidFill>
                            <a:srgbClr val="111111"/>
                          </a:solidFill>
                          <a:latin typeface="Apple SD Gothic Neo"/>
                          <a:ea typeface="Apple SD Gothic Neo"/>
                          <a:cs typeface="Apple SD Gothic Neo"/>
                        </a:rPr>
                        <a:t>QA01 첫 응답</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6.609초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B 6.267초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0">
                          <a:solidFill>
                            <a:srgbClr val="50555B"/>
                          </a:solidFill>
                          <a:latin typeface="Apple SD Gothic Neo"/>
                          <a:ea typeface="Apple SD Gothic Neo"/>
                          <a:cs typeface="Apple SD Gothic Neo"/>
                        </a:rPr>
                        <a:t>관측 차이 0.342초 / 우열 미확정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321">
            <a:extLst xmlns:a="http://schemas.openxmlformats.org/drawingml/2006/main">
              <a:ext uri="{FF2B5EF4-FFF2-40B4-BE49-F238E27FC236}">
                <a16:creationId xmlns:a16="http://schemas.microsoft.com/office/drawing/2014/main" id="{A97B1972-0087-40C9-88C7-39F6A59EC2B7}"/>
              </a:ext>
            </a:extLst>
          </p:cNvPr>
          <p:cNvSpPr>
            <a:spLocks xmlns:a="http://schemas.openxmlformats.org/drawingml/2006/main" noGrp="1"/>
          </p:cNvSpPr>
          <p:nvPr/>
        </p:nvSpPr>
        <p:spPr>
          <a:xfrm xmlns:a="http://schemas.openxmlformats.org/drawingml/2006/main">
            <a:off x="6419850" y="4162425"/>
            <a:ext cx="11525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4676CB"/>
                </a:solidFill>
                <a:latin typeface="Apple SD Gothic Neo"/>
                <a:ea typeface="Apple SD Gothic Neo"/>
                <a:cs typeface="Apple SD Gothic Neo"/>
              </a:defRPr>
            </a:defPPr>
            <a:lvl1pPr algn="l">
              <a:defRPr sz="2250" b="1">
                <a:solidFill>
                  <a:srgbClr val="4676CB"/>
                </a:solidFill>
                <a:latin typeface="Apple SD Gothic Neo"/>
                <a:ea typeface="Apple SD Gothic Neo"/>
                <a:cs typeface="Apple SD Gothic Neo"/>
              </a:defRPr>
            </a:lvl1pPr>
            <a:lvl2pPr algn="l">
              <a:defRPr sz="2250" b="1">
                <a:solidFill>
                  <a:srgbClr val="4676CB"/>
                </a:solidFill>
                <a:latin typeface="Apple SD Gothic Neo"/>
                <a:ea typeface="Apple SD Gothic Neo"/>
                <a:cs typeface="Apple SD Gothic Neo"/>
              </a:defRPr>
            </a:lvl2pPr>
            <a:lvl3pPr algn="l">
              <a:defRPr sz="2250" b="1">
                <a:solidFill>
                  <a:srgbClr val="4676CB"/>
                </a:solidFill>
                <a:latin typeface="Apple SD Gothic Neo"/>
                <a:ea typeface="Apple SD Gothic Neo"/>
                <a:cs typeface="Apple SD Gothic Neo"/>
              </a:defRPr>
            </a:lvl3pPr>
            <a:lvl4pPr algn="l">
              <a:defRPr sz="2250" b="1">
                <a:solidFill>
                  <a:srgbClr val="4676CB"/>
                </a:solidFill>
                <a:latin typeface="Apple SD Gothic Neo"/>
                <a:ea typeface="Apple SD Gothic Neo"/>
                <a:cs typeface="Apple SD Gothic Neo"/>
              </a:defRPr>
            </a:lvl4pPr>
            <a:lvl5pPr algn="l">
              <a:defRPr sz="2250" b="1">
                <a:solidFill>
                  <a:srgbClr val="4676CB"/>
                </a:solidFill>
                <a:latin typeface="Apple SD Gothic Neo"/>
                <a:ea typeface="Apple SD Gothic Neo"/>
                <a:cs typeface="Apple SD Gothic Neo"/>
              </a:defRPr>
            </a:lvl5pPr>
            <a:lvl6pPr algn="l">
              <a:defRPr sz="2250" b="1">
                <a:solidFill>
                  <a:srgbClr val="4676CB"/>
                </a:solidFill>
                <a:latin typeface="Apple SD Gothic Neo"/>
                <a:ea typeface="Apple SD Gothic Neo"/>
                <a:cs typeface="Apple SD Gothic Neo"/>
              </a:defRPr>
            </a:lvl6pPr>
            <a:lvl7pPr algn="l">
              <a:defRPr sz="2250" b="1">
                <a:solidFill>
                  <a:srgbClr val="4676CB"/>
                </a:solidFill>
                <a:latin typeface="Apple SD Gothic Neo"/>
                <a:ea typeface="Apple SD Gothic Neo"/>
                <a:cs typeface="Apple SD Gothic Neo"/>
              </a:defRPr>
            </a:lvl7pPr>
            <a:lvl8pPr algn="l">
              <a:defRPr sz="2250" b="1">
                <a:solidFill>
                  <a:srgbClr val="4676CB"/>
                </a:solidFill>
                <a:latin typeface="Apple SD Gothic Neo"/>
                <a:ea typeface="Apple SD Gothic Neo"/>
                <a:cs typeface="Apple SD Gothic Neo"/>
              </a:defRPr>
            </a:lvl8pPr>
            <a:lvl9pPr algn="l">
              <a:defRPr sz="2250" b="1">
                <a:solidFill>
                  <a:srgbClr val="4676CB"/>
                </a:solidFill>
                <a:latin typeface="Apple SD Gothic Neo"/>
                <a:ea typeface="Apple SD Gothic Neo"/>
                <a:cs typeface="Apple SD Gothic Neo"/>
              </a:defRPr>
            </a:lvl9pPr>
          </a:lstStyle>
          <a:p xmlns:a="http://schemas.openxmlformats.org/drawingml/2006/main">
            <a:pPr algn="l">
              <a:defRPr sz="2250" b="1">
                <a:solidFill>
                  <a:srgbClr val="4676CB"/>
                </a:solidFill>
                <a:latin typeface="Apple SD Gothic Neo"/>
                <a:ea typeface="Apple SD Gothic Neo"/>
                <a:cs typeface="Apple SD Gothic Neo"/>
              </a:defRPr>
            </a:pPr>
            <a:r>
              <a:rPr sz="2250" b="1">
                <a:solidFill>
                  <a:srgbClr val="4676CB"/>
                </a:solidFill>
                <a:latin typeface="Apple SD Gothic Neo"/>
                <a:ea typeface="Apple SD Gothic Neo"/>
                <a:cs typeface="Apple SD Gothic Neo"/>
              </a:rPr>
              <a:t>보완 ①  QA03 — 변경 조각만 읽고 갱신</a:t>
            </a:r>
          </a:p>
        </p:txBody>
      </p:sp>
      <p:sp>
        <p:nvSpPr>
          <p:cNvPr id="56" name="DP1 object 322">
            <a:extLst xmlns:a="http://schemas.openxmlformats.org/drawingml/2006/main">
              <a:ext uri="{FF2B5EF4-FFF2-40B4-BE49-F238E27FC236}">
                <a16:creationId xmlns:a16="http://schemas.microsoft.com/office/drawing/2014/main" id="{680A3261-52EC-4910-BACF-86201B067238}"/>
              </a:ext>
            </a:extLst>
          </p:cNvPr>
          <p:cNvSpPr>
            <a:spLocks xmlns:a="http://schemas.openxmlformats.org/drawingml/2006/main" noGrp="1"/>
          </p:cNvSpPr>
          <p:nvPr/>
        </p:nvSpPr>
        <p:spPr>
          <a:xfrm xmlns:a="http://schemas.openxmlformats.org/drawingml/2006/main">
            <a:off x="6419850" y="4581525"/>
            <a:ext cx="1152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정정 사례 3회에서 기본 A와 A+A2를 비교</a:t>
            </a:r>
          </a:p>
        </p:txBody>
      </p:sp>
      <p:graphicFrame>
        <p:nvGraphicFramePr>
          <p:cNvPr id="57" name="">
            <a:extLst xmlns:a="http://schemas.openxmlformats.org/drawingml/2006/main">
              <a:ext uri="{FF2B5EF4-FFF2-40B4-BE49-F238E27FC236}">
                <a16:creationId xmlns:a16="http://schemas.microsoft.com/office/drawing/2014/main" id="{107B6545-8CEE-496D-89B6-01E7D19D0CB7}"/>
              </a:ext>
            </a:extLst>
          </p:cNvPr>
          <p:cNvGraphicFramePr/>
          <p:nvPr/>
        </p:nvGraphicFramePr>
        <p:xfrm>
          <a:off xmlns:a="http://schemas.openxmlformats.org/drawingml/2006/main" x="6391275" y="4953000"/>
          <a:ext xmlns:a="http://schemas.openxmlformats.org/drawingml/2006/main" cx="11677650" cy="1333500"/>
        </p:xfrm>
        <a:graphic xmlns:a="http://schemas.openxmlformats.org/drawingml/2006/main">
          <a:graphicData uri="http://schemas.openxmlformats.org/drawingml/2006/table">
            <a:tbl>
              <a:tblPr firstRow="0" bandRow="0" bandCol="0"/>
              <a:tblGrid>
                <a:gridCol w="4229100"/>
                <a:gridCol w="3724275"/>
                <a:gridCol w="3724275"/>
              </a:tblGrid>
              <a:tr h="381000">
                <a:tc>
                  <a:txBody>
                    <a:bodyPr anchor="ctr"/>
                    <a:lstStyle/>
                    <a:p>
                      <a:pPr algn="ctr"/>
                      <a:r>
                        <a:rPr sz="1875" b="1">
                          <a:solidFill>
                            <a:srgbClr val="111111"/>
                          </a:solidFill>
                          <a:latin typeface="Apple SD Gothic Neo"/>
                          <a:ea typeface="Apple SD Gothic Neo"/>
                          <a:cs typeface="Apple SD Gothic Neo"/>
                        </a:rPr>
                        <a:t>항목</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r>
                        <a:rPr sz="1875" b="1">
                          <a:solidFill>
                            <a:srgbClr val="111111"/>
                          </a:solidFill>
                          <a:latin typeface="Apple SD Gothic Neo"/>
                          <a:ea typeface="Apple SD Gothic Neo"/>
                          <a:cs typeface="Apple SD Gothic Neo"/>
                        </a:rPr>
                        <a:t>기본 A</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r>
                        <a:rPr sz="1875" b="1">
                          <a:solidFill>
                            <a:srgbClr val="111111"/>
                          </a:solidFill>
                          <a:latin typeface="Apple SD Gothic Neo"/>
                          <a:ea typeface="Apple SD Gothic Neo"/>
                          <a:cs typeface="Apple SD Gothic Neo"/>
                        </a:rPr>
                        <a:t>A + A2</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r>
                        <a:rPr sz="1875">
                          <a:solidFill>
                            <a:srgbClr val="111111"/>
                          </a:solidFill>
                          <a:latin typeface="Apple SD Gothic Neo"/>
                          <a:ea typeface="Apple SD Gothic Neo"/>
                          <a:cs typeface="Apple SD Gothic Neo"/>
                        </a:rPr>
                        <a:t>QA03 처리시간</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550" b="1">
                          <a:solidFill>
                            <a:srgbClr val="111111"/>
                          </a:solidFill>
                          <a:latin typeface="Apple SD Gothic Neo"/>
                          <a:ea typeface="Apple SD Gothic Neo"/>
                          <a:cs typeface="Apple SD Gothic Neo"/>
                        </a:rPr>
                        <a:t>21.822초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2550" b="1">
                          <a:solidFill>
                            <a:srgbClr val="4676CB"/>
                          </a:solidFill>
                          <a:latin typeface="Apple SD Gothic Neo"/>
                          <a:ea typeface="Apple SD Gothic Neo"/>
                          <a:cs typeface="Apple SD Gothic Neo"/>
                        </a:rPr>
                        <a:t>21.433초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r>
                        <a:rPr sz="1875">
                          <a:solidFill>
                            <a:srgbClr val="111111"/>
                          </a:solidFill>
                          <a:latin typeface="Apple SD Gothic Neo"/>
                          <a:ea typeface="Apple SD Gothic Neo"/>
                          <a:cs typeface="Apple SD Gothic Neo"/>
                        </a:rPr>
                        <a:t>원본 읽기 / 모델 호출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12회 / 12회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875">
                          <a:solidFill>
                            <a:srgbClr val="111111"/>
                          </a:solidFill>
                          <a:latin typeface="Apple SD Gothic Neo"/>
                          <a:ea typeface="Apple SD Gothic Neo"/>
                          <a:cs typeface="Apple SD Gothic Neo"/>
                        </a:rPr>
                        <a:t>9회 / 12회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323">
            <a:extLst xmlns:a="http://schemas.openxmlformats.org/drawingml/2006/main">
              <a:ext uri="{FF2B5EF4-FFF2-40B4-BE49-F238E27FC236}">
                <a16:creationId xmlns:a16="http://schemas.microsoft.com/office/drawing/2014/main" id="{F67D33C5-A417-4CAA-88D7-4BB84DB82081}"/>
              </a:ext>
            </a:extLst>
          </p:cNvPr>
          <p:cNvSpPr>
            <a:spLocks xmlns:a="http://schemas.openxmlformats.org/drawingml/2006/main" noGrp="1"/>
          </p:cNvSpPr>
          <p:nvPr/>
        </p:nvSpPr>
        <p:spPr>
          <a:xfrm xmlns:a="http://schemas.openxmlformats.org/drawingml/2006/main">
            <a:off x="6419850" y="6353175"/>
            <a:ext cx="11525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정정 사례 관측: 0.389초 감소. 재조회 감소만 확인했으며 전체 A/C 재비교는 미실시.</a:t>
            </a:r>
          </a:p>
        </p:txBody>
      </p:sp>
      <p:sp>
        <p:nvSpPr>
          <p:cNvPr id="59" name="DP1 object 324">
            <a:extLst xmlns:a="http://schemas.openxmlformats.org/drawingml/2006/main">
              <a:ext uri="{FF2B5EF4-FFF2-40B4-BE49-F238E27FC236}">
                <a16:creationId xmlns:a16="http://schemas.microsoft.com/office/drawing/2014/main" id="{C1471E45-3224-4420-B167-A4C5FDEBB989}"/>
              </a:ext>
            </a:extLst>
          </p:cNvPr>
          <p:cNvSpPr>
            <a:spLocks xmlns:a="http://schemas.openxmlformats.org/drawingml/2006/main" noGrp="1"/>
          </p:cNvSpPr>
          <p:nvPr/>
        </p:nvSpPr>
        <p:spPr>
          <a:xfrm xmlns:a="http://schemas.openxmlformats.org/drawingml/2006/main">
            <a:off x="6419850" y="6886575"/>
            <a:ext cx="11525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4676CB"/>
                </a:solidFill>
                <a:latin typeface="Apple SD Gothic Neo"/>
                <a:ea typeface="Apple SD Gothic Neo"/>
                <a:cs typeface="Apple SD Gothic Neo"/>
              </a:defRPr>
            </a:defPPr>
            <a:lvl1pPr algn="l">
              <a:defRPr sz="2175" b="1">
                <a:solidFill>
                  <a:srgbClr val="4676CB"/>
                </a:solidFill>
                <a:latin typeface="Apple SD Gothic Neo"/>
                <a:ea typeface="Apple SD Gothic Neo"/>
                <a:cs typeface="Apple SD Gothic Neo"/>
              </a:defRPr>
            </a:lvl1pPr>
            <a:lvl2pPr algn="l">
              <a:defRPr sz="2175" b="1">
                <a:solidFill>
                  <a:srgbClr val="4676CB"/>
                </a:solidFill>
                <a:latin typeface="Apple SD Gothic Neo"/>
                <a:ea typeface="Apple SD Gothic Neo"/>
                <a:cs typeface="Apple SD Gothic Neo"/>
              </a:defRPr>
            </a:lvl2pPr>
            <a:lvl3pPr algn="l">
              <a:defRPr sz="2175" b="1">
                <a:solidFill>
                  <a:srgbClr val="4676CB"/>
                </a:solidFill>
                <a:latin typeface="Apple SD Gothic Neo"/>
                <a:ea typeface="Apple SD Gothic Neo"/>
                <a:cs typeface="Apple SD Gothic Neo"/>
              </a:defRPr>
            </a:lvl3pPr>
            <a:lvl4pPr algn="l">
              <a:defRPr sz="2175" b="1">
                <a:solidFill>
                  <a:srgbClr val="4676CB"/>
                </a:solidFill>
                <a:latin typeface="Apple SD Gothic Neo"/>
                <a:ea typeface="Apple SD Gothic Neo"/>
                <a:cs typeface="Apple SD Gothic Neo"/>
              </a:defRPr>
            </a:lvl4pPr>
            <a:lvl5pPr algn="l">
              <a:defRPr sz="2175" b="1">
                <a:solidFill>
                  <a:srgbClr val="4676CB"/>
                </a:solidFill>
                <a:latin typeface="Apple SD Gothic Neo"/>
                <a:ea typeface="Apple SD Gothic Neo"/>
                <a:cs typeface="Apple SD Gothic Neo"/>
              </a:defRPr>
            </a:lvl5pPr>
            <a:lvl6pPr algn="l">
              <a:defRPr sz="2175" b="1">
                <a:solidFill>
                  <a:srgbClr val="4676CB"/>
                </a:solidFill>
                <a:latin typeface="Apple SD Gothic Neo"/>
                <a:ea typeface="Apple SD Gothic Neo"/>
                <a:cs typeface="Apple SD Gothic Neo"/>
              </a:defRPr>
            </a:lvl6pPr>
            <a:lvl7pPr algn="l">
              <a:defRPr sz="2175" b="1">
                <a:solidFill>
                  <a:srgbClr val="4676CB"/>
                </a:solidFill>
                <a:latin typeface="Apple SD Gothic Neo"/>
                <a:ea typeface="Apple SD Gothic Neo"/>
                <a:cs typeface="Apple SD Gothic Neo"/>
              </a:defRPr>
            </a:lvl7pPr>
            <a:lvl8pPr algn="l">
              <a:defRPr sz="2175" b="1">
                <a:solidFill>
                  <a:srgbClr val="4676CB"/>
                </a:solidFill>
                <a:latin typeface="Apple SD Gothic Neo"/>
                <a:ea typeface="Apple SD Gothic Neo"/>
                <a:cs typeface="Apple SD Gothic Neo"/>
              </a:defRPr>
            </a:lvl8pPr>
            <a:lvl9pPr algn="l">
              <a:defRPr sz="2175" b="1">
                <a:solidFill>
                  <a:srgbClr val="4676CB"/>
                </a:solidFill>
                <a:latin typeface="Apple SD Gothic Neo"/>
                <a:ea typeface="Apple SD Gothic Neo"/>
                <a:cs typeface="Apple SD Gothic Neo"/>
              </a:defRPr>
            </a:lvl9pPr>
          </a:lstStyle>
          <a:p xmlns:a="http://schemas.openxmlformats.org/drawingml/2006/main">
            <a:pPr algn="l">
              <a:defRPr sz="2175" b="1">
                <a:solidFill>
                  <a:srgbClr val="4676CB"/>
                </a:solidFill>
                <a:latin typeface="Apple SD Gothic Neo"/>
                <a:ea typeface="Apple SD Gothic Neo"/>
                <a:cs typeface="Apple SD Gothic Neo"/>
              </a:defRPr>
            </a:pPr>
            <a:r>
              <a:rPr sz="2175" b="1">
                <a:solidFill>
                  <a:srgbClr val="4676CB"/>
                </a:solidFill>
                <a:latin typeface="Apple SD Gothic Neo"/>
                <a:ea typeface="Apple SD Gothic Neo"/>
                <a:cs typeface="Apple SD Gothic Neo"/>
              </a:rPr>
              <a:t>보완 ②  QA01 — 채택한 근거·처리 의도를 먼저 안내</a:t>
            </a:r>
          </a:p>
        </p:txBody>
      </p:sp>
      <p:sp>
        <p:nvSpPr>
          <p:cNvPr id="60" name="DP1 object 325">
            <a:extLst xmlns:a="http://schemas.openxmlformats.org/drawingml/2006/main">
              <a:ext uri="{FF2B5EF4-FFF2-40B4-BE49-F238E27FC236}">
                <a16:creationId xmlns:a16="http://schemas.microsoft.com/office/drawing/2014/main" id="{75CB816B-69AA-4CF5-86BC-C0A57A0545F5}"/>
              </a:ext>
            </a:extLst>
          </p:cNvPr>
          <p:cNvSpPr>
            <a:spLocks xmlns:a="http://schemas.openxmlformats.org/drawingml/2006/main" noGrp="1"/>
          </p:cNvSpPr>
          <p:nvPr/>
        </p:nvSpPr>
        <p:spPr>
          <a:xfrm xmlns:a="http://schemas.openxmlformats.org/drawingml/2006/main">
            <a:off x="6419850" y="7286625"/>
            <a:ext cx="1152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A/B/C 공통 보완을 A에 적용한 별도 E3 비교</a:t>
            </a:r>
          </a:p>
        </p:txBody>
      </p:sp>
      <p:sp>
        <p:nvSpPr>
          <p:cNvPr id="61" name="DP1 object 326">
            <a:extLst xmlns:a="http://schemas.openxmlformats.org/drawingml/2006/main">
              <a:ext uri="{FF2B5EF4-FFF2-40B4-BE49-F238E27FC236}">
                <a16:creationId xmlns:a16="http://schemas.microsoft.com/office/drawing/2014/main" id="{14CE9A67-BBCA-4929-9054-60A5A642A448}"/>
              </a:ext>
            </a:extLst>
          </p:cNvPr>
          <p:cNvSpPr>
            <a:spLocks xmlns:a="http://schemas.openxmlformats.org/drawingml/2006/main" noGrp="1"/>
          </p:cNvSpPr>
          <p:nvPr/>
        </p:nvSpPr>
        <p:spPr>
          <a:xfrm xmlns:a="http://schemas.openxmlformats.org/drawingml/2006/main">
            <a:off x="6419850" y="7734300"/>
            <a:ext cx="23336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111111"/>
                </a:solidFill>
                <a:latin typeface="Apple SD Gothic Neo"/>
                <a:ea typeface="Apple SD Gothic Neo"/>
                <a:cs typeface="Apple SD Gothic Neo"/>
              </a:defRPr>
            </a:defPPr>
            <a:lvl1pPr algn="l">
              <a:defRPr sz="2100" b="1">
                <a:solidFill>
                  <a:srgbClr val="111111"/>
                </a:solidFill>
                <a:latin typeface="Apple SD Gothic Neo"/>
                <a:ea typeface="Apple SD Gothic Neo"/>
                <a:cs typeface="Apple SD Gothic Neo"/>
              </a:defRPr>
            </a:lvl1pPr>
            <a:lvl2pPr algn="l">
              <a:defRPr sz="2100" b="1">
                <a:solidFill>
                  <a:srgbClr val="111111"/>
                </a:solidFill>
                <a:latin typeface="Apple SD Gothic Neo"/>
                <a:ea typeface="Apple SD Gothic Neo"/>
                <a:cs typeface="Apple SD Gothic Neo"/>
              </a:defRPr>
            </a:lvl2pPr>
            <a:lvl3pPr algn="l">
              <a:defRPr sz="2100" b="1">
                <a:solidFill>
                  <a:srgbClr val="111111"/>
                </a:solidFill>
                <a:latin typeface="Apple SD Gothic Neo"/>
                <a:ea typeface="Apple SD Gothic Neo"/>
                <a:cs typeface="Apple SD Gothic Neo"/>
              </a:defRPr>
            </a:lvl3pPr>
            <a:lvl4pPr algn="l">
              <a:defRPr sz="2100" b="1">
                <a:solidFill>
                  <a:srgbClr val="111111"/>
                </a:solidFill>
                <a:latin typeface="Apple SD Gothic Neo"/>
                <a:ea typeface="Apple SD Gothic Neo"/>
                <a:cs typeface="Apple SD Gothic Neo"/>
              </a:defRPr>
            </a:lvl4pPr>
            <a:lvl5pPr algn="l">
              <a:defRPr sz="2100" b="1">
                <a:solidFill>
                  <a:srgbClr val="111111"/>
                </a:solidFill>
                <a:latin typeface="Apple SD Gothic Neo"/>
                <a:ea typeface="Apple SD Gothic Neo"/>
                <a:cs typeface="Apple SD Gothic Neo"/>
              </a:defRPr>
            </a:lvl5pPr>
            <a:lvl6pPr algn="l">
              <a:defRPr sz="2100" b="1">
                <a:solidFill>
                  <a:srgbClr val="111111"/>
                </a:solidFill>
                <a:latin typeface="Apple SD Gothic Neo"/>
                <a:ea typeface="Apple SD Gothic Neo"/>
                <a:cs typeface="Apple SD Gothic Neo"/>
              </a:defRPr>
            </a:lvl6pPr>
            <a:lvl7pPr algn="l">
              <a:defRPr sz="2100" b="1">
                <a:solidFill>
                  <a:srgbClr val="111111"/>
                </a:solidFill>
                <a:latin typeface="Apple SD Gothic Neo"/>
                <a:ea typeface="Apple SD Gothic Neo"/>
                <a:cs typeface="Apple SD Gothic Neo"/>
              </a:defRPr>
            </a:lvl7pPr>
            <a:lvl8pPr algn="l">
              <a:defRPr sz="2100" b="1">
                <a:solidFill>
                  <a:srgbClr val="111111"/>
                </a:solidFill>
                <a:latin typeface="Apple SD Gothic Neo"/>
                <a:ea typeface="Apple SD Gothic Neo"/>
                <a:cs typeface="Apple SD Gothic Neo"/>
              </a:defRPr>
            </a:lvl8pPr>
            <a:lvl9pPr algn="l">
              <a:defRPr sz="2100" b="1">
                <a:solidFill>
                  <a:srgbClr val="111111"/>
                </a:solidFill>
                <a:latin typeface="Apple SD Gothic Neo"/>
                <a:ea typeface="Apple SD Gothic Neo"/>
                <a:cs typeface="Apple SD Gothic Neo"/>
              </a:defRPr>
            </a:lvl9pPr>
          </a:lstStyle>
          <a:p xmlns:a="http://schemas.openxmlformats.org/drawingml/2006/main">
            <a:pPr algn="l">
              <a:defRPr sz="2100" b="1">
                <a:solidFill>
                  <a:srgbClr val="111111"/>
                </a:solidFill>
                <a:latin typeface="Apple SD Gothic Neo"/>
                <a:ea typeface="Apple SD Gothic Neo"/>
                <a:cs typeface="Apple SD Gothic Neo"/>
              </a:defRPr>
            </a:pPr>
            <a:r>
              <a:rPr sz="2100" b="1">
                <a:solidFill>
                  <a:srgbClr val="111111"/>
                </a:solidFill>
                <a:latin typeface="Apple SD Gothic Neo"/>
                <a:ea typeface="Apple SD Gothic Neo"/>
                <a:cs typeface="Apple SD Gothic Neo"/>
              </a:rPr>
              <a:t>첫 응답</a:t>
            </a:r>
          </a:p>
        </p:txBody>
      </p:sp>
      <p:sp>
        <p:nvSpPr>
          <p:cNvPr id="62" name="DP1 object 327">
            <a:extLst xmlns:a="http://schemas.openxmlformats.org/drawingml/2006/main">
              <a:ext uri="{FF2B5EF4-FFF2-40B4-BE49-F238E27FC236}">
                <a16:creationId xmlns:a16="http://schemas.microsoft.com/office/drawing/2014/main" id="{2275F8A2-A722-4B17-81C8-2B8CDEF88912}"/>
              </a:ext>
            </a:extLst>
          </p:cNvPr>
          <p:cNvSpPr>
            <a:spLocks xmlns:a="http://schemas.openxmlformats.org/drawingml/2006/main" noGrp="1"/>
          </p:cNvSpPr>
          <p:nvPr/>
        </p:nvSpPr>
        <p:spPr>
          <a:xfrm xmlns:a="http://schemas.openxmlformats.org/drawingml/2006/main">
            <a:off x="8801100" y="7629525"/>
            <a:ext cx="2800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375" b="1">
                <a:solidFill>
                  <a:srgbClr val="111111"/>
                </a:solidFill>
                <a:latin typeface="Apple SD Gothic Neo"/>
                <a:ea typeface="Apple SD Gothic Neo"/>
                <a:cs typeface="Apple SD Gothic Neo"/>
              </a:defRPr>
            </a:defPPr>
            <a:lvl1pPr algn="l">
              <a:defRPr sz="3375" b="1">
                <a:solidFill>
                  <a:srgbClr val="111111"/>
                </a:solidFill>
                <a:latin typeface="Apple SD Gothic Neo"/>
                <a:ea typeface="Apple SD Gothic Neo"/>
                <a:cs typeface="Apple SD Gothic Neo"/>
              </a:defRPr>
            </a:lvl1pPr>
            <a:lvl2pPr algn="l">
              <a:defRPr sz="3375" b="1">
                <a:solidFill>
                  <a:srgbClr val="111111"/>
                </a:solidFill>
                <a:latin typeface="Apple SD Gothic Neo"/>
                <a:ea typeface="Apple SD Gothic Neo"/>
                <a:cs typeface="Apple SD Gothic Neo"/>
              </a:defRPr>
            </a:lvl2pPr>
            <a:lvl3pPr algn="l">
              <a:defRPr sz="3375" b="1">
                <a:solidFill>
                  <a:srgbClr val="111111"/>
                </a:solidFill>
                <a:latin typeface="Apple SD Gothic Neo"/>
                <a:ea typeface="Apple SD Gothic Neo"/>
                <a:cs typeface="Apple SD Gothic Neo"/>
              </a:defRPr>
            </a:lvl3pPr>
            <a:lvl4pPr algn="l">
              <a:defRPr sz="3375" b="1">
                <a:solidFill>
                  <a:srgbClr val="111111"/>
                </a:solidFill>
                <a:latin typeface="Apple SD Gothic Neo"/>
                <a:ea typeface="Apple SD Gothic Neo"/>
                <a:cs typeface="Apple SD Gothic Neo"/>
              </a:defRPr>
            </a:lvl4pPr>
            <a:lvl5pPr algn="l">
              <a:defRPr sz="3375" b="1">
                <a:solidFill>
                  <a:srgbClr val="111111"/>
                </a:solidFill>
                <a:latin typeface="Apple SD Gothic Neo"/>
                <a:ea typeface="Apple SD Gothic Neo"/>
                <a:cs typeface="Apple SD Gothic Neo"/>
              </a:defRPr>
            </a:lvl5pPr>
            <a:lvl6pPr algn="l">
              <a:defRPr sz="3375" b="1">
                <a:solidFill>
                  <a:srgbClr val="111111"/>
                </a:solidFill>
                <a:latin typeface="Apple SD Gothic Neo"/>
                <a:ea typeface="Apple SD Gothic Neo"/>
                <a:cs typeface="Apple SD Gothic Neo"/>
              </a:defRPr>
            </a:lvl6pPr>
            <a:lvl7pPr algn="l">
              <a:defRPr sz="3375" b="1">
                <a:solidFill>
                  <a:srgbClr val="111111"/>
                </a:solidFill>
                <a:latin typeface="Apple SD Gothic Neo"/>
                <a:ea typeface="Apple SD Gothic Neo"/>
                <a:cs typeface="Apple SD Gothic Neo"/>
              </a:defRPr>
            </a:lvl7pPr>
            <a:lvl8pPr algn="l">
              <a:defRPr sz="3375" b="1">
                <a:solidFill>
                  <a:srgbClr val="111111"/>
                </a:solidFill>
                <a:latin typeface="Apple SD Gothic Neo"/>
                <a:ea typeface="Apple SD Gothic Neo"/>
                <a:cs typeface="Apple SD Gothic Neo"/>
              </a:defRPr>
            </a:lvl8pPr>
            <a:lvl9pPr algn="l">
              <a:defRPr sz="3375" b="1">
                <a:solidFill>
                  <a:srgbClr val="111111"/>
                </a:solidFill>
                <a:latin typeface="Apple SD Gothic Neo"/>
                <a:ea typeface="Apple SD Gothic Neo"/>
                <a:cs typeface="Apple SD Gothic Neo"/>
              </a:defRPr>
            </a:lvl9pPr>
          </a:lstStyle>
          <a:p xmlns:a="http://schemas.openxmlformats.org/drawingml/2006/main">
            <a:pPr algn="l">
              <a:defRPr sz="3375" b="1">
                <a:solidFill>
                  <a:srgbClr val="111111"/>
                </a:solidFill>
                <a:latin typeface="Apple SD Gothic Neo"/>
                <a:ea typeface="Apple SD Gothic Neo"/>
                <a:cs typeface="Apple SD Gothic Neo"/>
              </a:defRPr>
            </a:pPr>
            <a:r>
              <a:rPr sz="3375" b="1">
                <a:solidFill>
                  <a:srgbClr val="111111"/>
                </a:solidFill>
                <a:latin typeface="Apple SD Gothic Neo"/>
                <a:ea typeface="Apple SD Gothic Neo"/>
                <a:cs typeface="Apple SD Gothic Neo"/>
              </a:rPr>
              <a:t>7.092초</a:t>
            </a:r>
          </a:p>
        </p:txBody>
      </p:sp>
      <p:sp>
        <p:nvSpPr>
          <p:cNvPr id="63" name="DP1 object 328">
            <a:extLst xmlns:a="http://schemas.openxmlformats.org/drawingml/2006/main">
              <a:ext uri="{FF2B5EF4-FFF2-40B4-BE49-F238E27FC236}">
                <a16:creationId xmlns:a16="http://schemas.microsoft.com/office/drawing/2014/main" id="{9BA82144-8E9A-439F-B4B4-A58041A44DAA}"/>
              </a:ext>
            </a:extLst>
          </p:cNvPr>
          <p:cNvSpPr>
            <a:spLocks xmlns:a="http://schemas.openxmlformats.org/drawingml/2006/main" noGrp="1"/>
          </p:cNvSpPr>
          <p:nvPr/>
        </p:nvSpPr>
        <p:spPr>
          <a:xfrm xmlns:a="http://schemas.openxmlformats.org/drawingml/2006/main">
            <a:off x="11725275" y="7629525"/>
            <a:ext cx="904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3525" b="0">
                <a:solidFill>
                  <a:srgbClr val="4676CB"/>
                </a:solidFill>
                <a:latin typeface="Apple SD Gothic Neo"/>
                <a:ea typeface="Apple SD Gothic Neo"/>
                <a:cs typeface="Apple SD Gothic Neo"/>
              </a:defRPr>
            </a:defPPr>
            <a:lvl1pPr algn="ctr">
              <a:defRPr sz="3525" b="0">
                <a:solidFill>
                  <a:srgbClr val="4676CB"/>
                </a:solidFill>
                <a:latin typeface="Apple SD Gothic Neo"/>
                <a:ea typeface="Apple SD Gothic Neo"/>
                <a:cs typeface="Apple SD Gothic Neo"/>
              </a:defRPr>
            </a:lvl1pPr>
            <a:lvl2pPr algn="ctr">
              <a:defRPr sz="3525" b="0">
                <a:solidFill>
                  <a:srgbClr val="4676CB"/>
                </a:solidFill>
                <a:latin typeface="Apple SD Gothic Neo"/>
                <a:ea typeface="Apple SD Gothic Neo"/>
                <a:cs typeface="Apple SD Gothic Neo"/>
              </a:defRPr>
            </a:lvl2pPr>
            <a:lvl3pPr algn="ctr">
              <a:defRPr sz="3525" b="0">
                <a:solidFill>
                  <a:srgbClr val="4676CB"/>
                </a:solidFill>
                <a:latin typeface="Apple SD Gothic Neo"/>
                <a:ea typeface="Apple SD Gothic Neo"/>
                <a:cs typeface="Apple SD Gothic Neo"/>
              </a:defRPr>
            </a:lvl3pPr>
            <a:lvl4pPr algn="ctr">
              <a:defRPr sz="3525" b="0">
                <a:solidFill>
                  <a:srgbClr val="4676CB"/>
                </a:solidFill>
                <a:latin typeface="Apple SD Gothic Neo"/>
                <a:ea typeface="Apple SD Gothic Neo"/>
                <a:cs typeface="Apple SD Gothic Neo"/>
              </a:defRPr>
            </a:lvl4pPr>
            <a:lvl5pPr algn="ctr">
              <a:defRPr sz="3525" b="0">
                <a:solidFill>
                  <a:srgbClr val="4676CB"/>
                </a:solidFill>
                <a:latin typeface="Apple SD Gothic Neo"/>
                <a:ea typeface="Apple SD Gothic Neo"/>
                <a:cs typeface="Apple SD Gothic Neo"/>
              </a:defRPr>
            </a:lvl5pPr>
            <a:lvl6pPr algn="ctr">
              <a:defRPr sz="3525" b="0">
                <a:solidFill>
                  <a:srgbClr val="4676CB"/>
                </a:solidFill>
                <a:latin typeface="Apple SD Gothic Neo"/>
                <a:ea typeface="Apple SD Gothic Neo"/>
                <a:cs typeface="Apple SD Gothic Neo"/>
              </a:defRPr>
            </a:lvl6pPr>
            <a:lvl7pPr algn="ctr">
              <a:defRPr sz="3525" b="0">
                <a:solidFill>
                  <a:srgbClr val="4676CB"/>
                </a:solidFill>
                <a:latin typeface="Apple SD Gothic Neo"/>
                <a:ea typeface="Apple SD Gothic Neo"/>
                <a:cs typeface="Apple SD Gothic Neo"/>
              </a:defRPr>
            </a:lvl7pPr>
            <a:lvl8pPr algn="ctr">
              <a:defRPr sz="3525" b="0">
                <a:solidFill>
                  <a:srgbClr val="4676CB"/>
                </a:solidFill>
                <a:latin typeface="Apple SD Gothic Neo"/>
                <a:ea typeface="Apple SD Gothic Neo"/>
                <a:cs typeface="Apple SD Gothic Neo"/>
              </a:defRPr>
            </a:lvl8pPr>
            <a:lvl9pPr algn="ctr">
              <a:defRPr sz="3525" b="0">
                <a:solidFill>
                  <a:srgbClr val="4676CB"/>
                </a:solidFill>
                <a:latin typeface="Apple SD Gothic Neo"/>
                <a:ea typeface="Apple SD Gothic Neo"/>
                <a:cs typeface="Apple SD Gothic Neo"/>
              </a:defRPr>
            </a:lvl9pPr>
          </a:lstStyle>
          <a:p xmlns:a="http://schemas.openxmlformats.org/drawingml/2006/main">
            <a:pPr algn="ctr">
              <a:defRPr sz="3525" b="0">
                <a:solidFill>
                  <a:srgbClr val="4676CB"/>
                </a:solidFill>
                <a:latin typeface="Apple SD Gothic Neo"/>
                <a:ea typeface="Apple SD Gothic Neo"/>
                <a:cs typeface="Apple SD Gothic Neo"/>
              </a:defRPr>
            </a:pPr>
            <a:r>
              <a:rPr sz="3525" b="0">
                <a:solidFill>
                  <a:srgbClr val="4676CB"/>
                </a:solidFill>
                <a:latin typeface="Apple SD Gothic Neo"/>
                <a:ea typeface="Apple SD Gothic Neo"/>
                <a:cs typeface="Apple SD Gothic Neo"/>
              </a:rPr>
              <a:t>→</a:t>
            </a:r>
          </a:p>
        </p:txBody>
      </p:sp>
      <p:sp>
        <p:nvSpPr>
          <p:cNvPr id="64" name="DP1 object 329">
            <a:extLst xmlns:a="http://schemas.openxmlformats.org/drawingml/2006/main">
              <a:ext uri="{FF2B5EF4-FFF2-40B4-BE49-F238E27FC236}">
                <a16:creationId xmlns:a16="http://schemas.microsoft.com/office/drawing/2014/main" id="{C6F243CF-4CF9-41E6-9021-378CE7C5F23F}"/>
              </a:ext>
            </a:extLst>
          </p:cNvPr>
          <p:cNvSpPr>
            <a:spLocks xmlns:a="http://schemas.openxmlformats.org/drawingml/2006/main" noGrp="1"/>
          </p:cNvSpPr>
          <p:nvPr/>
        </p:nvSpPr>
        <p:spPr>
          <a:xfrm xmlns:a="http://schemas.openxmlformats.org/drawingml/2006/main">
            <a:off x="12858750" y="7629525"/>
            <a:ext cx="41624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4676CB"/>
                </a:solidFill>
                <a:latin typeface="Apple SD Gothic Neo"/>
                <a:ea typeface="Apple SD Gothic Neo"/>
                <a:cs typeface="Apple SD Gothic Neo"/>
              </a:defRPr>
            </a:defPPr>
            <a:lvl1pPr algn="l">
              <a:defRPr sz="3600" b="1">
                <a:solidFill>
                  <a:srgbClr val="4676CB"/>
                </a:solidFill>
                <a:latin typeface="Apple SD Gothic Neo"/>
                <a:ea typeface="Apple SD Gothic Neo"/>
                <a:cs typeface="Apple SD Gothic Neo"/>
              </a:defRPr>
            </a:lvl1pPr>
            <a:lvl2pPr algn="l">
              <a:defRPr sz="3600" b="1">
                <a:solidFill>
                  <a:srgbClr val="4676CB"/>
                </a:solidFill>
                <a:latin typeface="Apple SD Gothic Neo"/>
                <a:ea typeface="Apple SD Gothic Neo"/>
                <a:cs typeface="Apple SD Gothic Neo"/>
              </a:defRPr>
            </a:lvl2pPr>
            <a:lvl3pPr algn="l">
              <a:defRPr sz="3600" b="1">
                <a:solidFill>
                  <a:srgbClr val="4676CB"/>
                </a:solidFill>
                <a:latin typeface="Apple SD Gothic Neo"/>
                <a:ea typeface="Apple SD Gothic Neo"/>
                <a:cs typeface="Apple SD Gothic Neo"/>
              </a:defRPr>
            </a:lvl3pPr>
            <a:lvl4pPr algn="l">
              <a:defRPr sz="3600" b="1">
                <a:solidFill>
                  <a:srgbClr val="4676CB"/>
                </a:solidFill>
                <a:latin typeface="Apple SD Gothic Neo"/>
                <a:ea typeface="Apple SD Gothic Neo"/>
                <a:cs typeface="Apple SD Gothic Neo"/>
              </a:defRPr>
            </a:lvl4pPr>
            <a:lvl5pPr algn="l">
              <a:defRPr sz="3600" b="1">
                <a:solidFill>
                  <a:srgbClr val="4676CB"/>
                </a:solidFill>
                <a:latin typeface="Apple SD Gothic Neo"/>
                <a:ea typeface="Apple SD Gothic Neo"/>
                <a:cs typeface="Apple SD Gothic Neo"/>
              </a:defRPr>
            </a:lvl5pPr>
            <a:lvl6pPr algn="l">
              <a:defRPr sz="3600" b="1">
                <a:solidFill>
                  <a:srgbClr val="4676CB"/>
                </a:solidFill>
                <a:latin typeface="Apple SD Gothic Neo"/>
                <a:ea typeface="Apple SD Gothic Neo"/>
                <a:cs typeface="Apple SD Gothic Neo"/>
              </a:defRPr>
            </a:lvl6pPr>
            <a:lvl7pPr algn="l">
              <a:defRPr sz="3600" b="1">
                <a:solidFill>
                  <a:srgbClr val="4676CB"/>
                </a:solidFill>
                <a:latin typeface="Apple SD Gothic Neo"/>
                <a:ea typeface="Apple SD Gothic Neo"/>
                <a:cs typeface="Apple SD Gothic Neo"/>
              </a:defRPr>
            </a:lvl7pPr>
            <a:lvl8pPr algn="l">
              <a:defRPr sz="3600" b="1">
                <a:solidFill>
                  <a:srgbClr val="4676CB"/>
                </a:solidFill>
                <a:latin typeface="Apple SD Gothic Neo"/>
                <a:ea typeface="Apple SD Gothic Neo"/>
                <a:cs typeface="Apple SD Gothic Neo"/>
              </a:defRPr>
            </a:lvl8pPr>
            <a:lvl9pPr algn="l">
              <a:defRPr sz="3600" b="1">
                <a:solidFill>
                  <a:srgbClr val="4676CB"/>
                </a:solidFill>
                <a:latin typeface="Apple SD Gothic Neo"/>
                <a:ea typeface="Apple SD Gothic Neo"/>
                <a:cs typeface="Apple SD Gothic Neo"/>
              </a:defRPr>
            </a:lvl9pPr>
          </a:lstStyle>
          <a:p xmlns:a="http://schemas.openxmlformats.org/drawingml/2006/main">
            <a:pPr algn="l">
              <a:defRPr sz="3600" b="1">
                <a:solidFill>
                  <a:srgbClr val="4676CB"/>
                </a:solidFill>
                <a:latin typeface="Apple SD Gothic Neo"/>
                <a:ea typeface="Apple SD Gothic Neo"/>
                <a:cs typeface="Apple SD Gothic Neo"/>
              </a:defRPr>
            </a:pPr>
            <a:r>
              <a:rPr sz="3600" b="1">
                <a:solidFill>
                  <a:srgbClr val="4676CB"/>
                </a:solidFill>
                <a:latin typeface="Apple SD Gothic Neo"/>
                <a:ea typeface="Apple SD Gothic Neo"/>
                <a:cs typeface="Apple SD Gothic Neo"/>
              </a:rPr>
              <a:t>1.905초</a:t>
            </a:r>
          </a:p>
        </p:txBody>
      </p:sp>
      <p:sp>
        <p:nvSpPr>
          <p:cNvPr id="65" name="DP1 object 330">
            <a:extLst xmlns:a="http://schemas.openxmlformats.org/drawingml/2006/main">
              <a:ext uri="{FF2B5EF4-FFF2-40B4-BE49-F238E27FC236}">
                <a16:creationId xmlns:a16="http://schemas.microsoft.com/office/drawing/2014/main" id="{6507AFC8-06D6-4C40-941D-B11C5C5CA290}"/>
              </a:ext>
            </a:extLst>
          </p:cNvPr>
          <p:cNvSpPr>
            <a:spLocks xmlns:a="http://schemas.openxmlformats.org/drawingml/2006/main" noGrp="1"/>
          </p:cNvSpPr>
          <p:nvPr/>
        </p:nvSpPr>
        <p:spPr>
          <a:xfrm xmlns:a="http://schemas.openxmlformats.org/drawingml/2006/main">
            <a:off x="6419850" y="8391525"/>
            <a:ext cx="1152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C00000"/>
                </a:solidFill>
                <a:latin typeface="Apple SD Gothic Neo"/>
                <a:ea typeface="Apple SD Gothic Neo"/>
                <a:cs typeface="Apple SD Gothic Neo"/>
              </a:defRPr>
            </a:defPPr>
            <a:lvl1pPr algn="l">
              <a:defRPr sz="1875" b="1">
                <a:solidFill>
                  <a:srgbClr val="C00000"/>
                </a:solidFill>
                <a:latin typeface="Apple SD Gothic Neo"/>
                <a:ea typeface="Apple SD Gothic Neo"/>
                <a:cs typeface="Apple SD Gothic Neo"/>
              </a:defRPr>
            </a:lvl1pPr>
            <a:lvl2pPr algn="l">
              <a:defRPr sz="1875" b="1">
                <a:solidFill>
                  <a:srgbClr val="C00000"/>
                </a:solidFill>
                <a:latin typeface="Apple SD Gothic Neo"/>
                <a:ea typeface="Apple SD Gothic Neo"/>
                <a:cs typeface="Apple SD Gothic Neo"/>
              </a:defRPr>
            </a:lvl2pPr>
            <a:lvl3pPr algn="l">
              <a:defRPr sz="1875" b="1">
                <a:solidFill>
                  <a:srgbClr val="C00000"/>
                </a:solidFill>
                <a:latin typeface="Apple SD Gothic Neo"/>
                <a:ea typeface="Apple SD Gothic Neo"/>
                <a:cs typeface="Apple SD Gothic Neo"/>
              </a:defRPr>
            </a:lvl3pPr>
            <a:lvl4pPr algn="l">
              <a:defRPr sz="1875" b="1">
                <a:solidFill>
                  <a:srgbClr val="C00000"/>
                </a:solidFill>
                <a:latin typeface="Apple SD Gothic Neo"/>
                <a:ea typeface="Apple SD Gothic Neo"/>
                <a:cs typeface="Apple SD Gothic Neo"/>
              </a:defRPr>
            </a:lvl4pPr>
            <a:lvl5pPr algn="l">
              <a:defRPr sz="1875" b="1">
                <a:solidFill>
                  <a:srgbClr val="C00000"/>
                </a:solidFill>
                <a:latin typeface="Apple SD Gothic Neo"/>
                <a:ea typeface="Apple SD Gothic Neo"/>
                <a:cs typeface="Apple SD Gothic Neo"/>
              </a:defRPr>
            </a:lvl5pPr>
            <a:lvl6pPr algn="l">
              <a:defRPr sz="1875" b="1">
                <a:solidFill>
                  <a:srgbClr val="C00000"/>
                </a:solidFill>
                <a:latin typeface="Apple SD Gothic Neo"/>
                <a:ea typeface="Apple SD Gothic Neo"/>
                <a:cs typeface="Apple SD Gothic Neo"/>
              </a:defRPr>
            </a:lvl6pPr>
            <a:lvl7pPr algn="l">
              <a:defRPr sz="1875" b="1">
                <a:solidFill>
                  <a:srgbClr val="C00000"/>
                </a:solidFill>
                <a:latin typeface="Apple SD Gothic Neo"/>
                <a:ea typeface="Apple SD Gothic Neo"/>
                <a:cs typeface="Apple SD Gothic Neo"/>
              </a:defRPr>
            </a:lvl7pPr>
            <a:lvl8pPr algn="l">
              <a:defRPr sz="1875" b="1">
                <a:solidFill>
                  <a:srgbClr val="C00000"/>
                </a:solidFill>
                <a:latin typeface="Apple SD Gothic Neo"/>
                <a:ea typeface="Apple SD Gothic Neo"/>
                <a:cs typeface="Apple SD Gothic Neo"/>
              </a:defRPr>
            </a:lvl8pPr>
            <a:lvl9pPr algn="l">
              <a:defRPr sz="1875" b="1">
                <a:solidFill>
                  <a:srgbClr val="C00000"/>
                </a:solidFill>
                <a:latin typeface="Apple SD Gothic Neo"/>
                <a:ea typeface="Apple SD Gothic Neo"/>
                <a:cs typeface="Apple SD Gothic Neo"/>
              </a:defRPr>
            </a:lvl9pPr>
          </a:lstStyle>
          <a:p xmlns:a="http://schemas.openxmlformats.org/drawingml/2006/main">
            <a:pPr algn="l">
              <a:defRPr sz="1875" b="1">
                <a:solidFill>
                  <a:srgbClr val="C00000"/>
                </a:solidFill>
                <a:latin typeface="Apple SD Gothic Neo"/>
                <a:ea typeface="Apple SD Gothic Neo"/>
                <a:cs typeface="Apple SD Gothic Neo"/>
              </a:defRPr>
            </a:pPr>
            <a:r>
              <a:rPr sz="1875" b="1">
                <a:solidFill>
                  <a:srgbClr val="C00000"/>
                </a:solidFill>
                <a:latin typeface="Apple SD Gothic Neo"/>
                <a:ea typeface="Apple SD Gothic Neo"/>
                <a:cs typeface="Apple SD Gothic Neo"/>
              </a:rPr>
              <a:t>대가  QA03 21.508 → 23.118초   /   모델 호출 12 → 18회</a:t>
            </a:r>
          </a:p>
        </p:txBody>
      </p:sp>
      <p:sp>
        <p:nvSpPr>
          <p:cNvPr id="66" name="DP1 object 331">
            <a:extLst xmlns:a="http://schemas.openxmlformats.org/drawingml/2006/main">
              <a:ext uri="{FF2B5EF4-FFF2-40B4-BE49-F238E27FC236}">
                <a16:creationId xmlns:a16="http://schemas.microsoft.com/office/drawing/2014/main" id="{4851E3B1-1CD2-4D26-BD69-5B7DCF935C3C}"/>
              </a:ext>
            </a:extLst>
          </p:cNvPr>
          <p:cNvSpPr>
            <a:spLocks xmlns:a="http://schemas.openxmlformats.org/drawingml/2006/main" noGrp="1"/>
          </p:cNvSpPr>
          <p:nvPr/>
        </p:nvSpPr>
        <p:spPr>
          <a:xfrm xmlns:a="http://schemas.openxmlformats.org/drawingml/2006/main">
            <a:off x="6419850" y="8791575"/>
            <a:ext cx="11525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50555B"/>
                </a:solidFill>
                <a:latin typeface="Apple SD Gothic Neo"/>
                <a:ea typeface="Apple SD Gothic Neo"/>
                <a:cs typeface="Apple SD Gothic Neo"/>
              </a:defRPr>
            </a:defPPr>
            <a:lvl1pPr algn="l">
              <a:defRPr sz="1800" b="0">
                <a:solidFill>
                  <a:srgbClr val="50555B"/>
                </a:solidFill>
                <a:latin typeface="Apple SD Gothic Neo"/>
                <a:ea typeface="Apple SD Gothic Neo"/>
                <a:cs typeface="Apple SD Gothic Neo"/>
              </a:defRPr>
            </a:lvl1pPr>
            <a:lvl2pPr algn="l">
              <a:defRPr sz="1800" b="0">
                <a:solidFill>
                  <a:srgbClr val="50555B"/>
                </a:solidFill>
                <a:latin typeface="Apple SD Gothic Neo"/>
                <a:ea typeface="Apple SD Gothic Neo"/>
                <a:cs typeface="Apple SD Gothic Neo"/>
              </a:defRPr>
            </a:lvl2pPr>
            <a:lvl3pPr algn="l">
              <a:defRPr sz="1800" b="0">
                <a:solidFill>
                  <a:srgbClr val="50555B"/>
                </a:solidFill>
                <a:latin typeface="Apple SD Gothic Neo"/>
                <a:ea typeface="Apple SD Gothic Neo"/>
                <a:cs typeface="Apple SD Gothic Neo"/>
              </a:defRPr>
            </a:lvl3pPr>
            <a:lvl4pPr algn="l">
              <a:defRPr sz="1800" b="0">
                <a:solidFill>
                  <a:srgbClr val="50555B"/>
                </a:solidFill>
                <a:latin typeface="Apple SD Gothic Neo"/>
                <a:ea typeface="Apple SD Gothic Neo"/>
                <a:cs typeface="Apple SD Gothic Neo"/>
              </a:defRPr>
            </a:lvl4pPr>
            <a:lvl5pPr algn="l">
              <a:defRPr sz="1800" b="0">
                <a:solidFill>
                  <a:srgbClr val="50555B"/>
                </a:solidFill>
                <a:latin typeface="Apple SD Gothic Neo"/>
                <a:ea typeface="Apple SD Gothic Neo"/>
                <a:cs typeface="Apple SD Gothic Neo"/>
              </a:defRPr>
            </a:lvl5pPr>
            <a:lvl6pPr algn="l">
              <a:defRPr sz="1800" b="0">
                <a:solidFill>
                  <a:srgbClr val="50555B"/>
                </a:solidFill>
                <a:latin typeface="Apple SD Gothic Neo"/>
                <a:ea typeface="Apple SD Gothic Neo"/>
                <a:cs typeface="Apple SD Gothic Neo"/>
              </a:defRPr>
            </a:lvl6pPr>
            <a:lvl7pPr algn="l">
              <a:defRPr sz="1800" b="0">
                <a:solidFill>
                  <a:srgbClr val="50555B"/>
                </a:solidFill>
                <a:latin typeface="Apple SD Gothic Neo"/>
                <a:ea typeface="Apple SD Gothic Neo"/>
                <a:cs typeface="Apple SD Gothic Neo"/>
              </a:defRPr>
            </a:lvl7pPr>
            <a:lvl8pPr algn="l">
              <a:defRPr sz="1800" b="0">
                <a:solidFill>
                  <a:srgbClr val="50555B"/>
                </a:solidFill>
                <a:latin typeface="Apple SD Gothic Neo"/>
                <a:ea typeface="Apple SD Gothic Neo"/>
                <a:cs typeface="Apple SD Gothic Neo"/>
              </a:defRPr>
            </a:lvl8pPr>
            <a:lvl9pPr algn="l">
              <a:defRPr sz="1800" b="0">
                <a:solidFill>
                  <a:srgbClr val="50555B"/>
                </a:solidFill>
                <a:latin typeface="Apple SD Gothic Neo"/>
                <a:ea typeface="Apple SD Gothic Neo"/>
                <a:cs typeface="Apple SD Gothic Neo"/>
              </a:defRPr>
            </a:lvl9pPr>
          </a:lstStyle>
          <a:p xmlns:a="http://schemas.openxmlformats.org/drawingml/2006/main">
            <a:pPr algn="l">
              <a:defRPr sz="1800" b="0">
                <a:solidFill>
                  <a:srgbClr val="50555B"/>
                </a:solidFill>
                <a:latin typeface="Apple SD Gothic Neo"/>
                <a:ea typeface="Apple SD Gothic Neo"/>
                <a:cs typeface="Apple SD Gothic Neo"/>
              </a:defRPr>
            </a:pPr>
            <a:r>
              <a:rPr sz="1800" b="0">
                <a:solidFill>
                  <a:srgbClr val="50555B"/>
                </a:solidFill>
                <a:latin typeface="Apple SD Gothic Neo"/>
                <a:ea typeface="Apple SD Gothic Neo"/>
                <a:cs typeface="Apple SD Gothic Neo"/>
              </a:rPr>
              <a:t>모델 비용 $0.01466 → $0.01574. 본문 조건 충족 3/6은 그대로.</a:t>
            </a:r>
          </a:p>
        </p:txBody>
      </p:sp>
      <p:sp>
        <p:nvSpPr>
          <p:cNvPr id="67" name="Editable path 332">
            <a:extLst xmlns:a="http://schemas.openxmlformats.org/drawingml/2006/main">
              <a:ext uri="{FF2B5EF4-FFF2-40B4-BE49-F238E27FC236}">
                <a16:creationId xmlns:a16="http://schemas.microsoft.com/office/drawing/2014/main" id="{E39807CE-8382-40C9-AD4D-9A4F52813C8E}"/>
              </a:ext>
            </a:extLst>
          </p:cNvPr>
          <p:cNvSpPr>
            <a:spLocks xmlns:a="http://schemas.openxmlformats.org/drawingml/2006/main" noGrp="1"/>
          </p:cNvSpPr>
          <p:nvPr/>
        </p:nvSpPr>
        <p:spPr>
          <a:xfrm xmlns:a="http://schemas.openxmlformats.org/drawingml/2006/main">
            <a:off x="257175" y="9496425"/>
            <a:ext cx="17783175" cy="953"/>
          </a:xfrm>
          <a:custGeom xmlns:a="http://schemas.openxmlformats.org/drawingml/2006/main">
            <a:pathLst>
              <a:path w="17783175" h="953">
                <a:moveTo>
                  <a:pt x="0" y="0"/>
                </a:moveTo>
                <a:lnTo>
                  <a:pt x="17783175" y="0"/>
                </a:lnTo>
              </a:path>
            </a:pathLst>
          </a:custGeom>
          <a:noFill xmlns:a="http://schemas.openxmlformats.org/drawingml/2006/main"/>
          <a:ln xmlns:a="http://schemas.openxmlformats.org/drawingml/2006/main" w="14288">
            <a:solidFill>
              <a:srgbClr val="4676CB"/>
            </a:solidFill>
            <a:prstDash val="solid"/>
          </a:ln>
        </p:spPr>
      </p:sp>
      <p:sp>
        <p:nvSpPr>
          <p:cNvPr id="68" name="DP1 object 333">
            <a:extLst xmlns:a="http://schemas.openxmlformats.org/drawingml/2006/main">
              <a:ext uri="{FF2B5EF4-FFF2-40B4-BE49-F238E27FC236}">
                <a16:creationId xmlns:a16="http://schemas.microsoft.com/office/drawing/2014/main" id="{0EAA4A8B-E6EE-4C8B-A6AB-774EC9C2005A}"/>
              </a:ext>
            </a:extLst>
          </p:cNvPr>
          <p:cNvSpPr>
            <a:spLocks xmlns:a="http://schemas.openxmlformats.org/drawingml/2006/main" noGrp="1"/>
          </p:cNvSpPr>
          <p:nvPr/>
        </p:nvSpPr>
        <p:spPr>
          <a:xfrm xmlns:a="http://schemas.openxmlformats.org/drawingml/2006/main">
            <a:off x="266700" y="9620250"/>
            <a:ext cx="17287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1">
                <a:solidFill>
                  <a:srgbClr val="111111"/>
                </a:solidFill>
                <a:latin typeface="Apple SD Gothic Neo"/>
                <a:ea typeface="Apple SD Gothic Neo"/>
                <a:cs typeface="Apple SD Gothic Neo"/>
              </a:defRPr>
            </a:defPPr>
            <a:lvl1pPr algn="l">
              <a:defRPr sz="1650" b="1">
                <a:solidFill>
                  <a:srgbClr val="111111"/>
                </a:solidFill>
                <a:latin typeface="Apple SD Gothic Neo"/>
                <a:ea typeface="Apple SD Gothic Neo"/>
                <a:cs typeface="Apple SD Gothic Neo"/>
              </a:defRPr>
            </a:lvl1pPr>
            <a:lvl2pPr algn="l">
              <a:defRPr sz="1650" b="1">
                <a:solidFill>
                  <a:srgbClr val="111111"/>
                </a:solidFill>
                <a:latin typeface="Apple SD Gothic Neo"/>
                <a:ea typeface="Apple SD Gothic Neo"/>
                <a:cs typeface="Apple SD Gothic Neo"/>
              </a:defRPr>
            </a:lvl2pPr>
            <a:lvl3pPr algn="l">
              <a:defRPr sz="1650" b="1">
                <a:solidFill>
                  <a:srgbClr val="111111"/>
                </a:solidFill>
                <a:latin typeface="Apple SD Gothic Neo"/>
                <a:ea typeface="Apple SD Gothic Neo"/>
                <a:cs typeface="Apple SD Gothic Neo"/>
              </a:defRPr>
            </a:lvl3pPr>
            <a:lvl4pPr algn="l">
              <a:defRPr sz="1650" b="1">
                <a:solidFill>
                  <a:srgbClr val="111111"/>
                </a:solidFill>
                <a:latin typeface="Apple SD Gothic Neo"/>
                <a:ea typeface="Apple SD Gothic Neo"/>
                <a:cs typeface="Apple SD Gothic Neo"/>
              </a:defRPr>
            </a:lvl4pPr>
            <a:lvl5pPr algn="l">
              <a:defRPr sz="1650" b="1">
                <a:solidFill>
                  <a:srgbClr val="111111"/>
                </a:solidFill>
                <a:latin typeface="Apple SD Gothic Neo"/>
                <a:ea typeface="Apple SD Gothic Neo"/>
                <a:cs typeface="Apple SD Gothic Neo"/>
              </a:defRPr>
            </a:lvl5pPr>
            <a:lvl6pPr algn="l">
              <a:defRPr sz="1650" b="1">
                <a:solidFill>
                  <a:srgbClr val="111111"/>
                </a:solidFill>
                <a:latin typeface="Apple SD Gothic Neo"/>
                <a:ea typeface="Apple SD Gothic Neo"/>
                <a:cs typeface="Apple SD Gothic Neo"/>
              </a:defRPr>
            </a:lvl6pPr>
            <a:lvl7pPr algn="l">
              <a:defRPr sz="1650" b="1">
                <a:solidFill>
                  <a:srgbClr val="111111"/>
                </a:solidFill>
                <a:latin typeface="Apple SD Gothic Neo"/>
                <a:ea typeface="Apple SD Gothic Neo"/>
                <a:cs typeface="Apple SD Gothic Neo"/>
              </a:defRPr>
            </a:lvl7pPr>
            <a:lvl8pPr algn="l">
              <a:defRPr sz="1650" b="1">
                <a:solidFill>
                  <a:srgbClr val="111111"/>
                </a:solidFill>
                <a:latin typeface="Apple SD Gothic Neo"/>
                <a:ea typeface="Apple SD Gothic Neo"/>
                <a:cs typeface="Apple SD Gothic Neo"/>
              </a:defRPr>
            </a:lvl8pPr>
            <a:lvl9pPr algn="l">
              <a:defRPr sz="1650" b="1">
                <a:solidFill>
                  <a:srgbClr val="111111"/>
                </a:solidFill>
                <a:latin typeface="Apple SD Gothic Neo"/>
                <a:ea typeface="Apple SD Gothic Neo"/>
                <a:cs typeface="Apple SD Gothic Neo"/>
              </a:defRPr>
            </a:lvl9pPr>
          </a:lstStyle>
          <a:p xmlns:a="http://schemas.openxmlformats.org/drawingml/2006/main">
            <a:pPr algn="l">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보완 전후는 각각 동일 조건의 별도 비교값이며 기본 비교표의 A 수치를 교체하지 않는다. 두 보완의 결합 효과는 미측정.</a:t>
            </a:r>
          </a:p>
        </p:txBody>
      </p:sp>
      <p:sp>
        <p:nvSpPr>
          <p:cNvPr id="69" name="DP1 object 334">
            <a:extLst xmlns:a="http://schemas.openxmlformats.org/drawingml/2006/main">
              <a:ext uri="{FF2B5EF4-FFF2-40B4-BE49-F238E27FC236}">
                <a16:creationId xmlns:a16="http://schemas.microsoft.com/office/drawing/2014/main" id="{236F6E72-5575-4A4C-ADD9-E3E9719C0E6E}"/>
              </a:ext>
            </a:extLst>
          </p:cNvPr>
          <p:cNvSpPr>
            <a:spLocks xmlns:a="http://schemas.openxmlformats.org/drawingml/2006/main" noGrp="1"/>
          </p:cNvSpPr>
          <p:nvPr/>
        </p:nvSpPr>
        <p:spPr>
          <a:xfrm xmlns:a="http://schemas.openxmlformats.org/drawingml/2006/main">
            <a:off x="266700" y="9963150"/>
            <a:ext cx="1695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원격 모델 PoC의 제한된 관측값. 첫 안내는 callback proxy 기준이며 제품 UI 끝단 성능을 뜻하지 않는다.</a:t>
            </a:r>
          </a:p>
        </p:txBody>
      </p:sp>
    </p:spTree>
    <p:extLst>
      <p:ext uri="{BB962C8B-B14F-4D97-AF65-F5344CB8AC3E}">
        <p14:creationId xmlns:p14="http://schemas.microsoft.com/office/powerpoint/2010/main" val="16200557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2026-10-19T04:43:35.3170000Z</dcterms:created>
  <dcterms:modified xsi:type="dcterms:W3CDTF">2026-10-19T04:43:35.3170000Z</dcterms:modified>
</coreProperties>
</file>