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18ad7c1f7847e2" /><Relationship Type="http://schemas.openxmlformats.org/officeDocument/2006/relationships/extended-properties" Target="/docProps/app.xml" Id="Rd94d4efc3f4e48d7" /><Relationship Type="http://schemas.openxmlformats.org/officeDocument/2006/relationships/officeDocument" Target="/ppt/presentation.xml" Id="R637da65f54b94f75" /></Relationships>
</file>

<file path=ppt/presentation.xml><?xml version="1.0" encoding="utf-8"?>
<p:presentation xmlns:p="http://schemas.openxmlformats.org/presentationml/2006/main">
  <p:sldMasterIdLst>
    <p:sldMasterId xmlns:r="http://schemas.openxmlformats.org/officeDocument/2006/relationships" id="2147483648" r:id="Rf2b7822f3fcb484d"/>
  </p:sldMasterIdLst>
  <p:notesMasterIdLst>
    <p:notesMasterId xmlns:r="http://schemas.openxmlformats.org/officeDocument/2006/relationships" r:id="Ra65507d484124b2d"/>
  </p:notesMasterIdLst>
  <p:sldIdLst>
    <p:sldId xmlns:r="http://schemas.openxmlformats.org/officeDocument/2006/relationships" id="256" r:id="R9e96bea30eba4ccb"/>
    <p:sldId xmlns:r="http://schemas.openxmlformats.org/officeDocument/2006/relationships" id="257" r:id="R12fc888071a145e0"/>
    <p:sldId xmlns:r="http://schemas.openxmlformats.org/officeDocument/2006/relationships" id="258" r:id="R44ee9806fef6417a"/>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a1bc4926d04b74" /><Relationship Type="http://schemas.openxmlformats.org/officeDocument/2006/relationships/slideMaster" Target="/ppt/slideMasters/slideMaster1.xml" Id="Rf2b7822f3fcb484d" /><Relationship Type="http://schemas.openxmlformats.org/officeDocument/2006/relationships/notesMaster" Target="/ppt/notesMasters/notesMaster1.xml" Id="Ra65507d484124b2d" /><Relationship Type="http://schemas.openxmlformats.org/officeDocument/2006/relationships/presProps" Target="/ppt/presProps.xml" Id="Rff7f334dacc644a8" /><Relationship Type="http://schemas.openxmlformats.org/officeDocument/2006/relationships/tableStyles" Target="/ppt/tableStyles.xml" Id="R70d881a623c34f92" /><Relationship Type="http://schemas.openxmlformats.org/officeDocument/2006/relationships/slide" Target="/ppt/slides/slide1.xml" Id="R9e96bea30eba4ccb" /><Relationship Type="http://schemas.openxmlformats.org/officeDocument/2006/relationships/slide" Target="/ppt/slides/slide2.xml" Id="R12fc888071a145e0" /><Relationship Type="http://schemas.openxmlformats.org/officeDocument/2006/relationships/slide" Target="/ppt/slides/slide3.xml" Id="R44ee9806fef6417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ca3a35e3274e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921a59ea554f7c" /><Relationship Type="http://schemas.openxmlformats.org/officeDocument/2006/relationships/notesMaster" Target="/ppt/notesMasters/notesMaster1.xml" Id="R482b52d662884c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1e4731c3984014" /><Relationship Type="http://schemas.openxmlformats.org/officeDocument/2006/relationships/notesMaster" Target="/ppt/notesMasters/notesMaster1.xml" Id="R8abc56817b5246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f3bdb199ff466f" /><Relationship Type="http://schemas.openxmlformats.org/officeDocument/2006/relationships/notesMaster" Target="/ppt/notesMasters/notesMaster1.xml" Id="R0eac71a0436c48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큰 장면은 설계 문제를 설명하는 예시이며 측정 사례의 재현이나 수치 결과가 아니다. 가격/납기 예시는 읽기와 정정 문제를 명확히 하기 위한 시각화다. 원본과 실제 전달 기록은 세 안 모두 보존한다. 과거에 설명하도록 준비했으나 전달하지 않은 내용은 실제 설명 근거가 아니다. 현재 판본과 권한 확인은 공통 필수 조건이다. 이 DP는 지칭의 화면/음성 정렬이나 Downstream Agent 내부 업무 계획을 선택하지 않는다.</a:t>
            </a:r>
          </a:p>
          <a:p xmlns:a="http://schemas.openxmlformats.org/drawingml/2006/main">
            <a:r>
              <a:t>내용 출처: /Users/changbae/Workspace/via-sw-architecture/docs/architecture/12-decisions/decision-packages/seven-problem-review/01-evidence-supply.md §1~6</a:t>
            </a:r>
          </a:p>
          <a:p xmlns:a="http://schemas.openxmlformats.org/drawingml/2006/main">
            <a:r>
              <a:t>스타일 참조: 사용자 제공 DP3/DP4 배경 이미지. 모든 설명 도형과 문서는 편집 가능한 native shape다.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p>
          <a:p xmlns:a="http://schemas.openxmlformats.org/drawingml/2006/main">
            <a:r>
              <a:t>A/B는 작업 문맥 수명 축, B/C는 별도 생산 책임 축이다. A+C도 조합 가능하나 미실험이다.</a:t>
            </a:r>
          </a:p>
          <a:p xmlns:a="http://schemas.openxmlformats.org/drawingml/2006/main">
            <a: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p>
          <a:p xmlns:a="http://schemas.openxmlformats.org/drawingml/2006/main">
            <a:r>
              <a:t>내용 출처:</a:t>
            </a:r>
          </a:p>
          <a:p xmlns:a="http://schemas.openxmlformats.org/drawingml/2006/main">
            <a:r>
              <a:t>/Users/changbae/Workspace/via-sw-architecture/docs/architecture/12-decisions/decision-packages/seven-problem-review/01-evidence-supply.md</a:t>
            </a:r>
          </a:p>
          <a:p xmlns:a="http://schemas.openxmlformats.org/drawingml/2006/main">
            <a:r>
              <a:t>/Users/changbae/Workspace/via-sw-architecture/docs/architecture/12-decisions/decision-packages/seven-problem-review/17-presentation-results.md §3</a:t>
            </a:r>
          </a:p>
          <a:p xmlns:a="http://schemas.openxmlformats.org/drawingml/2006/main">
            <a:r>
              <a:t>/Users/changbae/Workspace/via-sw-architecture/results/architecture-evaluation/current/four-dp-presentation-20261019/dp01/presentation-report.md</a:t>
            </a:r>
          </a:p>
          <a:p xmlns:a="http://schemas.openxmlformats.org/drawingml/2006/main">
            <a:r>
              <a:t>스타일 참조: 첨부 23-DP04방안.png, 24-DP04채택.png, 18-DP02채택.png. 대안 3개를 보존하기 위해 두 열을 세 열로 확장했다.</a:t>
            </a:r>
          </a:p>
          <a:p xmlns:a="http://schemas.openxmlformats.org/drawingml/2006/main">
            <a:r>
              <a:t>수정본 구조도는 실제 수명/책임을 표현한다. A는 대화 수명의 유효 작업 문맥 순환과 부족분 읽기 경로, B는 요청 수명 안의 구성/소비와 추가 묶음 해제, C는 별도 생산/게시와 요청 소비 두 경로다. 화살표는 논리적 근거 전달과 처리 순서이며 새로운 별도 process 배치를 뜻하지 않는다. B는 동일 Request Interpreter의 현재 입력 범위 판단과 근거 획득 후 의미 판단을 처리 순서상 두 위치에 표시한다. 서로 다른 Component 또는 모델 복제본을 뜻하지 않는다. 부족하면 추가 원본 조회를 반복할 수 있다. 기본 A 문맥 갱신은 채택 후 Context Manager가 관리하며 Request Controller 채택은 공통 하단에 명시했다.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p>
          <a:p xmlns:a="http://schemas.openxmlformats.org/drawingml/2006/main">
            <a:r>
              <a:t>A/B는 작업 문맥 수명 축, B/C는 별도 생산 책임 축이다. A+C도 조합 가능하나 미실험이다.</a:t>
            </a:r>
          </a:p>
          <a:p xmlns:a="http://schemas.openxmlformats.org/drawingml/2006/main">
            <a: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p>
          <a:p xmlns:a="http://schemas.openxmlformats.org/drawingml/2006/main">
            <a:r>
              <a:t>내용 출처:</a:t>
            </a:r>
          </a:p>
          <a:p xmlns:a="http://schemas.openxmlformats.org/drawingml/2006/main">
            <a:r>
              <a:t>/Users/changbae/Workspace/via-sw-architecture/docs/architecture/12-decisions/decision-packages/seven-problem-review/01-evidence-supply.md</a:t>
            </a:r>
          </a:p>
          <a:p xmlns:a="http://schemas.openxmlformats.org/drawingml/2006/main">
            <a:r>
              <a:t>/Users/changbae/Workspace/via-sw-architecture/docs/architecture/12-decisions/decision-packages/seven-problem-review/17-presentation-results.md §3</a:t>
            </a:r>
          </a:p>
          <a:p xmlns:a="http://schemas.openxmlformats.org/drawingml/2006/main">
            <a:r>
              <a:t>/Users/changbae/Workspace/via-sw-architecture/results/architecture-evaluation/current/four-dp-presentation-20261019/dp01/presentation-report.md</a:t>
            </a:r>
          </a:p>
          <a:p xmlns:a="http://schemas.openxmlformats.org/drawingml/2006/main">
            <a:r>
              <a:t>스타일 참조: 첨부 23-DP04방안.png, 24-DP04채택.png, 18-DP02채택.png. 대안 3개를 보존하기 위해 두 열을 세 열로 확장했다.</a:t>
            </a:r>
          </a:p>
          <a:p xmlns:a="http://schemas.openxmlformats.org/drawingml/2006/main">
            <a:r>
              <a:t>선택은 후속 근거 재사용 조건의 발표상 권고이며 accepted ADR을 변경하지 않는다. QA01의 A/B 구조 우열은 미확정이다. A2는 정정 사례에서 재조회 감소만 확인했으며 주요 성능 보완으로 채택하지 않았다.</a:t>
            </a:r>
          </a:p>
          <a:p xmlns:a="http://schemas.openxmlformats.org/drawingml/2006/main">
            <a:r>
              <a:t>A2 비교는 정정 E3×3회이며 기본A 대비 A2의 QA03은21.822→21.433초, 원문읽기12→9, 모델호출12→12, 비용0.0148424→0.0145860USD, 본문3/6동일이다. 전체 A대C 비교를 다시 수행하지 않았으므로 C와의 격차 해소로 확대하지 않는다. 필수14KB hard-cap 수정은 선택적 tactic의 효과가 아니다. A3 작은 보존 예산은 기본 적용 보류다.</a:t>
            </a:r>
          </a:p>
          <a:p xmlns:a="http://schemas.openxmlformats.org/drawingml/2006/main">
            <a:r>
              <a:t>공통 첫 채택 안내는 E3 ABC×2정책×3회=18episode의 별도 실험이다. 여기서는 A만 확대해 표시한다. A QA01은7.092→1.905초, QA03은21.508→23.118초, 호출12→18, 비용0.0146552→0.0157364USD. B QA01은6.724→1.829, C는17.730→2.322초다. 이 정책은 A 독점의 장점이 아니며 A/B 순위 역전을 입증하지 않는다. 각 안/정책의 첫 응답·host종료·QA02는6/6, 본문은A/B3/6,C6/6이다. 유지 view가 없거나 정정으로 무효화되어 A재사용을 시험하지 않는다. A/B의 첫 입력은12개 짝비교에서 같다. C사전생산은정책별독립실행이라 순수정책효과와구분한다. 첫안내는실제source와처리의도채택이며완료선언이아니다. 실제내부intent라벨이노출된callback proxy이며다듬은제품UI문구의실측이아니다. A2와공통첫안내는별도실험이고결합효과는미측정이다.</a:t>
            </a:r>
          </a:p>
          <a:p xmlns:a="http://schemas.openxmlformats.org/drawingml/2006/main">
            <a:r>
              <a:t>수치 출처: /Users/changbae/Workspace/via-sw-architecture/docs/architecture/12-decisions/decision-packages/seven-problem-review/17-presentation-results.md §3</a:t>
            </a:r>
          </a:p>
          <a:p xmlns:a="http://schemas.openxmlformats.org/drawingml/2006/main">
            <a:r>
              <a:t>/Users/changbae/Workspace/via-sw-architecture/results/architecture-evaluation/current/four-dp-presentation-20261019/dp01/presentation-report.md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3dbec8b39a47c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795a1bd9e00455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aeb25aa224e45c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a227ec700f6422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9cab649f6ef4af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542ed987bd044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8EB5A4-42D1-43C1-B91D-F6E8FF230EEA}"/>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AD64587-BE35-4CFD-B8C3-B68A05D44F80}"/>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CE425AB-74EF-4886-94EA-3CF7DA87AE2C}"/>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2EDEB2-20D3-48CD-82C4-18FF6165464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3D90A35-2211-44C7-AD69-BBF818710806}"/>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4BF9F4B-C0B2-4DB3-8C9C-A65E5CB7C9F6}"/>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43F23D-5A36-4E88-A5AE-074AB2ACD216}"/>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C3A5848-4DF0-4CD0-AC14-1DFA1CEBBE4F}"/>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8169C9-E1CF-4212-90E2-D3F24C53DEB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3C6E7F5-9938-4040-B68F-D7F029C91111}"/>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a3a6ac5e894a57" /><Relationship Type="http://schemas.openxmlformats.org/officeDocument/2006/relationships/slideLayout" Target="/ppt/slideLayouts/slideLayout1.xml" Id="Rd2b062a577a84ee9" /><Relationship Type="http://schemas.openxmlformats.org/officeDocument/2006/relationships/slideLayout" Target="/ppt/slideLayouts/slideLayout2.xml" Id="R7a11d9e486394746" /><Relationship Type="http://schemas.openxmlformats.org/officeDocument/2006/relationships/slideLayout" Target="/ppt/slideLayouts/slideLayout3.xml" Id="R50fe51a0a68d4448" /><Relationship Type="http://schemas.openxmlformats.org/officeDocument/2006/relationships/slideLayout" Target="/ppt/slideLayouts/slideLayout4.xml" Id="R0e75dcf7d19d4246" /><Relationship Type="http://schemas.openxmlformats.org/officeDocument/2006/relationships/slideLayout" Target="/ppt/slideLayouts/slideLayout5.xml" Id="R2a98b05393c44a82" /><Relationship Type="http://schemas.openxmlformats.org/officeDocument/2006/relationships/slideLayout" Target="/ppt/slideLayouts/slideLayout6.xml" Id="Rb8a6ed03a3dd4e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b062a577a84ee9"/>
    <p:sldLayoutId xmlns:r="http://schemas.openxmlformats.org/officeDocument/2006/relationships" id="2147483650" r:id="R7a11d9e486394746"/>
    <p:sldLayoutId xmlns:r="http://schemas.openxmlformats.org/officeDocument/2006/relationships" id="2147483651" r:id="R50fe51a0a68d4448"/>
    <p:sldLayoutId xmlns:r="http://schemas.openxmlformats.org/officeDocument/2006/relationships" id="2147483652" r:id="R0e75dcf7d19d4246"/>
    <p:sldLayoutId xmlns:r="http://schemas.openxmlformats.org/officeDocument/2006/relationships" id="2147483653" r:id="R2a98b05393c44a82"/>
    <p:sldLayoutId xmlns:r="http://schemas.openxmlformats.org/officeDocument/2006/relationships" id="2147483654" r:id="Rb8a6ed03a3dd4e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7c19e7778cb4f06" /><Relationship Type="http://schemas.openxmlformats.org/officeDocument/2006/relationships/notesSlide" Target="/ppt/notesSlides/notesSlide1.xml" Id="R20120419f73742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00699839c6a464c" /><Relationship Type="http://schemas.openxmlformats.org/officeDocument/2006/relationships/notesSlide" Target="/ppt/notesSlides/notesSlide2.xml" Id="Rebf35dcef1524d9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07475a161ba4d3d" /><Relationship Type="http://schemas.openxmlformats.org/officeDocument/2006/relationships/notesSlide" Target="/ppt/notesSlides/notesSlide3.xml" Id="Rca9d737fcf5c486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3" name="DP1 object 1">
            <a:extLst xmlns:a="http://schemas.openxmlformats.org/drawingml/2006/main">
              <a:ext uri="{FF2B5EF4-FFF2-40B4-BE49-F238E27FC236}">
                <a16:creationId xmlns:a16="http://schemas.microsoft.com/office/drawing/2014/main" id="{8B22C051-8109-47C9-AE36-00F87DEF4771}"/>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DP1. 현재 요청의 근거 공급 방안 (배경)</a:t>
            </a:r>
          </a:p>
        </p:txBody>
      </p:sp>
      <p:sp>
        <p:nvSpPr>
          <p:cNvPr id="2" name="DP1 object 2">
            <a:extLst xmlns:a="http://schemas.openxmlformats.org/drawingml/2006/main">
              <a:ext uri="{FF2B5EF4-FFF2-40B4-BE49-F238E27FC236}">
                <a16:creationId xmlns:a16="http://schemas.microsoft.com/office/drawing/2014/main" id="{576F077E-90E3-47D4-8517-3D2DBB6EFBBE}"/>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DP1 object 3">
            <a:extLst xmlns:a="http://schemas.openxmlformats.org/drawingml/2006/main">
              <a:ext uri="{FF2B5EF4-FFF2-40B4-BE49-F238E27FC236}">
                <a16:creationId xmlns:a16="http://schemas.microsoft.com/office/drawing/2014/main" id="{F873AC7F-D8CF-44BC-BD3C-2436BC7B876F}"/>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DP1 object 4">
            <a:extLst xmlns:a="http://schemas.openxmlformats.org/drawingml/2006/main">
              <a:ext uri="{FF2B5EF4-FFF2-40B4-BE49-F238E27FC236}">
                <a16:creationId xmlns:a16="http://schemas.microsoft.com/office/drawing/2014/main" id="{2A535914-067D-4360-95C0-99EF71E2BB5A}"/>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DP1 object 5">
            <a:extLst xmlns:a="http://schemas.openxmlformats.org/drawingml/2006/main">
              <a:ext uri="{FF2B5EF4-FFF2-40B4-BE49-F238E27FC236}">
                <a16:creationId xmlns:a16="http://schemas.microsoft.com/office/drawing/2014/main" id="{0231877A-0B3D-4099-8F73-787BCA194692}"/>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DP1 object 6">
            <a:extLst xmlns:a="http://schemas.openxmlformats.org/drawingml/2006/main">
              <a:ext uri="{FF2B5EF4-FFF2-40B4-BE49-F238E27FC236}">
                <a16:creationId xmlns:a16="http://schemas.microsoft.com/office/drawing/2014/main" id="{915084EA-F566-4093-B83E-7D0FA8FCBD6A}"/>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DP1 object 7">
            <a:extLst xmlns:a="http://schemas.openxmlformats.org/drawingml/2006/main">
              <a:ext uri="{FF2B5EF4-FFF2-40B4-BE49-F238E27FC236}">
                <a16:creationId xmlns:a16="http://schemas.microsoft.com/office/drawing/2014/main" id="{42C3CF76-EA4B-49EC-977A-5F78B35690F7}"/>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DP1 object 8">
            <a:extLst xmlns:a="http://schemas.openxmlformats.org/drawingml/2006/main">
              <a:ext uri="{FF2B5EF4-FFF2-40B4-BE49-F238E27FC236}">
                <a16:creationId xmlns:a16="http://schemas.microsoft.com/office/drawing/2014/main" id="{B03FD14B-B898-4E48-B449-C9815228C805}"/>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DP1 object 9">
            <a:extLst xmlns:a="http://schemas.openxmlformats.org/drawingml/2006/main">
              <a:ext uri="{FF2B5EF4-FFF2-40B4-BE49-F238E27FC236}">
                <a16:creationId xmlns:a16="http://schemas.microsoft.com/office/drawing/2014/main" id="{0813EE50-6191-48B8-8288-09365544B7F1}"/>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DP1 object 10">
            <a:extLst xmlns:a="http://schemas.openxmlformats.org/drawingml/2006/main">
              <a:ext uri="{FF2B5EF4-FFF2-40B4-BE49-F238E27FC236}">
                <a16:creationId xmlns:a16="http://schemas.microsoft.com/office/drawing/2014/main" id="{CB69C477-9AEB-4673-8FC6-FA5367A396C1}"/>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DP1 object 11">
            <a:extLst xmlns:a="http://schemas.openxmlformats.org/drawingml/2006/main">
              <a:ext uri="{FF2B5EF4-FFF2-40B4-BE49-F238E27FC236}">
                <a16:creationId xmlns:a16="http://schemas.microsoft.com/office/drawing/2014/main" id="{27BE768D-A714-42F2-B9F3-D85CE07FAD32}"/>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Editable path 12">
            <a:extLst xmlns:a="http://schemas.openxmlformats.org/drawingml/2006/main">
              <a:ext uri="{FF2B5EF4-FFF2-40B4-BE49-F238E27FC236}">
                <a16:creationId xmlns:a16="http://schemas.microsoft.com/office/drawing/2014/main" id="{FF1AEC27-1564-4F73-82F1-519357626341}"/>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DP1 object 13">
            <a:extLst xmlns:a="http://schemas.openxmlformats.org/drawingml/2006/main">
              <a:ext uri="{FF2B5EF4-FFF2-40B4-BE49-F238E27FC236}">
                <a16:creationId xmlns:a16="http://schemas.microsoft.com/office/drawing/2014/main" id="{C00DEDAF-F965-4917-877A-3DDC385E113A}"/>
              </a:ext>
            </a:extLst>
          </p:cNvPr>
          <p:cNvSpPr>
            <a:spLocks xmlns:a="http://schemas.openxmlformats.org/drawingml/2006/main" noGrp="1"/>
          </p:cNvSpPr>
          <p:nvPr/>
        </p:nvSpPr>
        <p:spPr>
          <a:xfrm xmlns:a="http://schemas.openxmlformats.org/drawingml/2006/main">
            <a:off x="17478375" y="99917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275" b="0">
                <a:solidFill>
                  <a:srgbClr val="50555B"/>
                </a:solidFill>
                <a:latin typeface="Apple SD Gothic Neo"/>
                <a:ea typeface="Apple SD Gothic Neo"/>
                <a:cs typeface="Apple SD Gothic Neo"/>
              </a:defRPr>
            </a:defPPr>
            <a:lvl1pPr algn="r">
              <a:defRPr sz="1275" b="0">
                <a:solidFill>
                  <a:srgbClr val="50555B"/>
                </a:solidFill>
                <a:latin typeface="Apple SD Gothic Neo"/>
                <a:ea typeface="Apple SD Gothic Neo"/>
                <a:cs typeface="Apple SD Gothic Neo"/>
              </a:defRPr>
            </a:lvl1pPr>
            <a:lvl2pPr algn="r">
              <a:defRPr sz="1275" b="0">
                <a:solidFill>
                  <a:srgbClr val="50555B"/>
                </a:solidFill>
                <a:latin typeface="Apple SD Gothic Neo"/>
                <a:ea typeface="Apple SD Gothic Neo"/>
                <a:cs typeface="Apple SD Gothic Neo"/>
              </a:defRPr>
            </a:lvl2pPr>
            <a:lvl3pPr algn="r">
              <a:defRPr sz="1275" b="0">
                <a:solidFill>
                  <a:srgbClr val="50555B"/>
                </a:solidFill>
                <a:latin typeface="Apple SD Gothic Neo"/>
                <a:ea typeface="Apple SD Gothic Neo"/>
                <a:cs typeface="Apple SD Gothic Neo"/>
              </a:defRPr>
            </a:lvl3pPr>
            <a:lvl4pPr algn="r">
              <a:defRPr sz="1275" b="0">
                <a:solidFill>
                  <a:srgbClr val="50555B"/>
                </a:solidFill>
                <a:latin typeface="Apple SD Gothic Neo"/>
                <a:ea typeface="Apple SD Gothic Neo"/>
                <a:cs typeface="Apple SD Gothic Neo"/>
              </a:defRPr>
            </a:lvl4pPr>
            <a:lvl5pPr algn="r">
              <a:defRPr sz="1275" b="0">
                <a:solidFill>
                  <a:srgbClr val="50555B"/>
                </a:solidFill>
                <a:latin typeface="Apple SD Gothic Neo"/>
                <a:ea typeface="Apple SD Gothic Neo"/>
                <a:cs typeface="Apple SD Gothic Neo"/>
              </a:defRPr>
            </a:lvl5pPr>
            <a:lvl6pPr algn="r">
              <a:defRPr sz="1275" b="0">
                <a:solidFill>
                  <a:srgbClr val="50555B"/>
                </a:solidFill>
                <a:latin typeface="Apple SD Gothic Neo"/>
                <a:ea typeface="Apple SD Gothic Neo"/>
                <a:cs typeface="Apple SD Gothic Neo"/>
              </a:defRPr>
            </a:lvl6pPr>
            <a:lvl7pPr algn="r">
              <a:defRPr sz="1275" b="0">
                <a:solidFill>
                  <a:srgbClr val="50555B"/>
                </a:solidFill>
                <a:latin typeface="Apple SD Gothic Neo"/>
                <a:ea typeface="Apple SD Gothic Neo"/>
                <a:cs typeface="Apple SD Gothic Neo"/>
              </a:defRPr>
            </a:lvl7pPr>
            <a:lvl8pPr algn="r">
              <a:defRPr sz="1275" b="0">
                <a:solidFill>
                  <a:srgbClr val="50555B"/>
                </a:solidFill>
                <a:latin typeface="Apple SD Gothic Neo"/>
                <a:ea typeface="Apple SD Gothic Neo"/>
                <a:cs typeface="Apple SD Gothic Neo"/>
              </a:defRPr>
            </a:lvl8pPr>
            <a:lvl9pPr algn="r">
              <a:defRPr sz="1275" b="0">
                <a:solidFill>
                  <a:srgbClr val="50555B"/>
                </a:solidFill>
                <a:latin typeface="Apple SD Gothic Neo"/>
                <a:ea typeface="Apple SD Gothic Neo"/>
                <a:cs typeface="Apple SD Gothic Neo"/>
              </a:defRPr>
            </a:lvl9pPr>
          </a:lstStyle>
          <a:p xmlns:a="http://schemas.openxmlformats.org/drawingml/2006/main">
            <a:pPr algn="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1</a:t>
            </a:r>
          </a:p>
        </p:txBody>
      </p:sp>
      <p:sp>
        <p:nvSpPr>
          <p:cNvPr id="14" name="DP1 object 14">
            <a:extLst xmlns:a="http://schemas.openxmlformats.org/drawingml/2006/main">
              <a:ext uri="{FF2B5EF4-FFF2-40B4-BE49-F238E27FC236}">
                <a16:creationId xmlns:a16="http://schemas.microsoft.com/office/drawing/2014/main" id="{9CB2DE34-3543-4032-8325-4E300E917A3B}"/>
              </a:ext>
            </a:extLst>
          </p:cNvPr>
          <p:cNvSpPr>
            <a:spLocks xmlns:a="http://schemas.openxmlformats.org/drawingml/2006/main" noGrp="1"/>
          </p:cNvSpPr>
          <p:nvPr/>
        </p:nvSpPr>
        <p:spPr>
          <a:xfrm xmlns:a="http://schemas.openxmlformats.org/drawingml/2006/main">
            <a:off x="628650" y="1381125"/>
            <a:ext cx="17002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225" b="1">
                <a:solidFill>
                  <a:srgbClr val="111111"/>
                </a:solidFill>
                <a:latin typeface="Apple SD Gothic Neo"/>
                <a:ea typeface="Apple SD Gothic Neo"/>
                <a:cs typeface="Apple SD Gothic Neo"/>
              </a:defRPr>
            </a:defPPr>
            <a:lvl1pPr algn="l">
              <a:defRPr sz="3225" b="1">
                <a:solidFill>
                  <a:srgbClr val="111111"/>
                </a:solidFill>
                <a:latin typeface="Apple SD Gothic Neo"/>
                <a:ea typeface="Apple SD Gothic Neo"/>
                <a:cs typeface="Apple SD Gothic Neo"/>
              </a:defRPr>
            </a:lvl1pPr>
            <a:lvl2pPr algn="l">
              <a:defRPr sz="3225" b="1">
                <a:solidFill>
                  <a:srgbClr val="111111"/>
                </a:solidFill>
                <a:latin typeface="Apple SD Gothic Neo"/>
                <a:ea typeface="Apple SD Gothic Neo"/>
                <a:cs typeface="Apple SD Gothic Neo"/>
              </a:defRPr>
            </a:lvl2pPr>
            <a:lvl3pPr algn="l">
              <a:defRPr sz="3225" b="1">
                <a:solidFill>
                  <a:srgbClr val="111111"/>
                </a:solidFill>
                <a:latin typeface="Apple SD Gothic Neo"/>
                <a:ea typeface="Apple SD Gothic Neo"/>
                <a:cs typeface="Apple SD Gothic Neo"/>
              </a:defRPr>
            </a:lvl3pPr>
            <a:lvl4pPr algn="l">
              <a:defRPr sz="3225" b="1">
                <a:solidFill>
                  <a:srgbClr val="111111"/>
                </a:solidFill>
                <a:latin typeface="Apple SD Gothic Neo"/>
                <a:ea typeface="Apple SD Gothic Neo"/>
                <a:cs typeface="Apple SD Gothic Neo"/>
              </a:defRPr>
            </a:lvl4pPr>
            <a:lvl5pPr algn="l">
              <a:defRPr sz="3225" b="1">
                <a:solidFill>
                  <a:srgbClr val="111111"/>
                </a:solidFill>
                <a:latin typeface="Apple SD Gothic Neo"/>
                <a:ea typeface="Apple SD Gothic Neo"/>
                <a:cs typeface="Apple SD Gothic Neo"/>
              </a:defRPr>
            </a:lvl5pPr>
            <a:lvl6pPr algn="l">
              <a:defRPr sz="3225" b="1">
                <a:solidFill>
                  <a:srgbClr val="111111"/>
                </a:solidFill>
                <a:latin typeface="Apple SD Gothic Neo"/>
                <a:ea typeface="Apple SD Gothic Neo"/>
                <a:cs typeface="Apple SD Gothic Neo"/>
              </a:defRPr>
            </a:lvl6pPr>
            <a:lvl7pPr algn="l">
              <a:defRPr sz="3225" b="1">
                <a:solidFill>
                  <a:srgbClr val="111111"/>
                </a:solidFill>
                <a:latin typeface="Apple SD Gothic Neo"/>
                <a:ea typeface="Apple SD Gothic Neo"/>
                <a:cs typeface="Apple SD Gothic Neo"/>
              </a:defRPr>
            </a:lvl7pPr>
            <a:lvl8pPr algn="l">
              <a:defRPr sz="3225" b="1">
                <a:solidFill>
                  <a:srgbClr val="111111"/>
                </a:solidFill>
                <a:latin typeface="Apple SD Gothic Neo"/>
                <a:ea typeface="Apple SD Gothic Neo"/>
                <a:cs typeface="Apple SD Gothic Neo"/>
              </a:defRPr>
            </a:lvl8pPr>
            <a:lvl9pPr algn="l">
              <a:defRPr sz="3225" b="1">
                <a:solidFill>
                  <a:srgbClr val="111111"/>
                </a:solidFill>
                <a:latin typeface="Apple SD Gothic Neo"/>
                <a:ea typeface="Apple SD Gothic Neo"/>
                <a:cs typeface="Apple SD Gothic Neo"/>
              </a:defRPr>
            </a:lvl9pPr>
          </a:lstStyle>
          <a:p xmlns:a="http://schemas.openxmlformats.org/drawingml/2006/main">
            <a:pPr algn="l">
              <a:defRPr sz="3225" b="1">
                <a:solidFill>
                  <a:srgbClr val="111111"/>
                </a:solidFill>
                <a:latin typeface="Apple SD Gothic Neo"/>
                <a:ea typeface="Apple SD Gothic Neo"/>
                <a:cs typeface="Apple SD Gothic Neo"/>
              </a:defRPr>
            </a:pPr>
            <a:r>
              <a:rPr sz="3225" b="1">
                <a:solidFill>
                  <a:srgbClr val="111111"/>
                </a:solidFill>
                <a:latin typeface="Apple SD Gothic Neo"/>
                <a:ea typeface="Apple SD Gothic Neo"/>
                <a:cs typeface="Apple SD Gothic Neo"/>
              </a:rPr>
              <a:t>같은 자료를 다시 묻는데, 원문은 바뀐다</a:t>
            </a:r>
          </a:p>
        </p:txBody>
      </p:sp>
      <p:sp>
        <p:nvSpPr>
          <p:cNvPr id="15" name="DP1 object 15">
            <a:extLst xmlns:a="http://schemas.openxmlformats.org/drawingml/2006/main">
              <a:ext uri="{FF2B5EF4-FFF2-40B4-BE49-F238E27FC236}">
                <a16:creationId xmlns:a16="http://schemas.microsoft.com/office/drawing/2014/main" id="{626B3473-CA88-4928-9C26-D85BA6D5DBCF}"/>
              </a:ext>
            </a:extLst>
          </p:cNvPr>
          <p:cNvSpPr>
            <a:spLocks xmlns:a="http://schemas.openxmlformats.org/drawingml/2006/main" noGrp="1"/>
          </p:cNvSpPr>
          <p:nvPr/>
        </p:nvSpPr>
        <p:spPr>
          <a:xfrm xmlns:a="http://schemas.openxmlformats.org/drawingml/2006/main">
            <a:off x="647700" y="2009775"/>
            <a:ext cx="1676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0">
                <a:solidFill>
                  <a:srgbClr val="111111"/>
                </a:solidFill>
                <a:latin typeface="Apple SD Gothic Neo"/>
                <a:ea typeface="Apple SD Gothic Neo"/>
                <a:cs typeface="Apple SD Gothic Neo"/>
              </a:defRPr>
            </a:defPPr>
            <a:lvl1pPr algn="l">
              <a:defRPr sz="2025" b="0">
                <a:solidFill>
                  <a:srgbClr val="111111"/>
                </a:solidFill>
                <a:latin typeface="Apple SD Gothic Neo"/>
                <a:ea typeface="Apple SD Gothic Neo"/>
                <a:cs typeface="Apple SD Gothic Neo"/>
              </a:defRPr>
            </a:lvl1pPr>
            <a:lvl2pPr algn="l">
              <a:defRPr sz="2025" b="0">
                <a:solidFill>
                  <a:srgbClr val="111111"/>
                </a:solidFill>
                <a:latin typeface="Apple SD Gothic Neo"/>
                <a:ea typeface="Apple SD Gothic Neo"/>
                <a:cs typeface="Apple SD Gothic Neo"/>
              </a:defRPr>
            </a:lvl2pPr>
            <a:lvl3pPr algn="l">
              <a:defRPr sz="2025" b="0">
                <a:solidFill>
                  <a:srgbClr val="111111"/>
                </a:solidFill>
                <a:latin typeface="Apple SD Gothic Neo"/>
                <a:ea typeface="Apple SD Gothic Neo"/>
                <a:cs typeface="Apple SD Gothic Neo"/>
              </a:defRPr>
            </a:lvl3pPr>
            <a:lvl4pPr algn="l">
              <a:defRPr sz="2025" b="0">
                <a:solidFill>
                  <a:srgbClr val="111111"/>
                </a:solidFill>
                <a:latin typeface="Apple SD Gothic Neo"/>
                <a:ea typeface="Apple SD Gothic Neo"/>
                <a:cs typeface="Apple SD Gothic Neo"/>
              </a:defRPr>
            </a:lvl4pPr>
            <a:lvl5pPr algn="l">
              <a:defRPr sz="2025" b="0">
                <a:solidFill>
                  <a:srgbClr val="111111"/>
                </a:solidFill>
                <a:latin typeface="Apple SD Gothic Neo"/>
                <a:ea typeface="Apple SD Gothic Neo"/>
                <a:cs typeface="Apple SD Gothic Neo"/>
              </a:defRPr>
            </a:lvl5pPr>
            <a:lvl6pPr algn="l">
              <a:defRPr sz="2025" b="0">
                <a:solidFill>
                  <a:srgbClr val="111111"/>
                </a:solidFill>
                <a:latin typeface="Apple SD Gothic Neo"/>
                <a:ea typeface="Apple SD Gothic Neo"/>
                <a:cs typeface="Apple SD Gothic Neo"/>
              </a:defRPr>
            </a:lvl6pPr>
            <a:lvl7pPr algn="l">
              <a:defRPr sz="2025" b="0">
                <a:solidFill>
                  <a:srgbClr val="111111"/>
                </a:solidFill>
                <a:latin typeface="Apple SD Gothic Neo"/>
                <a:ea typeface="Apple SD Gothic Neo"/>
                <a:cs typeface="Apple SD Gothic Neo"/>
              </a:defRPr>
            </a:lvl7pPr>
            <a:lvl8pPr algn="l">
              <a:defRPr sz="2025" b="0">
                <a:solidFill>
                  <a:srgbClr val="111111"/>
                </a:solidFill>
                <a:latin typeface="Apple SD Gothic Neo"/>
                <a:ea typeface="Apple SD Gothic Neo"/>
                <a:cs typeface="Apple SD Gothic Neo"/>
              </a:defRPr>
            </a:lvl8pPr>
            <a:lvl9pPr algn="l">
              <a:defRPr sz="2025" b="0">
                <a:solidFill>
                  <a:srgbClr val="111111"/>
                </a:solidFill>
                <a:latin typeface="Apple SD Gothic Neo"/>
                <a:ea typeface="Apple SD Gothic Neo"/>
                <a:cs typeface="Apple SD Gothic Neo"/>
              </a:defRPr>
            </a:lvl9pPr>
          </a:lstStyle>
          <a:p xmlns:a="http://schemas.openxmlformats.org/drawingml/2006/main">
            <a:pPr algn="l">
              <a:defRPr sz="2025" b="0">
                <a:solidFill>
                  <a:srgbClr val="111111"/>
                </a:solidFill>
                <a:latin typeface="Apple SD Gothic Neo"/>
                <a:ea typeface="Apple SD Gothic Neo"/>
                <a:cs typeface="Apple SD Gothic Neo"/>
              </a:defRPr>
            </a:pPr>
            <a:r>
              <a:rPr sz="2025" b="0">
                <a:solidFill>
                  <a:srgbClr val="111111"/>
                </a:solidFill>
                <a:latin typeface="Apple SD Gothic Neo"/>
                <a:ea typeface="Apple SD Gothic Neo"/>
                <a:cs typeface="Apple SD Gothic Neo"/>
              </a:rPr>
              <a:t>VIA는 연속된 대화에서 이전 설명과 업무 결과를 현재 조건에 맞게 다시 사용해야 한다.</a:t>
            </a:r>
          </a:p>
        </p:txBody>
      </p:sp>
      <p:sp>
        <p:nvSpPr>
          <p:cNvPr id="16" name="DP1 object 16">
            <a:extLst xmlns:a="http://schemas.openxmlformats.org/drawingml/2006/main">
              <a:ext uri="{FF2B5EF4-FFF2-40B4-BE49-F238E27FC236}">
                <a16:creationId xmlns:a16="http://schemas.microsoft.com/office/drawing/2014/main" id="{9E0B196D-7194-467A-A8E8-8A8B28EC8509}"/>
              </a:ext>
            </a:extLst>
          </p:cNvPr>
          <p:cNvSpPr>
            <a:spLocks xmlns:a="http://schemas.openxmlformats.org/drawingml/2006/main" noGrp="1"/>
          </p:cNvSpPr>
          <p:nvPr/>
        </p:nvSpPr>
        <p:spPr>
          <a:xfrm xmlns:a="http://schemas.openxmlformats.org/drawingml/2006/main">
            <a:off x="1000125" y="2876550"/>
            <a:ext cx="11315700" cy="1266825"/>
          </a:xfrm>
          <a:prstGeom xmlns:a="http://schemas.openxmlformats.org/drawingml/2006/main" prst="roundRect">
            <a:avLst>
              <a:gd name="adj" fmla="val 6015"/>
            </a:avLst>
          </a:prstGeom>
          <a:solidFill xmlns:a="http://schemas.openxmlformats.org/drawingml/2006/main">
            <a:srgbClr val="F1F6FC"/>
          </a:solidFill>
          <a:ln xmlns:a="http://schemas.openxmlformats.org/drawingml/2006/main" w="23813">
            <a:solidFill>
              <a:srgbClr val="4676CB"/>
            </a:solidFill>
            <a:prstDash val="solid"/>
          </a:ln>
        </p:spPr>
      </p:sp>
      <p:sp>
        <p:nvSpPr>
          <p:cNvPr id="17" name="DP1 object 17">
            <a:extLst xmlns:a="http://schemas.openxmlformats.org/drawingml/2006/main">
              <a:ext uri="{FF2B5EF4-FFF2-40B4-BE49-F238E27FC236}">
                <a16:creationId xmlns:a16="http://schemas.microsoft.com/office/drawing/2014/main" id="{5E94C331-243E-4E6B-9DA2-9D2A7F1F5936}"/>
              </a:ext>
            </a:extLst>
          </p:cNvPr>
          <p:cNvSpPr>
            <a:spLocks xmlns:a="http://schemas.openxmlformats.org/drawingml/2006/main" noGrp="1"/>
          </p:cNvSpPr>
          <p:nvPr/>
        </p:nvSpPr>
        <p:spPr>
          <a:xfrm xmlns:a="http://schemas.openxmlformats.org/drawingml/2006/main">
            <a:off x="1219200" y="30099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1">
                <a:solidFill>
                  <a:srgbClr val="4676CB"/>
                </a:solidFill>
                <a:latin typeface="Apple SD Gothic Neo"/>
                <a:ea typeface="Apple SD Gothic Neo"/>
                <a:cs typeface="Apple SD Gothic Neo"/>
              </a:defRPr>
            </a:defPPr>
            <a:lvl1pPr algn="l">
              <a:defRPr sz="1800" b="1">
                <a:solidFill>
                  <a:srgbClr val="4676CB"/>
                </a:solidFill>
                <a:latin typeface="Apple SD Gothic Neo"/>
                <a:ea typeface="Apple SD Gothic Neo"/>
                <a:cs typeface="Apple SD Gothic Neo"/>
              </a:defRPr>
            </a:lvl1pPr>
            <a:lvl2pPr algn="l">
              <a:defRPr sz="1800" b="1">
                <a:solidFill>
                  <a:srgbClr val="4676CB"/>
                </a:solidFill>
                <a:latin typeface="Apple SD Gothic Neo"/>
                <a:ea typeface="Apple SD Gothic Neo"/>
                <a:cs typeface="Apple SD Gothic Neo"/>
              </a:defRPr>
            </a:lvl2pPr>
            <a:lvl3pPr algn="l">
              <a:defRPr sz="1800" b="1">
                <a:solidFill>
                  <a:srgbClr val="4676CB"/>
                </a:solidFill>
                <a:latin typeface="Apple SD Gothic Neo"/>
                <a:ea typeface="Apple SD Gothic Neo"/>
                <a:cs typeface="Apple SD Gothic Neo"/>
              </a:defRPr>
            </a:lvl3pPr>
            <a:lvl4pPr algn="l">
              <a:defRPr sz="1800" b="1">
                <a:solidFill>
                  <a:srgbClr val="4676CB"/>
                </a:solidFill>
                <a:latin typeface="Apple SD Gothic Neo"/>
                <a:ea typeface="Apple SD Gothic Neo"/>
                <a:cs typeface="Apple SD Gothic Neo"/>
              </a:defRPr>
            </a:lvl4pPr>
            <a:lvl5pPr algn="l">
              <a:defRPr sz="1800" b="1">
                <a:solidFill>
                  <a:srgbClr val="4676CB"/>
                </a:solidFill>
                <a:latin typeface="Apple SD Gothic Neo"/>
                <a:ea typeface="Apple SD Gothic Neo"/>
                <a:cs typeface="Apple SD Gothic Neo"/>
              </a:defRPr>
            </a:lvl5pPr>
            <a:lvl6pPr algn="l">
              <a:defRPr sz="1800" b="1">
                <a:solidFill>
                  <a:srgbClr val="4676CB"/>
                </a:solidFill>
                <a:latin typeface="Apple SD Gothic Neo"/>
                <a:ea typeface="Apple SD Gothic Neo"/>
                <a:cs typeface="Apple SD Gothic Neo"/>
              </a:defRPr>
            </a:lvl6pPr>
            <a:lvl7pPr algn="l">
              <a:defRPr sz="1800" b="1">
                <a:solidFill>
                  <a:srgbClr val="4676CB"/>
                </a:solidFill>
                <a:latin typeface="Apple SD Gothic Neo"/>
                <a:ea typeface="Apple SD Gothic Neo"/>
                <a:cs typeface="Apple SD Gothic Neo"/>
              </a:defRPr>
            </a:lvl7pPr>
            <a:lvl8pPr algn="l">
              <a:defRPr sz="1800" b="1">
                <a:solidFill>
                  <a:srgbClr val="4676CB"/>
                </a:solidFill>
                <a:latin typeface="Apple SD Gothic Neo"/>
                <a:ea typeface="Apple SD Gothic Neo"/>
                <a:cs typeface="Apple SD Gothic Neo"/>
              </a:defRPr>
            </a:lvl8pPr>
            <a:lvl9pPr algn="l">
              <a:defRPr sz="1800" b="1">
                <a:solidFill>
                  <a:srgbClr val="4676CB"/>
                </a:solidFill>
                <a:latin typeface="Apple SD Gothic Neo"/>
                <a:ea typeface="Apple SD Gothic Neo"/>
                <a:cs typeface="Apple SD Gothic Neo"/>
              </a:defRPr>
            </a:lvl9pPr>
          </a:lstStyle>
          <a:p xmlns:a="http://schemas.openxmlformats.org/drawingml/2006/main">
            <a:pPr algn="l">
              <a:defRPr sz="1800" b="1">
                <a:solidFill>
                  <a:srgbClr val="4676CB"/>
                </a:solidFill>
                <a:latin typeface="Apple SD Gothic Neo"/>
                <a:ea typeface="Apple SD Gothic Neo"/>
                <a:cs typeface="Apple SD Gothic Neo"/>
              </a:defRPr>
            </a:pPr>
            <a:r>
              <a:rPr sz="1800" b="1">
                <a:solidFill>
                  <a:srgbClr val="4676CB"/>
                </a:solidFill>
                <a:latin typeface="Apple SD Gothic Neo"/>
                <a:ea typeface="Apple SD Gothic Neo"/>
                <a:cs typeface="Apple SD Gothic Neo"/>
              </a:rPr>
              <a:t>현재 요청</a:t>
            </a:r>
          </a:p>
        </p:txBody>
      </p:sp>
      <p:sp>
        <p:nvSpPr>
          <p:cNvPr id="18" name="DP1 object 18">
            <a:extLst xmlns:a="http://schemas.openxmlformats.org/drawingml/2006/main">
              <a:ext uri="{FF2B5EF4-FFF2-40B4-BE49-F238E27FC236}">
                <a16:creationId xmlns:a16="http://schemas.microsoft.com/office/drawing/2014/main" id="{A9C78F04-3ADC-48CB-9940-A151E54FE8BC}"/>
              </a:ext>
            </a:extLst>
          </p:cNvPr>
          <p:cNvSpPr>
            <a:spLocks xmlns:a="http://schemas.openxmlformats.org/drawingml/2006/main" noGrp="1"/>
          </p:cNvSpPr>
          <p:nvPr/>
        </p:nvSpPr>
        <p:spPr>
          <a:xfrm xmlns:a="http://schemas.openxmlformats.org/drawingml/2006/main">
            <a:off x="1219200" y="3400425"/>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550" b="1">
                <a:solidFill>
                  <a:srgbClr val="111111"/>
                </a:solidFill>
                <a:latin typeface="Apple SD Gothic Neo"/>
                <a:ea typeface="Apple SD Gothic Neo"/>
                <a:cs typeface="Apple SD Gothic Neo"/>
              </a:defRPr>
            </a:defPPr>
            <a:lvl1pPr algn="ctr">
              <a:defRPr sz="2550" b="1">
                <a:solidFill>
                  <a:srgbClr val="111111"/>
                </a:solidFill>
                <a:latin typeface="Apple SD Gothic Neo"/>
                <a:ea typeface="Apple SD Gothic Neo"/>
                <a:cs typeface="Apple SD Gothic Neo"/>
              </a:defRPr>
            </a:lvl1pPr>
            <a:lvl2pPr algn="ctr">
              <a:defRPr sz="2550" b="1">
                <a:solidFill>
                  <a:srgbClr val="111111"/>
                </a:solidFill>
                <a:latin typeface="Apple SD Gothic Neo"/>
                <a:ea typeface="Apple SD Gothic Neo"/>
                <a:cs typeface="Apple SD Gothic Neo"/>
              </a:defRPr>
            </a:lvl2pPr>
            <a:lvl3pPr algn="ctr">
              <a:defRPr sz="2550" b="1">
                <a:solidFill>
                  <a:srgbClr val="111111"/>
                </a:solidFill>
                <a:latin typeface="Apple SD Gothic Neo"/>
                <a:ea typeface="Apple SD Gothic Neo"/>
                <a:cs typeface="Apple SD Gothic Neo"/>
              </a:defRPr>
            </a:lvl3pPr>
            <a:lvl4pPr algn="ctr">
              <a:defRPr sz="2550" b="1">
                <a:solidFill>
                  <a:srgbClr val="111111"/>
                </a:solidFill>
                <a:latin typeface="Apple SD Gothic Neo"/>
                <a:ea typeface="Apple SD Gothic Neo"/>
                <a:cs typeface="Apple SD Gothic Neo"/>
              </a:defRPr>
            </a:lvl4pPr>
            <a:lvl5pPr algn="ctr">
              <a:defRPr sz="2550" b="1">
                <a:solidFill>
                  <a:srgbClr val="111111"/>
                </a:solidFill>
                <a:latin typeface="Apple SD Gothic Neo"/>
                <a:ea typeface="Apple SD Gothic Neo"/>
                <a:cs typeface="Apple SD Gothic Neo"/>
              </a:defRPr>
            </a:lvl5pPr>
            <a:lvl6pPr algn="ctr">
              <a:defRPr sz="2550" b="1">
                <a:solidFill>
                  <a:srgbClr val="111111"/>
                </a:solidFill>
                <a:latin typeface="Apple SD Gothic Neo"/>
                <a:ea typeface="Apple SD Gothic Neo"/>
                <a:cs typeface="Apple SD Gothic Neo"/>
              </a:defRPr>
            </a:lvl6pPr>
            <a:lvl7pPr algn="ctr">
              <a:defRPr sz="2550" b="1">
                <a:solidFill>
                  <a:srgbClr val="111111"/>
                </a:solidFill>
                <a:latin typeface="Apple SD Gothic Neo"/>
                <a:ea typeface="Apple SD Gothic Neo"/>
                <a:cs typeface="Apple SD Gothic Neo"/>
              </a:defRPr>
            </a:lvl7pPr>
            <a:lvl8pPr algn="ctr">
              <a:defRPr sz="2550" b="1">
                <a:solidFill>
                  <a:srgbClr val="111111"/>
                </a:solidFill>
                <a:latin typeface="Apple SD Gothic Neo"/>
                <a:ea typeface="Apple SD Gothic Neo"/>
                <a:cs typeface="Apple SD Gothic Neo"/>
              </a:defRPr>
            </a:lvl8pPr>
            <a:lvl9pPr algn="ctr">
              <a:defRPr sz="2550" b="1">
                <a:solidFill>
                  <a:srgbClr val="111111"/>
                </a:solidFill>
                <a:latin typeface="Apple SD Gothic Neo"/>
                <a:ea typeface="Apple SD Gothic Neo"/>
                <a:cs typeface="Apple SD Gothic Neo"/>
              </a:defRPr>
            </a:lvl9pPr>
          </a:lstStyle>
          <a:p xmlns:a="http://schemas.openxmlformats.org/drawingml/2006/main">
            <a:pPr algn="ctr">
              <a:defRPr sz="2550" b="1">
                <a:solidFill>
                  <a:srgbClr val="111111"/>
                </a:solidFill>
                <a:latin typeface="Apple SD Gothic Neo"/>
                <a:ea typeface="Apple SD Gothic Neo"/>
                <a:cs typeface="Apple SD Gothic Neo"/>
              </a:defRPr>
            </a:pPr>
            <a:r>
              <a:rPr sz="2550" b="1">
                <a:solidFill>
                  <a:srgbClr val="111111"/>
                </a:solidFill>
                <a:latin typeface="Apple SD Gothic Neo"/>
                <a:ea typeface="Apple SD Gothic Neo"/>
                <a:cs typeface="Apple SD Gothic Neo"/>
              </a:rPr>
              <a:t>“지난번 설명한 기준과 제품 비교 결과에</a:t>
            </a:r>
          </a:p>
          <a:p xmlns:a="http://schemas.openxmlformats.org/drawingml/2006/main">
            <a:pPr algn="ctr">
              <a:defRPr sz="2550" b="1">
                <a:solidFill>
                  <a:srgbClr val="111111"/>
                </a:solidFill>
                <a:latin typeface="Apple SD Gothic Neo"/>
                <a:ea typeface="Apple SD Gothic Neo"/>
                <a:cs typeface="Apple SD Gothic Neo"/>
              </a:defRPr>
            </a:pPr>
            <a:r>
              <a:rPr sz="2550" b="1">
                <a:solidFill>
                  <a:srgbClr val="111111"/>
                </a:solidFill>
                <a:latin typeface="Apple SD Gothic Neo"/>
                <a:ea typeface="Apple SD Gothic Neo"/>
                <a:cs typeface="Apple SD Gothic Neo"/>
              </a:rPr>
              <a:t>수정된 견적을 반영해줘.”</a:t>
            </a:r>
          </a:p>
        </p:txBody>
      </p:sp>
      <p:sp>
        <p:nvSpPr>
          <p:cNvPr id="19" name="Editable path 19">
            <a:extLst xmlns:a="http://schemas.openxmlformats.org/drawingml/2006/main">
              <a:ext uri="{FF2B5EF4-FFF2-40B4-BE49-F238E27FC236}">
                <a16:creationId xmlns:a16="http://schemas.microsoft.com/office/drawing/2014/main" id="{411A38D1-5007-44D6-9B8B-ABB0D2BB0690}"/>
              </a:ext>
            </a:extLst>
          </p:cNvPr>
          <p:cNvSpPr>
            <a:spLocks xmlns:a="http://schemas.openxmlformats.org/drawingml/2006/main" noGrp="1"/>
          </p:cNvSpPr>
          <p:nvPr/>
        </p:nvSpPr>
        <p:spPr>
          <a:xfrm xmlns:a="http://schemas.openxmlformats.org/drawingml/2006/main">
            <a:off x="11601450" y="4143375"/>
            <a:ext cx="447675" cy="304800"/>
          </a:xfrm>
          <a:custGeom xmlns:a="http://schemas.openxmlformats.org/drawingml/2006/main">
            <a:pathLst>
              <a:path w="447675" h="304800">
                <a:moveTo>
                  <a:pt x="0" y="0"/>
                </a:moveTo>
                <a:lnTo>
                  <a:pt x="447675" y="304800"/>
                </a:lnTo>
                <a:lnTo>
                  <a:pt x="285750" y="0"/>
                </a:lnTo>
              </a:path>
            </a:pathLst>
          </a:custGeom>
          <a:noFill xmlns:a="http://schemas.openxmlformats.org/drawingml/2006/main"/>
          <a:ln xmlns:a="http://schemas.openxmlformats.org/drawingml/2006/main" w="19050">
            <a:solidFill>
              <a:srgbClr val="4676CB"/>
            </a:solidFill>
            <a:prstDash val="solid"/>
          </a:ln>
        </p:spPr>
      </p:sp>
      <p:sp>
        <p:nvSpPr>
          <p:cNvPr id="20" name="이전에 전달한 설명">
            <a:extLst xmlns:a="http://schemas.openxmlformats.org/drawingml/2006/main">
              <a:ext uri="{FF2B5EF4-FFF2-40B4-BE49-F238E27FC236}">
                <a16:creationId xmlns:a16="http://schemas.microsoft.com/office/drawing/2014/main" id="{C8A30AC1-ADB6-4551-8C41-02781A079958}"/>
              </a:ext>
            </a:extLst>
          </p:cNvPr>
          <p:cNvSpPr>
            <a:spLocks xmlns:a="http://schemas.openxmlformats.org/drawingml/2006/main" noGrp="1"/>
          </p:cNvSpPr>
          <p:nvPr/>
        </p:nvSpPr>
        <p:spPr>
          <a:xfrm xmlns:a="http://schemas.openxmlformats.org/drawingml/2006/main">
            <a:off x="981075" y="5553075"/>
            <a:ext cx="3333750" cy="1885950"/>
          </a:xfrm>
          <a:custGeom xmlns:a="http://schemas.openxmlformats.org/drawingml/2006/main">
            <a:pathLst>
              <a:path w="3333750" h="1885950">
                <a:moveTo>
                  <a:pt x="0" y="0"/>
                </a:moveTo>
                <a:lnTo>
                  <a:pt x="3181350" y="0"/>
                </a:lnTo>
                <a:lnTo>
                  <a:pt x="3333750" y="152400"/>
                </a:lnTo>
                <a:lnTo>
                  <a:pt x="3333750" y="1885950"/>
                </a:lnTo>
                <a:lnTo>
                  <a:pt x="0" y="1885950"/>
                </a:lnTo>
                <a:close/>
              </a:path>
            </a:pathLst>
          </a:custGeom>
          <a:solidFill xmlns:a="http://schemas.openxmlformats.org/drawingml/2006/main">
            <a:srgbClr val="FFFFFF"/>
          </a:solidFill>
          <a:ln xmlns:a="http://schemas.openxmlformats.org/drawingml/2006/main" w="16193">
            <a:solidFill>
              <a:srgbClr val="111111"/>
            </a:solidFill>
            <a:prstDash val="solid"/>
          </a:ln>
        </p:spPr>
      </p:sp>
      <p:sp>
        <p:nvSpPr>
          <p:cNvPr id="21" name="Editable path 20">
            <a:extLst xmlns:a="http://schemas.openxmlformats.org/drawingml/2006/main">
              <a:ext uri="{FF2B5EF4-FFF2-40B4-BE49-F238E27FC236}">
                <a16:creationId xmlns:a16="http://schemas.microsoft.com/office/drawing/2014/main" id="{3FDA4D3B-5781-4DA5-8A89-116D444BC529}"/>
              </a:ext>
            </a:extLst>
          </p:cNvPr>
          <p:cNvSpPr>
            <a:spLocks xmlns:a="http://schemas.openxmlformats.org/drawingml/2006/main" noGrp="1"/>
          </p:cNvSpPr>
          <p:nvPr/>
        </p:nvSpPr>
        <p:spPr>
          <a:xfrm xmlns:a="http://schemas.openxmlformats.org/drawingml/2006/main">
            <a:off x="4162425" y="5553075"/>
            <a:ext cx="152400" cy="152400"/>
          </a:xfrm>
          <a:custGeom xmlns:a="http://schemas.openxmlformats.org/drawingml/2006/main">
            <a:pathLst>
              <a:path w="152400" h="152400">
                <a:moveTo>
                  <a:pt x="0" y="0"/>
                </a:moveTo>
                <a:lnTo>
                  <a:pt x="0" y="152400"/>
                </a:lnTo>
                <a:lnTo>
                  <a:pt x="152400" y="152400"/>
                </a:lnTo>
              </a:path>
            </a:pathLst>
          </a:custGeom>
          <a:noFill xmlns:a="http://schemas.openxmlformats.org/drawingml/2006/main"/>
          <a:ln xmlns:a="http://schemas.openxmlformats.org/drawingml/2006/main" w="13335">
            <a:solidFill>
              <a:srgbClr val="111111"/>
            </a:solidFill>
            <a:prstDash val="solid"/>
          </a:ln>
        </p:spPr>
      </p:sp>
      <p:sp>
        <p:nvSpPr>
          <p:cNvPr id="22" name="DP1 object 21">
            <a:extLst xmlns:a="http://schemas.openxmlformats.org/drawingml/2006/main">
              <a:ext uri="{FF2B5EF4-FFF2-40B4-BE49-F238E27FC236}">
                <a16:creationId xmlns:a16="http://schemas.microsoft.com/office/drawing/2014/main" id="{A4294320-D33E-46B8-8308-28077AB539C8}"/>
              </a:ext>
            </a:extLst>
          </p:cNvPr>
          <p:cNvSpPr>
            <a:spLocks xmlns:a="http://schemas.openxmlformats.org/drawingml/2006/main" noGrp="1"/>
          </p:cNvSpPr>
          <p:nvPr/>
        </p:nvSpPr>
        <p:spPr>
          <a:xfrm xmlns:a="http://schemas.openxmlformats.org/drawingml/2006/main">
            <a:off x="1143000" y="5695950"/>
            <a:ext cx="2971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1">
                <a:solidFill>
                  <a:srgbClr val="111111"/>
                </a:solidFill>
                <a:latin typeface="Apple SD Gothic Neo"/>
                <a:ea typeface="Apple SD Gothic Neo"/>
                <a:cs typeface="Apple SD Gothic Neo"/>
              </a:defRPr>
            </a:defPPr>
            <a:lvl1pPr algn="l">
              <a:defRPr sz="1950" b="1">
                <a:solidFill>
                  <a:srgbClr val="111111"/>
                </a:solidFill>
                <a:latin typeface="Apple SD Gothic Neo"/>
                <a:ea typeface="Apple SD Gothic Neo"/>
                <a:cs typeface="Apple SD Gothic Neo"/>
              </a:defRPr>
            </a:lvl1pPr>
            <a:lvl2pPr algn="l">
              <a:defRPr sz="1950" b="1">
                <a:solidFill>
                  <a:srgbClr val="111111"/>
                </a:solidFill>
                <a:latin typeface="Apple SD Gothic Neo"/>
                <a:ea typeface="Apple SD Gothic Neo"/>
                <a:cs typeface="Apple SD Gothic Neo"/>
              </a:defRPr>
            </a:lvl2pPr>
            <a:lvl3pPr algn="l">
              <a:defRPr sz="1950" b="1">
                <a:solidFill>
                  <a:srgbClr val="111111"/>
                </a:solidFill>
                <a:latin typeface="Apple SD Gothic Neo"/>
                <a:ea typeface="Apple SD Gothic Neo"/>
                <a:cs typeface="Apple SD Gothic Neo"/>
              </a:defRPr>
            </a:lvl3pPr>
            <a:lvl4pPr algn="l">
              <a:defRPr sz="1950" b="1">
                <a:solidFill>
                  <a:srgbClr val="111111"/>
                </a:solidFill>
                <a:latin typeface="Apple SD Gothic Neo"/>
                <a:ea typeface="Apple SD Gothic Neo"/>
                <a:cs typeface="Apple SD Gothic Neo"/>
              </a:defRPr>
            </a:lvl4pPr>
            <a:lvl5pPr algn="l">
              <a:defRPr sz="1950" b="1">
                <a:solidFill>
                  <a:srgbClr val="111111"/>
                </a:solidFill>
                <a:latin typeface="Apple SD Gothic Neo"/>
                <a:ea typeface="Apple SD Gothic Neo"/>
                <a:cs typeface="Apple SD Gothic Neo"/>
              </a:defRPr>
            </a:lvl5pPr>
            <a:lvl6pPr algn="l">
              <a:defRPr sz="1950" b="1">
                <a:solidFill>
                  <a:srgbClr val="111111"/>
                </a:solidFill>
                <a:latin typeface="Apple SD Gothic Neo"/>
                <a:ea typeface="Apple SD Gothic Neo"/>
                <a:cs typeface="Apple SD Gothic Neo"/>
              </a:defRPr>
            </a:lvl6pPr>
            <a:lvl7pPr algn="l">
              <a:defRPr sz="1950" b="1">
                <a:solidFill>
                  <a:srgbClr val="111111"/>
                </a:solidFill>
                <a:latin typeface="Apple SD Gothic Neo"/>
                <a:ea typeface="Apple SD Gothic Neo"/>
                <a:cs typeface="Apple SD Gothic Neo"/>
              </a:defRPr>
            </a:lvl7pPr>
            <a:lvl8pPr algn="l">
              <a:defRPr sz="1950" b="1">
                <a:solidFill>
                  <a:srgbClr val="111111"/>
                </a:solidFill>
                <a:latin typeface="Apple SD Gothic Neo"/>
                <a:ea typeface="Apple SD Gothic Neo"/>
                <a:cs typeface="Apple SD Gothic Neo"/>
              </a:defRPr>
            </a:lvl8pPr>
            <a:lvl9pPr algn="l">
              <a:defRPr sz="1950" b="1">
                <a:solidFill>
                  <a:srgbClr val="111111"/>
                </a:solidFill>
                <a:latin typeface="Apple SD Gothic Neo"/>
                <a:ea typeface="Apple SD Gothic Neo"/>
                <a:cs typeface="Apple SD Gothic Neo"/>
              </a:defRPr>
            </a:lvl9pPr>
          </a:lstStyle>
          <a:p xmlns:a="http://schemas.openxmlformats.org/drawingml/2006/main">
            <a:pPr algn="l">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이전에 전달한 설명</a:t>
            </a:r>
          </a:p>
        </p:txBody>
      </p:sp>
      <p:sp>
        <p:nvSpPr>
          <p:cNvPr id="23" name="Editable path 22">
            <a:extLst xmlns:a="http://schemas.openxmlformats.org/drawingml/2006/main">
              <a:ext uri="{FF2B5EF4-FFF2-40B4-BE49-F238E27FC236}">
                <a16:creationId xmlns:a16="http://schemas.microsoft.com/office/drawing/2014/main" id="{FBACEA7F-568D-4949-AFC8-2B57C198E557}"/>
              </a:ext>
            </a:extLst>
          </p:cNvPr>
          <p:cNvSpPr>
            <a:spLocks xmlns:a="http://schemas.openxmlformats.org/drawingml/2006/main" noGrp="1"/>
          </p:cNvSpPr>
          <p:nvPr/>
        </p:nvSpPr>
        <p:spPr>
          <a:xfrm xmlns:a="http://schemas.openxmlformats.org/drawingml/2006/main">
            <a:off x="1143000" y="6096000"/>
            <a:ext cx="3009900" cy="953"/>
          </a:xfrm>
          <a:custGeom xmlns:a="http://schemas.openxmlformats.org/drawingml/2006/main">
            <a:pathLst>
              <a:path w="3009900" h="953">
                <a:moveTo>
                  <a:pt x="0" y="0"/>
                </a:moveTo>
                <a:lnTo>
                  <a:pt x="3009900" y="0"/>
                </a:lnTo>
              </a:path>
            </a:pathLst>
          </a:custGeom>
          <a:noFill xmlns:a="http://schemas.openxmlformats.org/drawingml/2006/main"/>
          <a:ln xmlns:a="http://schemas.openxmlformats.org/drawingml/2006/main" w="9525">
            <a:solidFill>
              <a:srgbClr val="B7B9B9"/>
            </a:solidFill>
            <a:prstDash val="solid"/>
          </a:ln>
        </p:spPr>
      </p:sp>
      <p:sp>
        <p:nvSpPr>
          <p:cNvPr id="24" name="DP1 object 23">
            <a:extLst xmlns:a="http://schemas.openxmlformats.org/drawingml/2006/main">
              <a:ext uri="{FF2B5EF4-FFF2-40B4-BE49-F238E27FC236}">
                <a16:creationId xmlns:a16="http://schemas.microsoft.com/office/drawing/2014/main" id="{7EBA1422-06DE-452A-B416-8F00CA741A42}"/>
              </a:ext>
            </a:extLst>
          </p:cNvPr>
          <p:cNvSpPr>
            <a:spLocks xmlns:a="http://schemas.openxmlformats.org/drawingml/2006/main" noGrp="1"/>
          </p:cNvSpPr>
          <p:nvPr/>
        </p:nvSpPr>
        <p:spPr>
          <a:xfrm xmlns:a="http://schemas.openxmlformats.org/drawingml/2006/main">
            <a:off x="1143000" y="6200775"/>
            <a:ext cx="30099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r>
              <a:t/>
            </a:r>
          </a:p>
        </p:txBody>
      </p:sp>
      <p:sp>
        <p:nvSpPr>
          <p:cNvPr id="25" name="DP1 object 24">
            <a:extLst xmlns:a="http://schemas.openxmlformats.org/drawingml/2006/main">
              <a:ext uri="{FF2B5EF4-FFF2-40B4-BE49-F238E27FC236}">
                <a16:creationId xmlns:a16="http://schemas.microsoft.com/office/drawing/2014/main" id="{BEEA386B-3E26-4FAE-871B-1772CC154F0A}"/>
              </a:ext>
            </a:extLst>
          </p:cNvPr>
          <p:cNvSpPr>
            <a:spLocks xmlns:a="http://schemas.openxmlformats.org/drawingml/2006/main" noGrp="1"/>
          </p:cNvSpPr>
          <p:nvPr/>
        </p:nvSpPr>
        <p:spPr>
          <a:xfrm xmlns:a="http://schemas.openxmlformats.org/drawingml/2006/main">
            <a:off x="1143000" y="6191250"/>
            <a:ext cx="2971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75" b="0">
                <a:solidFill>
                  <a:srgbClr val="111111"/>
                </a:solidFill>
                <a:latin typeface="Apple SD Gothic Neo"/>
                <a:ea typeface="Apple SD Gothic Neo"/>
                <a:cs typeface="Apple SD Gothic Neo"/>
              </a:defRPr>
            </a:defPPr>
            <a:lvl1pPr algn="l">
              <a:defRPr sz="1875" b="0">
                <a:solidFill>
                  <a:srgbClr val="111111"/>
                </a:solidFill>
                <a:latin typeface="Apple SD Gothic Neo"/>
                <a:ea typeface="Apple SD Gothic Neo"/>
                <a:cs typeface="Apple SD Gothic Neo"/>
              </a:defRPr>
            </a:lvl1pPr>
            <a:lvl2pPr algn="l">
              <a:defRPr sz="1875" b="0">
                <a:solidFill>
                  <a:srgbClr val="111111"/>
                </a:solidFill>
                <a:latin typeface="Apple SD Gothic Neo"/>
                <a:ea typeface="Apple SD Gothic Neo"/>
                <a:cs typeface="Apple SD Gothic Neo"/>
              </a:defRPr>
            </a:lvl2pPr>
            <a:lvl3pPr algn="l">
              <a:defRPr sz="1875" b="0">
                <a:solidFill>
                  <a:srgbClr val="111111"/>
                </a:solidFill>
                <a:latin typeface="Apple SD Gothic Neo"/>
                <a:ea typeface="Apple SD Gothic Neo"/>
                <a:cs typeface="Apple SD Gothic Neo"/>
              </a:defRPr>
            </a:lvl3pPr>
            <a:lvl4pPr algn="l">
              <a:defRPr sz="1875" b="0">
                <a:solidFill>
                  <a:srgbClr val="111111"/>
                </a:solidFill>
                <a:latin typeface="Apple SD Gothic Neo"/>
                <a:ea typeface="Apple SD Gothic Neo"/>
                <a:cs typeface="Apple SD Gothic Neo"/>
              </a:defRPr>
            </a:lvl4pPr>
            <a:lvl5pPr algn="l">
              <a:defRPr sz="1875" b="0">
                <a:solidFill>
                  <a:srgbClr val="111111"/>
                </a:solidFill>
                <a:latin typeface="Apple SD Gothic Neo"/>
                <a:ea typeface="Apple SD Gothic Neo"/>
                <a:cs typeface="Apple SD Gothic Neo"/>
              </a:defRPr>
            </a:lvl5pPr>
            <a:lvl6pPr algn="l">
              <a:defRPr sz="1875" b="0">
                <a:solidFill>
                  <a:srgbClr val="111111"/>
                </a:solidFill>
                <a:latin typeface="Apple SD Gothic Neo"/>
                <a:ea typeface="Apple SD Gothic Neo"/>
                <a:cs typeface="Apple SD Gothic Neo"/>
              </a:defRPr>
            </a:lvl6pPr>
            <a:lvl7pPr algn="l">
              <a:defRPr sz="1875" b="0">
                <a:solidFill>
                  <a:srgbClr val="111111"/>
                </a:solidFill>
                <a:latin typeface="Apple SD Gothic Neo"/>
                <a:ea typeface="Apple SD Gothic Neo"/>
                <a:cs typeface="Apple SD Gothic Neo"/>
              </a:defRPr>
            </a:lvl7pPr>
            <a:lvl8pPr algn="l">
              <a:defRPr sz="1875" b="0">
                <a:solidFill>
                  <a:srgbClr val="111111"/>
                </a:solidFill>
                <a:latin typeface="Apple SD Gothic Neo"/>
                <a:ea typeface="Apple SD Gothic Neo"/>
                <a:cs typeface="Apple SD Gothic Neo"/>
              </a:defRPr>
            </a:lvl8pPr>
            <a:lvl9pPr algn="l">
              <a:defRPr sz="1875" b="0">
                <a:solidFill>
                  <a:srgbClr val="111111"/>
                </a:solidFill>
                <a:latin typeface="Apple SD Gothic Neo"/>
                <a:ea typeface="Apple SD Gothic Neo"/>
                <a:cs typeface="Apple SD Gothic Neo"/>
              </a:defRPr>
            </a:lvl9pPr>
          </a:lstStyle>
          <a:p xmlns:a="http://schemas.openxmlformats.org/drawingml/2006/main">
            <a:pPr algn="l">
              <a:defRPr sz="1875" b="0">
                <a:solidFill>
                  <a:srgbClr val="111111"/>
                </a:solidFill>
                <a:latin typeface="Apple SD Gothic Neo"/>
                <a:ea typeface="Apple SD Gothic Neo"/>
                <a:cs typeface="Apple SD Gothic Neo"/>
              </a:defRPr>
            </a:pPr>
            <a:r>
              <a:rPr sz="1875" b="0">
                <a:solidFill>
                  <a:srgbClr val="111111"/>
                </a:solidFill>
                <a:latin typeface="Apple SD Gothic Neo"/>
                <a:ea typeface="Apple SD Gothic Neo"/>
                <a:cs typeface="Apple SD Gothic Neo"/>
              </a:rPr>
              <a:t>가격이 같으면</a:t>
            </a:r>
          </a:p>
        </p:txBody>
      </p:sp>
      <p:sp>
        <p:nvSpPr>
          <p:cNvPr id="26" name="DP1 object 25">
            <a:extLst xmlns:a="http://schemas.openxmlformats.org/drawingml/2006/main">
              <a:ext uri="{FF2B5EF4-FFF2-40B4-BE49-F238E27FC236}">
                <a16:creationId xmlns:a16="http://schemas.microsoft.com/office/drawing/2014/main" id="{46691B9B-28C1-4EF6-B789-7696FAABAE0F}"/>
              </a:ext>
            </a:extLst>
          </p:cNvPr>
          <p:cNvSpPr>
            <a:spLocks xmlns:a="http://schemas.openxmlformats.org/drawingml/2006/main" noGrp="1"/>
          </p:cNvSpPr>
          <p:nvPr/>
        </p:nvSpPr>
        <p:spPr>
          <a:xfrm xmlns:a="http://schemas.openxmlformats.org/drawingml/2006/main">
            <a:off x="1123950" y="6762750"/>
            <a:ext cx="3019425" cy="333375"/>
          </a:xfrm>
          <a:prstGeom xmlns:a="http://schemas.openxmlformats.org/drawingml/2006/main" prst="rect">
            <a:avLst/>
          </a:prstGeom>
          <a:solidFill xmlns:a="http://schemas.openxmlformats.org/drawingml/2006/main">
            <a:srgbClr val="C9E1B3"/>
          </a:solidFill>
          <a:ln xmlns:a="http://schemas.openxmlformats.org/drawingml/2006/main" w="0">
            <a:noFill/>
            <a:prstDash val="solid"/>
          </a:ln>
        </p:spPr>
      </p:sp>
      <p:sp>
        <p:nvSpPr>
          <p:cNvPr id="27" name="DP1 object 26">
            <a:extLst xmlns:a="http://schemas.openxmlformats.org/drawingml/2006/main">
              <a:ext uri="{FF2B5EF4-FFF2-40B4-BE49-F238E27FC236}">
                <a16:creationId xmlns:a16="http://schemas.microsoft.com/office/drawing/2014/main" id="{E5601CD7-2D0E-4419-A6ED-A7AEDE5946A1}"/>
              </a:ext>
            </a:extLst>
          </p:cNvPr>
          <p:cNvSpPr>
            <a:spLocks xmlns:a="http://schemas.openxmlformats.org/drawingml/2006/main" noGrp="1"/>
          </p:cNvSpPr>
          <p:nvPr/>
        </p:nvSpPr>
        <p:spPr>
          <a:xfrm xmlns:a="http://schemas.openxmlformats.org/drawingml/2006/main">
            <a:off x="1143000" y="6743700"/>
            <a:ext cx="2971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75" b="1">
                <a:solidFill>
                  <a:srgbClr val="111111"/>
                </a:solidFill>
                <a:latin typeface="Apple SD Gothic Neo"/>
                <a:ea typeface="Apple SD Gothic Neo"/>
                <a:cs typeface="Apple SD Gothic Neo"/>
              </a:defRPr>
            </a:defPPr>
            <a:lvl1pPr algn="l">
              <a:defRPr sz="1875" b="1">
                <a:solidFill>
                  <a:srgbClr val="111111"/>
                </a:solidFill>
                <a:latin typeface="Apple SD Gothic Neo"/>
                <a:ea typeface="Apple SD Gothic Neo"/>
                <a:cs typeface="Apple SD Gothic Neo"/>
              </a:defRPr>
            </a:lvl1pPr>
            <a:lvl2pPr algn="l">
              <a:defRPr sz="1875" b="1">
                <a:solidFill>
                  <a:srgbClr val="111111"/>
                </a:solidFill>
                <a:latin typeface="Apple SD Gothic Neo"/>
                <a:ea typeface="Apple SD Gothic Neo"/>
                <a:cs typeface="Apple SD Gothic Neo"/>
              </a:defRPr>
            </a:lvl2pPr>
            <a:lvl3pPr algn="l">
              <a:defRPr sz="1875" b="1">
                <a:solidFill>
                  <a:srgbClr val="111111"/>
                </a:solidFill>
                <a:latin typeface="Apple SD Gothic Neo"/>
                <a:ea typeface="Apple SD Gothic Neo"/>
                <a:cs typeface="Apple SD Gothic Neo"/>
              </a:defRPr>
            </a:lvl3pPr>
            <a:lvl4pPr algn="l">
              <a:defRPr sz="1875" b="1">
                <a:solidFill>
                  <a:srgbClr val="111111"/>
                </a:solidFill>
                <a:latin typeface="Apple SD Gothic Neo"/>
                <a:ea typeface="Apple SD Gothic Neo"/>
                <a:cs typeface="Apple SD Gothic Neo"/>
              </a:defRPr>
            </a:lvl4pPr>
            <a:lvl5pPr algn="l">
              <a:defRPr sz="1875" b="1">
                <a:solidFill>
                  <a:srgbClr val="111111"/>
                </a:solidFill>
                <a:latin typeface="Apple SD Gothic Neo"/>
                <a:ea typeface="Apple SD Gothic Neo"/>
                <a:cs typeface="Apple SD Gothic Neo"/>
              </a:defRPr>
            </a:lvl5pPr>
            <a:lvl6pPr algn="l">
              <a:defRPr sz="1875" b="1">
                <a:solidFill>
                  <a:srgbClr val="111111"/>
                </a:solidFill>
                <a:latin typeface="Apple SD Gothic Neo"/>
                <a:ea typeface="Apple SD Gothic Neo"/>
                <a:cs typeface="Apple SD Gothic Neo"/>
              </a:defRPr>
            </a:lvl6pPr>
            <a:lvl7pPr algn="l">
              <a:defRPr sz="1875" b="1">
                <a:solidFill>
                  <a:srgbClr val="111111"/>
                </a:solidFill>
                <a:latin typeface="Apple SD Gothic Neo"/>
                <a:ea typeface="Apple SD Gothic Neo"/>
                <a:cs typeface="Apple SD Gothic Neo"/>
              </a:defRPr>
            </a:lvl7pPr>
            <a:lvl8pPr algn="l">
              <a:defRPr sz="1875" b="1">
                <a:solidFill>
                  <a:srgbClr val="111111"/>
                </a:solidFill>
                <a:latin typeface="Apple SD Gothic Neo"/>
                <a:ea typeface="Apple SD Gothic Neo"/>
                <a:cs typeface="Apple SD Gothic Neo"/>
              </a:defRPr>
            </a:lvl8pPr>
            <a:lvl9pPr algn="l">
              <a:defRPr sz="1875" b="1">
                <a:solidFill>
                  <a:srgbClr val="111111"/>
                </a:solidFill>
                <a:latin typeface="Apple SD Gothic Neo"/>
                <a:ea typeface="Apple SD Gothic Neo"/>
                <a:cs typeface="Apple SD Gothic Neo"/>
              </a:defRPr>
            </a:lvl9pPr>
          </a:lstStyle>
          <a:p xmlns:a="http://schemas.openxmlformats.org/drawingml/2006/main">
            <a:pPr algn="l">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유지보수 기간 우선</a:t>
            </a:r>
          </a:p>
        </p:txBody>
      </p:sp>
      <p:sp>
        <p:nvSpPr>
          <p:cNvPr id="28" name="DP1 object 27">
            <a:extLst xmlns:a="http://schemas.openxmlformats.org/drawingml/2006/main">
              <a:ext uri="{FF2B5EF4-FFF2-40B4-BE49-F238E27FC236}">
                <a16:creationId xmlns:a16="http://schemas.microsoft.com/office/drawing/2014/main" id="{DAB12C04-4392-4596-B9E2-EB7B3F1BE488}"/>
              </a:ext>
            </a:extLst>
          </p:cNvPr>
          <p:cNvSpPr>
            <a:spLocks xmlns:a="http://schemas.openxmlformats.org/drawingml/2006/main" noGrp="1"/>
          </p:cNvSpPr>
          <p:nvPr/>
        </p:nvSpPr>
        <p:spPr>
          <a:xfrm xmlns:a="http://schemas.openxmlformats.org/drawingml/2006/main">
            <a:off x="981075" y="762000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실제로 전달한 범위만</a:t>
            </a:r>
          </a:p>
        </p:txBody>
      </p:sp>
      <p:sp>
        <p:nvSpPr>
          <p:cNvPr id="29" name="앞선 제품 비교 결과">
            <a:extLst xmlns:a="http://schemas.openxmlformats.org/drawingml/2006/main">
              <a:ext uri="{FF2B5EF4-FFF2-40B4-BE49-F238E27FC236}">
                <a16:creationId xmlns:a16="http://schemas.microsoft.com/office/drawing/2014/main" id="{BE41801E-5CD7-4136-931B-86D9ABEACDAC}"/>
              </a:ext>
            </a:extLst>
          </p:cNvPr>
          <p:cNvSpPr>
            <a:spLocks xmlns:a="http://schemas.openxmlformats.org/drawingml/2006/main" noGrp="1"/>
          </p:cNvSpPr>
          <p:nvPr/>
        </p:nvSpPr>
        <p:spPr>
          <a:xfrm xmlns:a="http://schemas.openxmlformats.org/drawingml/2006/main">
            <a:off x="4981575" y="5553075"/>
            <a:ext cx="3333750" cy="1885950"/>
          </a:xfrm>
          <a:custGeom xmlns:a="http://schemas.openxmlformats.org/drawingml/2006/main">
            <a:pathLst>
              <a:path w="3333750" h="1885950">
                <a:moveTo>
                  <a:pt x="0" y="0"/>
                </a:moveTo>
                <a:lnTo>
                  <a:pt x="3181350" y="0"/>
                </a:lnTo>
                <a:lnTo>
                  <a:pt x="3333750" y="152400"/>
                </a:lnTo>
                <a:lnTo>
                  <a:pt x="3333750" y="1885950"/>
                </a:lnTo>
                <a:lnTo>
                  <a:pt x="0" y="1885950"/>
                </a:lnTo>
                <a:close/>
              </a:path>
            </a:pathLst>
          </a:custGeom>
          <a:solidFill xmlns:a="http://schemas.openxmlformats.org/drawingml/2006/main">
            <a:srgbClr val="FFFFFF"/>
          </a:solidFill>
          <a:ln xmlns:a="http://schemas.openxmlformats.org/drawingml/2006/main" w="16193">
            <a:solidFill>
              <a:srgbClr val="111111"/>
            </a:solidFill>
            <a:prstDash val="solid"/>
          </a:ln>
        </p:spPr>
      </p:sp>
      <p:sp>
        <p:nvSpPr>
          <p:cNvPr id="30" name="Editable path 28">
            <a:extLst xmlns:a="http://schemas.openxmlformats.org/drawingml/2006/main">
              <a:ext uri="{FF2B5EF4-FFF2-40B4-BE49-F238E27FC236}">
                <a16:creationId xmlns:a16="http://schemas.microsoft.com/office/drawing/2014/main" id="{F6D60B3D-4E11-4844-A3B4-EC47F4F7DBC5}"/>
              </a:ext>
            </a:extLst>
          </p:cNvPr>
          <p:cNvSpPr>
            <a:spLocks xmlns:a="http://schemas.openxmlformats.org/drawingml/2006/main" noGrp="1"/>
          </p:cNvSpPr>
          <p:nvPr/>
        </p:nvSpPr>
        <p:spPr>
          <a:xfrm xmlns:a="http://schemas.openxmlformats.org/drawingml/2006/main">
            <a:off x="8162925" y="5553075"/>
            <a:ext cx="152400" cy="152400"/>
          </a:xfrm>
          <a:custGeom xmlns:a="http://schemas.openxmlformats.org/drawingml/2006/main">
            <a:pathLst>
              <a:path w="152400" h="152400">
                <a:moveTo>
                  <a:pt x="0" y="0"/>
                </a:moveTo>
                <a:lnTo>
                  <a:pt x="0" y="152400"/>
                </a:lnTo>
                <a:lnTo>
                  <a:pt x="152400" y="152400"/>
                </a:lnTo>
              </a:path>
            </a:pathLst>
          </a:custGeom>
          <a:noFill xmlns:a="http://schemas.openxmlformats.org/drawingml/2006/main"/>
          <a:ln xmlns:a="http://schemas.openxmlformats.org/drawingml/2006/main" w="13335">
            <a:solidFill>
              <a:srgbClr val="111111"/>
            </a:solidFill>
            <a:prstDash val="solid"/>
          </a:ln>
        </p:spPr>
      </p:sp>
      <p:sp>
        <p:nvSpPr>
          <p:cNvPr id="31" name="DP1 object 29">
            <a:extLst xmlns:a="http://schemas.openxmlformats.org/drawingml/2006/main">
              <a:ext uri="{FF2B5EF4-FFF2-40B4-BE49-F238E27FC236}">
                <a16:creationId xmlns:a16="http://schemas.microsoft.com/office/drawing/2014/main" id="{93C7DCEA-886A-4573-8B40-B1FF4825FFC2}"/>
              </a:ext>
            </a:extLst>
          </p:cNvPr>
          <p:cNvSpPr>
            <a:spLocks xmlns:a="http://schemas.openxmlformats.org/drawingml/2006/main" noGrp="1"/>
          </p:cNvSpPr>
          <p:nvPr/>
        </p:nvSpPr>
        <p:spPr>
          <a:xfrm xmlns:a="http://schemas.openxmlformats.org/drawingml/2006/main">
            <a:off x="5143500" y="5695950"/>
            <a:ext cx="2971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1">
                <a:solidFill>
                  <a:srgbClr val="111111"/>
                </a:solidFill>
                <a:latin typeface="Apple SD Gothic Neo"/>
                <a:ea typeface="Apple SD Gothic Neo"/>
                <a:cs typeface="Apple SD Gothic Neo"/>
              </a:defRPr>
            </a:defPPr>
            <a:lvl1pPr algn="l">
              <a:defRPr sz="1950" b="1">
                <a:solidFill>
                  <a:srgbClr val="111111"/>
                </a:solidFill>
                <a:latin typeface="Apple SD Gothic Neo"/>
                <a:ea typeface="Apple SD Gothic Neo"/>
                <a:cs typeface="Apple SD Gothic Neo"/>
              </a:defRPr>
            </a:lvl1pPr>
            <a:lvl2pPr algn="l">
              <a:defRPr sz="1950" b="1">
                <a:solidFill>
                  <a:srgbClr val="111111"/>
                </a:solidFill>
                <a:latin typeface="Apple SD Gothic Neo"/>
                <a:ea typeface="Apple SD Gothic Neo"/>
                <a:cs typeface="Apple SD Gothic Neo"/>
              </a:defRPr>
            </a:lvl2pPr>
            <a:lvl3pPr algn="l">
              <a:defRPr sz="1950" b="1">
                <a:solidFill>
                  <a:srgbClr val="111111"/>
                </a:solidFill>
                <a:latin typeface="Apple SD Gothic Neo"/>
                <a:ea typeface="Apple SD Gothic Neo"/>
                <a:cs typeface="Apple SD Gothic Neo"/>
              </a:defRPr>
            </a:lvl3pPr>
            <a:lvl4pPr algn="l">
              <a:defRPr sz="1950" b="1">
                <a:solidFill>
                  <a:srgbClr val="111111"/>
                </a:solidFill>
                <a:latin typeface="Apple SD Gothic Neo"/>
                <a:ea typeface="Apple SD Gothic Neo"/>
                <a:cs typeface="Apple SD Gothic Neo"/>
              </a:defRPr>
            </a:lvl4pPr>
            <a:lvl5pPr algn="l">
              <a:defRPr sz="1950" b="1">
                <a:solidFill>
                  <a:srgbClr val="111111"/>
                </a:solidFill>
                <a:latin typeface="Apple SD Gothic Neo"/>
                <a:ea typeface="Apple SD Gothic Neo"/>
                <a:cs typeface="Apple SD Gothic Neo"/>
              </a:defRPr>
            </a:lvl5pPr>
            <a:lvl6pPr algn="l">
              <a:defRPr sz="1950" b="1">
                <a:solidFill>
                  <a:srgbClr val="111111"/>
                </a:solidFill>
                <a:latin typeface="Apple SD Gothic Neo"/>
                <a:ea typeface="Apple SD Gothic Neo"/>
                <a:cs typeface="Apple SD Gothic Neo"/>
              </a:defRPr>
            </a:lvl6pPr>
            <a:lvl7pPr algn="l">
              <a:defRPr sz="1950" b="1">
                <a:solidFill>
                  <a:srgbClr val="111111"/>
                </a:solidFill>
                <a:latin typeface="Apple SD Gothic Neo"/>
                <a:ea typeface="Apple SD Gothic Neo"/>
                <a:cs typeface="Apple SD Gothic Neo"/>
              </a:defRPr>
            </a:lvl7pPr>
            <a:lvl8pPr algn="l">
              <a:defRPr sz="1950" b="1">
                <a:solidFill>
                  <a:srgbClr val="111111"/>
                </a:solidFill>
                <a:latin typeface="Apple SD Gothic Neo"/>
                <a:ea typeface="Apple SD Gothic Neo"/>
                <a:cs typeface="Apple SD Gothic Neo"/>
              </a:defRPr>
            </a:lvl8pPr>
            <a:lvl9pPr algn="l">
              <a:defRPr sz="1950" b="1">
                <a:solidFill>
                  <a:srgbClr val="111111"/>
                </a:solidFill>
                <a:latin typeface="Apple SD Gothic Neo"/>
                <a:ea typeface="Apple SD Gothic Neo"/>
                <a:cs typeface="Apple SD Gothic Neo"/>
              </a:defRPr>
            </a:lvl9pPr>
          </a:lstStyle>
          <a:p xmlns:a="http://schemas.openxmlformats.org/drawingml/2006/main">
            <a:pPr algn="l">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앞선 제품 비교 결과</a:t>
            </a:r>
          </a:p>
        </p:txBody>
      </p:sp>
      <p:sp>
        <p:nvSpPr>
          <p:cNvPr id="32" name="Editable path 30">
            <a:extLst xmlns:a="http://schemas.openxmlformats.org/drawingml/2006/main">
              <a:ext uri="{FF2B5EF4-FFF2-40B4-BE49-F238E27FC236}">
                <a16:creationId xmlns:a16="http://schemas.microsoft.com/office/drawing/2014/main" id="{59695815-A574-4EC4-90C5-E55AE29DB41D}"/>
              </a:ext>
            </a:extLst>
          </p:cNvPr>
          <p:cNvSpPr>
            <a:spLocks xmlns:a="http://schemas.openxmlformats.org/drawingml/2006/main" noGrp="1"/>
          </p:cNvSpPr>
          <p:nvPr/>
        </p:nvSpPr>
        <p:spPr>
          <a:xfrm xmlns:a="http://schemas.openxmlformats.org/drawingml/2006/main">
            <a:off x="5143500" y="6096000"/>
            <a:ext cx="3009900" cy="953"/>
          </a:xfrm>
          <a:custGeom xmlns:a="http://schemas.openxmlformats.org/drawingml/2006/main">
            <a:pathLst>
              <a:path w="3009900" h="953">
                <a:moveTo>
                  <a:pt x="0" y="0"/>
                </a:moveTo>
                <a:lnTo>
                  <a:pt x="3009900" y="0"/>
                </a:lnTo>
              </a:path>
            </a:pathLst>
          </a:custGeom>
          <a:noFill xmlns:a="http://schemas.openxmlformats.org/drawingml/2006/main"/>
          <a:ln xmlns:a="http://schemas.openxmlformats.org/drawingml/2006/main" w="9525">
            <a:solidFill>
              <a:srgbClr val="B7B9B9"/>
            </a:solidFill>
            <a:prstDash val="solid"/>
          </a:ln>
        </p:spPr>
      </p:sp>
      <p:sp>
        <p:nvSpPr>
          <p:cNvPr id="33" name="DP1 object 31">
            <a:extLst xmlns:a="http://schemas.openxmlformats.org/drawingml/2006/main">
              <a:ext uri="{FF2B5EF4-FFF2-40B4-BE49-F238E27FC236}">
                <a16:creationId xmlns:a16="http://schemas.microsoft.com/office/drawing/2014/main" id="{5C4C19A6-C089-41FF-A4F7-75F3F7B3C014}"/>
              </a:ext>
            </a:extLst>
          </p:cNvPr>
          <p:cNvSpPr>
            <a:spLocks xmlns:a="http://schemas.openxmlformats.org/drawingml/2006/main" noGrp="1"/>
          </p:cNvSpPr>
          <p:nvPr/>
        </p:nvSpPr>
        <p:spPr>
          <a:xfrm xmlns:a="http://schemas.openxmlformats.org/drawingml/2006/main">
            <a:off x="5143500" y="6200775"/>
            <a:ext cx="30099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제품 A  /  제품 B</a:t>
            </a:r>
          </a:p>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가격 · 보증 · 설치 조건</a:t>
            </a:r>
          </a:p>
        </p:txBody>
      </p:sp>
      <p:sp>
        <p:nvSpPr>
          <p:cNvPr id="34" name="DP1 object 32">
            <a:extLst xmlns:a="http://schemas.openxmlformats.org/drawingml/2006/main">
              <a:ext uri="{FF2B5EF4-FFF2-40B4-BE49-F238E27FC236}">
                <a16:creationId xmlns:a16="http://schemas.microsoft.com/office/drawing/2014/main" id="{2CDF0FFA-A987-463F-853A-9A3665FB991E}"/>
              </a:ext>
            </a:extLst>
          </p:cNvPr>
          <p:cNvSpPr>
            <a:spLocks xmlns:a="http://schemas.openxmlformats.org/drawingml/2006/main" noGrp="1"/>
          </p:cNvSpPr>
          <p:nvPr/>
        </p:nvSpPr>
        <p:spPr>
          <a:xfrm xmlns:a="http://schemas.openxmlformats.org/drawingml/2006/main">
            <a:off x="4981575" y="762000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다른 업무의 결과도 필요</a:t>
            </a:r>
          </a:p>
        </p:txBody>
      </p:sp>
      <p:sp>
        <p:nvSpPr>
          <p:cNvPr id="35" name="현재 견적  v2">
            <a:extLst xmlns:a="http://schemas.openxmlformats.org/drawingml/2006/main">
              <a:ext uri="{FF2B5EF4-FFF2-40B4-BE49-F238E27FC236}">
                <a16:creationId xmlns:a16="http://schemas.microsoft.com/office/drawing/2014/main" id="{1C6583CF-0D2E-47B8-9B77-AD98E7EFA663}"/>
              </a:ext>
            </a:extLst>
          </p:cNvPr>
          <p:cNvSpPr>
            <a:spLocks xmlns:a="http://schemas.openxmlformats.org/drawingml/2006/main" noGrp="1"/>
          </p:cNvSpPr>
          <p:nvPr/>
        </p:nvSpPr>
        <p:spPr>
          <a:xfrm xmlns:a="http://schemas.openxmlformats.org/drawingml/2006/main">
            <a:off x="8982075" y="5553075"/>
            <a:ext cx="3333750" cy="1885950"/>
          </a:xfrm>
          <a:custGeom xmlns:a="http://schemas.openxmlformats.org/drawingml/2006/main">
            <a:pathLst>
              <a:path w="3333750" h="1885950">
                <a:moveTo>
                  <a:pt x="0" y="0"/>
                </a:moveTo>
                <a:lnTo>
                  <a:pt x="3181350" y="0"/>
                </a:lnTo>
                <a:lnTo>
                  <a:pt x="3333750" y="152400"/>
                </a:lnTo>
                <a:lnTo>
                  <a:pt x="3333750" y="1885950"/>
                </a:lnTo>
                <a:lnTo>
                  <a:pt x="0" y="1885950"/>
                </a:lnTo>
                <a:close/>
              </a:path>
            </a:pathLst>
          </a:custGeom>
          <a:solidFill xmlns:a="http://schemas.openxmlformats.org/drawingml/2006/main">
            <a:srgbClr val="FFFFFF"/>
          </a:solidFill>
          <a:ln xmlns:a="http://schemas.openxmlformats.org/drawingml/2006/main" w="16193">
            <a:solidFill>
              <a:srgbClr val="111111"/>
            </a:solidFill>
            <a:prstDash val="solid"/>
          </a:ln>
        </p:spPr>
      </p:sp>
      <p:sp>
        <p:nvSpPr>
          <p:cNvPr id="36" name="Editable path 33">
            <a:extLst xmlns:a="http://schemas.openxmlformats.org/drawingml/2006/main">
              <a:ext uri="{FF2B5EF4-FFF2-40B4-BE49-F238E27FC236}">
                <a16:creationId xmlns:a16="http://schemas.microsoft.com/office/drawing/2014/main" id="{915BF779-D4C4-4A03-934A-88BAE61CB1EB}"/>
              </a:ext>
            </a:extLst>
          </p:cNvPr>
          <p:cNvSpPr>
            <a:spLocks xmlns:a="http://schemas.openxmlformats.org/drawingml/2006/main" noGrp="1"/>
          </p:cNvSpPr>
          <p:nvPr/>
        </p:nvSpPr>
        <p:spPr>
          <a:xfrm xmlns:a="http://schemas.openxmlformats.org/drawingml/2006/main">
            <a:off x="12163425" y="5553075"/>
            <a:ext cx="152400" cy="152400"/>
          </a:xfrm>
          <a:custGeom xmlns:a="http://schemas.openxmlformats.org/drawingml/2006/main">
            <a:pathLst>
              <a:path w="152400" h="152400">
                <a:moveTo>
                  <a:pt x="0" y="0"/>
                </a:moveTo>
                <a:lnTo>
                  <a:pt x="0" y="152400"/>
                </a:lnTo>
                <a:lnTo>
                  <a:pt x="152400" y="152400"/>
                </a:lnTo>
              </a:path>
            </a:pathLst>
          </a:custGeom>
          <a:noFill xmlns:a="http://schemas.openxmlformats.org/drawingml/2006/main"/>
          <a:ln xmlns:a="http://schemas.openxmlformats.org/drawingml/2006/main" w="13335">
            <a:solidFill>
              <a:srgbClr val="111111"/>
            </a:solidFill>
            <a:prstDash val="solid"/>
          </a:ln>
        </p:spPr>
      </p:sp>
      <p:sp>
        <p:nvSpPr>
          <p:cNvPr id="37" name="DP1 object 34">
            <a:extLst xmlns:a="http://schemas.openxmlformats.org/drawingml/2006/main">
              <a:ext uri="{FF2B5EF4-FFF2-40B4-BE49-F238E27FC236}">
                <a16:creationId xmlns:a16="http://schemas.microsoft.com/office/drawing/2014/main" id="{3FE42DE7-98B4-4155-872A-3EC3E14475DE}"/>
              </a:ext>
            </a:extLst>
          </p:cNvPr>
          <p:cNvSpPr>
            <a:spLocks xmlns:a="http://schemas.openxmlformats.org/drawingml/2006/main" noGrp="1"/>
          </p:cNvSpPr>
          <p:nvPr/>
        </p:nvSpPr>
        <p:spPr>
          <a:xfrm xmlns:a="http://schemas.openxmlformats.org/drawingml/2006/main">
            <a:off x="9144000" y="5695950"/>
            <a:ext cx="2971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1">
                <a:solidFill>
                  <a:srgbClr val="111111"/>
                </a:solidFill>
                <a:latin typeface="Apple SD Gothic Neo"/>
                <a:ea typeface="Apple SD Gothic Neo"/>
                <a:cs typeface="Apple SD Gothic Neo"/>
              </a:defRPr>
            </a:defPPr>
            <a:lvl1pPr algn="l">
              <a:defRPr sz="1950" b="1">
                <a:solidFill>
                  <a:srgbClr val="111111"/>
                </a:solidFill>
                <a:latin typeface="Apple SD Gothic Neo"/>
                <a:ea typeface="Apple SD Gothic Neo"/>
                <a:cs typeface="Apple SD Gothic Neo"/>
              </a:defRPr>
            </a:lvl1pPr>
            <a:lvl2pPr algn="l">
              <a:defRPr sz="1950" b="1">
                <a:solidFill>
                  <a:srgbClr val="111111"/>
                </a:solidFill>
                <a:latin typeface="Apple SD Gothic Neo"/>
                <a:ea typeface="Apple SD Gothic Neo"/>
                <a:cs typeface="Apple SD Gothic Neo"/>
              </a:defRPr>
            </a:lvl2pPr>
            <a:lvl3pPr algn="l">
              <a:defRPr sz="1950" b="1">
                <a:solidFill>
                  <a:srgbClr val="111111"/>
                </a:solidFill>
                <a:latin typeface="Apple SD Gothic Neo"/>
                <a:ea typeface="Apple SD Gothic Neo"/>
                <a:cs typeface="Apple SD Gothic Neo"/>
              </a:defRPr>
            </a:lvl3pPr>
            <a:lvl4pPr algn="l">
              <a:defRPr sz="1950" b="1">
                <a:solidFill>
                  <a:srgbClr val="111111"/>
                </a:solidFill>
                <a:latin typeface="Apple SD Gothic Neo"/>
                <a:ea typeface="Apple SD Gothic Neo"/>
                <a:cs typeface="Apple SD Gothic Neo"/>
              </a:defRPr>
            </a:lvl4pPr>
            <a:lvl5pPr algn="l">
              <a:defRPr sz="1950" b="1">
                <a:solidFill>
                  <a:srgbClr val="111111"/>
                </a:solidFill>
                <a:latin typeface="Apple SD Gothic Neo"/>
                <a:ea typeface="Apple SD Gothic Neo"/>
                <a:cs typeface="Apple SD Gothic Neo"/>
              </a:defRPr>
            </a:lvl5pPr>
            <a:lvl6pPr algn="l">
              <a:defRPr sz="1950" b="1">
                <a:solidFill>
                  <a:srgbClr val="111111"/>
                </a:solidFill>
                <a:latin typeface="Apple SD Gothic Neo"/>
                <a:ea typeface="Apple SD Gothic Neo"/>
                <a:cs typeface="Apple SD Gothic Neo"/>
              </a:defRPr>
            </a:lvl6pPr>
            <a:lvl7pPr algn="l">
              <a:defRPr sz="1950" b="1">
                <a:solidFill>
                  <a:srgbClr val="111111"/>
                </a:solidFill>
                <a:latin typeface="Apple SD Gothic Neo"/>
                <a:ea typeface="Apple SD Gothic Neo"/>
                <a:cs typeface="Apple SD Gothic Neo"/>
              </a:defRPr>
            </a:lvl7pPr>
            <a:lvl8pPr algn="l">
              <a:defRPr sz="1950" b="1">
                <a:solidFill>
                  <a:srgbClr val="111111"/>
                </a:solidFill>
                <a:latin typeface="Apple SD Gothic Neo"/>
                <a:ea typeface="Apple SD Gothic Neo"/>
                <a:cs typeface="Apple SD Gothic Neo"/>
              </a:defRPr>
            </a:lvl8pPr>
            <a:lvl9pPr algn="l">
              <a:defRPr sz="1950" b="1">
                <a:solidFill>
                  <a:srgbClr val="111111"/>
                </a:solidFill>
                <a:latin typeface="Apple SD Gothic Neo"/>
                <a:ea typeface="Apple SD Gothic Neo"/>
                <a:cs typeface="Apple SD Gothic Neo"/>
              </a:defRPr>
            </a:lvl9pPr>
          </a:lstStyle>
          <a:p xmlns:a="http://schemas.openxmlformats.org/drawingml/2006/main">
            <a:pPr algn="l">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현재 견적  v2</a:t>
            </a:r>
          </a:p>
        </p:txBody>
      </p:sp>
      <p:sp>
        <p:nvSpPr>
          <p:cNvPr id="38" name="Editable path 35">
            <a:extLst xmlns:a="http://schemas.openxmlformats.org/drawingml/2006/main">
              <a:ext uri="{FF2B5EF4-FFF2-40B4-BE49-F238E27FC236}">
                <a16:creationId xmlns:a16="http://schemas.microsoft.com/office/drawing/2014/main" id="{FE37DA2A-9FE8-4D5E-9C66-6C6EDAE2B55A}"/>
              </a:ext>
            </a:extLst>
          </p:cNvPr>
          <p:cNvSpPr>
            <a:spLocks xmlns:a="http://schemas.openxmlformats.org/drawingml/2006/main" noGrp="1"/>
          </p:cNvSpPr>
          <p:nvPr/>
        </p:nvSpPr>
        <p:spPr>
          <a:xfrm xmlns:a="http://schemas.openxmlformats.org/drawingml/2006/main">
            <a:off x="9144000" y="6096000"/>
            <a:ext cx="3009900" cy="953"/>
          </a:xfrm>
          <a:custGeom xmlns:a="http://schemas.openxmlformats.org/drawingml/2006/main">
            <a:pathLst>
              <a:path w="3009900" h="953">
                <a:moveTo>
                  <a:pt x="0" y="0"/>
                </a:moveTo>
                <a:lnTo>
                  <a:pt x="3009900" y="0"/>
                </a:lnTo>
              </a:path>
            </a:pathLst>
          </a:custGeom>
          <a:noFill xmlns:a="http://schemas.openxmlformats.org/drawingml/2006/main"/>
          <a:ln xmlns:a="http://schemas.openxmlformats.org/drawingml/2006/main" w="9525">
            <a:solidFill>
              <a:srgbClr val="B7B9B9"/>
            </a:solidFill>
            <a:prstDash val="solid"/>
          </a:ln>
        </p:spPr>
      </p:sp>
      <p:sp>
        <p:nvSpPr>
          <p:cNvPr id="39" name="DP1 object 36">
            <a:extLst xmlns:a="http://schemas.openxmlformats.org/drawingml/2006/main">
              <a:ext uri="{FF2B5EF4-FFF2-40B4-BE49-F238E27FC236}">
                <a16:creationId xmlns:a16="http://schemas.microsoft.com/office/drawing/2014/main" id="{7A21908B-513B-4E04-81B4-CDD7D7F51331}"/>
              </a:ext>
            </a:extLst>
          </p:cNvPr>
          <p:cNvSpPr>
            <a:spLocks xmlns:a="http://schemas.openxmlformats.org/drawingml/2006/main" noGrp="1"/>
          </p:cNvSpPr>
          <p:nvPr/>
        </p:nvSpPr>
        <p:spPr>
          <a:xfrm xmlns:a="http://schemas.openxmlformats.org/drawingml/2006/main">
            <a:off x="9144000" y="6200775"/>
            <a:ext cx="30099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r>
              <a:t/>
            </a:r>
          </a:p>
        </p:txBody>
      </p:sp>
      <p:sp>
        <p:nvSpPr>
          <p:cNvPr id="40" name="DP1 object 37">
            <a:extLst xmlns:a="http://schemas.openxmlformats.org/drawingml/2006/main">
              <a:ext uri="{FF2B5EF4-FFF2-40B4-BE49-F238E27FC236}">
                <a16:creationId xmlns:a16="http://schemas.microsoft.com/office/drawing/2014/main" id="{FFA219B8-4B6D-4721-9A38-717421478712}"/>
              </a:ext>
            </a:extLst>
          </p:cNvPr>
          <p:cNvSpPr>
            <a:spLocks xmlns:a="http://schemas.openxmlformats.org/drawingml/2006/main" noGrp="1"/>
          </p:cNvSpPr>
          <p:nvPr/>
        </p:nvSpPr>
        <p:spPr>
          <a:xfrm xmlns:a="http://schemas.openxmlformats.org/drawingml/2006/main">
            <a:off x="9153525" y="6191250"/>
            <a:ext cx="29622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75" b="0">
                <a:solidFill>
                  <a:srgbClr val="111111"/>
                </a:solidFill>
                <a:latin typeface="Apple SD Gothic Neo"/>
                <a:ea typeface="Apple SD Gothic Neo"/>
                <a:cs typeface="Apple SD Gothic Neo"/>
              </a:defRPr>
            </a:defPPr>
            <a:lvl1pPr algn="l">
              <a:defRPr sz="1875" b="0">
                <a:solidFill>
                  <a:srgbClr val="111111"/>
                </a:solidFill>
                <a:latin typeface="Apple SD Gothic Neo"/>
                <a:ea typeface="Apple SD Gothic Neo"/>
                <a:cs typeface="Apple SD Gothic Neo"/>
              </a:defRPr>
            </a:lvl1pPr>
            <a:lvl2pPr algn="l">
              <a:defRPr sz="1875" b="0">
                <a:solidFill>
                  <a:srgbClr val="111111"/>
                </a:solidFill>
                <a:latin typeface="Apple SD Gothic Neo"/>
                <a:ea typeface="Apple SD Gothic Neo"/>
                <a:cs typeface="Apple SD Gothic Neo"/>
              </a:defRPr>
            </a:lvl2pPr>
            <a:lvl3pPr algn="l">
              <a:defRPr sz="1875" b="0">
                <a:solidFill>
                  <a:srgbClr val="111111"/>
                </a:solidFill>
                <a:latin typeface="Apple SD Gothic Neo"/>
                <a:ea typeface="Apple SD Gothic Neo"/>
                <a:cs typeface="Apple SD Gothic Neo"/>
              </a:defRPr>
            </a:lvl3pPr>
            <a:lvl4pPr algn="l">
              <a:defRPr sz="1875" b="0">
                <a:solidFill>
                  <a:srgbClr val="111111"/>
                </a:solidFill>
                <a:latin typeface="Apple SD Gothic Neo"/>
                <a:ea typeface="Apple SD Gothic Neo"/>
                <a:cs typeface="Apple SD Gothic Neo"/>
              </a:defRPr>
            </a:lvl4pPr>
            <a:lvl5pPr algn="l">
              <a:defRPr sz="1875" b="0">
                <a:solidFill>
                  <a:srgbClr val="111111"/>
                </a:solidFill>
                <a:latin typeface="Apple SD Gothic Neo"/>
                <a:ea typeface="Apple SD Gothic Neo"/>
                <a:cs typeface="Apple SD Gothic Neo"/>
              </a:defRPr>
            </a:lvl5pPr>
            <a:lvl6pPr algn="l">
              <a:defRPr sz="1875" b="0">
                <a:solidFill>
                  <a:srgbClr val="111111"/>
                </a:solidFill>
                <a:latin typeface="Apple SD Gothic Neo"/>
                <a:ea typeface="Apple SD Gothic Neo"/>
                <a:cs typeface="Apple SD Gothic Neo"/>
              </a:defRPr>
            </a:lvl6pPr>
            <a:lvl7pPr algn="l">
              <a:defRPr sz="1875" b="0">
                <a:solidFill>
                  <a:srgbClr val="111111"/>
                </a:solidFill>
                <a:latin typeface="Apple SD Gothic Neo"/>
                <a:ea typeface="Apple SD Gothic Neo"/>
                <a:cs typeface="Apple SD Gothic Neo"/>
              </a:defRPr>
            </a:lvl7pPr>
            <a:lvl8pPr algn="l">
              <a:defRPr sz="1875" b="0">
                <a:solidFill>
                  <a:srgbClr val="111111"/>
                </a:solidFill>
                <a:latin typeface="Apple SD Gothic Neo"/>
                <a:ea typeface="Apple SD Gothic Neo"/>
                <a:cs typeface="Apple SD Gothic Neo"/>
              </a:defRPr>
            </a:lvl8pPr>
            <a:lvl9pPr algn="l">
              <a:defRPr sz="1875" b="0">
                <a:solidFill>
                  <a:srgbClr val="111111"/>
                </a:solidFill>
                <a:latin typeface="Apple SD Gothic Neo"/>
                <a:ea typeface="Apple SD Gothic Neo"/>
                <a:cs typeface="Apple SD Gothic Neo"/>
              </a:defRPr>
            </a:lvl9pPr>
          </a:lstStyle>
          <a:p xmlns:a="http://schemas.openxmlformats.org/drawingml/2006/main">
            <a:pPr algn="l">
              <a:defRPr sz="1875" b="0">
                <a:solidFill>
                  <a:srgbClr val="111111"/>
                </a:solidFill>
                <a:latin typeface="Apple SD Gothic Neo"/>
                <a:ea typeface="Apple SD Gothic Neo"/>
                <a:cs typeface="Apple SD Gothic Neo"/>
              </a:defRPr>
            </a:pPr>
            <a:r>
              <a:rPr sz="1875" b="0">
                <a:solidFill>
                  <a:srgbClr val="111111"/>
                </a:solidFill>
                <a:latin typeface="Apple SD Gothic Neo"/>
                <a:ea typeface="Apple SD Gothic Neo"/>
                <a:cs typeface="Apple SD Gothic Neo"/>
              </a:rPr>
              <a:t>기존: 납기 4주</a:t>
            </a:r>
          </a:p>
        </p:txBody>
      </p:sp>
      <p:sp>
        <p:nvSpPr>
          <p:cNvPr id="41" name="Editable path 38">
            <a:extLst xmlns:a="http://schemas.openxmlformats.org/drawingml/2006/main">
              <a:ext uri="{FF2B5EF4-FFF2-40B4-BE49-F238E27FC236}">
                <a16:creationId xmlns:a16="http://schemas.microsoft.com/office/drawing/2014/main" id="{675C33B4-D51A-477C-A34B-61DEC6F005C7}"/>
              </a:ext>
            </a:extLst>
          </p:cNvPr>
          <p:cNvSpPr>
            <a:spLocks xmlns:a="http://schemas.openxmlformats.org/drawingml/2006/main" noGrp="1"/>
          </p:cNvSpPr>
          <p:nvPr/>
        </p:nvSpPr>
        <p:spPr>
          <a:xfrm xmlns:a="http://schemas.openxmlformats.org/drawingml/2006/main">
            <a:off x="9163050" y="6400800"/>
            <a:ext cx="1752600" cy="953"/>
          </a:xfrm>
          <a:custGeom xmlns:a="http://schemas.openxmlformats.org/drawingml/2006/main">
            <a:pathLst>
              <a:path w="1752600" h="953">
                <a:moveTo>
                  <a:pt x="0" y="0"/>
                </a:moveTo>
                <a:lnTo>
                  <a:pt x="1752600" y="0"/>
                </a:lnTo>
              </a:path>
            </a:pathLst>
          </a:custGeom>
          <a:noFill xmlns:a="http://schemas.openxmlformats.org/drawingml/2006/main"/>
          <a:ln xmlns:a="http://schemas.openxmlformats.org/drawingml/2006/main" w="25718">
            <a:solidFill>
              <a:srgbClr val="C00000"/>
            </a:solidFill>
            <a:prstDash val="solid"/>
          </a:ln>
        </p:spPr>
      </p:sp>
      <p:sp>
        <p:nvSpPr>
          <p:cNvPr id="42" name="DP1 object 39">
            <a:extLst xmlns:a="http://schemas.openxmlformats.org/drawingml/2006/main">
              <a:ext uri="{FF2B5EF4-FFF2-40B4-BE49-F238E27FC236}">
                <a16:creationId xmlns:a16="http://schemas.microsoft.com/office/drawing/2014/main" id="{5B27EBE4-8DFB-431E-9810-F335ADDD183A}"/>
              </a:ext>
            </a:extLst>
          </p:cNvPr>
          <p:cNvSpPr>
            <a:spLocks xmlns:a="http://schemas.openxmlformats.org/drawingml/2006/main" noGrp="1"/>
          </p:cNvSpPr>
          <p:nvPr/>
        </p:nvSpPr>
        <p:spPr>
          <a:xfrm xmlns:a="http://schemas.openxmlformats.org/drawingml/2006/main">
            <a:off x="9153525" y="6781800"/>
            <a:ext cx="29622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1">
                <a:solidFill>
                  <a:srgbClr val="C00000"/>
                </a:solidFill>
                <a:latin typeface="Apple SD Gothic Neo"/>
                <a:ea typeface="Apple SD Gothic Neo"/>
                <a:cs typeface="Apple SD Gothic Neo"/>
              </a:defRPr>
            </a:defPPr>
            <a:lvl1pPr algn="l">
              <a:defRPr sz="2025" b="1">
                <a:solidFill>
                  <a:srgbClr val="C00000"/>
                </a:solidFill>
                <a:latin typeface="Apple SD Gothic Neo"/>
                <a:ea typeface="Apple SD Gothic Neo"/>
                <a:cs typeface="Apple SD Gothic Neo"/>
              </a:defRPr>
            </a:lvl1pPr>
            <a:lvl2pPr algn="l">
              <a:defRPr sz="2025" b="1">
                <a:solidFill>
                  <a:srgbClr val="C00000"/>
                </a:solidFill>
                <a:latin typeface="Apple SD Gothic Neo"/>
                <a:ea typeface="Apple SD Gothic Neo"/>
                <a:cs typeface="Apple SD Gothic Neo"/>
              </a:defRPr>
            </a:lvl2pPr>
            <a:lvl3pPr algn="l">
              <a:defRPr sz="2025" b="1">
                <a:solidFill>
                  <a:srgbClr val="C00000"/>
                </a:solidFill>
                <a:latin typeface="Apple SD Gothic Neo"/>
                <a:ea typeface="Apple SD Gothic Neo"/>
                <a:cs typeface="Apple SD Gothic Neo"/>
              </a:defRPr>
            </a:lvl3pPr>
            <a:lvl4pPr algn="l">
              <a:defRPr sz="2025" b="1">
                <a:solidFill>
                  <a:srgbClr val="C00000"/>
                </a:solidFill>
                <a:latin typeface="Apple SD Gothic Neo"/>
                <a:ea typeface="Apple SD Gothic Neo"/>
                <a:cs typeface="Apple SD Gothic Neo"/>
              </a:defRPr>
            </a:lvl4pPr>
            <a:lvl5pPr algn="l">
              <a:defRPr sz="2025" b="1">
                <a:solidFill>
                  <a:srgbClr val="C00000"/>
                </a:solidFill>
                <a:latin typeface="Apple SD Gothic Neo"/>
                <a:ea typeface="Apple SD Gothic Neo"/>
                <a:cs typeface="Apple SD Gothic Neo"/>
              </a:defRPr>
            </a:lvl5pPr>
            <a:lvl6pPr algn="l">
              <a:defRPr sz="2025" b="1">
                <a:solidFill>
                  <a:srgbClr val="C00000"/>
                </a:solidFill>
                <a:latin typeface="Apple SD Gothic Neo"/>
                <a:ea typeface="Apple SD Gothic Neo"/>
                <a:cs typeface="Apple SD Gothic Neo"/>
              </a:defRPr>
            </a:lvl6pPr>
            <a:lvl7pPr algn="l">
              <a:defRPr sz="2025" b="1">
                <a:solidFill>
                  <a:srgbClr val="C00000"/>
                </a:solidFill>
                <a:latin typeface="Apple SD Gothic Neo"/>
                <a:ea typeface="Apple SD Gothic Neo"/>
                <a:cs typeface="Apple SD Gothic Neo"/>
              </a:defRPr>
            </a:lvl7pPr>
            <a:lvl8pPr algn="l">
              <a:defRPr sz="2025" b="1">
                <a:solidFill>
                  <a:srgbClr val="C00000"/>
                </a:solidFill>
                <a:latin typeface="Apple SD Gothic Neo"/>
                <a:ea typeface="Apple SD Gothic Neo"/>
                <a:cs typeface="Apple SD Gothic Neo"/>
              </a:defRPr>
            </a:lvl8pPr>
            <a:lvl9pPr algn="l">
              <a:defRPr sz="2025" b="1">
                <a:solidFill>
                  <a:srgbClr val="C00000"/>
                </a:solidFill>
                <a:latin typeface="Apple SD Gothic Neo"/>
                <a:ea typeface="Apple SD Gothic Neo"/>
                <a:cs typeface="Apple SD Gothic Neo"/>
              </a:defRPr>
            </a:lvl9pPr>
          </a:lstStyle>
          <a:p xmlns:a="http://schemas.openxmlformats.org/drawingml/2006/main">
            <a:pPr algn="l">
              <a:defRPr sz="2025" b="1">
                <a:solidFill>
                  <a:srgbClr val="C00000"/>
                </a:solidFill>
                <a:latin typeface="Apple SD Gothic Neo"/>
                <a:ea typeface="Apple SD Gothic Neo"/>
                <a:cs typeface="Apple SD Gothic Neo"/>
              </a:defRPr>
            </a:pPr>
            <a:r>
              <a:rPr sz="2025" b="1">
                <a:solidFill>
                  <a:srgbClr val="C00000"/>
                </a:solidFill>
                <a:latin typeface="Apple SD Gothic Neo"/>
                <a:ea typeface="Apple SD Gothic Neo"/>
                <a:cs typeface="Apple SD Gothic Neo"/>
              </a:rPr>
              <a:t>변경: 납기 6주</a:t>
            </a:r>
          </a:p>
        </p:txBody>
      </p:sp>
      <p:sp>
        <p:nvSpPr>
          <p:cNvPr id="43" name="DP1 object 40">
            <a:extLst xmlns:a="http://schemas.openxmlformats.org/drawingml/2006/main">
              <a:ext uri="{FF2B5EF4-FFF2-40B4-BE49-F238E27FC236}">
                <a16:creationId xmlns:a16="http://schemas.microsoft.com/office/drawing/2014/main" id="{36DABA7B-763F-4F2C-8EA0-BEDE14D95A56}"/>
              </a:ext>
            </a:extLst>
          </p:cNvPr>
          <p:cNvSpPr>
            <a:spLocks xmlns:a="http://schemas.openxmlformats.org/drawingml/2006/main" noGrp="1"/>
          </p:cNvSpPr>
          <p:nvPr/>
        </p:nvSpPr>
        <p:spPr>
          <a:xfrm xmlns:a="http://schemas.openxmlformats.org/drawingml/2006/main">
            <a:off x="10782300" y="5210175"/>
            <a:ext cx="1524000" cy="323850"/>
          </a:xfrm>
          <a:prstGeom xmlns:a="http://schemas.openxmlformats.org/drawingml/2006/main" prst="rect">
            <a:avLst/>
          </a:prstGeom>
          <a:solidFill xmlns:a="http://schemas.openxmlformats.org/drawingml/2006/main">
            <a:srgbClr val="C9E1B3"/>
          </a:solidFill>
          <a:ln xmlns:a="http://schemas.openxmlformats.org/drawingml/2006/main" w="0">
            <a:noFill/>
            <a:prstDash val="solid"/>
          </a:ln>
        </p:spPr>
      </p:sp>
      <p:sp>
        <p:nvSpPr>
          <p:cNvPr id="44" name="DP1 object 41">
            <a:extLst xmlns:a="http://schemas.openxmlformats.org/drawingml/2006/main">
              <a:ext uri="{FF2B5EF4-FFF2-40B4-BE49-F238E27FC236}">
                <a16:creationId xmlns:a16="http://schemas.microsoft.com/office/drawing/2014/main" id="{6980B34B-A1AF-4369-A329-83AE5384A835}"/>
              </a:ext>
            </a:extLst>
          </p:cNvPr>
          <p:cNvSpPr>
            <a:spLocks xmlns:a="http://schemas.openxmlformats.org/drawingml/2006/main" noGrp="1"/>
          </p:cNvSpPr>
          <p:nvPr/>
        </p:nvSpPr>
        <p:spPr>
          <a:xfrm xmlns:a="http://schemas.openxmlformats.org/drawingml/2006/main">
            <a:off x="10858500" y="5210175"/>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v1 → v2</a:t>
            </a:r>
          </a:p>
        </p:txBody>
      </p:sp>
      <p:sp>
        <p:nvSpPr>
          <p:cNvPr id="45" name="DP1 object 42">
            <a:extLst xmlns:a="http://schemas.openxmlformats.org/drawingml/2006/main">
              <a:ext uri="{FF2B5EF4-FFF2-40B4-BE49-F238E27FC236}">
                <a16:creationId xmlns:a16="http://schemas.microsoft.com/office/drawing/2014/main" id="{60A0F360-C09F-4261-98B7-A22A6F481935}"/>
              </a:ext>
            </a:extLst>
          </p:cNvPr>
          <p:cNvSpPr>
            <a:spLocks xmlns:a="http://schemas.openxmlformats.org/drawingml/2006/main" noGrp="1"/>
          </p:cNvSpPr>
          <p:nvPr/>
        </p:nvSpPr>
        <p:spPr>
          <a:xfrm xmlns:a="http://schemas.openxmlformats.org/drawingml/2006/main">
            <a:off x="8982075" y="762000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C00000"/>
                </a:solidFill>
                <a:latin typeface="Apple SD Gothic Neo"/>
                <a:ea typeface="Apple SD Gothic Neo"/>
                <a:cs typeface="Apple SD Gothic Neo"/>
              </a:defRPr>
            </a:defPPr>
            <a:lvl1pPr algn="ctr">
              <a:defRPr sz="1800" b="1">
                <a:solidFill>
                  <a:srgbClr val="C00000"/>
                </a:solidFill>
                <a:latin typeface="Apple SD Gothic Neo"/>
                <a:ea typeface="Apple SD Gothic Neo"/>
                <a:cs typeface="Apple SD Gothic Neo"/>
              </a:defRPr>
            </a:lvl1pPr>
            <a:lvl2pPr algn="ctr">
              <a:defRPr sz="1800" b="1">
                <a:solidFill>
                  <a:srgbClr val="C00000"/>
                </a:solidFill>
                <a:latin typeface="Apple SD Gothic Neo"/>
                <a:ea typeface="Apple SD Gothic Neo"/>
                <a:cs typeface="Apple SD Gothic Neo"/>
              </a:defRPr>
            </a:lvl2pPr>
            <a:lvl3pPr algn="ctr">
              <a:defRPr sz="1800" b="1">
                <a:solidFill>
                  <a:srgbClr val="C00000"/>
                </a:solidFill>
                <a:latin typeface="Apple SD Gothic Neo"/>
                <a:ea typeface="Apple SD Gothic Neo"/>
                <a:cs typeface="Apple SD Gothic Neo"/>
              </a:defRPr>
            </a:lvl3pPr>
            <a:lvl4pPr algn="ctr">
              <a:defRPr sz="1800" b="1">
                <a:solidFill>
                  <a:srgbClr val="C00000"/>
                </a:solidFill>
                <a:latin typeface="Apple SD Gothic Neo"/>
                <a:ea typeface="Apple SD Gothic Neo"/>
                <a:cs typeface="Apple SD Gothic Neo"/>
              </a:defRPr>
            </a:lvl4pPr>
            <a:lvl5pPr algn="ctr">
              <a:defRPr sz="1800" b="1">
                <a:solidFill>
                  <a:srgbClr val="C00000"/>
                </a:solidFill>
                <a:latin typeface="Apple SD Gothic Neo"/>
                <a:ea typeface="Apple SD Gothic Neo"/>
                <a:cs typeface="Apple SD Gothic Neo"/>
              </a:defRPr>
            </a:lvl5pPr>
            <a:lvl6pPr algn="ctr">
              <a:defRPr sz="1800" b="1">
                <a:solidFill>
                  <a:srgbClr val="C00000"/>
                </a:solidFill>
                <a:latin typeface="Apple SD Gothic Neo"/>
                <a:ea typeface="Apple SD Gothic Neo"/>
                <a:cs typeface="Apple SD Gothic Neo"/>
              </a:defRPr>
            </a:lvl6pPr>
            <a:lvl7pPr algn="ctr">
              <a:defRPr sz="1800" b="1">
                <a:solidFill>
                  <a:srgbClr val="C00000"/>
                </a:solidFill>
                <a:latin typeface="Apple SD Gothic Neo"/>
                <a:ea typeface="Apple SD Gothic Neo"/>
                <a:cs typeface="Apple SD Gothic Neo"/>
              </a:defRPr>
            </a:lvl7pPr>
            <a:lvl8pPr algn="ctr">
              <a:defRPr sz="1800" b="1">
                <a:solidFill>
                  <a:srgbClr val="C00000"/>
                </a:solidFill>
                <a:latin typeface="Apple SD Gothic Neo"/>
                <a:ea typeface="Apple SD Gothic Neo"/>
                <a:cs typeface="Apple SD Gothic Neo"/>
              </a:defRPr>
            </a:lvl8pPr>
            <a:lvl9pPr algn="ctr">
              <a:defRPr sz="1800" b="1">
                <a:solidFill>
                  <a:srgbClr val="C00000"/>
                </a:solidFill>
                <a:latin typeface="Apple SD Gothic Neo"/>
                <a:ea typeface="Apple SD Gothic Neo"/>
                <a:cs typeface="Apple SD Gothic Neo"/>
              </a:defRPr>
            </a:lvl9pPr>
          </a:lstStyle>
          <a:p xmlns:a="http://schemas.openxmlformats.org/drawingml/2006/main">
            <a:pPr algn="ctr">
              <a:defRPr sz="1800" b="1">
                <a:solidFill>
                  <a:srgbClr val="C00000"/>
                </a:solidFill>
                <a:latin typeface="Apple SD Gothic Neo"/>
                <a:ea typeface="Apple SD Gothic Neo"/>
                <a:cs typeface="Apple SD Gothic Neo"/>
              </a:defRPr>
            </a:pPr>
            <a:r>
              <a:rPr sz="1800" b="1">
                <a:solidFill>
                  <a:srgbClr val="C00000"/>
                </a:solidFill>
                <a:latin typeface="Apple SD Gothic Neo"/>
                <a:ea typeface="Apple SD Gothic Neo"/>
                <a:cs typeface="Apple SD Gothic Neo"/>
              </a:rPr>
              <a:t>정정 전 조건을 쓰면 안 됨</a:t>
            </a:r>
          </a:p>
        </p:txBody>
      </p:sp>
      <p:sp>
        <p:nvSpPr>
          <p:cNvPr id="46" name="Editable path 43">
            <a:extLst xmlns:a="http://schemas.openxmlformats.org/drawingml/2006/main">
              <a:ext uri="{FF2B5EF4-FFF2-40B4-BE49-F238E27FC236}">
                <a16:creationId xmlns:a16="http://schemas.microsoft.com/office/drawing/2014/main" id="{7E087690-D5CB-4D4F-84C0-C0D480C67209}"/>
              </a:ext>
            </a:extLst>
          </p:cNvPr>
          <p:cNvSpPr>
            <a:spLocks xmlns:a="http://schemas.openxmlformats.org/drawingml/2006/main" noGrp="1"/>
          </p:cNvSpPr>
          <p:nvPr/>
        </p:nvSpPr>
        <p:spPr>
          <a:xfrm xmlns:a="http://schemas.openxmlformats.org/drawingml/2006/main">
            <a:off x="2647950" y="4143375"/>
            <a:ext cx="953" cy="1409700"/>
          </a:xfrm>
          <a:custGeom xmlns:a="http://schemas.openxmlformats.org/drawingml/2006/main">
            <a:pathLst>
              <a:path w="953" h="1409700">
                <a:moveTo>
                  <a:pt x="0" y="1409700"/>
                </a:moveTo>
                <a:lnTo>
                  <a:pt x="0" y="609600"/>
                </a:lnTo>
                <a:lnTo>
                  <a:pt x="0" y="0"/>
                </a:lnTo>
              </a:path>
            </a:pathLst>
          </a:custGeom>
          <a:noFill xmlns:a="http://schemas.openxmlformats.org/drawingml/2006/main"/>
          <a:ln xmlns:a="http://schemas.openxmlformats.org/drawingml/2006/main" w="21908">
            <a:solidFill>
              <a:srgbClr val="111111"/>
            </a:solidFill>
            <a:prstDash val="solid"/>
          </a:ln>
        </p:spPr>
      </p:sp>
      <p:sp>
        <p:nvSpPr>
          <p:cNvPr id="47" name="Editable arrowhead 44">
            <a:extLst xmlns:a="http://schemas.openxmlformats.org/drawingml/2006/main">
              <a:ext uri="{FF2B5EF4-FFF2-40B4-BE49-F238E27FC236}">
                <a16:creationId xmlns:a16="http://schemas.microsoft.com/office/drawing/2014/main" id="{6E7DCE60-1CFA-4CB9-8DBE-6A64C1AF43AC}"/>
              </a:ext>
            </a:extLst>
          </p:cNvPr>
          <p:cNvSpPr>
            <a:spLocks xmlns:a="http://schemas.openxmlformats.org/drawingml/2006/main" noGrp="1"/>
          </p:cNvSpPr>
          <p:nvPr/>
        </p:nvSpPr>
        <p:spPr>
          <a:xfrm xmlns:a="http://schemas.openxmlformats.org/drawingml/2006/main">
            <a:off x="2600325" y="414337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8" name="DP1 object 45">
            <a:extLst xmlns:a="http://schemas.openxmlformats.org/drawingml/2006/main">
              <a:ext uri="{FF2B5EF4-FFF2-40B4-BE49-F238E27FC236}">
                <a16:creationId xmlns:a16="http://schemas.microsoft.com/office/drawing/2014/main" id="{9BD71ABE-6DE8-4F5B-BDE2-AF371B478592}"/>
              </a:ext>
            </a:extLst>
          </p:cNvPr>
          <p:cNvSpPr>
            <a:spLocks xmlns:a="http://schemas.openxmlformats.org/drawingml/2006/main" noGrp="1"/>
          </p:cNvSpPr>
          <p:nvPr/>
        </p:nvSpPr>
        <p:spPr>
          <a:xfrm xmlns:a="http://schemas.openxmlformats.org/drawingml/2006/main">
            <a:off x="2505075" y="488632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49" name="DP1 object 46">
            <a:extLst xmlns:a="http://schemas.openxmlformats.org/drawingml/2006/main">
              <a:ext uri="{FF2B5EF4-FFF2-40B4-BE49-F238E27FC236}">
                <a16:creationId xmlns:a16="http://schemas.microsoft.com/office/drawing/2014/main" id="{9A84EB75-28B6-4EF6-B946-8D2E60FD721C}"/>
              </a:ext>
            </a:extLst>
          </p:cNvPr>
          <p:cNvSpPr>
            <a:spLocks xmlns:a="http://schemas.openxmlformats.org/drawingml/2006/main" noGrp="1"/>
          </p:cNvSpPr>
          <p:nvPr/>
        </p:nvSpPr>
        <p:spPr>
          <a:xfrm xmlns:a="http://schemas.openxmlformats.org/drawingml/2006/main">
            <a:off x="2505075" y="488632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50" name="Editable path 47">
            <a:extLst xmlns:a="http://schemas.openxmlformats.org/drawingml/2006/main">
              <a:ext uri="{FF2B5EF4-FFF2-40B4-BE49-F238E27FC236}">
                <a16:creationId xmlns:a16="http://schemas.microsoft.com/office/drawing/2014/main" id="{B0BA34DF-561A-423B-A9B2-7C663FDFA1F2}"/>
              </a:ext>
            </a:extLst>
          </p:cNvPr>
          <p:cNvSpPr>
            <a:spLocks xmlns:a="http://schemas.openxmlformats.org/drawingml/2006/main" noGrp="1"/>
          </p:cNvSpPr>
          <p:nvPr/>
        </p:nvSpPr>
        <p:spPr>
          <a:xfrm xmlns:a="http://schemas.openxmlformats.org/drawingml/2006/main">
            <a:off x="6648450" y="4143375"/>
            <a:ext cx="953" cy="1409700"/>
          </a:xfrm>
          <a:custGeom xmlns:a="http://schemas.openxmlformats.org/drawingml/2006/main">
            <a:pathLst>
              <a:path w="953" h="1409700">
                <a:moveTo>
                  <a:pt x="0" y="1409700"/>
                </a:moveTo>
                <a:lnTo>
                  <a:pt x="0" y="609600"/>
                </a:lnTo>
                <a:lnTo>
                  <a:pt x="0" y="0"/>
                </a:lnTo>
              </a:path>
            </a:pathLst>
          </a:custGeom>
          <a:noFill xmlns:a="http://schemas.openxmlformats.org/drawingml/2006/main"/>
          <a:ln xmlns:a="http://schemas.openxmlformats.org/drawingml/2006/main" w="21908">
            <a:solidFill>
              <a:srgbClr val="111111"/>
            </a:solidFill>
            <a:prstDash val="solid"/>
          </a:ln>
        </p:spPr>
      </p:sp>
      <p:sp>
        <p:nvSpPr>
          <p:cNvPr id="51" name="Editable arrowhead 48">
            <a:extLst xmlns:a="http://schemas.openxmlformats.org/drawingml/2006/main">
              <a:ext uri="{FF2B5EF4-FFF2-40B4-BE49-F238E27FC236}">
                <a16:creationId xmlns:a16="http://schemas.microsoft.com/office/drawing/2014/main" id="{485170EF-9801-422B-A27E-B055381380E8}"/>
              </a:ext>
            </a:extLst>
          </p:cNvPr>
          <p:cNvSpPr>
            <a:spLocks xmlns:a="http://schemas.openxmlformats.org/drawingml/2006/main" noGrp="1"/>
          </p:cNvSpPr>
          <p:nvPr/>
        </p:nvSpPr>
        <p:spPr>
          <a:xfrm xmlns:a="http://schemas.openxmlformats.org/drawingml/2006/main">
            <a:off x="6600825" y="414337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2" name="DP1 object 49">
            <a:extLst xmlns:a="http://schemas.openxmlformats.org/drawingml/2006/main">
              <a:ext uri="{FF2B5EF4-FFF2-40B4-BE49-F238E27FC236}">
                <a16:creationId xmlns:a16="http://schemas.microsoft.com/office/drawing/2014/main" id="{EFEBCD6E-65CC-4345-B687-8E6C50CCB36E}"/>
              </a:ext>
            </a:extLst>
          </p:cNvPr>
          <p:cNvSpPr>
            <a:spLocks xmlns:a="http://schemas.openxmlformats.org/drawingml/2006/main" noGrp="1"/>
          </p:cNvSpPr>
          <p:nvPr/>
        </p:nvSpPr>
        <p:spPr>
          <a:xfrm xmlns:a="http://schemas.openxmlformats.org/drawingml/2006/main">
            <a:off x="6505575" y="488632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53" name="DP1 object 50">
            <a:extLst xmlns:a="http://schemas.openxmlformats.org/drawingml/2006/main">
              <a:ext uri="{FF2B5EF4-FFF2-40B4-BE49-F238E27FC236}">
                <a16:creationId xmlns:a16="http://schemas.microsoft.com/office/drawing/2014/main" id="{3C037369-7180-4D04-9BD8-34024586D71A}"/>
              </a:ext>
            </a:extLst>
          </p:cNvPr>
          <p:cNvSpPr>
            <a:spLocks xmlns:a="http://schemas.openxmlformats.org/drawingml/2006/main" noGrp="1"/>
          </p:cNvSpPr>
          <p:nvPr/>
        </p:nvSpPr>
        <p:spPr>
          <a:xfrm xmlns:a="http://schemas.openxmlformats.org/drawingml/2006/main">
            <a:off x="6505575" y="488632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2</a:t>
            </a:r>
          </a:p>
        </p:txBody>
      </p:sp>
      <p:sp>
        <p:nvSpPr>
          <p:cNvPr id="54" name="Editable path 51">
            <a:extLst xmlns:a="http://schemas.openxmlformats.org/drawingml/2006/main">
              <a:ext uri="{FF2B5EF4-FFF2-40B4-BE49-F238E27FC236}">
                <a16:creationId xmlns:a16="http://schemas.microsoft.com/office/drawing/2014/main" id="{E158241E-A97F-467B-A2DD-E3F432315737}"/>
              </a:ext>
            </a:extLst>
          </p:cNvPr>
          <p:cNvSpPr>
            <a:spLocks xmlns:a="http://schemas.openxmlformats.org/drawingml/2006/main" noGrp="1"/>
          </p:cNvSpPr>
          <p:nvPr/>
        </p:nvSpPr>
        <p:spPr>
          <a:xfrm xmlns:a="http://schemas.openxmlformats.org/drawingml/2006/main">
            <a:off x="10648950" y="4143375"/>
            <a:ext cx="953" cy="1409700"/>
          </a:xfrm>
          <a:custGeom xmlns:a="http://schemas.openxmlformats.org/drawingml/2006/main">
            <a:pathLst>
              <a:path w="953" h="1409700">
                <a:moveTo>
                  <a:pt x="0" y="1409700"/>
                </a:moveTo>
                <a:lnTo>
                  <a:pt x="0" y="609600"/>
                </a:lnTo>
                <a:lnTo>
                  <a:pt x="0" y="0"/>
                </a:lnTo>
              </a:path>
            </a:pathLst>
          </a:custGeom>
          <a:noFill xmlns:a="http://schemas.openxmlformats.org/drawingml/2006/main"/>
          <a:ln xmlns:a="http://schemas.openxmlformats.org/drawingml/2006/main" w="21908">
            <a:solidFill>
              <a:srgbClr val="111111"/>
            </a:solidFill>
            <a:prstDash val="solid"/>
          </a:ln>
        </p:spPr>
      </p:sp>
      <p:sp>
        <p:nvSpPr>
          <p:cNvPr id="55" name="Editable arrowhead 52">
            <a:extLst xmlns:a="http://schemas.openxmlformats.org/drawingml/2006/main">
              <a:ext uri="{FF2B5EF4-FFF2-40B4-BE49-F238E27FC236}">
                <a16:creationId xmlns:a16="http://schemas.microsoft.com/office/drawing/2014/main" id="{D6C08CFF-4CBD-4208-95F9-A492FF711A65}"/>
              </a:ext>
            </a:extLst>
          </p:cNvPr>
          <p:cNvSpPr>
            <a:spLocks xmlns:a="http://schemas.openxmlformats.org/drawingml/2006/main" noGrp="1"/>
          </p:cNvSpPr>
          <p:nvPr/>
        </p:nvSpPr>
        <p:spPr>
          <a:xfrm xmlns:a="http://schemas.openxmlformats.org/drawingml/2006/main">
            <a:off x="10601325" y="414337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6" name="DP1 object 53">
            <a:extLst xmlns:a="http://schemas.openxmlformats.org/drawingml/2006/main">
              <a:ext uri="{FF2B5EF4-FFF2-40B4-BE49-F238E27FC236}">
                <a16:creationId xmlns:a16="http://schemas.microsoft.com/office/drawing/2014/main" id="{5FD215E5-6D2C-4DCE-B7B0-B0DB6A5227B9}"/>
              </a:ext>
            </a:extLst>
          </p:cNvPr>
          <p:cNvSpPr>
            <a:spLocks xmlns:a="http://schemas.openxmlformats.org/drawingml/2006/main" noGrp="1"/>
          </p:cNvSpPr>
          <p:nvPr/>
        </p:nvSpPr>
        <p:spPr>
          <a:xfrm xmlns:a="http://schemas.openxmlformats.org/drawingml/2006/main">
            <a:off x="10506075" y="488632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57" name="DP1 object 54">
            <a:extLst xmlns:a="http://schemas.openxmlformats.org/drawingml/2006/main">
              <a:ext uri="{FF2B5EF4-FFF2-40B4-BE49-F238E27FC236}">
                <a16:creationId xmlns:a16="http://schemas.microsoft.com/office/drawing/2014/main" id="{E64EB220-FA3E-4B55-9BEC-3D812D201736}"/>
              </a:ext>
            </a:extLst>
          </p:cNvPr>
          <p:cNvSpPr>
            <a:spLocks xmlns:a="http://schemas.openxmlformats.org/drawingml/2006/main" noGrp="1"/>
          </p:cNvSpPr>
          <p:nvPr/>
        </p:nvSpPr>
        <p:spPr>
          <a:xfrm xmlns:a="http://schemas.openxmlformats.org/drawingml/2006/main">
            <a:off x="10506075" y="488632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3</a:t>
            </a:r>
          </a:p>
        </p:txBody>
      </p:sp>
      <p:sp>
        <p:nvSpPr>
          <p:cNvPr id="58" name="Editable path 55">
            <a:extLst xmlns:a="http://schemas.openxmlformats.org/drawingml/2006/main">
              <a:ext uri="{FF2B5EF4-FFF2-40B4-BE49-F238E27FC236}">
                <a16:creationId xmlns:a16="http://schemas.microsoft.com/office/drawing/2014/main" id="{4EFF77E3-B978-4A5D-BBE6-3187938FA08C}"/>
              </a:ext>
            </a:extLst>
          </p:cNvPr>
          <p:cNvSpPr>
            <a:spLocks xmlns:a="http://schemas.openxmlformats.org/drawingml/2006/main" noGrp="1"/>
          </p:cNvSpPr>
          <p:nvPr/>
        </p:nvSpPr>
        <p:spPr>
          <a:xfrm xmlns:a="http://schemas.openxmlformats.org/drawingml/2006/main">
            <a:off x="12858750" y="2790825"/>
            <a:ext cx="953" cy="5295900"/>
          </a:xfrm>
          <a:custGeom xmlns:a="http://schemas.openxmlformats.org/drawingml/2006/main">
            <a:pathLst>
              <a:path w="953" h="5295900">
                <a:moveTo>
                  <a:pt x="0" y="0"/>
                </a:moveTo>
                <a:lnTo>
                  <a:pt x="0" y="5295900"/>
                </a:lnTo>
              </a:path>
            </a:pathLst>
          </a:custGeom>
          <a:noFill xmlns:a="http://schemas.openxmlformats.org/drawingml/2006/main"/>
          <a:ln xmlns:a="http://schemas.openxmlformats.org/drawingml/2006/main" w="12383">
            <a:solidFill>
              <a:srgbClr val="4676CB"/>
            </a:solidFill>
            <a:prstDash val="solid"/>
          </a:ln>
        </p:spPr>
      </p:sp>
      <p:sp>
        <p:nvSpPr>
          <p:cNvPr id="59" name="DP1 object 56">
            <a:extLst xmlns:a="http://schemas.openxmlformats.org/drawingml/2006/main">
              <a:ext uri="{FF2B5EF4-FFF2-40B4-BE49-F238E27FC236}">
                <a16:creationId xmlns:a16="http://schemas.microsoft.com/office/drawing/2014/main" id="{E6F1F48D-314E-4002-A4DA-8C7F62A1F0FB}"/>
              </a:ext>
            </a:extLst>
          </p:cNvPr>
          <p:cNvSpPr>
            <a:spLocks xmlns:a="http://schemas.openxmlformats.org/drawingml/2006/main" noGrp="1"/>
          </p:cNvSpPr>
          <p:nvPr/>
        </p:nvSpPr>
        <p:spPr>
          <a:xfrm xmlns:a="http://schemas.openxmlformats.org/drawingml/2006/main">
            <a:off x="13335000" y="2914650"/>
            <a:ext cx="419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325" b="1">
                <a:solidFill>
                  <a:srgbClr val="111111"/>
                </a:solidFill>
                <a:latin typeface="Apple SD Gothic Neo"/>
                <a:ea typeface="Apple SD Gothic Neo"/>
                <a:cs typeface="Apple SD Gothic Neo"/>
              </a:defRPr>
            </a:defPPr>
            <a:lvl1pPr algn="l">
              <a:defRPr sz="2325" b="1">
                <a:solidFill>
                  <a:srgbClr val="111111"/>
                </a:solidFill>
                <a:latin typeface="Apple SD Gothic Neo"/>
                <a:ea typeface="Apple SD Gothic Neo"/>
                <a:cs typeface="Apple SD Gothic Neo"/>
              </a:defRPr>
            </a:lvl1pPr>
            <a:lvl2pPr algn="l">
              <a:defRPr sz="2325" b="1">
                <a:solidFill>
                  <a:srgbClr val="111111"/>
                </a:solidFill>
                <a:latin typeface="Apple SD Gothic Neo"/>
                <a:ea typeface="Apple SD Gothic Neo"/>
                <a:cs typeface="Apple SD Gothic Neo"/>
              </a:defRPr>
            </a:lvl2pPr>
            <a:lvl3pPr algn="l">
              <a:defRPr sz="2325" b="1">
                <a:solidFill>
                  <a:srgbClr val="111111"/>
                </a:solidFill>
                <a:latin typeface="Apple SD Gothic Neo"/>
                <a:ea typeface="Apple SD Gothic Neo"/>
                <a:cs typeface="Apple SD Gothic Neo"/>
              </a:defRPr>
            </a:lvl3pPr>
            <a:lvl4pPr algn="l">
              <a:defRPr sz="2325" b="1">
                <a:solidFill>
                  <a:srgbClr val="111111"/>
                </a:solidFill>
                <a:latin typeface="Apple SD Gothic Neo"/>
                <a:ea typeface="Apple SD Gothic Neo"/>
                <a:cs typeface="Apple SD Gothic Neo"/>
              </a:defRPr>
            </a:lvl4pPr>
            <a:lvl5pPr algn="l">
              <a:defRPr sz="2325" b="1">
                <a:solidFill>
                  <a:srgbClr val="111111"/>
                </a:solidFill>
                <a:latin typeface="Apple SD Gothic Neo"/>
                <a:ea typeface="Apple SD Gothic Neo"/>
                <a:cs typeface="Apple SD Gothic Neo"/>
              </a:defRPr>
            </a:lvl5pPr>
            <a:lvl6pPr algn="l">
              <a:defRPr sz="2325" b="1">
                <a:solidFill>
                  <a:srgbClr val="111111"/>
                </a:solidFill>
                <a:latin typeface="Apple SD Gothic Neo"/>
                <a:ea typeface="Apple SD Gothic Neo"/>
                <a:cs typeface="Apple SD Gothic Neo"/>
              </a:defRPr>
            </a:lvl6pPr>
            <a:lvl7pPr algn="l">
              <a:defRPr sz="2325" b="1">
                <a:solidFill>
                  <a:srgbClr val="111111"/>
                </a:solidFill>
                <a:latin typeface="Apple SD Gothic Neo"/>
                <a:ea typeface="Apple SD Gothic Neo"/>
                <a:cs typeface="Apple SD Gothic Neo"/>
              </a:defRPr>
            </a:lvl7pPr>
            <a:lvl8pPr algn="l">
              <a:defRPr sz="2325" b="1">
                <a:solidFill>
                  <a:srgbClr val="111111"/>
                </a:solidFill>
                <a:latin typeface="Apple SD Gothic Neo"/>
                <a:ea typeface="Apple SD Gothic Neo"/>
                <a:cs typeface="Apple SD Gothic Neo"/>
              </a:defRPr>
            </a:lvl8pPr>
            <a:lvl9pPr algn="l">
              <a:defRPr sz="2325" b="1">
                <a:solidFill>
                  <a:srgbClr val="111111"/>
                </a:solidFill>
                <a:latin typeface="Apple SD Gothic Neo"/>
                <a:ea typeface="Apple SD Gothic Neo"/>
                <a:cs typeface="Apple SD Gothic Neo"/>
              </a:defRPr>
            </a:lvl9pPr>
          </a:lstStyle>
          <a:p xmlns:a="http://schemas.openxmlformats.org/drawingml/2006/main">
            <a:pPr algn="l">
              <a:defRPr sz="2325" b="1">
                <a:solidFill>
                  <a:srgbClr val="111111"/>
                </a:solidFill>
                <a:latin typeface="Apple SD Gothic Neo"/>
                <a:ea typeface="Apple SD Gothic Neo"/>
                <a:cs typeface="Apple SD Gothic Neo"/>
              </a:defRPr>
            </a:pPr>
            <a:r>
              <a:rPr sz="2325" b="1">
                <a:solidFill>
                  <a:srgbClr val="111111"/>
                </a:solidFill>
                <a:latin typeface="Apple SD Gothic Neo"/>
                <a:ea typeface="Apple SD Gothic Neo"/>
                <a:cs typeface="Apple SD Gothic Neo"/>
              </a:rPr>
              <a:t>무엇이 문제인가?</a:t>
            </a:r>
          </a:p>
        </p:txBody>
      </p:sp>
      <p:sp>
        <p:nvSpPr>
          <p:cNvPr id="60" name="DP1 object 57">
            <a:extLst xmlns:a="http://schemas.openxmlformats.org/drawingml/2006/main">
              <a:ext uri="{FF2B5EF4-FFF2-40B4-BE49-F238E27FC236}">
                <a16:creationId xmlns:a16="http://schemas.microsoft.com/office/drawing/2014/main" id="{DDFA8504-0D43-4842-AF4F-5DEBA6E016A6}"/>
              </a:ext>
            </a:extLst>
          </p:cNvPr>
          <p:cNvSpPr>
            <a:spLocks xmlns:a="http://schemas.openxmlformats.org/drawingml/2006/main" noGrp="1"/>
          </p:cNvSpPr>
          <p:nvPr/>
        </p:nvSpPr>
        <p:spPr>
          <a:xfrm xmlns:a="http://schemas.openxmlformats.org/drawingml/2006/main">
            <a:off x="13363575" y="3705225"/>
            <a:ext cx="457200" cy="457200"/>
          </a:xfrm>
          <a:prstGeom xmlns:a="http://schemas.openxmlformats.org/drawingml/2006/main" prst="ellipse">
            <a:avLst/>
          </a:prstGeom>
          <a:solidFill xmlns:a="http://schemas.openxmlformats.org/drawingml/2006/main">
            <a:srgbClr val="C9E1B3"/>
          </a:solidFill>
          <a:ln xmlns:a="http://schemas.openxmlformats.org/drawingml/2006/main" w="0">
            <a:noFill/>
            <a:prstDash val="solid"/>
          </a:ln>
        </p:spPr>
      </p:sp>
      <p:sp>
        <p:nvSpPr>
          <p:cNvPr id="61" name="DP1 object 58">
            <a:extLst xmlns:a="http://schemas.openxmlformats.org/drawingml/2006/main">
              <a:ext uri="{FF2B5EF4-FFF2-40B4-BE49-F238E27FC236}">
                <a16:creationId xmlns:a16="http://schemas.microsoft.com/office/drawing/2014/main" id="{3639990B-FBAB-49F5-A1F8-5D5F4C6161EB}"/>
              </a:ext>
            </a:extLst>
          </p:cNvPr>
          <p:cNvSpPr>
            <a:spLocks xmlns:a="http://schemas.openxmlformats.org/drawingml/2006/main" noGrp="1"/>
          </p:cNvSpPr>
          <p:nvPr/>
        </p:nvSpPr>
        <p:spPr>
          <a:xfrm xmlns:a="http://schemas.openxmlformats.org/drawingml/2006/main">
            <a:off x="13363575" y="370522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175" b="1">
                <a:solidFill>
                  <a:srgbClr val="111111"/>
                </a:solidFill>
                <a:latin typeface="Apple SD Gothic Neo"/>
                <a:ea typeface="Apple SD Gothic Neo"/>
                <a:cs typeface="Apple SD Gothic Neo"/>
              </a:defRPr>
            </a:defPPr>
            <a:lvl1pPr algn="ctr">
              <a:defRPr sz="2175" b="1">
                <a:solidFill>
                  <a:srgbClr val="111111"/>
                </a:solidFill>
                <a:latin typeface="Apple SD Gothic Neo"/>
                <a:ea typeface="Apple SD Gothic Neo"/>
                <a:cs typeface="Apple SD Gothic Neo"/>
              </a:defRPr>
            </a:lvl1pPr>
            <a:lvl2pPr algn="ctr">
              <a:defRPr sz="2175" b="1">
                <a:solidFill>
                  <a:srgbClr val="111111"/>
                </a:solidFill>
                <a:latin typeface="Apple SD Gothic Neo"/>
                <a:ea typeface="Apple SD Gothic Neo"/>
                <a:cs typeface="Apple SD Gothic Neo"/>
              </a:defRPr>
            </a:lvl2pPr>
            <a:lvl3pPr algn="ctr">
              <a:defRPr sz="2175" b="1">
                <a:solidFill>
                  <a:srgbClr val="111111"/>
                </a:solidFill>
                <a:latin typeface="Apple SD Gothic Neo"/>
                <a:ea typeface="Apple SD Gothic Neo"/>
                <a:cs typeface="Apple SD Gothic Neo"/>
              </a:defRPr>
            </a:lvl3pPr>
            <a:lvl4pPr algn="ctr">
              <a:defRPr sz="2175" b="1">
                <a:solidFill>
                  <a:srgbClr val="111111"/>
                </a:solidFill>
                <a:latin typeface="Apple SD Gothic Neo"/>
                <a:ea typeface="Apple SD Gothic Neo"/>
                <a:cs typeface="Apple SD Gothic Neo"/>
              </a:defRPr>
            </a:lvl4pPr>
            <a:lvl5pPr algn="ctr">
              <a:defRPr sz="2175" b="1">
                <a:solidFill>
                  <a:srgbClr val="111111"/>
                </a:solidFill>
                <a:latin typeface="Apple SD Gothic Neo"/>
                <a:ea typeface="Apple SD Gothic Neo"/>
                <a:cs typeface="Apple SD Gothic Neo"/>
              </a:defRPr>
            </a:lvl5pPr>
            <a:lvl6pPr algn="ctr">
              <a:defRPr sz="2175" b="1">
                <a:solidFill>
                  <a:srgbClr val="111111"/>
                </a:solidFill>
                <a:latin typeface="Apple SD Gothic Neo"/>
                <a:ea typeface="Apple SD Gothic Neo"/>
                <a:cs typeface="Apple SD Gothic Neo"/>
              </a:defRPr>
            </a:lvl6pPr>
            <a:lvl7pPr algn="ctr">
              <a:defRPr sz="2175" b="1">
                <a:solidFill>
                  <a:srgbClr val="111111"/>
                </a:solidFill>
                <a:latin typeface="Apple SD Gothic Neo"/>
                <a:ea typeface="Apple SD Gothic Neo"/>
                <a:cs typeface="Apple SD Gothic Neo"/>
              </a:defRPr>
            </a:lvl7pPr>
            <a:lvl8pPr algn="ctr">
              <a:defRPr sz="2175" b="1">
                <a:solidFill>
                  <a:srgbClr val="111111"/>
                </a:solidFill>
                <a:latin typeface="Apple SD Gothic Neo"/>
                <a:ea typeface="Apple SD Gothic Neo"/>
                <a:cs typeface="Apple SD Gothic Neo"/>
              </a:defRPr>
            </a:lvl8pPr>
            <a:lvl9pPr algn="ctr">
              <a:defRPr sz="2175" b="1">
                <a:solidFill>
                  <a:srgbClr val="111111"/>
                </a:solidFill>
                <a:latin typeface="Apple SD Gothic Neo"/>
                <a:ea typeface="Apple SD Gothic Neo"/>
                <a:cs typeface="Apple SD Gothic Neo"/>
              </a:defRPr>
            </a:lvl9pPr>
          </a:lstStyle>
          <a:p xmlns:a="http://schemas.openxmlformats.org/drawingml/2006/main">
            <a:pPr algn="ctr">
              <a:defRPr sz="2175" b="1">
                <a:solidFill>
                  <a:srgbClr val="111111"/>
                </a:solidFill>
                <a:latin typeface="Apple SD Gothic Neo"/>
                <a:ea typeface="Apple SD Gothic Neo"/>
                <a:cs typeface="Apple SD Gothic Neo"/>
              </a:defRPr>
            </a:pPr>
            <a:r>
              <a:rPr sz="2175" b="1">
                <a:solidFill>
                  <a:srgbClr val="111111"/>
                </a:solidFill>
                <a:latin typeface="Apple SD Gothic Neo"/>
                <a:ea typeface="Apple SD Gothic Neo"/>
                <a:cs typeface="Apple SD Gothic Neo"/>
              </a:rPr>
              <a:t>1</a:t>
            </a:r>
          </a:p>
        </p:txBody>
      </p:sp>
      <p:sp>
        <p:nvSpPr>
          <p:cNvPr id="62" name="DP1 object 59">
            <a:extLst xmlns:a="http://schemas.openxmlformats.org/drawingml/2006/main">
              <a:ext uri="{FF2B5EF4-FFF2-40B4-BE49-F238E27FC236}">
                <a16:creationId xmlns:a16="http://schemas.microsoft.com/office/drawing/2014/main" id="{3E85DD58-2BF0-4E72-B718-EA69C6956D7C}"/>
              </a:ext>
            </a:extLst>
          </p:cNvPr>
          <p:cNvSpPr>
            <a:spLocks xmlns:a="http://schemas.openxmlformats.org/drawingml/2006/main" noGrp="1"/>
          </p:cNvSpPr>
          <p:nvPr/>
        </p:nvSpPr>
        <p:spPr>
          <a:xfrm xmlns:a="http://schemas.openxmlformats.org/drawingml/2006/main">
            <a:off x="14030325" y="3705225"/>
            <a:ext cx="352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75" b="1">
                <a:solidFill>
                  <a:srgbClr val="111111"/>
                </a:solidFill>
                <a:latin typeface="Apple SD Gothic Neo"/>
                <a:ea typeface="Apple SD Gothic Neo"/>
                <a:cs typeface="Apple SD Gothic Neo"/>
              </a:defRPr>
            </a:defPPr>
            <a:lvl1pPr algn="l">
              <a:defRPr sz="2175" b="1">
                <a:solidFill>
                  <a:srgbClr val="111111"/>
                </a:solidFill>
                <a:latin typeface="Apple SD Gothic Neo"/>
                <a:ea typeface="Apple SD Gothic Neo"/>
                <a:cs typeface="Apple SD Gothic Neo"/>
              </a:defRPr>
            </a:lvl1pPr>
            <a:lvl2pPr algn="l">
              <a:defRPr sz="2175" b="1">
                <a:solidFill>
                  <a:srgbClr val="111111"/>
                </a:solidFill>
                <a:latin typeface="Apple SD Gothic Neo"/>
                <a:ea typeface="Apple SD Gothic Neo"/>
                <a:cs typeface="Apple SD Gothic Neo"/>
              </a:defRPr>
            </a:lvl2pPr>
            <a:lvl3pPr algn="l">
              <a:defRPr sz="2175" b="1">
                <a:solidFill>
                  <a:srgbClr val="111111"/>
                </a:solidFill>
                <a:latin typeface="Apple SD Gothic Neo"/>
                <a:ea typeface="Apple SD Gothic Neo"/>
                <a:cs typeface="Apple SD Gothic Neo"/>
              </a:defRPr>
            </a:lvl3pPr>
            <a:lvl4pPr algn="l">
              <a:defRPr sz="2175" b="1">
                <a:solidFill>
                  <a:srgbClr val="111111"/>
                </a:solidFill>
                <a:latin typeface="Apple SD Gothic Neo"/>
                <a:ea typeface="Apple SD Gothic Neo"/>
                <a:cs typeface="Apple SD Gothic Neo"/>
              </a:defRPr>
            </a:lvl4pPr>
            <a:lvl5pPr algn="l">
              <a:defRPr sz="2175" b="1">
                <a:solidFill>
                  <a:srgbClr val="111111"/>
                </a:solidFill>
                <a:latin typeface="Apple SD Gothic Neo"/>
                <a:ea typeface="Apple SD Gothic Neo"/>
                <a:cs typeface="Apple SD Gothic Neo"/>
              </a:defRPr>
            </a:lvl5pPr>
            <a:lvl6pPr algn="l">
              <a:defRPr sz="2175" b="1">
                <a:solidFill>
                  <a:srgbClr val="111111"/>
                </a:solidFill>
                <a:latin typeface="Apple SD Gothic Neo"/>
                <a:ea typeface="Apple SD Gothic Neo"/>
                <a:cs typeface="Apple SD Gothic Neo"/>
              </a:defRPr>
            </a:lvl6pPr>
            <a:lvl7pPr algn="l">
              <a:defRPr sz="2175" b="1">
                <a:solidFill>
                  <a:srgbClr val="111111"/>
                </a:solidFill>
                <a:latin typeface="Apple SD Gothic Neo"/>
                <a:ea typeface="Apple SD Gothic Neo"/>
                <a:cs typeface="Apple SD Gothic Neo"/>
              </a:defRPr>
            </a:lvl7pPr>
            <a:lvl8pPr algn="l">
              <a:defRPr sz="2175" b="1">
                <a:solidFill>
                  <a:srgbClr val="111111"/>
                </a:solidFill>
                <a:latin typeface="Apple SD Gothic Neo"/>
                <a:ea typeface="Apple SD Gothic Neo"/>
                <a:cs typeface="Apple SD Gothic Neo"/>
              </a:defRPr>
            </a:lvl8pPr>
            <a:lvl9pPr algn="l">
              <a:defRPr sz="2175" b="1">
                <a:solidFill>
                  <a:srgbClr val="111111"/>
                </a:solidFill>
                <a:latin typeface="Apple SD Gothic Neo"/>
                <a:ea typeface="Apple SD Gothic Neo"/>
                <a:cs typeface="Apple SD Gothic Neo"/>
              </a:defRPr>
            </a:lvl9pPr>
          </a:lstStyle>
          <a:p xmlns:a="http://schemas.openxmlformats.org/drawingml/2006/main">
            <a:pPr algn="l">
              <a:defRPr sz="2175" b="1">
                <a:solidFill>
                  <a:srgbClr val="111111"/>
                </a:solidFill>
                <a:latin typeface="Apple SD Gothic Neo"/>
                <a:ea typeface="Apple SD Gothic Neo"/>
                <a:cs typeface="Apple SD Gothic Neo"/>
              </a:defRPr>
            </a:pPr>
            <a:r>
              <a:rPr sz="2175" b="1">
                <a:solidFill>
                  <a:srgbClr val="111111"/>
                </a:solidFill>
                <a:latin typeface="Apple SD Gothic Neo"/>
                <a:ea typeface="Apple SD Gothic Neo"/>
                <a:cs typeface="Apple SD Gothic Neo"/>
              </a:rPr>
              <a:t>매번 다시 찾으면</a:t>
            </a:r>
          </a:p>
        </p:txBody>
      </p:sp>
      <p:sp>
        <p:nvSpPr>
          <p:cNvPr id="63" name="DP1 object 60">
            <a:extLst xmlns:a="http://schemas.openxmlformats.org/drawingml/2006/main">
              <a:ext uri="{FF2B5EF4-FFF2-40B4-BE49-F238E27FC236}">
                <a16:creationId xmlns:a16="http://schemas.microsoft.com/office/drawing/2014/main" id="{9D49337B-BD73-43C9-9717-A694EE3EA981}"/>
              </a:ext>
            </a:extLst>
          </p:cNvPr>
          <p:cNvSpPr>
            <a:spLocks xmlns:a="http://schemas.openxmlformats.org/drawingml/2006/main" noGrp="1"/>
          </p:cNvSpPr>
          <p:nvPr/>
        </p:nvSpPr>
        <p:spPr>
          <a:xfrm xmlns:a="http://schemas.openxmlformats.org/drawingml/2006/main">
            <a:off x="13382625" y="4343400"/>
            <a:ext cx="416242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400" b="1">
                <a:solidFill>
                  <a:srgbClr val="C00000"/>
                </a:solidFill>
                <a:latin typeface="Apple SD Gothic Neo"/>
                <a:ea typeface="Apple SD Gothic Neo"/>
                <a:cs typeface="Apple SD Gothic Neo"/>
              </a:defRPr>
            </a:defPPr>
            <a:lvl1pPr algn="l">
              <a:defRPr sz="2400" b="1">
                <a:solidFill>
                  <a:srgbClr val="C00000"/>
                </a:solidFill>
                <a:latin typeface="Apple SD Gothic Neo"/>
                <a:ea typeface="Apple SD Gothic Neo"/>
                <a:cs typeface="Apple SD Gothic Neo"/>
              </a:defRPr>
            </a:lvl1pPr>
            <a:lvl2pPr algn="l">
              <a:defRPr sz="2400" b="1">
                <a:solidFill>
                  <a:srgbClr val="C00000"/>
                </a:solidFill>
                <a:latin typeface="Apple SD Gothic Neo"/>
                <a:ea typeface="Apple SD Gothic Neo"/>
                <a:cs typeface="Apple SD Gothic Neo"/>
              </a:defRPr>
            </a:lvl2pPr>
            <a:lvl3pPr algn="l">
              <a:defRPr sz="2400" b="1">
                <a:solidFill>
                  <a:srgbClr val="C00000"/>
                </a:solidFill>
                <a:latin typeface="Apple SD Gothic Neo"/>
                <a:ea typeface="Apple SD Gothic Neo"/>
                <a:cs typeface="Apple SD Gothic Neo"/>
              </a:defRPr>
            </a:lvl3pPr>
            <a:lvl4pPr algn="l">
              <a:defRPr sz="2400" b="1">
                <a:solidFill>
                  <a:srgbClr val="C00000"/>
                </a:solidFill>
                <a:latin typeface="Apple SD Gothic Neo"/>
                <a:ea typeface="Apple SD Gothic Neo"/>
                <a:cs typeface="Apple SD Gothic Neo"/>
              </a:defRPr>
            </a:lvl4pPr>
            <a:lvl5pPr algn="l">
              <a:defRPr sz="2400" b="1">
                <a:solidFill>
                  <a:srgbClr val="C00000"/>
                </a:solidFill>
                <a:latin typeface="Apple SD Gothic Neo"/>
                <a:ea typeface="Apple SD Gothic Neo"/>
                <a:cs typeface="Apple SD Gothic Neo"/>
              </a:defRPr>
            </a:lvl5pPr>
            <a:lvl6pPr algn="l">
              <a:defRPr sz="2400" b="1">
                <a:solidFill>
                  <a:srgbClr val="C00000"/>
                </a:solidFill>
                <a:latin typeface="Apple SD Gothic Neo"/>
                <a:ea typeface="Apple SD Gothic Neo"/>
                <a:cs typeface="Apple SD Gothic Neo"/>
              </a:defRPr>
            </a:lvl6pPr>
            <a:lvl7pPr algn="l">
              <a:defRPr sz="2400" b="1">
                <a:solidFill>
                  <a:srgbClr val="C00000"/>
                </a:solidFill>
                <a:latin typeface="Apple SD Gothic Neo"/>
                <a:ea typeface="Apple SD Gothic Neo"/>
                <a:cs typeface="Apple SD Gothic Neo"/>
              </a:defRPr>
            </a:lvl7pPr>
            <a:lvl8pPr algn="l">
              <a:defRPr sz="2400" b="1">
                <a:solidFill>
                  <a:srgbClr val="C00000"/>
                </a:solidFill>
                <a:latin typeface="Apple SD Gothic Neo"/>
                <a:ea typeface="Apple SD Gothic Neo"/>
                <a:cs typeface="Apple SD Gothic Neo"/>
              </a:defRPr>
            </a:lvl8pPr>
            <a:lvl9pPr algn="l">
              <a:defRPr sz="2400" b="1">
                <a:solidFill>
                  <a:srgbClr val="C00000"/>
                </a:solidFill>
                <a:latin typeface="Apple SD Gothic Neo"/>
                <a:ea typeface="Apple SD Gothic Neo"/>
                <a:cs typeface="Apple SD Gothic Neo"/>
              </a:defRPr>
            </a:lvl9pPr>
          </a:lstStyle>
          <a:p xmlns:a="http://schemas.openxmlformats.org/drawingml/2006/main">
            <a:pPr algn="l">
              <a:defRPr sz="2400" b="1">
                <a:solidFill>
                  <a:srgbClr val="C00000"/>
                </a:solidFill>
                <a:latin typeface="Apple SD Gothic Neo"/>
                <a:ea typeface="Apple SD Gothic Neo"/>
                <a:cs typeface="Apple SD Gothic Neo"/>
              </a:defRPr>
            </a:pPr>
            <a:r>
              <a:rPr sz="2400" b="1">
                <a:solidFill>
                  <a:srgbClr val="C00000"/>
                </a:solidFill>
                <a:latin typeface="Apple SD Gothic Neo"/>
                <a:ea typeface="Apple SD Gothic Neo"/>
                <a:cs typeface="Apple SD Gothic Neo"/>
              </a:rPr>
              <a:t>반복 탐색·구성의</a:t>
            </a:r>
          </a:p>
          <a:p xmlns:a="http://schemas.openxmlformats.org/drawingml/2006/main">
            <a:pPr algn="l">
              <a:defRPr sz="2400" b="1">
                <a:solidFill>
                  <a:srgbClr val="C00000"/>
                </a:solidFill>
                <a:latin typeface="Apple SD Gothic Neo"/>
                <a:ea typeface="Apple SD Gothic Neo"/>
                <a:cs typeface="Apple SD Gothic Neo"/>
              </a:defRPr>
            </a:pPr>
            <a:r>
              <a:rPr sz="2400" b="1">
                <a:solidFill>
                  <a:srgbClr val="C00000"/>
                </a:solidFill>
                <a:latin typeface="Apple SD Gothic Neo"/>
                <a:ea typeface="Apple SD Gothic Neo"/>
                <a:cs typeface="Apple SD Gothic Neo"/>
              </a:rPr>
              <a:t>대기가 쌓임</a:t>
            </a:r>
          </a:p>
        </p:txBody>
      </p:sp>
      <p:sp>
        <p:nvSpPr>
          <p:cNvPr id="64" name="Editable path 61">
            <a:extLst xmlns:a="http://schemas.openxmlformats.org/drawingml/2006/main">
              <a:ext uri="{FF2B5EF4-FFF2-40B4-BE49-F238E27FC236}">
                <a16:creationId xmlns:a16="http://schemas.microsoft.com/office/drawing/2014/main" id="{11DBBEE8-3B36-4035-9697-AA86D60DA850}"/>
              </a:ext>
            </a:extLst>
          </p:cNvPr>
          <p:cNvSpPr>
            <a:spLocks xmlns:a="http://schemas.openxmlformats.org/drawingml/2006/main" noGrp="1"/>
          </p:cNvSpPr>
          <p:nvPr/>
        </p:nvSpPr>
        <p:spPr>
          <a:xfrm xmlns:a="http://schemas.openxmlformats.org/drawingml/2006/main">
            <a:off x="13392150" y="5467350"/>
            <a:ext cx="4076700" cy="953"/>
          </a:xfrm>
          <a:custGeom xmlns:a="http://schemas.openxmlformats.org/drawingml/2006/main">
            <a:pathLst>
              <a:path w="4076700" h="953">
                <a:moveTo>
                  <a:pt x="0" y="0"/>
                </a:moveTo>
                <a:lnTo>
                  <a:pt x="4076700" y="0"/>
                </a:lnTo>
              </a:path>
            </a:pathLst>
          </a:custGeom>
          <a:noFill xmlns:a="http://schemas.openxmlformats.org/drawingml/2006/main"/>
          <a:ln xmlns:a="http://schemas.openxmlformats.org/drawingml/2006/main" w="13335">
            <a:solidFill>
              <a:srgbClr val="B7B9B9"/>
            </a:solidFill>
            <a:prstDash val="solid"/>
          </a:ln>
        </p:spPr>
      </p:sp>
      <p:sp>
        <p:nvSpPr>
          <p:cNvPr id="65" name="DP1 object 62">
            <a:extLst xmlns:a="http://schemas.openxmlformats.org/drawingml/2006/main">
              <a:ext uri="{FF2B5EF4-FFF2-40B4-BE49-F238E27FC236}">
                <a16:creationId xmlns:a16="http://schemas.microsoft.com/office/drawing/2014/main" id="{8BC02D59-4B95-4958-83F0-90542F384DC3}"/>
              </a:ext>
            </a:extLst>
          </p:cNvPr>
          <p:cNvSpPr>
            <a:spLocks xmlns:a="http://schemas.openxmlformats.org/drawingml/2006/main" noGrp="1"/>
          </p:cNvSpPr>
          <p:nvPr/>
        </p:nvSpPr>
        <p:spPr>
          <a:xfrm xmlns:a="http://schemas.openxmlformats.org/drawingml/2006/main">
            <a:off x="13363575" y="5857875"/>
            <a:ext cx="457200" cy="457200"/>
          </a:xfrm>
          <a:prstGeom xmlns:a="http://schemas.openxmlformats.org/drawingml/2006/main" prst="ellipse">
            <a:avLst/>
          </a:prstGeom>
          <a:solidFill xmlns:a="http://schemas.openxmlformats.org/drawingml/2006/main">
            <a:srgbClr val="C9E1B3"/>
          </a:solidFill>
          <a:ln xmlns:a="http://schemas.openxmlformats.org/drawingml/2006/main" w="0">
            <a:noFill/>
            <a:prstDash val="solid"/>
          </a:ln>
        </p:spPr>
      </p:sp>
      <p:sp>
        <p:nvSpPr>
          <p:cNvPr id="66" name="DP1 object 63">
            <a:extLst xmlns:a="http://schemas.openxmlformats.org/drawingml/2006/main">
              <a:ext uri="{FF2B5EF4-FFF2-40B4-BE49-F238E27FC236}">
                <a16:creationId xmlns:a16="http://schemas.microsoft.com/office/drawing/2014/main" id="{1D729131-0035-4313-B990-68BC20FCF8C1}"/>
              </a:ext>
            </a:extLst>
          </p:cNvPr>
          <p:cNvSpPr>
            <a:spLocks xmlns:a="http://schemas.openxmlformats.org/drawingml/2006/main" noGrp="1"/>
          </p:cNvSpPr>
          <p:nvPr/>
        </p:nvSpPr>
        <p:spPr>
          <a:xfrm xmlns:a="http://schemas.openxmlformats.org/drawingml/2006/main">
            <a:off x="13363575" y="58578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175" b="1">
                <a:solidFill>
                  <a:srgbClr val="111111"/>
                </a:solidFill>
                <a:latin typeface="Apple SD Gothic Neo"/>
                <a:ea typeface="Apple SD Gothic Neo"/>
                <a:cs typeface="Apple SD Gothic Neo"/>
              </a:defRPr>
            </a:defPPr>
            <a:lvl1pPr algn="ctr">
              <a:defRPr sz="2175" b="1">
                <a:solidFill>
                  <a:srgbClr val="111111"/>
                </a:solidFill>
                <a:latin typeface="Apple SD Gothic Neo"/>
                <a:ea typeface="Apple SD Gothic Neo"/>
                <a:cs typeface="Apple SD Gothic Neo"/>
              </a:defRPr>
            </a:lvl1pPr>
            <a:lvl2pPr algn="ctr">
              <a:defRPr sz="2175" b="1">
                <a:solidFill>
                  <a:srgbClr val="111111"/>
                </a:solidFill>
                <a:latin typeface="Apple SD Gothic Neo"/>
                <a:ea typeface="Apple SD Gothic Neo"/>
                <a:cs typeface="Apple SD Gothic Neo"/>
              </a:defRPr>
            </a:lvl2pPr>
            <a:lvl3pPr algn="ctr">
              <a:defRPr sz="2175" b="1">
                <a:solidFill>
                  <a:srgbClr val="111111"/>
                </a:solidFill>
                <a:latin typeface="Apple SD Gothic Neo"/>
                <a:ea typeface="Apple SD Gothic Neo"/>
                <a:cs typeface="Apple SD Gothic Neo"/>
              </a:defRPr>
            </a:lvl3pPr>
            <a:lvl4pPr algn="ctr">
              <a:defRPr sz="2175" b="1">
                <a:solidFill>
                  <a:srgbClr val="111111"/>
                </a:solidFill>
                <a:latin typeface="Apple SD Gothic Neo"/>
                <a:ea typeface="Apple SD Gothic Neo"/>
                <a:cs typeface="Apple SD Gothic Neo"/>
              </a:defRPr>
            </a:lvl4pPr>
            <a:lvl5pPr algn="ctr">
              <a:defRPr sz="2175" b="1">
                <a:solidFill>
                  <a:srgbClr val="111111"/>
                </a:solidFill>
                <a:latin typeface="Apple SD Gothic Neo"/>
                <a:ea typeface="Apple SD Gothic Neo"/>
                <a:cs typeface="Apple SD Gothic Neo"/>
              </a:defRPr>
            </a:lvl5pPr>
            <a:lvl6pPr algn="ctr">
              <a:defRPr sz="2175" b="1">
                <a:solidFill>
                  <a:srgbClr val="111111"/>
                </a:solidFill>
                <a:latin typeface="Apple SD Gothic Neo"/>
                <a:ea typeface="Apple SD Gothic Neo"/>
                <a:cs typeface="Apple SD Gothic Neo"/>
              </a:defRPr>
            </a:lvl6pPr>
            <a:lvl7pPr algn="ctr">
              <a:defRPr sz="2175" b="1">
                <a:solidFill>
                  <a:srgbClr val="111111"/>
                </a:solidFill>
                <a:latin typeface="Apple SD Gothic Neo"/>
                <a:ea typeface="Apple SD Gothic Neo"/>
                <a:cs typeface="Apple SD Gothic Neo"/>
              </a:defRPr>
            </a:lvl7pPr>
            <a:lvl8pPr algn="ctr">
              <a:defRPr sz="2175" b="1">
                <a:solidFill>
                  <a:srgbClr val="111111"/>
                </a:solidFill>
                <a:latin typeface="Apple SD Gothic Neo"/>
                <a:ea typeface="Apple SD Gothic Neo"/>
                <a:cs typeface="Apple SD Gothic Neo"/>
              </a:defRPr>
            </a:lvl8pPr>
            <a:lvl9pPr algn="ctr">
              <a:defRPr sz="2175" b="1">
                <a:solidFill>
                  <a:srgbClr val="111111"/>
                </a:solidFill>
                <a:latin typeface="Apple SD Gothic Neo"/>
                <a:ea typeface="Apple SD Gothic Neo"/>
                <a:cs typeface="Apple SD Gothic Neo"/>
              </a:defRPr>
            </a:lvl9pPr>
          </a:lstStyle>
          <a:p xmlns:a="http://schemas.openxmlformats.org/drawingml/2006/main">
            <a:pPr algn="ctr">
              <a:defRPr sz="2175" b="1">
                <a:solidFill>
                  <a:srgbClr val="111111"/>
                </a:solidFill>
                <a:latin typeface="Apple SD Gothic Neo"/>
                <a:ea typeface="Apple SD Gothic Neo"/>
                <a:cs typeface="Apple SD Gothic Neo"/>
              </a:defRPr>
            </a:pPr>
            <a:r>
              <a:rPr sz="2175" b="1">
                <a:solidFill>
                  <a:srgbClr val="111111"/>
                </a:solidFill>
                <a:latin typeface="Apple SD Gothic Neo"/>
                <a:ea typeface="Apple SD Gothic Neo"/>
                <a:cs typeface="Apple SD Gothic Neo"/>
              </a:rPr>
              <a:t>2</a:t>
            </a:r>
          </a:p>
        </p:txBody>
      </p:sp>
      <p:sp>
        <p:nvSpPr>
          <p:cNvPr id="67" name="DP1 object 64">
            <a:extLst xmlns:a="http://schemas.openxmlformats.org/drawingml/2006/main">
              <a:ext uri="{FF2B5EF4-FFF2-40B4-BE49-F238E27FC236}">
                <a16:creationId xmlns:a16="http://schemas.microsoft.com/office/drawing/2014/main" id="{DB66FFF7-D9C6-43CB-B1D3-236B416E7BD1}"/>
              </a:ext>
            </a:extLst>
          </p:cNvPr>
          <p:cNvSpPr>
            <a:spLocks xmlns:a="http://schemas.openxmlformats.org/drawingml/2006/main" noGrp="1"/>
          </p:cNvSpPr>
          <p:nvPr/>
        </p:nvSpPr>
        <p:spPr>
          <a:xfrm xmlns:a="http://schemas.openxmlformats.org/drawingml/2006/main">
            <a:off x="14030325" y="5857875"/>
            <a:ext cx="352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75" b="1">
                <a:solidFill>
                  <a:srgbClr val="111111"/>
                </a:solidFill>
                <a:latin typeface="Apple SD Gothic Neo"/>
                <a:ea typeface="Apple SD Gothic Neo"/>
                <a:cs typeface="Apple SD Gothic Neo"/>
              </a:defRPr>
            </a:defPPr>
            <a:lvl1pPr algn="l">
              <a:defRPr sz="2175" b="1">
                <a:solidFill>
                  <a:srgbClr val="111111"/>
                </a:solidFill>
                <a:latin typeface="Apple SD Gothic Neo"/>
                <a:ea typeface="Apple SD Gothic Neo"/>
                <a:cs typeface="Apple SD Gothic Neo"/>
              </a:defRPr>
            </a:lvl1pPr>
            <a:lvl2pPr algn="l">
              <a:defRPr sz="2175" b="1">
                <a:solidFill>
                  <a:srgbClr val="111111"/>
                </a:solidFill>
                <a:latin typeface="Apple SD Gothic Neo"/>
                <a:ea typeface="Apple SD Gothic Neo"/>
                <a:cs typeface="Apple SD Gothic Neo"/>
              </a:defRPr>
            </a:lvl2pPr>
            <a:lvl3pPr algn="l">
              <a:defRPr sz="2175" b="1">
                <a:solidFill>
                  <a:srgbClr val="111111"/>
                </a:solidFill>
                <a:latin typeface="Apple SD Gothic Neo"/>
                <a:ea typeface="Apple SD Gothic Neo"/>
                <a:cs typeface="Apple SD Gothic Neo"/>
              </a:defRPr>
            </a:lvl3pPr>
            <a:lvl4pPr algn="l">
              <a:defRPr sz="2175" b="1">
                <a:solidFill>
                  <a:srgbClr val="111111"/>
                </a:solidFill>
                <a:latin typeface="Apple SD Gothic Neo"/>
                <a:ea typeface="Apple SD Gothic Neo"/>
                <a:cs typeface="Apple SD Gothic Neo"/>
              </a:defRPr>
            </a:lvl4pPr>
            <a:lvl5pPr algn="l">
              <a:defRPr sz="2175" b="1">
                <a:solidFill>
                  <a:srgbClr val="111111"/>
                </a:solidFill>
                <a:latin typeface="Apple SD Gothic Neo"/>
                <a:ea typeface="Apple SD Gothic Neo"/>
                <a:cs typeface="Apple SD Gothic Neo"/>
              </a:defRPr>
            </a:lvl5pPr>
            <a:lvl6pPr algn="l">
              <a:defRPr sz="2175" b="1">
                <a:solidFill>
                  <a:srgbClr val="111111"/>
                </a:solidFill>
                <a:latin typeface="Apple SD Gothic Neo"/>
                <a:ea typeface="Apple SD Gothic Neo"/>
                <a:cs typeface="Apple SD Gothic Neo"/>
              </a:defRPr>
            </a:lvl6pPr>
            <a:lvl7pPr algn="l">
              <a:defRPr sz="2175" b="1">
                <a:solidFill>
                  <a:srgbClr val="111111"/>
                </a:solidFill>
                <a:latin typeface="Apple SD Gothic Neo"/>
                <a:ea typeface="Apple SD Gothic Neo"/>
                <a:cs typeface="Apple SD Gothic Neo"/>
              </a:defRPr>
            </a:lvl7pPr>
            <a:lvl8pPr algn="l">
              <a:defRPr sz="2175" b="1">
                <a:solidFill>
                  <a:srgbClr val="111111"/>
                </a:solidFill>
                <a:latin typeface="Apple SD Gothic Neo"/>
                <a:ea typeface="Apple SD Gothic Neo"/>
                <a:cs typeface="Apple SD Gothic Neo"/>
              </a:defRPr>
            </a:lvl8pPr>
            <a:lvl9pPr algn="l">
              <a:defRPr sz="2175" b="1">
                <a:solidFill>
                  <a:srgbClr val="111111"/>
                </a:solidFill>
                <a:latin typeface="Apple SD Gothic Neo"/>
                <a:ea typeface="Apple SD Gothic Neo"/>
                <a:cs typeface="Apple SD Gothic Neo"/>
              </a:defRPr>
            </a:lvl9pPr>
          </a:lstStyle>
          <a:p xmlns:a="http://schemas.openxmlformats.org/drawingml/2006/main">
            <a:pPr algn="l">
              <a:defRPr sz="2175" b="1">
                <a:solidFill>
                  <a:srgbClr val="111111"/>
                </a:solidFill>
                <a:latin typeface="Apple SD Gothic Neo"/>
                <a:ea typeface="Apple SD Gothic Neo"/>
                <a:cs typeface="Apple SD Gothic Neo"/>
              </a:defRPr>
            </a:pPr>
            <a:r>
              <a:rPr sz="2175" b="1">
                <a:solidFill>
                  <a:srgbClr val="111111"/>
                </a:solidFill>
                <a:latin typeface="Apple SD Gothic Neo"/>
                <a:ea typeface="Apple SD Gothic Neo"/>
                <a:cs typeface="Apple SD Gothic Neo"/>
              </a:rPr>
              <a:t>이전 근거를 남기면</a:t>
            </a:r>
          </a:p>
        </p:txBody>
      </p:sp>
      <p:sp>
        <p:nvSpPr>
          <p:cNvPr id="68" name="DP1 object 65">
            <a:extLst xmlns:a="http://schemas.openxmlformats.org/drawingml/2006/main">
              <a:ext uri="{FF2B5EF4-FFF2-40B4-BE49-F238E27FC236}">
                <a16:creationId xmlns:a16="http://schemas.microsoft.com/office/drawing/2014/main" id="{1F0DD77C-7C0C-4245-BA5D-553A492C42A5}"/>
              </a:ext>
            </a:extLst>
          </p:cNvPr>
          <p:cNvSpPr>
            <a:spLocks xmlns:a="http://schemas.openxmlformats.org/drawingml/2006/main" noGrp="1"/>
          </p:cNvSpPr>
          <p:nvPr/>
        </p:nvSpPr>
        <p:spPr>
          <a:xfrm xmlns:a="http://schemas.openxmlformats.org/drawingml/2006/main">
            <a:off x="13382625" y="6515100"/>
            <a:ext cx="416242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250" b="1">
                <a:solidFill>
                  <a:srgbClr val="C00000"/>
                </a:solidFill>
                <a:latin typeface="Apple SD Gothic Neo"/>
                <a:ea typeface="Apple SD Gothic Neo"/>
                <a:cs typeface="Apple SD Gothic Neo"/>
              </a:defRPr>
            </a:defPPr>
            <a:lvl1pPr algn="l">
              <a:defRPr sz="2250" b="1">
                <a:solidFill>
                  <a:srgbClr val="C00000"/>
                </a:solidFill>
                <a:latin typeface="Apple SD Gothic Neo"/>
                <a:ea typeface="Apple SD Gothic Neo"/>
                <a:cs typeface="Apple SD Gothic Neo"/>
              </a:defRPr>
            </a:lvl1pPr>
            <a:lvl2pPr algn="l">
              <a:defRPr sz="2250" b="1">
                <a:solidFill>
                  <a:srgbClr val="C00000"/>
                </a:solidFill>
                <a:latin typeface="Apple SD Gothic Neo"/>
                <a:ea typeface="Apple SD Gothic Neo"/>
                <a:cs typeface="Apple SD Gothic Neo"/>
              </a:defRPr>
            </a:lvl2pPr>
            <a:lvl3pPr algn="l">
              <a:defRPr sz="2250" b="1">
                <a:solidFill>
                  <a:srgbClr val="C00000"/>
                </a:solidFill>
                <a:latin typeface="Apple SD Gothic Neo"/>
                <a:ea typeface="Apple SD Gothic Neo"/>
                <a:cs typeface="Apple SD Gothic Neo"/>
              </a:defRPr>
            </a:lvl3pPr>
            <a:lvl4pPr algn="l">
              <a:defRPr sz="2250" b="1">
                <a:solidFill>
                  <a:srgbClr val="C00000"/>
                </a:solidFill>
                <a:latin typeface="Apple SD Gothic Neo"/>
                <a:ea typeface="Apple SD Gothic Neo"/>
                <a:cs typeface="Apple SD Gothic Neo"/>
              </a:defRPr>
            </a:lvl4pPr>
            <a:lvl5pPr algn="l">
              <a:defRPr sz="2250" b="1">
                <a:solidFill>
                  <a:srgbClr val="C00000"/>
                </a:solidFill>
                <a:latin typeface="Apple SD Gothic Neo"/>
                <a:ea typeface="Apple SD Gothic Neo"/>
                <a:cs typeface="Apple SD Gothic Neo"/>
              </a:defRPr>
            </a:lvl5pPr>
            <a:lvl6pPr algn="l">
              <a:defRPr sz="2250" b="1">
                <a:solidFill>
                  <a:srgbClr val="C00000"/>
                </a:solidFill>
                <a:latin typeface="Apple SD Gothic Neo"/>
                <a:ea typeface="Apple SD Gothic Neo"/>
                <a:cs typeface="Apple SD Gothic Neo"/>
              </a:defRPr>
            </a:lvl6pPr>
            <a:lvl7pPr algn="l">
              <a:defRPr sz="2250" b="1">
                <a:solidFill>
                  <a:srgbClr val="C00000"/>
                </a:solidFill>
                <a:latin typeface="Apple SD Gothic Neo"/>
                <a:ea typeface="Apple SD Gothic Neo"/>
                <a:cs typeface="Apple SD Gothic Neo"/>
              </a:defRPr>
            </a:lvl7pPr>
            <a:lvl8pPr algn="l">
              <a:defRPr sz="2250" b="1">
                <a:solidFill>
                  <a:srgbClr val="C00000"/>
                </a:solidFill>
                <a:latin typeface="Apple SD Gothic Neo"/>
                <a:ea typeface="Apple SD Gothic Neo"/>
                <a:cs typeface="Apple SD Gothic Neo"/>
              </a:defRPr>
            </a:lvl8pPr>
            <a:lvl9pPr algn="l">
              <a:defRPr sz="2250" b="1">
                <a:solidFill>
                  <a:srgbClr val="C00000"/>
                </a:solidFill>
                <a:latin typeface="Apple SD Gothic Neo"/>
                <a:ea typeface="Apple SD Gothic Neo"/>
                <a:cs typeface="Apple SD Gothic Neo"/>
              </a:defRPr>
            </a:lvl9pPr>
          </a:lstStyle>
          <a:p xmlns:a="http://schemas.openxmlformats.org/drawingml/2006/main">
            <a:pPr algn="l">
              <a:defRPr sz="2250" b="1">
                <a:solidFill>
                  <a:srgbClr val="C00000"/>
                </a:solidFill>
                <a:latin typeface="Apple SD Gothic Neo"/>
                <a:ea typeface="Apple SD Gothic Neo"/>
                <a:cs typeface="Apple SD Gothic Neo"/>
              </a:defRPr>
            </a:pPr>
            <a:r>
              <a:rPr sz="2250" b="1">
                <a:solidFill>
                  <a:srgbClr val="C00000"/>
                </a:solidFill>
                <a:latin typeface="Apple SD Gothic Neo"/>
                <a:ea typeface="Apple SD Gothic Neo"/>
                <a:cs typeface="Apple SD Gothic Neo"/>
              </a:rPr>
              <a:t>불필요한 유지·입력과</a:t>
            </a:r>
          </a:p>
          <a:p xmlns:a="http://schemas.openxmlformats.org/drawingml/2006/main">
            <a:pPr algn="l">
              <a:defRPr sz="2250" b="1">
                <a:solidFill>
                  <a:srgbClr val="C00000"/>
                </a:solidFill>
                <a:latin typeface="Apple SD Gothic Neo"/>
                <a:ea typeface="Apple SD Gothic Neo"/>
                <a:cs typeface="Apple SD Gothic Neo"/>
              </a:defRPr>
            </a:pPr>
            <a:r>
              <a:rPr sz="2250" b="1">
                <a:solidFill>
                  <a:srgbClr val="C00000"/>
                </a:solidFill>
                <a:latin typeface="Apple SD Gothic Neo"/>
                <a:ea typeface="Apple SD Gothic Neo"/>
                <a:cs typeface="Apple SD Gothic Neo"/>
              </a:rPr>
              <a:t>정정 갱신 비용이 생김</a:t>
            </a:r>
          </a:p>
        </p:txBody>
      </p:sp>
      <p:sp>
        <p:nvSpPr>
          <p:cNvPr id="69" name="Editable path 66">
            <a:extLst xmlns:a="http://schemas.openxmlformats.org/drawingml/2006/main">
              <a:ext uri="{FF2B5EF4-FFF2-40B4-BE49-F238E27FC236}">
                <a16:creationId xmlns:a16="http://schemas.microsoft.com/office/drawing/2014/main" id="{8D71D96F-827A-4BBE-A374-CCDD05834892}"/>
              </a:ext>
            </a:extLst>
          </p:cNvPr>
          <p:cNvSpPr>
            <a:spLocks xmlns:a="http://schemas.openxmlformats.org/drawingml/2006/main" noGrp="1"/>
          </p:cNvSpPr>
          <p:nvPr/>
        </p:nvSpPr>
        <p:spPr>
          <a:xfrm xmlns:a="http://schemas.openxmlformats.org/drawingml/2006/main">
            <a:off x="590550" y="8524875"/>
            <a:ext cx="17116425" cy="953"/>
          </a:xfrm>
          <a:custGeom xmlns:a="http://schemas.openxmlformats.org/drawingml/2006/main">
            <a:pathLst>
              <a:path w="17116425" h="953">
                <a:moveTo>
                  <a:pt x="0" y="0"/>
                </a:moveTo>
                <a:lnTo>
                  <a:pt x="17116425" y="0"/>
                </a:lnTo>
              </a:path>
            </a:pathLst>
          </a:custGeom>
          <a:noFill xmlns:a="http://schemas.openxmlformats.org/drawingml/2006/main"/>
          <a:ln xmlns:a="http://schemas.openxmlformats.org/drawingml/2006/main" w="14288">
            <a:solidFill>
              <a:srgbClr val="4676CB"/>
            </a:solidFill>
            <a:prstDash val="solid"/>
          </a:ln>
        </p:spPr>
      </p:sp>
      <p:sp>
        <p:nvSpPr>
          <p:cNvPr id="70" name="DP1 object 67">
            <a:extLst xmlns:a="http://schemas.openxmlformats.org/drawingml/2006/main">
              <a:ext uri="{FF2B5EF4-FFF2-40B4-BE49-F238E27FC236}">
                <a16:creationId xmlns:a16="http://schemas.microsoft.com/office/drawing/2014/main" id="{1F0FED59-9D96-4CDA-876F-D2A12016B035}"/>
              </a:ext>
            </a:extLst>
          </p:cNvPr>
          <p:cNvSpPr>
            <a:spLocks xmlns:a="http://schemas.openxmlformats.org/drawingml/2006/main" noGrp="1"/>
          </p:cNvSpPr>
          <p:nvPr/>
        </p:nvSpPr>
        <p:spPr>
          <a:xfrm xmlns:a="http://schemas.openxmlformats.org/drawingml/2006/main">
            <a:off x="628650" y="8829675"/>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550" b="1">
                <a:solidFill>
                  <a:srgbClr val="C00000"/>
                </a:solidFill>
                <a:latin typeface="Apple SD Gothic Neo"/>
                <a:ea typeface="Apple SD Gothic Neo"/>
                <a:cs typeface="Apple SD Gothic Neo"/>
              </a:defRPr>
            </a:defPPr>
            <a:lvl1pPr algn="l">
              <a:defRPr sz="2550" b="1">
                <a:solidFill>
                  <a:srgbClr val="C00000"/>
                </a:solidFill>
                <a:latin typeface="Apple SD Gothic Neo"/>
                <a:ea typeface="Apple SD Gothic Neo"/>
                <a:cs typeface="Apple SD Gothic Neo"/>
              </a:defRPr>
            </a:lvl1pPr>
            <a:lvl2pPr algn="l">
              <a:defRPr sz="2550" b="1">
                <a:solidFill>
                  <a:srgbClr val="C00000"/>
                </a:solidFill>
                <a:latin typeface="Apple SD Gothic Neo"/>
                <a:ea typeface="Apple SD Gothic Neo"/>
                <a:cs typeface="Apple SD Gothic Neo"/>
              </a:defRPr>
            </a:lvl2pPr>
            <a:lvl3pPr algn="l">
              <a:defRPr sz="2550" b="1">
                <a:solidFill>
                  <a:srgbClr val="C00000"/>
                </a:solidFill>
                <a:latin typeface="Apple SD Gothic Neo"/>
                <a:ea typeface="Apple SD Gothic Neo"/>
                <a:cs typeface="Apple SD Gothic Neo"/>
              </a:defRPr>
            </a:lvl3pPr>
            <a:lvl4pPr algn="l">
              <a:defRPr sz="2550" b="1">
                <a:solidFill>
                  <a:srgbClr val="C00000"/>
                </a:solidFill>
                <a:latin typeface="Apple SD Gothic Neo"/>
                <a:ea typeface="Apple SD Gothic Neo"/>
                <a:cs typeface="Apple SD Gothic Neo"/>
              </a:defRPr>
            </a:lvl4pPr>
            <a:lvl5pPr algn="l">
              <a:defRPr sz="2550" b="1">
                <a:solidFill>
                  <a:srgbClr val="C00000"/>
                </a:solidFill>
                <a:latin typeface="Apple SD Gothic Neo"/>
                <a:ea typeface="Apple SD Gothic Neo"/>
                <a:cs typeface="Apple SD Gothic Neo"/>
              </a:defRPr>
            </a:lvl5pPr>
            <a:lvl6pPr algn="l">
              <a:defRPr sz="2550" b="1">
                <a:solidFill>
                  <a:srgbClr val="C00000"/>
                </a:solidFill>
                <a:latin typeface="Apple SD Gothic Neo"/>
                <a:ea typeface="Apple SD Gothic Neo"/>
                <a:cs typeface="Apple SD Gothic Neo"/>
              </a:defRPr>
            </a:lvl6pPr>
            <a:lvl7pPr algn="l">
              <a:defRPr sz="2550" b="1">
                <a:solidFill>
                  <a:srgbClr val="C00000"/>
                </a:solidFill>
                <a:latin typeface="Apple SD Gothic Neo"/>
                <a:ea typeface="Apple SD Gothic Neo"/>
                <a:cs typeface="Apple SD Gothic Neo"/>
              </a:defRPr>
            </a:lvl7pPr>
            <a:lvl8pPr algn="l">
              <a:defRPr sz="2550" b="1">
                <a:solidFill>
                  <a:srgbClr val="C00000"/>
                </a:solidFill>
                <a:latin typeface="Apple SD Gothic Neo"/>
                <a:ea typeface="Apple SD Gothic Neo"/>
                <a:cs typeface="Apple SD Gothic Neo"/>
              </a:defRPr>
            </a:lvl8pPr>
            <a:lvl9pPr algn="l">
              <a:defRPr sz="2550" b="1">
                <a:solidFill>
                  <a:srgbClr val="C00000"/>
                </a:solidFill>
                <a:latin typeface="Apple SD Gothic Neo"/>
                <a:ea typeface="Apple SD Gothic Neo"/>
                <a:cs typeface="Apple SD Gothic Neo"/>
              </a:defRPr>
            </a:lvl9pPr>
          </a:lstStyle>
          <a:p xmlns:a="http://schemas.openxmlformats.org/drawingml/2006/main">
            <a:pPr algn="l">
              <a:defRPr sz="2550" b="1">
                <a:solidFill>
                  <a:srgbClr val="C00000"/>
                </a:solidFill>
                <a:latin typeface="Apple SD Gothic Neo"/>
                <a:ea typeface="Apple SD Gothic Neo"/>
                <a:cs typeface="Apple SD Gothic Neo"/>
              </a:defRPr>
            </a:pPr>
            <a:r>
              <a:rPr sz="2550" b="1">
                <a:solidFill>
                  <a:srgbClr val="C00000"/>
                </a:solidFill>
                <a:latin typeface="Apple SD Gothic Neo"/>
                <a:ea typeface="Apple SD Gothic Neo"/>
                <a:cs typeface="Apple SD Gothic Neo"/>
              </a:rPr>
              <a:t>이 DP의 질문</a:t>
            </a:r>
          </a:p>
        </p:txBody>
      </p:sp>
      <p:sp>
        <p:nvSpPr>
          <p:cNvPr id="71" name="DP1 object 68">
            <a:extLst xmlns:a="http://schemas.openxmlformats.org/drawingml/2006/main">
              <a:ext uri="{FF2B5EF4-FFF2-40B4-BE49-F238E27FC236}">
                <a16:creationId xmlns:a16="http://schemas.microsoft.com/office/drawing/2014/main" id="{C30BF5CB-4838-44DD-89FA-B3BCBFC771DA}"/>
              </a:ext>
            </a:extLst>
          </p:cNvPr>
          <p:cNvSpPr>
            <a:spLocks xmlns:a="http://schemas.openxmlformats.org/drawingml/2006/main" noGrp="1"/>
          </p:cNvSpPr>
          <p:nvPr/>
        </p:nvSpPr>
        <p:spPr>
          <a:xfrm xmlns:a="http://schemas.openxmlformats.org/drawingml/2006/main">
            <a:off x="3571875" y="8724900"/>
            <a:ext cx="1409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775" b="1">
                <a:solidFill>
                  <a:srgbClr val="111111"/>
                </a:solidFill>
                <a:latin typeface="Apple SD Gothic Neo"/>
                <a:ea typeface="Apple SD Gothic Neo"/>
                <a:cs typeface="Apple SD Gothic Neo"/>
              </a:defRPr>
            </a:defPPr>
            <a:lvl1pPr algn="l">
              <a:defRPr sz="2775" b="1">
                <a:solidFill>
                  <a:srgbClr val="111111"/>
                </a:solidFill>
                <a:latin typeface="Apple SD Gothic Neo"/>
                <a:ea typeface="Apple SD Gothic Neo"/>
                <a:cs typeface="Apple SD Gothic Neo"/>
              </a:defRPr>
            </a:lvl1pPr>
            <a:lvl2pPr algn="l">
              <a:defRPr sz="2775" b="1">
                <a:solidFill>
                  <a:srgbClr val="111111"/>
                </a:solidFill>
                <a:latin typeface="Apple SD Gothic Neo"/>
                <a:ea typeface="Apple SD Gothic Neo"/>
                <a:cs typeface="Apple SD Gothic Neo"/>
              </a:defRPr>
            </a:lvl2pPr>
            <a:lvl3pPr algn="l">
              <a:defRPr sz="2775" b="1">
                <a:solidFill>
                  <a:srgbClr val="111111"/>
                </a:solidFill>
                <a:latin typeface="Apple SD Gothic Neo"/>
                <a:ea typeface="Apple SD Gothic Neo"/>
                <a:cs typeface="Apple SD Gothic Neo"/>
              </a:defRPr>
            </a:lvl3pPr>
            <a:lvl4pPr algn="l">
              <a:defRPr sz="2775" b="1">
                <a:solidFill>
                  <a:srgbClr val="111111"/>
                </a:solidFill>
                <a:latin typeface="Apple SD Gothic Neo"/>
                <a:ea typeface="Apple SD Gothic Neo"/>
                <a:cs typeface="Apple SD Gothic Neo"/>
              </a:defRPr>
            </a:lvl4pPr>
            <a:lvl5pPr algn="l">
              <a:defRPr sz="2775" b="1">
                <a:solidFill>
                  <a:srgbClr val="111111"/>
                </a:solidFill>
                <a:latin typeface="Apple SD Gothic Neo"/>
                <a:ea typeface="Apple SD Gothic Neo"/>
                <a:cs typeface="Apple SD Gothic Neo"/>
              </a:defRPr>
            </a:lvl5pPr>
            <a:lvl6pPr algn="l">
              <a:defRPr sz="2775" b="1">
                <a:solidFill>
                  <a:srgbClr val="111111"/>
                </a:solidFill>
                <a:latin typeface="Apple SD Gothic Neo"/>
                <a:ea typeface="Apple SD Gothic Neo"/>
                <a:cs typeface="Apple SD Gothic Neo"/>
              </a:defRPr>
            </a:lvl6pPr>
            <a:lvl7pPr algn="l">
              <a:defRPr sz="2775" b="1">
                <a:solidFill>
                  <a:srgbClr val="111111"/>
                </a:solidFill>
                <a:latin typeface="Apple SD Gothic Neo"/>
                <a:ea typeface="Apple SD Gothic Neo"/>
                <a:cs typeface="Apple SD Gothic Neo"/>
              </a:defRPr>
            </a:lvl7pPr>
            <a:lvl8pPr algn="l">
              <a:defRPr sz="2775" b="1">
                <a:solidFill>
                  <a:srgbClr val="111111"/>
                </a:solidFill>
                <a:latin typeface="Apple SD Gothic Neo"/>
                <a:ea typeface="Apple SD Gothic Neo"/>
                <a:cs typeface="Apple SD Gothic Neo"/>
              </a:defRPr>
            </a:lvl8pPr>
            <a:lvl9pPr algn="l">
              <a:defRPr sz="2775" b="1">
                <a:solidFill>
                  <a:srgbClr val="111111"/>
                </a:solidFill>
                <a:latin typeface="Apple SD Gothic Neo"/>
                <a:ea typeface="Apple SD Gothic Neo"/>
                <a:cs typeface="Apple SD Gothic Neo"/>
              </a:defRPr>
            </a:lvl9pPr>
          </a:lstStyle>
          <a:p xmlns:a="http://schemas.openxmlformats.org/drawingml/2006/main">
            <a:pPr algn="l">
              <a:defRPr sz="2775" b="1">
                <a:solidFill>
                  <a:srgbClr val="111111"/>
                </a:solidFill>
                <a:latin typeface="Apple SD Gothic Neo"/>
                <a:ea typeface="Apple SD Gothic Neo"/>
                <a:cs typeface="Apple SD Gothic Neo"/>
              </a:defRPr>
            </a:pPr>
            <a:r>
              <a:rPr sz="2775" b="1">
                <a:solidFill>
                  <a:srgbClr val="111111"/>
                </a:solidFill>
                <a:latin typeface="Apple SD Gothic Neo"/>
                <a:ea typeface="Apple SD Gothic Neo"/>
                <a:cs typeface="Apple SD Gothic Neo"/>
              </a:rPr>
              <a:t>앞서 읽은 근거를, 다음 요청에 어떻게 공급할 것인가?</a:t>
            </a:r>
          </a:p>
        </p:txBody>
      </p:sp>
      <p:sp>
        <p:nvSpPr>
          <p:cNvPr id="72" name="DP1 object 69">
            <a:extLst xmlns:a="http://schemas.openxmlformats.org/drawingml/2006/main">
              <a:ext uri="{FF2B5EF4-FFF2-40B4-BE49-F238E27FC236}">
                <a16:creationId xmlns:a16="http://schemas.microsoft.com/office/drawing/2014/main" id="{59D81D2C-D8B4-43E4-BD12-CFA4E80C3804}"/>
              </a:ext>
            </a:extLst>
          </p:cNvPr>
          <p:cNvSpPr>
            <a:spLocks xmlns:a="http://schemas.openxmlformats.org/drawingml/2006/main" noGrp="1"/>
          </p:cNvSpPr>
          <p:nvPr/>
        </p:nvSpPr>
        <p:spPr>
          <a:xfrm xmlns:a="http://schemas.openxmlformats.org/drawingml/2006/main">
            <a:off x="3571875" y="9391650"/>
            <a:ext cx="1409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0">
                <a:solidFill>
                  <a:srgbClr val="111111"/>
                </a:solidFill>
                <a:latin typeface="Apple SD Gothic Neo"/>
                <a:ea typeface="Apple SD Gothic Neo"/>
                <a:cs typeface="Apple SD Gothic Neo"/>
              </a:defRPr>
            </a:defPPr>
            <a:lvl1pPr algn="l">
              <a:defRPr sz="2100" b="0">
                <a:solidFill>
                  <a:srgbClr val="111111"/>
                </a:solidFill>
                <a:latin typeface="Apple SD Gothic Neo"/>
                <a:ea typeface="Apple SD Gothic Neo"/>
                <a:cs typeface="Apple SD Gothic Neo"/>
              </a:defRPr>
            </a:lvl1pPr>
            <a:lvl2pPr algn="l">
              <a:defRPr sz="2100" b="0">
                <a:solidFill>
                  <a:srgbClr val="111111"/>
                </a:solidFill>
                <a:latin typeface="Apple SD Gothic Neo"/>
                <a:ea typeface="Apple SD Gothic Neo"/>
                <a:cs typeface="Apple SD Gothic Neo"/>
              </a:defRPr>
            </a:lvl2pPr>
            <a:lvl3pPr algn="l">
              <a:defRPr sz="2100" b="0">
                <a:solidFill>
                  <a:srgbClr val="111111"/>
                </a:solidFill>
                <a:latin typeface="Apple SD Gothic Neo"/>
                <a:ea typeface="Apple SD Gothic Neo"/>
                <a:cs typeface="Apple SD Gothic Neo"/>
              </a:defRPr>
            </a:lvl3pPr>
            <a:lvl4pPr algn="l">
              <a:defRPr sz="2100" b="0">
                <a:solidFill>
                  <a:srgbClr val="111111"/>
                </a:solidFill>
                <a:latin typeface="Apple SD Gothic Neo"/>
                <a:ea typeface="Apple SD Gothic Neo"/>
                <a:cs typeface="Apple SD Gothic Neo"/>
              </a:defRPr>
            </a:lvl4pPr>
            <a:lvl5pPr algn="l">
              <a:defRPr sz="2100" b="0">
                <a:solidFill>
                  <a:srgbClr val="111111"/>
                </a:solidFill>
                <a:latin typeface="Apple SD Gothic Neo"/>
                <a:ea typeface="Apple SD Gothic Neo"/>
                <a:cs typeface="Apple SD Gothic Neo"/>
              </a:defRPr>
            </a:lvl5pPr>
            <a:lvl6pPr algn="l">
              <a:defRPr sz="2100" b="0">
                <a:solidFill>
                  <a:srgbClr val="111111"/>
                </a:solidFill>
                <a:latin typeface="Apple SD Gothic Neo"/>
                <a:ea typeface="Apple SD Gothic Neo"/>
                <a:cs typeface="Apple SD Gothic Neo"/>
              </a:defRPr>
            </a:lvl6pPr>
            <a:lvl7pPr algn="l">
              <a:defRPr sz="2100" b="0">
                <a:solidFill>
                  <a:srgbClr val="111111"/>
                </a:solidFill>
                <a:latin typeface="Apple SD Gothic Neo"/>
                <a:ea typeface="Apple SD Gothic Neo"/>
                <a:cs typeface="Apple SD Gothic Neo"/>
              </a:defRPr>
            </a:lvl7pPr>
            <a:lvl8pPr algn="l">
              <a:defRPr sz="2100" b="0">
                <a:solidFill>
                  <a:srgbClr val="111111"/>
                </a:solidFill>
                <a:latin typeface="Apple SD Gothic Neo"/>
                <a:ea typeface="Apple SD Gothic Neo"/>
                <a:cs typeface="Apple SD Gothic Neo"/>
              </a:defRPr>
            </a:lvl8pPr>
            <a:lvl9pPr algn="l">
              <a:defRPr sz="2100" b="0">
                <a:solidFill>
                  <a:srgbClr val="111111"/>
                </a:solidFill>
                <a:latin typeface="Apple SD Gothic Neo"/>
                <a:ea typeface="Apple SD Gothic Neo"/>
                <a:cs typeface="Apple SD Gothic Neo"/>
              </a:defRPr>
            </a:lvl9pPr>
          </a:lstStyle>
          <a:p xmlns:a="http://schemas.openxmlformats.org/drawingml/2006/main">
            <a:pPr algn="l">
              <a:defRPr sz="2100" b="0">
                <a:solidFill>
                  <a:srgbClr val="111111"/>
                </a:solidFill>
                <a:latin typeface="Apple SD Gothic Neo"/>
                <a:ea typeface="Apple SD Gothic Neo"/>
                <a:cs typeface="Apple SD Gothic Neo"/>
              </a:defRPr>
            </a:pPr>
            <a:r>
              <a:rPr sz="2100" b="0">
                <a:solidFill>
                  <a:srgbClr val="111111"/>
                </a:solidFill>
                <a:latin typeface="Apple SD Gothic Neo"/>
                <a:ea typeface="Apple SD Gothic Neo"/>
                <a:cs typeface="Apple SD Gothic Neo"/>
              </a:rPr>
              <a:t>요청 사이의 근거 보존 방식과 구성 시점을 선택한다.</a:t>
            </a:r>
          </a:p>
        </p:txBody>
      </p:sp>
    </p:spTree>
    <p:extLst>
      <p:ext uri="{BB962C8B-B14F-4D97-AF65-F5344CB8AC3E}">
        <p14:creationId xmlns:p14="http://schemas.microsoft.com/office/powerpoint/2010/main" val="14913794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 name="DP1 object 70">
            <a:extLst xmlns:a="http://schemas.openxmlformats.org/drawingml/2006/main">
              <a:ext uri="{FF2B5EF4-FFF2-40B4-BE49-F238E27FC236}">
                <a16:creationId xmlns:a16="http://schemas.microsoft.com/office/drawing/2014/main" id="{7C954FA2-61C5-4FED-82EB-F097F595301C}"/>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DP1. 현재 요청의 근거 공급 방안 (설계 방안 비교)</a:t>
            </a:r>
          </a:p>
        </p:txBody>
      </p:sp>
      <p:sp>
        <p:nvSpPr>
          <p:cNvPr id="2" name="DP1 object 71">
            <a:extLst xmlns:a="http://schemas.openxmlformats.org/drawingml/2006/main">
              <a:ext uri="{FF2B5EF4-FFF2-40B4-BE49-F238E27FC236}">
                <a16:creationId xmlns:a16="http://schemas.microsoft.com/office/drawing/2014/main" id="{62D6CE50-3E89-4700-87FF-45A0882B6E2F}"/>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DP1 object 72">
            <a:extLst xmlns:a="http://schemas.openxmlformats.org/drawingml/2006/main">
              <a:ext uri="{FF2B5EF4-FFF2-40B4-BE49-F238E27FC236}">
                <a16:creationId xmlns:a16="http://schemas.microsoft.com/office/drawing/2014/main" id="{869F75DA-4A30-45EA-A61B-748A6934368D}"/>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DP1 object 73">
            <a:extLst xmlns:a="http://schemas.openxmlformats.org/drawingml/2006/main">
              <a:ext uri="{FF2B5EF4-FFF2-40B4-BE49-F238E27FC236}">
                <a16:creationId xmlns:a16="http://schemas.microsoft.com/office/drawing/2014/main" id="{9E04ED23-F1F3-45F1-967D-04C946345ECC}"/>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DP1 object 74">
            <a:extLst xmlns:a="http://schemas.openxmlformats.org/drawingml/2006/main">
              <a:ext uri="{FF2B5EF4-FFF2-40B4-BE49-F238E27FC236}">
                <a16:creationId xmlns:a16="http://schemas.microsoft.com/office/drawing/2014/main" id="{014144DB-FBCE-47D0-AAF2-E148E1EB08D6}"/>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DP1 object 75">
            <a:extLst xmlns:a="http://schemas.openxmlformats.org/drawingml/2006/main">
              <a:ext uri="{FF2B5EF4-FFF2-40B4-BE49-F238E27FC236}">
                <a16:creationId xmlns:a16="http://schemas.microsoft.com/office/drawing/2014/main" id="{4326CF75-F182-435A-85EA-A85A71606268}"/>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DP1 object 76">
            <a:extLst xmlns:a="http://schemas.openxmlformats.org/drawingml/2006/main">
              <a:ext uri="{FF2B5EF4-FFF2-40B4-BE49-F238E27FC236}">
                <a16:creationId xmlns:a16="http://schemas.microsoft.com/office/drawing/2014/main" id="{6909424E-104C-4118-82A6-5734FE6DA1B9}"/>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DP1 object 77">
            <a:extLst xmlns:a="http://schemas.openxmlformats.org/drawingml/2006/main">
              <a:ext uri="{FF2B5EF4-FFF2-40B4-BE49-F238E27FC236}">
                <a16:creationId xmlns:a16="http://schemas.microsoft.com/office/drawing/2014/main" id="{6C1C84ED-DBB1-4C84-B02D-54C7E05C4D5B}"/>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DP1 object 78">
            <a:extLst xmlns:a="http://schemas.openxmlformats.org/drawingml/2006/main">
              <a:ext uri="{FF2B5EF4-FFF2-40B4-BE49-F238E27FC236}">
                <a16:creationId xmlns:a16="http://schemas.microsoft.com/office/drawing/2014/main" id="{BE7B328F-862B-4235-9112-1DF0305D748A}"/>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DP1 object 79">
            <a:extLst xmlns:a="http://schemas.openxmlformats.org/drawingml/2006/main">
              <a:ext uri="{FF2B5EF4-FFF2-40B4-BE49-F238E27FC236}">
                <a16:creationId xmlns:a16="http://schemas.microsoft.com/office/drawing/2014/main" id="{AF87A5B2-CD71-4E22-82D8-B9615A236DE0}"/>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DP1 object 80">
            <a:extLst xmlns:a="http://schemas.openxmlformats.org/drawingml/2006/main">
              <a:ext uri="{FF2B5EF4-FFF2-40B4-BE49-F238E27FC236}">
                <a16:creationId xmlns:a16="http://schemas.microsoft.com/office/drawing/2014/main" id="{AC3DF3FF-6829-49FE-B878-4873194F1493}"/>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Editable path 81">
            <a:extLst xmlns:a="http://schemas.openxmlformats.org/drawingml/2006/main">
              <a:ext uri="{FF2B5EF4-FFF2-40B4-BE49-F238E27FC236}">
                <a16:creationId xmlns:a16="http://schemas.microsoft.com/office/drawing/2014/main" id="{B83F6CC6-37B1-4C83-B835-1F80E0943E92}"/>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DP1 object 82">
            <a:extLst xmlns:a="http://schemas.openxmlformats.org/drawingml/2006/main">
              <a:ext uri="{FF2B5EF4-FFF2-40B4-BE49-F238E27FC236}">
                <a16:creationId xmlns:a16="http://schemas.microsoft.com/office/drawing/2014/main" id="{53E6D04E-C126-4BC2-BDE4-DFDDDB12EBAB}"/>
              </a:ext>
            </a:extLst>
          </p:cNvPr>
          <p:cNvSpPr>
            <a:spLocks xmlns:a="http://schemas.openxmlformats.org/drawingml/2006/main" noGrp="1"/>
          </p:cNvSpPr>
          <p:nvPr/>
        </p:nvSpPr>
        <p:spPr>
          <a:xfrm xmlns:a="http://schemas.openxmlformats.org/drawingml/2006/main">
            <a:off x="17478375" y="99917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275" b="0">
                <a:solidFill>
                  <a:srgbClr val="50555B"/>
                </a:solidFill>
                <a:latin typeface="Apple SD Gothic Neo"/>
                <a:ea typeface="Apple SD Gothic Neo"/>
                <a:cs typeface="Apple SD Gothic Neo"/>
              </a:defRPr>
            </a:defPPr>
            <a:lvl1pPr algn="r">
              <a:defRPr sz="1275" b="0">
                <a:solidFill>
                  <a:srgbClr val="50555B"/>
                </a:solidFill>
                <a:latin typeface="Apple SD Gothic Neo"/>
                <a:ea typeface="Apple SD Gothic Neo"/>
                <a:cs typeface="Apple SD Gothic Neo"/>
              </a:defRPr>
            </a:lvl1pPr>
            <a:lvl2pPr algn="r">
              <a:defRPr sz="1275" b="0">
                <a:solidFill>
                  <a:srgbClr val="50555B"/>
                </a:solidFill>
                <a:latin typeface="Apple SD Gothic Neo"/>
                <a:ea typeface="Apple SD Gothic Neo"/>
                <a:cs typeface="Apple SD Gothic Neo"/>
              </a:defRPr>
            </a:lvl2pPr>
            <a:lvl3pPr algn="r">
              <a:defRPr sz="1275" b="0">
                <a:solidFill>
                  <a:srgbClr val="50555B"/>
                </a:solidFill>
                <a:latin typeface="Apple SD Gothic Neo"/>
                <a:ea typeface="Apple SD Gothic Neo"/>
                <a:cs typeface="Apple SD Gothic Neo"/>
              </a:defRPr>
            </a:lvl3pPr>
            <a:lvl4pPr algn="r">
              <a:defRPr sz="1275" b="0">
                <a:solidFill>
                  <a:srgbClr val="50555B"/>
                </a:solidFill>
                <a:latin typeface="Apple SD Gothic Neo"/>
                <a:ea typeface="Apple SD Gothic Neo"/>
                <a:cs typeface="Apple SD Gothic Neo"/>
              </a:defRPr>
            </a:lvl4pPr>
            <a:lvl5pPr algn="r">
              <a:defRPr sz="1275" b="0">
                <a:solidFill>
                  <a:srgbClr val="50555B"/>
                </a:solidFill>
                <a:latin typeface="Apple SD Gothic Neo"/>
                <a:ea typeface="Apple SD Gothic Neo"/>
                <a:cs typeface="Apple SD Gothic Neo"/>
              </a:defRPr>
            </a:lvl5pPr>
            <a:lvl6pPr algn="r">
              <a:defRPr sz="1275" b="0">
                <a:solidFill>
                  <a:srgbClr val="50555B"/>
                </a:solidFill>
                <a:latin typeface="Apple SD Gothic Neo"/>
                <a:ea typeface="Apple SD Gothic Neo"/>
                <a:cs typeface="Apple SD Gothic Neo"/>
              </a:defRPr>
            </a:lvl6pPr>
            <a:lvl7pPr algn="r">
              <a:defRPr sz="1275" b="0">
                <a:solidFill>
                  <a:srgbClr val="50555B"/>
                </a:solidFill>
                <a:latin typeface="Apple SD Gothic Neo"/>
                <a:ea typeface="Apple SD Gothic Neo"/>
                <a:cs typeface="Apple SD Gothic Neo"/>
              </a:defRPr>
            </a:lvl7pPr>
            <a:lvl8pPr algn="r">
              <a:defRPr sz="1275" b="0">
                <a:solidFill>
                  <a:srgbClr val="50555B"/>
                </a:solidFill>
                <a:latin typeface="Apple SD Gothic Neo"/>
                <a:ea typeface="Apple SD Gothic Neo"/>
                <a:cs typeface="Apple SD Gothic Neo"/>
              </a:defRPr>
            </a:lvl8pPr>
            <a:lvl9pPr algn="r">
              <a:defRPr sz="1275" b="0">
                <a:solidFill>
                  <a:srgbClr val="50555B"/>
                </a:solidFill>
                <a:latin typeface="Apple SD Gothic Neo"/>
                <a:ea typeface="Apple SD Gothic Neo"/>
                <a:cs typeface="Apple SD Gothic Neo"/>
              </a:defRPr>
            </a:lvl9pPr>
          </a:lstStyle>
          <a:p xmlns:a="http://schemas.openxmlformats.org/drawingml/2006/main">
            <a:pPr algn="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2</a:t>
            </a:r>
          </a:p>
        </p:txBody>
      </p:sp>
      <p:sp>
        <p:nvSpPr>
          <p:cNvPr id="14" name="DP1 object 83">
            <a:extLst xmlns:a="http://schemas.openxmlformats.org/drawingml/2006/main">
              <a:ext uri="{FF2B5EF4-FFF2-40B4-BE49-F238E27FC236}">
                <a16:creationId xmlns:a16="http://schemas.microsoft.com/office/drawing/2014/main" id="{C64DD033-EED4-4888-B5F0-D77EC23ADB36}"/>
              </a:ext>
            </a:extLst>
          </p:cNvPr>
          <p:cNvSpPr>
            <a:spLocks xmlns:a="http://schemas.openxmlformats.org/drawingml/2006/main" noGrp="1"/>
          </p:cNvSpPr>
          <p:nvPr/>
        </p:nvSpPr>
        <p:spPr>
          <a:xfrm xmlns:a="http://schemas.openxmlformats.org/drawingml/2006/main">
            <a:off x="266700" y="1181100"/>
            <a:ext cx="17478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1">
                <a:solidFill>
                  <a:srgbClr val="111111"/>
                </a:solidFill>
                <a:latin typeface="Apple SD Gothic Neo"/>
                <a:ea typeface="Apple SD Gothic Neo"/>
                <a:cs typeface="Apple SD Gothic Neo"/>
              </a:defRPr>
            </a:defPPr>
            <a:lvl1pPr algn="l">
              <a:defRPr sz="2025" b="1">
                <a:solidFill>
                  <a:srgbClr val="111111"/>
                </a:solidFill>
                <a:latin typeface="Apple SD Gothic Neo"/>
                <a:ea typeface="Apple SD Gothic Neo"/>
                <a:cs typeface="Apple SD Gothic Neo"/>
              </a:defRPr>
            </a:lvl1pPr>
            <a:lvl2pPr algn="l">
              <a:defRPr sz="2025" b="1">
                <a:solidFill>
                  <a:srgbClr val="111111"/>
                </a:solidFill>
                <a:latin typeface="Apple SD Gothic Neo"/>
                <a:ea typeface="Apple SD Gothic Neo"/>
                <a:cs typeface="Apple SD Gothic Neo"/>
              </a:defRPr>
            </a:lvl2pPr>
            <a:lvl3pPr algn="l">
              <a:defRPr sz="2025" b="1">
                <a:solidFill>
                  <a:srgbClr val="111111"/>
                </a:solidFill>
                <a:latin typeface="Apple SD Gothic Neo"/>
                <a:ea typeface="Apple SD Gothic Neo"/>
                <a:cs typeface="Apple SD Gothic Neo"/>
              </a:defRPr>
            </a:lvl3pPr>
            <a:lvl4pPr algn="l">
              <a:defRPr sz="2025" b="1">
                <a:solidFill>
                  <a:srgbClr val="111111"/>
                </a:solidFill>
                <a:latin typeface="Apple SD Gothic Neo"/>
                <a:ea typeface="Apple SD Gothic Neo"/>
                <a:cs typeface="Apple SD Gothic Neo"/>
              </a:defRPr>
            </a:lvl4pPr>
            <a:lvl5pPr algn="l">
              <a:defRPr sz="2025" b="1">
                <a:solidFill>
                  <a:srgbClr val="111111"/>
                </a:solidFill>
                <a:latin typeface="Apple SD Gothic Neo"/>
                <a:ea typeface="Apple SD Gothic Neo"/>
                <a:cs typeface="Apple SD Gothic Neo"/>
              </a:defRPr>
            </a:lvl5pPr>
            <a:lvl6pPr algn="l">
              <a:defRPr sz="2025" b="1">
                <a:solidFill>
                  <a:srgbClr val="111111"/>
                </a:solidFill>
                <a:latin typeface="Apple SD Gothic Neo"/>
                <a:ea typeface="Apple SD Gothic Neo"/>
                <a:cs typeface="Apple SD Gothic Neo"/>
              </a:defRPr>
            </a:lvl6pPr>
            <a:lvl7pPr algn="l">
              <a:defRPr sz="2025" b="1">
                <a:solidFill>
                  <a:srgbClr val="111111"/>
                </a:solidFill>
                <a:latin typeface="Apple SD Gothic Neo"/>
                <a:ea typeface="Apple SD Gothic Neo"/>
                <a:cs typeface="Apple SD Gothic Neo"/>
              </a:defRPr>
            </a:lvl7pPr>
            <a:lvl8pPr algn="l">
              <a:defRPr sz="2025" b="1">
                <a:solidFill>
                  <a:srgbClr val="111111"/>
                </a:solidFill>
                <a:latin typeface="Apple SD Gothic Neo"/>
                <a:ea typeface="Apple SD Gothic Neo"/>
                <a:cs typeface="Apple SD Gothic Neo"/>
              </a:defRPr>
            </a:lvl8pPr>
            <a:lvl9pPr algn="l">
              <a:defRPr sz="2025" b="1">
                <a:solidFill>
                  <a:srgbClr val="111111"/>
                </a:solidFill>
                <a:latin typeface="Apple SD Gothic Neo"/>
                <a:ea typeface="Apple SD Gothic Neo"/>
                <a:cs typeface="Apple SD Gothic Neo"/>
              </a:defRPr>
            </a:lvl9pPr>
          </a:lstStyle>
          <a:p xmlns:a="http://schemas.openxmlformats.org/drawingml/2006/main">
            <a:pPr algn="l">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무엇을 남기는가?  A: 대화 작업 문맥   /   B: 원본과 공통 기록   /   C: 별도 생산한 게시 근거</a:t>
            </a:r>
          </a:p>
        </p:txBody>
      </p:sp>
      <p:graphicFrame>
        <p:nvGraphicFramePr>
          <p:cNvPr id="15" name="">
            <a:extLst xmlns:a="http://schemas.openxmlformats.org/drawingml/2006/main">
              <a:ext uri="{FF2B5EF4-FFF2-40B4-BE49-F238E27FC236}">
                <a16:creationId xmlns:a16="http://schemas.microsoft.com/office/drawing/2014/main" id="{1606E354-1BE3-4B68-BC5C-D0B5A9AE06D3}"/>
              </a:ext>
            </a:extLst>
          </p:cNvPr>
          <p:cNvGraphicFramePr/>
          <p:nvPr/>
        </p:nvGraphicFramePr>
        <p:xfrm>
          <a:off xmlns:a="http://schemas.openxmlformats.org/drawingml/2006/main" x="228600" y="1752600"/>
          <a:ext xmlns:a="http://schemas.openxmlformats.org/drawingml/2006/main" cx="17830800" cy="7200900"/>
        </p:xfrm>
        <a:graphic xmlns:a="http://schemas.openxmlformats.org/drawingml/2006/main">
          <a:graphicData uri="http://schemas.openxmlformats.org/drawingml/2006/table">
            <a:tbl>
              <a:tblPr firstRow="0" bandRow="0" bandCol="0"/>
              <a:tblGrid>
                <a:gridCol w="1638300"/>
                <a:gridCol w="5391150"/>
                <a:gridCol w="5391150"/>
                <a:gridCol w="5410200"/>
              </a:tblGrid>
              <a:tr h="476250">
                <a:tc>
                  <a:txBody>
                    <a:bodyPr anchor="ctr"/>
                    <a:lstStyle/>
                    <a:p>
                      <a:pPr algn="ctr"/>
                      <a:r>
                        <a:rPr sz="1875" b="1">
                          <a:solidFill>
                            <a:srgbClr val="111111"/>
                          </a:solidFill>
                          <a:latin typeface="Apple SD Gothic Neo"/>
                          <a:ea typeface="Apple SD Gothic Neo"/>
                          <a:cs typeface="Apple SD Gothic Neo"/>
                        </a:rPr>
                        <a:t>설계안</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(A) 유효 작업 문맥 유지</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(B) 요청마다 원본 구성</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(C) 별도 근거 생산·게시</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562350">
                <a:tc>
                  <a:txBody>
                    <a:bodyPr anchor="ctr"/>
                    <a:lstStyle/>
                    <a:p>
                      <a:pPr algn="ctr"/>
                      <a:r>
                        <a:rPr sz="2175" b="1">
                          <a:solidFill>
                            <a:srgbClr val="111111"/>
                          </a:solidFill>
                          <a:latin typeface="Apple SD Gothic Neo"/>
                          <a:ea typeface="Apple SD Gothic Neo"/>
                          <a:cs typeface="Apple SD Gothic Neo"/>
                        </a:rPr>
                        <a:t>구조</a:t>
                      </a: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r>
                        <a:rPr sz="1875" b="1">
                          <a:solidFill>
                            <a:srgbClr val="111111"/>
                          </a:solidFill>
                          <a:latin typeface="Apple SD Gothic Neo"/>
                          <a:ea typeface="Apple SD Gothic Neo"/>
                          <a:cs typeface="Apple SD Gothic Neo"/>
                        </a:rPr>
                        <a:t>장점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후속 질문에서 이미 읽은</a:t>
                      </a:r>
                    </a:p>
                    <a:p>
                      <a:pPr algn="ctr"/>
                      <a:r>
                        <a:rPr sz="1650">
                          <a:solidFill>
                            <a:srgbClr val="111111"/>
                          </a:solidFill>
                          <a:latin typeface="Apple SD Gothic Neo"/>
                          <a:ea typeface="Apple SD Gothic Neo"/>
                          <a:cs typeface="Apple SD Gothic Neo"/>
                        </a:rPr>
                        <a:t>근거의 발견·조합을 줄임</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새 목적에 필요한 범위만 구성</a:t>
                      </a:r>
                    </a:p>
                    <a:p>
                      <a:pPr algn="ctr"/>
                      <a:r>
                        <a:rPr sz="1650">
                          <a:solidFill>
                            <a:srgbClr val="111111"/>
                          </a:solidFill>
                          <a:latin typeface="Apple SD Gothic Neo"/>
                          <a:ea typeface="Apple SD Gothic Neo"/>
                          <a:cs typeface="Apple SD Gothic Neo"/>
                        </a:rPr>
                        <a:t>이전 해석 문맥의 유지 부담 감소</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대화가 바뀌어도 게시한</a:t>
                      </a:r>
                    </a:p>
                    <a:p>
                      <a:pPr algn="ctr"/>
                      <a:r>
                        <a:rPr sz="1650">
                          <a:solidFill>
                            <a:srgbClr val="111111"/>
                          </a:solidFill>
                          <a:latin typeface="Apple SD Gothic Neo"/>
                          <a:ea typeface="Apple SD Gothic Neo"/>
                          <a:cs typeface="Apple SD Gothic Neo"/>
                        </a:rPr>
                        <a:t>근거와 관계를 반복 활용</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r>
                        <a:rPr sz="1875" b="1">
                          <a:solidFill>
                            <a:srgbClr val="111111"/>
                          </a:solidFill>
                          <a:latin typeface="Apple SD Gothic Neo"/>
                          <a:ea typeface="Apple SD Gothic Neo"/>
                          <a:cs typeface="Apple SD Gothic Neo"/>
                        </a:rPr>
                        <a:t>단점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C00000"/>
                          </a:solidFill>
                          <a:latin typeface="Apple SD Gothic Neo"/>
                          <a:ea typeface="Apple SD Gothic Neo"/>
                          <a:cs typeface="Apple SD Gothic Neo"/>
                        </a:rPr>
                        <a:t>주제 전환 후에도 남는 입력</a:t>
                      </a:r>
                    </a:p>
                    <a:p>
                      <a:pPr algn="ctr"/>
                      <a:r>
                        <a:rPr sz="1650">
                          <a:solidFill>
                            <a:srgbClr val="C00000"/>
                          </a:solidFill>
                          <a:latin typeface="Apple SD Gothic Neo"/>
                          <a:ea typeface="Apple SD Gothic Neo"/>
                          <a:cs typeface="Apple SD Gothic Neo"/>
                        </a:rPr>
                        <a:t>원문 정정에 따른 문맥 갱신</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C00000"/>
                          </a:solidFill>
                          <a:latin typeface="Apple SD Gothic Neo"/>
                          <a:ea typeface="Apple SD Gothic Neo"/>
                          <a:cs typeface="Apple SD Gothic Neo"/>
                        </a:rPr>
                        <a:t>같은 자료를 이어 물으면</a:t>
                      </a:r>
                    </a:p>
                    <a:p>
                      <a:pPr algn="ctr"/>
                      <a:r>
                        <a:rPr sz="1650">
                          <a:solidFill>
                            <a:srgbClr val="C00000"/>
                          </a:solidFill>
                          <a:latin typeface="Apple SD Gothic Neo"/>
                          <a:ea typeface="Apple SD Gothic Neo"/>
                          <a:cs typeface="Apple SD Gothic Neo"/>
                        </a:rPr>
                        <a:t>원본 재조회와 재조합 반복</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C00000"/>
                          </a:solidFill>
                          <a:latin typeface="Apple SD Gothic Neo"/>
                          <a:ea typeface="Apple SD Gothic Neo"/>
                          <a:cs typeface="Apple SD Gothic Neo"/>
                        </a:rPr>
                        <a:t>사전 생산·갱신·미사용 비용</a:t>
                      </a:r>
                    </a:p>
                    <a:p>
                      <a:pPr algn="ctr"/>
                      <a:r>
                        <a:rPr sz="1650">
                          <a:solidFill>
                            <a:srgbClr val="C00000"/>
                          </a:solidFill>
                          <a:latin typeface="Apple SD Gothic Neo"/>
                          <a:ea typeface="Apple SD Gothic Neo"/>
                          <a:cs typeface="Apple SD Gothic Neo"/>
                        </a:rPr>
                        <a:t>부족한 게시 근거는 원본 보완</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425" b="1">
                          <a:solidFill>
                            <a:srgbClr val="111111"/>
                          </a:solidFill>
                          <a:latin typeface="Apple SD Gothic Neo"/>
                          <a:ea typeface="Apple SD Gothic Neo"/>
                          <a:cs typeface="Apple SD Gothic Neo"/>
                        </a:rPr>
                        <a:t>QA01 첫 응답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6.609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6.267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11.995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425" b="1">
                          <a:solidFill>
                            <a:srgbClr val="111111"/>
                          </a:solidFill>
                          <a:latin typeface="Apple SD Gothic Neo"/>
                          <a:ea typeface="Apple SD Gothic Neo"/>
                          <a:cs typeface="Apple SD Gothic Neo"/>
                        </a:rPr>
                        <a:t>QA02 지칭 집합</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34/36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425" b="1">
                          <a:solidFill>
                            <a:srgbClr val="111111"/>
                          </a:solidFill>
                          <a:latin typeface="Apple SD Gothic Neo"/>
                          <a:ea typeface="Apple SD Gothic Neo"/>
                          <a:cs typeface="Apple SD Gothic Neo"/>
                        </a:rPr>
                        <a:t>QA03 처리시간</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13.617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14.242 (35/36)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12.364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425" b="1">
                          <a:solidFill>
                            <a:srgbClr val="111111"/>
                          </a:solidFill>
                          <a:latin typeface="Apple SD Gothic Neo"/>
                          <a:ea typeface="Apple SD Gothic Neo"/>
                          <a:cs typeface="Apple SD Gothic Neo"/>
                        </a:rPr>
                        <a:t>QA04 변경모듈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1.75</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1.75</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2.00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425" b="1">
                          <a:solidFill>
                            <a:srgbClr val="111111"/>
                          </a:solidFill>
                          <a:latin typeface="Apple SD Gothic Neo"/>
                          <a:ea typeface="Apple SD Gothic Neo"/>
                          <a:cs typeface="Apple SD Gothic Neo"/>
                        </a:rPr>
                        <a:t>QA05 모델 비용 ($)</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0.06750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0.06992</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0.16308</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425" b="1">
                          <a:solidFill>
                            <a:srgbClr val="111111"/>
                          </a:solidFill>
                          <a:latin typeface="Apple SD Gothic Neo"/>
                          <a:ea typeface="Apple SD Gothic Neo"/>
                          <a:cs typeface="Apple SD Gothic Neo"/>
                        </a:rPr>
                        <a:t>QA06 RSS (MB)</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44.253</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45.318</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50.364</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Component">
            <a:extLst xmlns:a="http://schemas.openxmlformats.org/drawingml/2006/main">
              <a:ext uri="{FF2B5EF4-FFF2-40B4-BE49-F238E27FC236}">
                <a16:creationId xmlns:a16="http://schemas.microsoft.com/office/drawing/2014/main" id="{DD43C55C-27CC-472B-B071-C4D0CF3ED6A1}"/>
              </a:ext>
            </a:extLst>
          </p:cNvPr>
          <p:cNvSpPr>
            <a:spLocks xmlns:a="http://schemas.openxmlformats.org/drawingml/2006/main" noGrp="1"/>
          </p:cNvSpPr>
          <p:nvPr/>
        </p:nvSpPr>
        <p:spPr>
          <a:xfrm xmlns:a="http://schemas.openxmlformats.org/drawingml/2006/main">
            <a:off x="390525" y="3343275"/>
            <a:ext cx="1295400" cy="4095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17" name="DP1 object 84">
            <a:extLst xmlns:a="http://schemas.openxmlformats.org/drawingml/2006/main">
              <a:ext uri="{FF2B5EF4-FFF2-40B4-BE49-F238E27FC236}">
                <a16:creationId xmlns:a16="http://schemas.microsoft.com/office/drawing/2014/main" id="{6ABBB94A-B12C-4981-8105-D25FB95E9205}"/>
              </a:ext>
            </a:extLst>
          </p:cNvPr>
          <p:cNvSpPr>
            <a:spLocks xmlns:a="http://schemas.openxmlformats.org/drawingml/2006/main" noGrp="1"/>
          </p:cNvSpPr>
          <p:nvPr/>
        </p:nvSpPr>
        <p:spPr>
          <a:xfrm xmlns:a="http://schemas.openxmlformats.org/drawingml/2006/main">
            <a:off x="457200" y="3381375"/>
            <a:ext cx="11620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Component</a:t>
            </a:r>
          </a:p>
        </p:txBody>
      </p:sp>
      <p:sp>
        <p:nvSpPr>
          <p:cNvPr id="18" name="근거 상태">
            <a:extLst xmlns:a="http://schemas.openxmlformats.org/drawingml/2006/main">
              <a:ext uri="{FF2B5EF4-FFF2-40B4-BE49-F238E27FC236}">
                <a16:creationId xmlns:a16="http://schemas.microsoft.com/office/drawing/2014/main" id="{D78DC268-1A74-4C1F-B64C-D79C0FBB6192}"/>
              </a:ext>
            </a:extLst>
          </p:cNvPr>
          <p:cNvSpPr>
            <a:spLocks xmlns:a="http://schemas.openxmlformats.org/drawingml/2006/main" noGrp="1"/>
          </p:cNvSpPr>
          <p:nvPr/>
        </p:nvSpPr>
        <p:spPr>
          <a:xfrm xmlns:a="http://schemas.openxmlformats.org/drawingml/2006/main">
            <a:off x="390525" y="4038600"/>
            <a:ext cx="1295400" cy="5334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19" name="DP1 object 85">
            <a:extLst xmlns:a="http://schemas.openxmlformats.org/drawingml/2006/main">
              <a:ext uri="{FF2B5EF4-FFF2-40B4-BE49-F238E27FC236}">
                <a16:creationId xmlns:a16="http://schemas.microsoft.com/office/drawing/2014/main" id="{311DE56C-B007-4D67-A3DB-0051DA64D9CB}"/>
              </a:ext>
            </a:extLst>
          </p:cNvPr>
          <p:cNvSpPr>
            <a:spLocks xmlns:a="http://schemas.openxmlformats.org/drawingml/2006/main" noGrp="1"/>
          </p:cNvSpPr>
          <p:nvPr/>
        </p:nvSpPr>
        <p:spPr>
          <a:xfrm xmlns:a="http://schemas.openxmlformats.org/drawingml/2006/main">
            <a:off x="438150" y="4143375"/>
            <a:ext cx="12001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근거 상태</a:t>
            </a:r>
          </a:p>
        </p:txBody>
      </p:sp>
      <p:sp>
        <p:nvSpPr>
          <p:cNvPr id="20" name="DP1 object 86">
            <a:extLst xmlns:a="http://schemas.openxmlformats.org/drawingml/2006/main">
              <a:ext uri="{FF2B5EF4-FFF2-40B4-BE49-F238E27FC236}">
                <a16:creationId xmlns:a16="http://schemas.microsoft.com/office/drawing/2014/main" id="{89295D4C-68C8-4484-AE12-7F258FFD0791}"/>
              </a:ext>
            </a:extLst>
          </p:cNvPr>
          <p:cNvSpPr>
            <a:spLocks xmlns:a="http://schemas.openxmlformats.org/drawingml/2006/main" noGrp="1"/>
          </p:cNvSpPr>
          <p:nvPr/>
        </p:nvSpPr>
        <p:spPr>
          <a:xfrm xmlns:a="http://schemas.openxmlformats.org/drawingml/2006/main">
            <a:off x="409575" y="4895850"/>
            <a:ext cx="238125" cy="219075"/>
          </a:xfrm>
          <a:prstGeom xmlns:a="http://schemas.openxmlformats.org/drawingml/2006/main" prst="rect">
            <a:avLst/>
          </a:prstGeom>
          <a:solidFill xmlns:a="http://schemas.openxmlformats.org/drawingml/2006/main">
            <a:srgbClr val="FFF6DD"/>
          </a:solidFill>
          <a:ln xmlns:a="http://schemas.openxmlformats.org/drawingml/2006/main" w="12383">
            <a:solidFill>
              <a:srgbClr val="111111"/>
            </a:solidFill>
            <a:prstDash val="solid"/>
          </a:ln>
        </p:spPr>
      </p:sp>
      <p:sp>
        <p:nvSpPr>
          <p:cNvPr id="21" name="DP1 object 87">
            <a:extLst xmlns:a="http://schemas.openxmlformats.org/drawingml/2006/main">
              <a:ext uri="{FF2B5EF4-FFF2-40B4-BE49-F238E27FC236}">
                <a16:creationId xmlns:a16="http://schemas.microsoft.com/office/drawing/2014/main" id="{45492EE3-238B-4EF0-B479-E83E8D7B718F}"/>
              </a:ext>
            </a:extLst>
          </p:cNvPr>
          <p:cNvSpPr>
            <a:spLocks xmlns:a="http://schemas.openxmlformats.org/drawingml/2006/main" noGrp="1"/>
          </p:cNvSpPr>
          <p:nvPr/>
        </p:nvSpPr>
        <p:spPr>
          <a:xfrm xmlns:a="http://schemas.openxmlformats.org/drawingml/2006/main">
            <a:off x="742950" y="4829175"/>
            <a:ext cx="1066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425" b="0">
                <a:solidFill>
                  <a:srgbClr val="111111"/>
                </a:solidFill>
                <a:latin typeface="Apple SD Gothic Neo"/>
                <a:ea typeface="Apple SD Gothic Neo"/>
                <a:cs typeface="Apple SD Gothic Neo"/>
              </a:defRPr>
            </a:defPPr>
            <a:lvl1pPr algn="l">
              <a:defRPr sz="1425" b="0">
                <a:solidFill>
                  <a:srgbClr val="111111"/>
                </a:solidFill>
                <a:latin typeface="Apple SD Gothic Neo"/>
                <a:ea typeface="Apple SD Gothic Neo"/>
                <a:cs typeface="Apple SD Gothic Neo"/>
              </a:defRPr>
            </a:lvl1pPr>
            <a:lvl2pPr algn="l">
              <a:defRPr sz="1425" b="0">
                <a:solidFill>
                  <a:srgbClr val="111111"/>
                </a:solidFill>
                <a:latin typeface="Apple SD Gothic Neo"/>
                <a:ea typeface="Apple SD Gothic Neo"/>
                <a:cs typeface="Apple SD Gothic Neo"/>
              </a:defRPr>
            </a:lvl2pPr>
            <a:lvl3pPr algn="l">
              <a:defRPr sz="1425" b="0">
                <a:solidFill>
                  <a:srgbClr val="111111"/>
                </a:solidFill>
                <a:latin typeface="Apple SD Gothic Neo"/>
                <a:ea typeface="Apple SD Gothic Neo"/>
                <a:cs typeface="Apple SD Gothic Neo"/>
              </a:defRPr>
            </a:lvl3pPr>
            <a:lvl4pPr algn="l">
              <a:defRPr sz="1425" b="0">
                <a:solidFill>
                  <a:srgbClr val="111111"/>
                </a:solidFill>
                <a:latin typeface="Apple SD Gothic Neo"/>
                <a:ea typeface="Apple SD Gothic Neo"/>
                <a:cs typeface="Apple SD Gothic Neo"/>
              </a:defRPr>
            </a:lvl4pPr>
            <a:lvl5pPr algn="l">
              <a:defRPr sz="1425" b="0">
                <a:solidFill>
                  <a:srgbClr val="111111"/>
                </a:solidFill>
                <a:latin typeface="Apple SD Gothic Neo"/>
                <a:ea typeface="Apple SD Gothic Neo"/>
                <a:cs typeface="Apple SD Gothic Neo"/>
              </a:defRPr>
            </a:lvl5pPr>
            <a:lvl6pPr algn="l">
              <a:defRPr sz="1425" b="0">
                <a:solidFill>
                  <a:srgbClr val="111111"/>
                </a:solidFill>
                <a:latin typeface="Apple SD Gothic Neo"/>
                <a:ea typeface="Apple SD Gothic Neo"/>
                <a:cs typeface="Apple SD Gothic Neo"/>
              </a:defRPr>
            </a:lvl6pPr>
            <a:lvl7pPr algn="l">
              <a:defRPr sz="1425" b="0">
                <a:solidFill>
                  <a:srgbClr val="111111"/>
                </a:solidFill>
                <a:latin typeface="Apple SD Gothic Neo"/>
                <a:ea typeface="Apple SD Gothic Neo"/>
                <a:cs typeface="Apple SD Gothic Neo"/>
              </a:defRPr>
            </a:lvl7pPr>
            <a:lvl8pPr algn="l">
              <a:defRPr sz="1425" b="0">
                <a:solidFill>
                  <a:srgbClr val="111111"/>
                </a:solidFill>
                <a:latin typeface="Apple SD Gothic Neo"/>
                <a:ea typeface="Apple SD Gothic Neo"/>
                <a:cs typeface="Apple SD Gothic Neo"/>
              </a:defRPr>
            </a:lvl8pPr>
            <a:lvl9pPr algn="l">
              <a:defRPr sz="1425" b="0">
                <a:solidFill>
                  <a:srgbClr val="111111"/>
                </a:solidFill>
                <a:latin typeface="Apple SD Gothic Neo"/>
                <a:ea typeface="Apple SD Gothic Neo"/>
                <a:cs typeface="Apple SD Gothic Neo"/>
              </a:defRPr>
            </a:lvl9pPr>
          </a:lstStyle>
          <a:p xmlns:a="http://schemas.openxmlformats.org/drawingml/2006/main">
            <a:pPr algn="l">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비교 대상</a:t>
            </a:r>
          </a:p>
        </p:txBody>
      </p:sp>
      <p:sp>
        <p:nvSpPr>
          <p:cNvPr id="22" name="DP1 object 88">
            <a:extLst xmlns:a="http://schemas.openxmlformats.org/drawingml/2006/main">
              <a:ext uri="{FF2B5EF4-FFF2-40B4-BE49-F238E27FC236}">
                <a16:creationId xmlns:a16="http://schemas.microsoft.com/office/drawing/2014/main" id="{B4F58FB3-8E86-4D8E-B9E4-B640CE3E2743}"/>
              </a:ext>
            </a:extLst>
          </p:cNvPr>
          <p:cNvSpPr>
            <a:spLocks xmlns:a="http://schemas.openxmlformats.org/drawingml/2006/main" noGrp="1"/>
          </p:cNvSpPr>
          <p:nvPr/>
        </p:nvSpPr>
        <p:spPr>
          <a:xfrm xmlns:a="http://schemas.openxmlformats.org/drawingml/2006/main">
            <a:off x="390525" y="5267325"/>
            <a:ext cx="13620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50555B"/>
                </a:solidFill>
                <a:latin typeface="Apple SD Gothic Neo"/>
                <a:ea typeface="Apple SD Gothic Neo"/>
                <a:cs typeface="Apple SD Gothic Neo"/>
              </a:defRPr>
            </a:defPPr>
            <a:lvl1pPr algn="ctr">
              <a:defRPr sz="1425" b="0">
                <a:solidFill>
                  <a:srgbClr val="50555B"/>
                </a:solidFill>
                <a:latin typeface="Apple SD Gothic Neo"/>
                <a:ea typeface="Apple SD Gothic Neo"/>
                <a:cs typeface="Apple SD Gothic Neo"/>
              </a:defRPr>
            </a:lvl1pPr>
            <a:lvl2pPr algn="ctr">
              <a:defRPr sz="1425" b="0">
                <a:solidFill>
                  <a:srgbClr val="50555B"/>
                </a:solidFill>
                <a:latin typeface="Apple SD Gothic Neo"/>
                <a:ea typeface="Apple SD Gothic Neo"/>
                <a:cs typeface="Apple SD Gothic Neo"/>
              </a:defRPr>
            </a:lvl2pPr>
            <a:lvl3pPr algn="ctr">
              <a:defRPr sz="1425" b="0">
                <a:solidFill>
                  <a:srgbClr val="50555B"/>
                </a:solidFill>
                <a:latin typeface="Apple SD Gothic Neo"/>
                <a:ea typeface="Apple SD Gothic Neo"/>
                <a:cs typeface="Apple SD Gothic Neo"/>
              </a:defRPr>
            </a:lvl3pPr>
            <a:lvl4pPr algn="ctr">
              <a:defRPr sz="1425" b="0">
                <a:solidFill>
                  <a:srgbClr val="50555B"/>
                </a:solidFill>
                <a:latin typeface="Apple SD Gothic Neo"/>
                <a:ea typeface="Apple SD Gothic Neo"/>
                <a:cs typeface="Apple SD Gothic Neo"/>
              </a:defRPr>
            </a:lvl4pPr>
            <a:lvl5pPr algn="ctr">
              <a:defRPr sz="1425" b="0">
                <a:solidFill>
                  <a:srgbClr val="50555B"/>
                </a:solidFill>
                <a:latin typeface="Apple SD Gothic Neo"/>
                <a:ea typeface="Apple SD Gothic Neo"/>
                <a:cs typeface="Apple SD Gothic Neo"/>
              </a:defRPr>
            </a:lvl5pPr>
            <a:lvl6pPr algn="ctr">
              <a:defRPr sz="1425" b="0">
                <a:solidFill>
                  <a:srgbClr val="50555B"/>
                </a:solidFill>
                <a:latin typeface="Apple SD Gothic Neo"/>
                <a:ea typeface="Apple SD Gothic Neo"/>
                <a:cs typeface="Apple SD Gothic Neo"/>
              </a:defRPr>
            </a:lvl6pPr>
            <a:lvl7pPr algn="ctr">
              <a:defRPr sz="1425" b="0">
                <a:solidFill>
                  <a:srgbClr val="50555B"/>
                </a:solidFill>
                <a:latin typeface="Apple SD Gothic Neo"/>
                <a:ea typeface="Apple SD Gothic Neo"/>
                <a:cs typeface="Apple SD Gothic Neo"/>
              </a:defRPr>
            </a:lvl7pPr>
            <a:lvl8pPr algn="ctr">
              <a:defRPr sz="1425" b="0">
                <a:solidFill>
                  <a:srgbClr val="50555B"/>
                </a:solidFill>
                <a:latin typeface="Apple SD Gothic Neo"/>
                <a:ea typeface="Apple SD Gothic Neo"/>
                <a:cs typeface="Apple SD Gothic Neo"/>
              </a:defRPr>
            </a:lvl8pPr>
            <a:lvl9pPr algn="ctr">
              <a:defRPr sz="1425" b="0">
                <a:solidFill>
                  <a:srgbClr val="50555B"/>
                </a:solidFill>
                <a:latin typeface="Apple SD Gothic Neo"/>
                <a:ea typeface="Apple SD Gothic Neo"/>
                <a:cs typeface="Apple SD Gothic Neo"/>
              </a:defRPr>
            </a:lvl9pPr>
          </a:lstStyle>
          <a:p xmlns:a="http://schemas.openxmlformats.org/drawingml/2006/main">
            <a:pPr algn="ctr">
              <a:defRPr sz="1425" b="0">
                <a:solidFill>
                  <a:srgbClr val="50555B"/>
                </a:solidFill>
                <a:latin typeface="Apple SD Gothic Neo"/>
                <a:ea typeface="Apple SD Gothic Neo"/>
                <a:cs typeface="Apple SD Gothic Neo"/>
              </a:defRPr>
            </a:pPr>
            <a:r>
              <a:rPr sz="1425" b="0">
                <a:solidFill>
                  <a:srgbClr val="50555B"/>
                </a:solidFill>
                <a:latin typeface="Apple SD Gothic Neo"/>
                <a:ea typeface="Apple SD Gothic Neo"/>
                <a:cs typeface="Apple SD Gothic Neo"/>
              </a:rPr>
              <a:t>순서와 수명</a:t>
            </a:r>
          </a:p>
          <a:p xmlns:a="http://schemas.openxmlformats.org/drawingml/2006/main">
            <a:pPr algn="ctr">
              <a:defRPr sz="1425" b="0">
                <a:solidFill>
                  <a:srgbClr val="50555B"/>
                </a:solidFill>
                <a:latin typeface="Apple SD Gothic Neo"/>
                <a:ea typeface="Apple SD Gothic Neo"/>
                <a:cs typeface="Apple SD Gothic Neo"/>
              </a:defRPr>
            </a:pPr>
            <a:r>
              <a:rPr sz="1425" b="0">
                <a:solidFill>
                  <a:srgbClr val="50555B"/>
                </a:solidFill>
                <a:latin typeface="Apple SD Gothic Neo"/>
                <a:ea typeface="Apple SD Gothic Neo"/>
                <a:cs typeface="Apple SD Gothic Neo"/>
              </a:rPr>
              <a:t>중심의 확대도</a:t>
            </a:r>
          </a:p>
        </p:txBody>
      </p:sp>
      <p:sp>
        <p:nvSpPr>
          <p:cNvPr id="23" name="DP1 object 89">
            <a:extLst xmlns:a="http://schemas.openxmlformats.org/drawingml/2006/main">
              <a:ext uri="{FF2B5EF4-FFF2-40B4-BE49-F238E27FC236}">
                <a16:creationId xmlns:a16="http://schemas.microsoft.com/office/drawing/2014/main" id="{2F00B7BD-F96D-4AE2-9BFA-6DE1CB27B924}"/>
              </a:ext>
            </a:extLst>
          </p:cNvPr>
          <p:cNvSpPr>
            <a:spLocks xmlns:a="http://schemas.openxmlformats.org/drawingml/2006/main" noGrp="1"/>
          </p:cNvSpPr>
          <p:nvPr/>
        </p:nvSpPr>
        <p:spPr>
          <a:xfrm xmlns:a="http://schemas.openxmlformats.org/drawingml/2006/main">
            <a:off x="2000250" y="2295525"/>
            <a:ext cx="5124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같은 대화에서 다음 요청으로 이어짐</a:t>
            </a:r>
          </a:p>
        </p:txBody>
      </p:sp>
      <p:sp>
        <p:nvSpPr>
          <p:cNvPr id="24" name="DP1 object 90">
            <a:extLst xmlns:a="http://schemas.openxmlformats.org/drawingml/2006/main">
              <a:ext uri="{FF2B5EF4-FFF2-40B4-BE49-F238E27FC236}">
                <a16:creationId xmlns:a16="http://schemas.microsoft.com/office/drawing/2014/main" id="{7FD1FD56-024C-4319-A751-B7960ECF2F80}"/>
              </a:ext>
            </a:extLst>
          </p:cNvPr>
          <p:cNvSpPr>
            <a:spLocks xmlns:a="http://schemas.openxmlformats.org/drawingml/2006/main" noGrp="1"/>
          </p:cNvSpPr>
          <p:nvPr/>
        </p:nvSpPr>
        <p:spPr>
          <a:xfrm xmlns:a="http://schemas.openxmlformats.org/drawingml/2006/main">
            <a:off x="2019300" y="2676525"/>
            <a:ext cx="5095875" cy="2095500"/>
          </a:xfrm>
          <a:prstGeom xmlns:a="http://schemas.openxmlformats.org/drawingml/2006/main" prst="roundRect">
            <a:avLst>
              <a:gd name="adj" fmla="val 3636"/>
            </a:avLst>
          </a:prstGeom>
          <a:noFill xmlns:a="http://schemas.openxmlformats.org/drawingml/2006/main"/>
          <a:ln xmlns:a="http://schemas.openxmlformats.org/drawingml/2006/main" w="15240">
            <a:solidFill>
              <a:srgbClr val="70A843"/>
            </a:solidFill>
            <a:prstDash val="solid"/>
          </a:ln>
        </p:spPr>
      </p:sp>
      <p:sp>
        <p:nvSpPr>
          <p:cNvPr id="25" name="DP1 object 91">
            <a:extLst xmlns:a="http://schemas.openxmlformats.org/drawingml/2006/main">
              <a:ext uri="{FF2B5EF4-FFF2-40B4-BE49-F238E27FC236}">
                <a16:creationId xmlns:a16="http://schemas.microsoft.com/office/drawing/2014/main" id="{EE69E3BE-5E5D-459B-8C2A-4809991D8E0C}"/>
              </a:ext>
            </a:extLst>
          </p:cNvPr>
          <p:cNvSpPr>
            <a:spLocks xmlns:a="http://schemas.openxmlformats.org/drawingml/2006/main" noGrp="1"/>
          </p:cNvSpPr>
          <p:nvPr/>
        </p:nvSpPr>
        <p:spPr>
          <a:xfrm xmlns:a="http://schemas.openxmlformats.org/drawingml/2006/main">
            <a:off x="2162175" y="2714625"/>
            <a:ext cx="2286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1">
                <a:solidFill>
                  <a:srgbClr val="70A843"/>
                </a:solidFill>
                <a:latin typeface="Apple SD Gothic Neo"/>
                <a:ea typeface="Apple SD Gothic Neo"/>
                <a:cs typeface="Apple SD Gothic Neo"/>
              </a:defRPr>
            </a:defPPr>
            <a:lvl1pPr algn="l">
              <a:defRPr sz="1500" b="1">
                <a:solidFill>
                  <a:srgbClr val="70A843"/>
                </a:solidFill>
                <a:latin typeface="Apple SD Gothic Neo"/>
                <a:ea typeface="Apple SD Gothic Neo"/>
                <a:cs typeface="Apple SD Gothic Neo"/>
              </a:defRPr>
            </a:lvl1pPr>
            <a:lvl2pPr algn="l">
              <a:defRPr sz="1500" b="1">
                <a:solidFill>
                  <a:srgbClr val="70A843"/>
                </a:solidFill>
                <a:latin typeface="Apple SD Gothic Neo"/>
                <a:ea typeface="Apple SD Gothic Neo"/>
                <a:cs typeface="Apple SD Gothic Neo"/>
              </a:defRPr>
            </a:lvl2pPr>
            <a:lvl3pPr algn="l">
              <a:defRPr sz="1500" b="1">
                <a:solidFill>
                  <a:srgbClr val="70A843"/>
                </a:solidFill>
                <a:latin typeface="Apple SD Gothic Neo"/>
                <a:ea typeface="Apple SD Gothic Neo"/>
                <a:cs typeface="Apple SD Gothic Neo"/>
              </a:defRPr>
            </a:lvl3pPr>
            <a:lvl4pPr algn="l">
              <a:defRPr sz="1500" b="1">
                <a:solidFill>
                  <a:srgbClr val="70A843"/>
                </a:solidFill>
                <a:latin typeface="Apple SD Gothic Neo"/>
                <a:ea typeface="Apple SD Gothic Neo"/>
                <a:cs typeface="Apple SD Gothic Neo"/>
              </a:defRPr>
            </a:lvl4pPr>
            <a:lvl5pPr algn="l">
              <a:defRPr sz="1500" b="1">
                <a:solidFill>
                  <a:srgbClr val="70A843"/>
                </a:solidFill>
                <a:latin typeface="Apple SD Gothic Neo"/>
                <a:ea typeface="Apple SD Gothic Neo"/>
                <a:cs typeface="Apple SD Gothic Neo"/>
              </a:defRPr>
            </a:lvl5pPr>
            <a:lvl6pPr algn="l">
              <a:defRPr sz="1500" b="1">
                <a:solidFill>
                  <a:srgbClr val="70A843"/>
                </a:solidFill>
                <a:latin typeface="Apple SD Gothic Neo"/>
                <a:ea typeface="Apple SD Gothic Neo"/>
                <a:cs typeface="Apple SD Gothic Neo"/>
              </a:defRPr>
            </a:lvl6pPr>
            <a:lvl7pPr algn="l">
              <a:defRPr sz="1500" b="1">
                <a:solidFill>
                  <a:srgbClr val="70A843"/>
                </a:solidFill>
                <a:latin typeface="Apple SD Gothic Neo"/>
                <a:ea typeface="Apple SD Gothic Neo"/>
                <a:cs typeface="Apple SD Gothic Neo"/>
              </a:defRPr>
            </a:lvl7pPr>
            <a:lvl8pPr algn="l">
              <a:defRPr sz="1500" b="1">
                <a:solidFill>
                  <a:srgbClr val="70A843"/>
                </a:solidFill>
                <a:latin typeface="Apple SD Gothic Neo"/>
                <a:ea typeface="Apple SD Gothic Neo"/>
                <a:cs typeface="Apple SD Gothic Neo"/>
              </a:defRPr>
            </a:lvl8pPr>
            <a:lvl9pPr algn="l">
              <a:defRPr sz="1500" b="1">
                <a:solidFill>
                  <a:srgbClr val="70A843"/>
                </a:solidFill>
                <a:latin typeface="Apple SD Gothic Neo"/>
                <a:ea typeface="Apple SD Gothic Neo"/>
                <a:cs typeface="Apple SD Gothic Neo"/>
              </a:defRPr>
            </a:lvl9pPr>
          </a:lstStyle>
          <a:p xmlns:a="http://schemas.openxmlformats.org/drawingml/2006/main">
            <a:pPr algn="l">
              <a:defRPr sz="1500" b="1">
                <a:solidFill>
                  <a:srgbClr val="70A843"/>
                </a:solidFill>
                <a:latin typeface="Apple SD Gothic Neo"/>
                <a:ea typeface="Apple SD Gothic Neo"/>
                <a:cs typeface="Apple SD Gothic Neo"/>
              </a:defRPr>
            </a:pPr>
            <a:r>
              <a:rPr sz="1500" b="1">
                <a:solidFill>
                  <a:srgbClr val="70A843"/>
                </a:solidFill>
                <a:latin typeface="Apple SD Gothic Neo"/>
                <a:ea typeface="Apple SD Gothic Neo"/>
                <a:cs typeface="Apple SD Gothic Neo"/>
              </a:rPr>
              <a:t>대화의 근거 재사용</a:t>
            </a:r>
          </a:p>
        </p:txBody>
      </p:sp>
      <p:sp>
        <p:nvSpPr>
          <p:cNvPr id="26" name="유효 작업 문맥&#10;이전 근거 · 대화 수명">
            <a:extLst xmlns:a="http://schemas.openxmlformats.org/drawingml/2006/main">
              <a:ext uri="{FF2B5EF4-FFF2-40B4-BE49-F238E27FC236}">
                <a16:creationId xmlns:a16="http://schemas.microsoft.com/office/drawing/2014/main" id="{4A5EFE09-D6D2-4469-9EDA-25BFFE39F9B2}"/>
              </a:ext>
            </a:extLst>
          </p:cNvPr>
          <p:cNvSpPr>
            <a:spLocks xmlns:a="http://schemas.openxmlformats.org/drawingml/2006/main" noGrp="1"/>
          </p:cNvSpPr>
          <p:nvPr/>
        </p:nvSpPr>
        <p:spPr>
          <a:xfrm xmlns:a="http://schemas.openxmlformats.org/drawingml/2006/main">
            <a:off x="2171700" y="3248025"/>
            <a:ext cx="2028825" cy="8667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7" name="DP1 object 92">
            <a:extLst xmlns:a="http://schemas.openxmlformats.org/drawingml/2006/main">
              <a:ext uri="{FF2B5EF4-FFF2-40B4-BE49-F238E27FC236}">
                <a16:creationId xmlns:a16="http://schemas.microsoft.com/office/drawing/2014/main" id="{8969473F-5263-4FA9-A368-3FB55E4A3743}"/>
              </a:ext>
            </a:extLst>
          </p:cNvPr>
          <p:cNvSpPr>
            <a:spLocks xmlns:a="http://schemas.openxmlformats.org/drawingml/2006/main" noGrp="1"/>
          </p:cNvSpPr>
          <p:nvPr/>
        </p:nvSpPr>
        <p:spPr>
          <a:xfrm xmlns:a="http://schemas.openxmlformats.org/drawingml/2006/main">
            <a:off x="2219325" y="3352800"/>
            <a:ext cx="19335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유효 작업 문맥</a:t>
            </a:r>
          </a:p>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이전 근거 · 대화 수명</a:t>
            </a:r>
          </a:p>
        </p:txBody>
      </p:sp>
      <p:sp>
        <p:nvSpPr>
          <p:cNvPr id="28" name="Request Interpreter&#10;현재 의미 판단">
            <a:extLst xmlns:a="http://schemas.openxmlformats.org/drawingml/2006/main">
              <a:ext uri="{FF2B5EF4-FFF2-40B4-BE49-F238E27FC236}">
                <a16:creationId xmlns:a16="http://schemas.microsoft.com/office/drawing/2014/main" id="{64E93594-5B4B-484A-8756-2D9C76D53D78}"/>
              </a:ext>
            </a:extLst>
          </p:cNvPr>
          <p:cNvSpPr>
            <a:spLocks xmlns:a="http://schemas.openxmlformats.org/drawingml/2006/main" noGrp="1"/>
          </p:cNvSpPr>
          <p:nvPr/>
        </p:nvSpPr>
        <p:spPr>
          <a:xfrm xmlns:a="http://schemas.openxmlformats.org/drawingml/2006/main">
            <a:off x="4619625" y="3076575"/>
            <a:ext cx="2295525" cy="72390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29" name="DP1 object 93">
            <a:extLst xmlns:a="http://schemas.openxmlformats.org/drawingml/2006/main">
              <a:ext uri="{FF2B5EF4-FFF2-40B4-BE49-F238E27FC236}">
                <a16:creationId xmlns:a16="http://schemas.microsoft.com/office/drawing/2014/main" id="{052C2A08-7AC5-4BFE-9D33-406678EFA596}"/>
              </a:ext>
            </a:extLst>
          </p:cNvPr>
          <p:cNvSpPr>
            <a:spLocks xmlns:a="http://schemas.openxmlformats.org/drawingml/2006/main" noGrp="1"/>
          </p:cNvSpPr>
          <p:nvPr/>
        </p:nvSpPr>
        <p:spPr>
          <a:xfrm xmlns:a="http://schemas.openxmlformats.org/drawingml/2006/main">
            <a:off x="4686300" y="3114675"/>
            <a:ext cx="21621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Request Interpreter</a:t>
            </a:r>
          </a:p>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현재 의미 판단</a:t>
            </a:r>
          </a:p>
        </p:txBody>
      </p:sp>
      <p:sp>
        <p:nvSpPr>
          <p:cNvPr id="30" name="DP1 object 94">
            <a:extLst xmlns:a="http://schemas.openxmlformats.org/drawingml/2006/main">
              <a:ext uri="{FF2B5EF4-FFF2-40B4-BE49-F238E27FC236}">
                <a16:creationId xmlns:a16="http://schemas.microsoft.com/office/drawing/2014/main" id="{11845691-74D1-417D-A9EC-C14EEF6FD258}"/>
              </a:ext>
            </a:extLst>
          </p:cNvPr>
          <p:cNvSpPr>
            <a:spLocks xmlns:a="http://schemas.openxmlformats.org/drawingml/2006/main" noGrp="1"/>
          </p:cNvSpPr>
          <p:nvPr/>
        </p:nvSpPr>
        <p:spPr>
          <a:xfrm xmlns:a="http://schemas.openxmlformats.org/drawingml/2006/main">
            <a:off x="4743450" y="2724150"/>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현재 요청</a:t>
            </a:r>
          </a:p>
        </p:txBody>
      </p:sp>
      <p:sp>
        <p:nvSpPr>
          <p:cNvPr id="31" name="Editable path 95">
            <a:extLst xmlns:a="http://schemas.openxmlformats.org/drawingml/2006/main">
              <a:ext uri="{FF2B5EF4-FFF2-40B4-BE49-F238E27FC236}">
                <a16:creationId xmlns:a16="http://schemas.microsoft.com/office/drawing/2014/main" id="{43DD7294-9D37-43DA-A182-771BE512187C}"/>
              </a:ext>
            </a:extLst>
          </p:cNvPr>
          <p:cNvSpPr>
            <a:spLocks xmlns:a="http://schemas.openxmlformats.org/drawingml/2006/main" noGrp="1"/>
          </p:cNvSpPr>
          <p:nvPr/>
        </p:nvSpPr>
        <p:spPr>
          <a:xfrm xmlns:a="http://schemas.openxmlformats.org/drawingml/2006/main">
            <a:off x="5762625" y="3000375"/>
            <a:ext cx="953" cy="76200"/>
          </a:xfrm>
          <a:custGeom xmlns:a="http://schemas.openxmlformats.org/drawingml/2006/main">
            <a:pathLst>
              <a:path w="953" h="76200">
                <a:moveTo>
                  <a:pt x="0" y="0"/>
                </a:moveTo>
                <a:lnTo>
                  <a:pt x="0" y="76200"/>
                </a:lnTo>
              </a:path>
            </a:pathLst>
          </a:custGeom>
          <a:noFill xmlns:a="http://schemas.openxmlformats.org/drawingml/2006/main"/>
          <a:ln xmlns:a="http://schemas.openxmlformats.org/drawingml/2006/main" w="19050">
            <a:solidFill>
              <a:srgbClr val="111111"/>
            </a:solidFill>
            <a:prstDash val="solid"/>
          </a:ln>
        </p:spPr>
      </p:sp>
      <p:sp>
        <p:nvSpPr>
          <p:cNvPr id="32" name="Editable arrowhead 96">
            <a:extLst xmlns:a="http://schemas.openxmlformats.org/drawingml/2006/main">
              <a:ext uri="{FF2B5EF4-FFF2-40B4-BE49-F238E27FC236}">
                <a16:creationId xmlns:a16="http://schemas.microsoft.com/office/drawing/2014/main" id="{3D38517B-9FE7-4031-BE89-DFDB3BDA8828}"/>
              </a:ext>
            </a:extLst>
          </p:cNvPr>
          <p:cNvSpPr>
            <a:spLocks xmlns:a="http://schemas.openxmlformats.org/drawingml/2006/main" noGrp="1"/>
          </p:cNvSpPr>
          <p:nvPr/>
        </p:nvSpPr>
        <p:spPr>
          <a:xfrm xmlns:a="http://schemas.openxmlformats.org/drawingml/2006/main">
            <a:off x="5715000" y="29813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3" name="Editable path 97">
            <a:extLst xmlns:a="http://schemas.openxmlformats.org/drawingml/2006/main">
              <a:ext uri="{FF2B5EF4-FFF2-40B4-BE49-F238E27FC236}">
                <a16:creationId xmlns:a16="http://schemas.microsoft.com/office/drawing/2014/main" id="{ADF00FC5-B467-4FE6-BCE1-B2F13BE7D5CE}"/>
              </a:ext>
            </a:extLst>
          </p:cNvPr>
          <p:cNvSpPr>
            <a:spLocks xmlns:a="http://schemas.openxmlformats.org/drawingml/2006/main" noGrp="1"/>
          </p:cNvSpPr>
          <p:nvPr/>
        </p:nvSpPr>
        <p:spPr>
          <a:xfrm xmlns:a="http://schemas.openxmlformats.org/drawingml/2006/main">
            <a:off x="4200525" y="3476625"/>
            <a:ext cx="419100" cy="953"/>
          </a:xfrm>
          <a:custGeom xmlns:a="http://schemas.openxmlformats.org/drawingml/2006/main">
            <a:pathLst>
              <a:path w="419100" h="953">
                <a:moveTo>
                  <a:pt x="0" y="0"/>
                </a:moveTo>
                <a:lnTo>
                  <a:pt x="419100" y="0"/>
                </a:lnTo>
              </a:path>
            </a:pathLst>
          </a:custGeom>
          <a:noFill xmlns:a="http://schemas.openxmlformats.org/drawingml/2006/main"/>
          <a:ln xmlns:a="http://schemas.openxmlformats.org/drawingml/2006/main" w="24765">
            <a:solidFill>
              <a:srgbClr val="111111"/>
            </a:solidFill>
            <a:prstDash val="solid"/>
          </a:ln>
        </p:spPr>
      </p:sp>
      <p:sp>
        <p:nvSpPr>
          <p:cNvPr id="34" name="Editable arrowhead 98">
            <a:extLst xmlns:a="http://schemas.openxmlformats.org/drawingml/2006/main">
              <a:ext uri="{FF2B5EF4-FFF2-40B4-BE49-F238E27FC236}">
                <a16:creationId xmlns:a16="http://schemas.microsoft.com/office/drawing/2014/main" id="{20C60040-BCBC-41F4-8ABF-AC0297E0847F}"/>
              </a:ext>
            </a:extLst>
          </p:cNvPr>
          <p:cNvSpPr>
            <a:spLocks xmlns:a="http://schemas.openxmlformats.org/drawingml/2006/main" noGrp="1"/>
          </p:cNvSpPr>
          <p:nvPr/>
        </p:nvSpPr>
        <p:spPr>
          <a:xfrm xmlns:a="http://schemas.openxmlformats.org/drawingml/2006/main">
            <a:off x="4524375" y="342900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5" name="DP1 object 99">
            <a:extLst xmlns:a="http://schemas.openxmlformats.org/drawingml/2006/main">
              <a:ext uri="{FF2B5EF4-FFF2-40B4-BE49-F238E27FC236}">
                <a16:creationId xmlns:a16="http://schemas.microsoft.com/office/drawing/2014/main" id="{061E9503-9FAB-4596-89B1-212EF5F00BB3}"/>
              </a:ext>
            </a:extLst>
          </p:cNvPr>
          <p:cNvSpPr>
            <a:spLocks xmlns:a="http://schemas.openxmlformats.org/drawingml/2006/main" noGrp="1"/>
          </p:cNvSpPr>
          <p:nvPr/>
        </p:nvSpPr>
        <p:spPr>
          <a:xfrm xmlns:a="http://schemas.openxmlformats.org/drawingml/2006/main">
            <a:off x="4257675" y="311467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36" name="DP1 object 100">
            <a:extLst xmlns:a="http://schemas.openxmlformats.org/drawingml/2006/main">
              <a:ext uri="{FF2B5EF4-FFF2-40B4-BE49-F238E27FC236}">
                <a16:creationId xmlns:a16="http://schemas.microsoft.com/office/drawing/2014/main" id="{1A954BA5-E768-4DA2-9FFB-5A2152524C28}"/>
              </a:ext>
            </a:extLst>
          </p:cNvPr>
          <p:cNvSpPr>
            <a:spLocks xmlns:a="http://schemas.openxmlformats.org/drawingml/2006/main" noGrp="1"/>
          </p:cNvSpPr>
          <p:nvPr/>
        </p:nvSpPr>
        <p:spPr>
          <a:xfrm xmlns:a="http://schemas.openxmlformats.org/drawingml/2006/main">
            <a:off x="4257675" y="311467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37" name="Context Manager&#10;유효 문맥 갱신">
            <a:extLst xmlns:a="http://schemas.openxmlformats.org/drawingml/2006/main">
              <a:ext uri="{FF2B5EF4-FFF2-40B4-BE49-F238E27FC236}">
                <a16:creationId xmlns:a16="http://schemas.microsoft.com/office/drawing/2014/main" id="{46EA78C0-5101-4677-BECA-592E3C2BF903}"/>
              </a:ext>
            </a:extLst>
          </p:cNvPr>
          <p:cNvSpPr>
            <a:spLocks xmlns:a="http://schemas.openxmlformats.org/drawingml/2006/main" noGrp="1"/>
          </p:cNvSpPr>
          <p:nvPr/>
        </p:nvSpPr>
        <p:spPr>
          <a:xfrm xmlns:a="http://schemas.openxmlformats.org/drawingml/2006/main">
            <a:off x="4619625" y="4114800"/>
            <a:ext cx="2295525" cy="561975"/>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38" name="DP1 object 101">
            <a:extLst xmlns:a="http://schemas.openxmlformats.org/drawingml/2006/main">
              <a:ext uri="{FF2B5EF4-FFF2-40B4-BE49-F238E27FC236}">
                <a16:creationId xmlns:a16="http://schemas.microsoft.com/office/drawing/2014/main" id="{F2292A47-4C82-46D9-A3D8-DEC1CE1082A8}"/>
              </a:ext>
            </a:extLst>
          </p:cNvPr>
          <p:cNvSpPr>
            <a:spLocks xmlns:a="http://schemas.openxmlformats.org/drawingml/2006/main" noGrp="1"/>
          </p:cNvSpPr>
          <p:nvPr/>
        </p:nvSpPr>
        <p:spPr>
          <a:xfrm xmlns:a="http://schemas.openxmlformats.org/drawingml/2006/main">
            <a:off x="4686300" y="4152900"/>
            <a:ext cx="21621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Context Manager</a:t>
            </a:r>
          </a:p>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유효 문맥 갱신</a:t>
            </a:r>
          </a:p>
        </p:txBody>
      </p:sp>
      <p:sp>
        <p:nvSpPr>
          <p:cNvPr id="39" name="Editable path 102">
            <a:extLst xmlns:a="http://schemas.openxmlformats.org/drawingml/2006/main">
              <a:ext uri="{FF2B5EF4-FFF2-40B4-BE49-F238E27FC236}">
                <a16:creationId xmlns:a16="http://schemas.microsoft.com/office/drawing/2014/main" id="{3763B26B-A658-497A-98C4-EC94BDEE440C}"/>
              </a:ext>
            </a:extLst>
          </p:cNvPr>
          <p:cNvSpPr>
            <a:spLocks xmlns:a="http://schemas.openxmlformats.org/drawingml/2006/main" noGrp="1"/>
          </p:cNvSpPr>
          <p:nvPr/>
        </p:nvSpPr>
        <p:spPr>
          <a:xfrm xmlns:a="http://schemas.openxmlformats.org/drawingml/2006/main">
            <a:off x="5772150" y="3800475"/>
            <a:ext cx="953" cy="314325"/>
          </a:xfrm>
          <a:custGeom xmlns:a="http://schemas.openxmlformats.org/drawingml/2006/main">
            <a:pathLst>
              <a:path w="953" h="314325">
                <a:moveTo>
                  <a:pt x="0" y="0"/>
                </a:moveTo>
                <a:lnTo>
                  <a:pt x="0" y="314325"/>
                </a:lnTo>
              </a:path>
            </a:pathLst>
          </a:custGeom>
          <a:noFill xmlns:a="http://schemas.openxmlformats.org/drawingml/2006/main"/>
          <a:ln xmlns:a="http://schemas.openxmlformats.org/drawingml/2006/main" w="24765">
            <a:solidFill>
              <a:srgbClr val="111111"/>
            </a:solidFill>
            <a:prstDash val="solid"/>
          </a:ln>
        </p:spPr>
      </p:sp>
      <p:sp>
        <p:nvSpPr>
          <p:cNvPr id="40" name="Editable arrowhead 103">
            <a:extLst xmlns:a="http://schemas.openxmlformats.org/drawingml/2006/main">
              <a:ext uri="{FF2B5EF4-FFF2-40B4-BE49-F238E27FC236}">
                <a16:creationId xmlns:a16="http://schemas.microsoft.com/office/drawing/2014/main" id="{92CBADD6-AB88-4A09-B345-26E8A5C1D120}"/>
              </a:ext>
            </a:extLst>
          </p:cNvPr>
          <p:cNvSpPr>
            <a:spLocks xmlns:a="http://schemas.openxmlformats.org/drawingml/2006/main" noGrp="1"/>
          </p:cNvSpPr>
          <p:nvPr/>
        </p:nvSpPr>
        <p:spPr>
          <a:xfrm xmlns:a="http://schemas.openxmlformats.org/drawingml/2006/main">
            <a:off x="5724525" y="40195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1" name="Editable path 104">
            <a:extLst xmlns:a="http://schemas.openxmlformats.org/drawingml/2006/main">
              <a:ext uri="{FF2B5EF4-FFF2-40B4-BE49-F238E27FC236}">
                <a16:creationId xmlns:a16="http://schemas.microsoft.com/office/drawing/2014/main" id="{480424E1-F3BF-4577-A136-FAF45E0048D1}"/>
              </a:ext>
            </a:extLst>
          </p:cNvPr>
          <p:cNvSpPr>
            <a:spLocks xmlns:a="http://schemas.openxmlformats.org/drawingml/2006/main" noGrp="1"/>
          </p:cNvSpPr>
          <p:nvPr/>
        </p:nvSpPr>
        <p:spPr>
          <a:xfrm xmlns:a="http://schemas.openxmlformats.org/drawingml/2006/main">
            <a:off x="3181350" y="4114800"/>
            <a:ext cx="1438275" cy="276225"/>
          </a:xfrm>
          <a:custGeom xmlns:a="http://schemas.openxmlformats.org/drawingml/2006/main">
            <a:pathLst>
              <a:path w="1438275" h="276225">
                <a:moveTo>
                  <a:pt x="1438275" y="276225"/>
                </a:moveTo>
                <a:lnTo>
                  <a:pt x="0" y="276225"/>
                </a:lnTo>
                <a:lnTo>
                  <a:pt x="0" y="0"/>
                </a:lnTo>
              </a:path>
            </a:pathLst>
          </a:custGeom>
          <a:noFill xmlns:a="http://schemas.openxmlformats.org/drawingml/2006/main"/>
          <a:ln xmlns:a="http://schemas.openxmlformats.org/drawingml/2006/main" w="24765">
            <a:solidFill>
              <a:srgbClr val="111111"/>
            </a:solidFill>
            <a:prstDash val="solid"/>
          </a:ln>
        </p:spPr>
      </p:sp>
      <p:sp>
        <p:nvSpPr>
          <p:cNvPr id="42" name="Editable arrowhead 105">
            <a:extLst xmlns:a="http://schemas.openxmlformats.org/drawingml/2006/main">
              <a:ext uri="{FF2B5EF4-FFF2-40B4-BE49-F238E27FC236}">
                <a16:creationId xmlns:a16="http://schemas.microsoft.com/office/drawing/2014/main" id="{F30FEECE-C5E6-4575-A18F-CB820E6BC9C3}"/>
              </a:ext>
            </a:extLst>
          </p:cNvPr>
          <p:cNvSpPr>
            <a:spLocks xmlns:a="http://schemas.openxmlformats.org/drawingml/2006/main" noGrp="1"/>
          </p:cNvSpPr>
          <p:nvPr/>
        </p:nvSpPr>
        <p:spPr>
          <a:xfrm xmlns:a="http://schemas.openxmlformats.org/drawingml/2006/main">
            <a:off x="3133725" y="4114800"/>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3" name="DP1 object 106">
            <a:extLst xmlns:a="http://schemas.openxmlformats.org/drawingml/2006/main">
              <a:ext uri="{FF2B5EF4-FFF2-40B4-BE49-F238E27FC236}">
                <a16:creationId xmlns:a16="http://schemas.microsoft.com/office/drawing/2014/main" id="{D91736BE-CAB7-4D46-BCC6-1F72979A636E}"/>
              </a:ext>
            </a:extLst>
          </p:cNvPr>
          <p:cNvSpPr>
            <a:spLocks xmlns:a="http://schemas.openxmlformats.org/drawingml/2006/main" noGrp="1"/>
          </p:cNvSpPr>
          <p:nvPr/>
        </p:nvSpPr>
        <p:spPr>
          <a:xfrm xmlns:a="http://schemas.openxmlformats.org/drawingml/2006/main">
            <a:off x="2133600" y="4772025"/>
            <a:ext cx="48482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70A843"/>
                </a:solidFill>
                <a:latin typeface="Apple SD Gothic Neo"/>
                <a:ea typeface="Apple SD Gothic Neo"/>
                <a:cs typeface="Apple SD Gothic Neo"/>
              </a:defRPr>
            </a:defPPr>
            <a:lvl1pPr algn="ctr">
              <a:defRPr sz="1725" b="1">
                <a:solidFill>
                  <a:srgbClr val="70A843"/>
                </a:solidFill>
                <a:latin typeface="Apple SD Gothic Neo"/>
                <a:ea typeface="Apple SD Gothic Neo"/>
                <a:cs typeface="Apple SD Gothic Neo"/>
              </a:defRPr>
            </a:lvl1pPr>
            <a:lvl2pPr algn="ctr">
              <a:defRPr sz="1725" b="1">
                <a:solidFill>
                  <a:srgbClr val="70A843"/>
                </a:solidFill>
                <a:latin typeface="Apple SD Gothic Neo"/>
                <a:ea typeface="Apple SD Gothic Neo"/>
                <a:cs typeface="Apple SD Gothic Neo"/>
              </a:defRPr>
            </a:lvl2pPr>
            <a:lvl3pPr algn="ctr">
              <a:defRPr sz="1725" b="1">
                <a:solidFill>
                  <a:srgbClr val="70A843"/>
                </a:solidFill>
                <a:latin typeface="Apple SD Gothic Neo"/>
                <a:ea typeface="Apple SD Gothic Neo"/>
                <a:cs typeface="Apple SD Gothic Neo"/>
              </a:defRPr>
            </a:lvl3pPr>
            <a:lvl4pPr algn="ctr">
              <a:defRPr sz="1725" b="1">
                <a:solidFill>
                  <a:srgbClr val="70A843"/>
                </a:solidFill>
                <a:latin typeface="Apple SD Gothic Neo"/>
                <a:ea typeface="Apple SD Gothic Neo"/>
                <a:cs typeface="Apple SD Gothic Neo"/>
              </a:defRPr>
            </a:lvl4pPr>
            <a:lvl5pPr algn="ctr">
              <a:defRPr sz="1725" b="1">
                <a:solidFill>
                  <a:srgbClr val="70A843"/>
                </a:solidFill>
                <a:latin typeface="Apple SD Gothic Neo"/>
                <a:ea typeface="Apple SD Gothic Neo"/>
                <a:cs typeface="Apple SD Gothic Neo"/>
              </a:defRPr>
            </a:lvl5pPr>
            <a:lvl6pPr algn="ctr">
              <a:defRPr sz="1725" b="1">
                <a:solidFill>
                  <a:srgbClr val="70A843"/>
                </a:solidFill>
                <a:latin typeface="Apple SD Gothic Neo"/>
                <a:ea typeface="Apple SD Gothic Neo"/>
                <a:cs typeface="Apple SD Gothic Neo"/>
              </a:defRPr>
            </a:lvl6pPr>
            <a:lvl7pPr algn="ctr">
              <a:defRPr sz="1725" b="1">
                <a:solidFill>
                  <a:srgbClr val="70A843"/>
                </a:solidFill>
                <a:latin typeface="Apple SD Gothic Neo"/>
                <a:ea typeface="Apple SD Gothic Neo"/>
                <a:cs typeface="Apple SD Gothic Neo"/>
              </a:defRPr>
            </a:lvl7pPr>
            <a:lvl8pPr algn="ctr">
              <a:defRPr sz="1725" b="1">
                <a:solidFill>
                  <a:srgbClr val="70A843"/>
                </a:solidFill>
                <a:latin typeface="Apple SD Gothic Neo"/>
                <a:ea typeface="Apple SD Gothic Neo"/>
                <a:cs typeface="Apple SD Gothic Neo"/>
              </a:defRPr>
            </a:lvl8pPr>
            <a:lvl9pPr algn="ctr">
              <a:defRPr sz="1725" b="1">
                <a:solidFill>
                  <a:srgbClr val="70A843"/>
                </a:solidFill>
                <a:latin typeface="Apple SD Gothic Neo"/>
                <a:ea typeface="Apple SD Gothic Neo"/>
                <a:cs typeface="Apple SD Gothic Neo"/>
              </a:defRPr>
            </a:lvl9pPr>
          </a:lstStyle>
          <a:p xmlns:a="http://schemas.openxmlformats.org/drawingml/2006/main">
            <a:pPr algn="ctr">
              <a:defRPr sz="1725" b="1">
                <a:solidFill>
                  <a:srgbClr val="70A843"/>
                </a:solidFill>
                <a:latin typeface="Apple SD Gothic Neo"/>
                <a:ea typeface="Apple SD Gothic Neo"/>
                <a:cs typeface="Apple SD Gothic Neo"/>
              </a:defRPr>
            </a:pPr>
            <a:r>
              <a:rPr sz="1725" b="1">
                <a:solidFill>
                  <a:srgbClr val="70A843"/>
                </a:solidFill>
                <a:latin typeface="Apple SD Gothic Neo"/>
                <a:ea typeface="Apple SD Gothic Neo"/>
                <a:cs typeface="Apple SD Gothic Neo"/>
              </a:rPr>
              <a:t>채택 후 갱신 → 다음 요청에서 재사용</a:t>
            </a:r>
          </a:p>
        </p:txBody>
      </p:sp>
      <p:sp>
        <p:nvSpPr>
          <p:cNvPr id="44" name="허용 원본">
            <a:extLst xmlns:a="http://schemas.openxmlformats.org/drawingml/2006/main">
              <a:ext uri="{FF2B5EF4-FFF2-40B4-BE49-F238E27FC236}">
                <a16:creationId xmlns:a16="http://schemas.microsoft.com/office/drawing/2014/main" id="{7BD2E872-2730-43BF-A9BC-2E730ADBF764}"/>
              </a:ext>
            </a:extLst>
          </p:cNvPr>
          <p:cNvSpPr>
            <a:spLocks xmlns:a="http://schemas.openxmlformats.org/drawingml/2006/main" noGrp="1"/>
          </p:cNvSpPr>
          <p:nvPr/>
        </p:nvSpPr>
        <p:spPr>
          <a:xfrm xmlns:a="http://schemas.openxmlformats.org/drawingml/2006/main">
            <a:off x="2162175" y="5191125"/>
            <a:ext cx="1733550" cy="457200"/>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45" name="DP1 object 107">
            <a:extLst xmlns:a="http://schemas.openxmlformats.org/drawingml/2006/main">
              <a:ext uri="{FF2B5EF4-FFF2-40B4-BE49-F238E27FC236}">
                <a16:creationId xmlns:a16="http://schemas.microsoft.com/office/drawing/2014/main" id="{CF14BFAE-05B4-4E40-BB1C-30F81DE1D294}"/>
              </a:ext>
            </a:extLst>
          </p:cNvPr>
          <p:cNvSpPr>
            <a:spLocks xmlns:a="http://schemas.openxmlformats.org/drawingml/2006/main" noGrp="1"/>
          </p:cNvSpPr>
          <p:nvPr/>
        </p:nvSpPr>
        <p:spPr>
          <a:xfrm xmlns:a="http://schemas.openxmlformats.org/drawingml/2006/main">
            <a:off x="2209800" y="5295900"/>
            <a:ext cx="1638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허용 원본</a:t>
            </a:r>
          </a:p>
        </p:txBody>
      </p:sp>
      <p:sp>
        <p:nvSpPr>
          <p:cNvPr id="46" name="Editable path 108">
            <a:extLst xmlns:a="http://schemas.openxmlformats.org/drawingml/2006/main">
              <a:ext uri="{FF2B5EF4-FFF2-40B4-BE49-F238E27FC236}">
                <a16:creationId xmlns:a16="http://schemas.microsoft.com/office/drawing/2014/main" id="{42B759D5-456B-4CAC-8E87-7CABACCF63C3}"/>
              </a:ext>
            </a:extLst>
          </p:cNvPr>
          <p:cNvSpPr>
            <a:spLocks xmlns:a="http://schemas.openxmlformats.org/drawingml/2006/main" noGrp="1"/>
          </p:cNvSpPr>
          <p:nvPr/>
        </p:nvSpPr>
        <p:spPr>
          <a:xfrm xmlns:a="http://schemas.openxmlformats.org/drawingml/2006/main">
            <a:off x="3895725" y="4676775"/>
            <a:ext cx="1876425" cy="733425"/>
          </a:xfrm>
          <a:custGeom xmlns:a="http://schemas.openxmlformats.org/drawingml/2006/main">
            <a:pathLst>
              <a:path w="1876425" h="733425">
                <a:moveTo>
                  <a:pt x="0" y="733425"/>
                </a:moveTo>
                <a:lnTo>
                  <a:pt x="1876425" y="733425"/>
                </a:lnTo>
                <a:lnTo>
                  <a:pt x="1876425" y="0"/>
                </a:lnTo>
              </a:path>
            </a:pathLst>
          </a:custGeom>
          <a:noFill xmlns:a="http://schemas.openxmlformats.org/drawingml/2006/main"/>
          <a:ln xmlns:a="http://schemas.openxmlformats.org/drawingml/2006/main" w="17145">
            <a:solidFill>
              <a:srgbClr val="111111"/>
            </a:solidFill>
            <a:prstDash val="dash"/>
          </a:ln>
        </p:spPr>
      </p:sp>
      <p:sp>
        <p:nvSpPr>
          <p:cNvPr id="47" name="Editable arrowhead 109">
            <a:extLst xmlns:a="http://schemas.openxmlformats.org/drawingml/2006/main">
              <a:ext uri="{FF2B5EF4-FFF2-40B4-BE49-F238E27FC236}">
                <a16:creationId xmlns:a16="http://schemas.microsoft.com/office/drawing/2014/main" id="{3708EC99-A243-4A8C-BEA5-FFDD819D2EA4}"/>
              </a:ext>
            </a:extLst>
          </p:cNvPr>
          <p:cNvSpPr>
            <a:spLocks xmlns:a="http://schemas.openxmlformats.org/drawingml/2006/main" noGrp="1"/>
          </p:cNvSpPr>
          <p:nvPr/>
        </p:nvSpPr>
        <p:spPr>
          <a:xfrm xmlns:a="http://schemas.openxmlformats.org/drawingml/2006/main">
            <a:off x="5724525" y="467677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8" name="DP1 object 110">
            <a:extLst xmlns:a="http://schemas.openxmlformats.org/drawingml/2006/main">
              <a:ext uri="{FF2B5EF4-FFF2-40B4-BE49-F238E27FC236}">
                <a16:creationId xmlns:a16="http://schemas.microsoft.com/office/drawing/2014/main" id="{E307A52A-0E98-4B78-BDBF-520A516357D4}"/>
              </a:ext>
            </a:extLst>
          </p:cNvPr>
          <p:cNvSpPr>
            <a:spLocks xmlns:a="http://schemas.openxmlformats.org/drawingml/2006/main" noGrp="1"/>
          </p:cNvSpPr>
          <p:nvPr/>
        </p:nvSpPr>
        <p:spPr>
          <a:xfrm xmlns:a="http://schemas.openxmlformats.org/drawingml/2006/main">
            <a:off x="4038600" y="512445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부족·변경 시 읽기</a:t>
            </a:r>
          </a:p>
        </p:txBody>
      </p:sp>
      <p:sp>
        <p:nvSpPr>
          <p:cNvPr id="49" name="DP1 object 111">
            <a:extLst xmlns:a="http://schemas.openxmlformats.org/drawingml/2006/main">
              <a:ext uri="{FF2B5EF4-FFF2-40B4-BE49-F238E27FC236}">
                <a16:creationId xmlns:a16="http://schemas.microsoft.com/office/drawing/2014/main" id="{B9314A03-69E4-4341-8F52-B11F3D09FEC8}"/>
              </a:ext>
            </a:extLst>
          </p:cNvPr>
          <p:cNvSpPr>
            <a:spLocks xmlns:a="http://schemas.openxmlformats.org/drawingml/2006/main" noGrp="1"/>
          </p:cNvSpPr>
          <p:nvPr/>
        </p:nvSpPr>
        <p:spPr>
          <a:xfrm xmlns:a="http://schemas.openxmlformats.org/drawingml/2006/main">
            <a:off x="7353300" y="2295525"/>
            <a:ext cx="5191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요청 안에서 구성하고 추가 묶음은 해제</a:t>
            </a:r>
          </a:p>
        </p:txBody>
      </p:sp>
      <p:sp>
        <p:nvSpPr>
          <p:cNvPr id="50" name="DP1 object 112">
            <a:extLst xmlns:a="http://schemas.openxmlformats.org/drawingml/2006/main">
              <a:ext uri="{FF2B5EF4-FFF2-40B4-BE49-F238E27FC236}">
                <a16:creationId xmlns:a16="http://schemas.microsoft.com/office/drawing/2014/main" id="{184B14D5-CAC3-44E8-B688-CA9BD23247F3}"/>
              </a:ext>
            </a:extLst>
          </p:cNvPr>
          <p:cNvSpPr>
            <a:spLocks xmlns:a="http://schemas.openxmlformats.org/drawingml/2006/main" noGrp="1"/>
          </p:cNvSpPr>
          <p:nvPr/>
        </p:nvSpPr>
        <p:spPr>
          <a:xfrm xmlns:a="http://schemas.openxmlformats.org/drawingml/2006/main">
            <a:off x="9353550" y="2667000"/>
            <a:ext cx="3133725" cy="3019425"/>
          </a:xfrm>
          <a:prstGeom xmlns:a="http://schemas.openxmlformats.org/drawingml/2006/main" prst="rect">
            <a:avLst/>
          </a:prstGeom>
          <a:noFill xmlns:a="http://schemas.openxmlformats.org/drawingml/2006/main"/>
          <a:ln xmlns:a="http://schemas.openxmlformats.org/drawingml/2006/main" w="13335">
            <a:solidFill>
              <a:srgbClr val="98999B"/>
            </a:solidFill>
            <a:prstDash val="dash"/>
          </a:ln>
        </p:spPr>
      </p:sp>
      <p:sp>
        <p:nvSpPr>
          <p:cNvPr id="51" name="Request Interpreter&#10;현재 입력에서 범위 판단">
            <a:extLst xmlns:a="http://schemas.openxmlformats.org/drawingml/2006/main">
              <a:ext uri="{FF2B5EF4-FFF2-40B4-BE49-F238E27FC236}">
                <a16:creationId xmlns:a16="http://schemas.microsoft.com/office/drawing/2014/main" id="{9EE9D05F-6651-4A26-AAB5-D3DDEDF38D4C}"/>
              </a:ext>
            </a:extLst>
          </p:cNvPr>
          <p:cNvSpPr>
            <a:spLocks xmlns:a="http://schemas.openxmlformats.org/drawingml/2006/main" noGrp="1"/>
          </p:cNvSpPr>
          <p:nvPr/>
        </p:nvSpPr>
        <p:spPr>
          <a:xfrm xmlns:a="http://schemas.openxmlformats.org/drawingml/2006/main">
            <a:off x="9582150" y="2743200"/>
            <a:ext cx="2676525" cy="5810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52" name="DP1 object 113">
            <a:extLst xmlns:a="http://schemas.openxmlformats.org/drawingml/2006/main">
              <a:ext uri="{FF2B5EF4-FFF2-40B4-BE49-F238E27FC236}">
                <a16:creationId xmlns:a16="http://schemas.microsoft.com/office/drawing/2014/main" id="{73E67634-5557-4C96-9225-B22F3B643661}"/>
              </a:ext>
            </a:extLst>
          </p:cNvPr>
          <p:cNvSpPr>
            <a:spLocks xmlns:a="http://schemas.openxmlformats.org/drawingml/2006/main" noGrp="1"/>
          </p:cNvSpPr>
          <p:nvPr/>
        </p:nvSpPr>
        <p:spPr>
          <a:xfrm xmlns:a="http://schemas.openxmlformats.org/drawingml/2006/main">
            <a:off x="9648825" y="2781300"/>
            <a:ext cx="25431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1">
                <a:solidFill>
                  <a:srgbClr val="111111"/>
                </a:solidFill>
                <a:latin typeface="Apple SD Gothic Neo"/>
                <a:ea typeface="Apple SD Gothic Neo"/>
                <a:cs typeface="Apple SD Gothic Neo"/>
              </a:defRPr>
            </a:defPPr>
            <a:lvl1pPr algn="ctr">
              <a:defRPr sz="1575" b="1">
                <a:solidFill>
                  <a:srgbClr val="111111"/>
                </a:solidFill>
                <a:latin typeface="Apple SD Gothic Neo"/>
                <a:ea typeface="Apple SD Gothic Neo"/>
                <a:cs typeface="Apple SD Gothic Neo"/>
              </a:defRPr>
            </a:lvl1pPr>
            <a:lvl2pPr algn="ctr">
              <a:defRPr sz="1575" b="1">
                <a:solidFill>
                  <a:srgbClr val="111111"/>
                </a:solidFill>
                <a:latin typeface="Apple SD Gothic Neo"/>
                <a:ea typeface="Apple SD Gothic Neo"/>
                <a:cs typeface="Apple SD Gothic Neo"/>
              </a:defRPr>
            </a:lvl2pPr>
            <a:lvl3pPr algn="ctr">
              <a:defRPr sz="1575" b="1">
                <a:solidFill>
                  <a:srgbClr val="111111"/>
                </a:solidFill>
                <a:latin typeface="Apple SD Gothic Neo"/>
                <a:ea typeface="Apple SD Gothic Neo"/>
                <a:cs typeface="Apple SD Gothic Neo"/>
              </a:defRPr>
            </a:lvl3pPr>
            <a:lvl4pPr algn="ctr">
              <a:defRPr sz="1575" b="1">
                <a:solidFill>
                  <a:srgbClr val="111111"/>
                </a:solidFill>
                <a:latin typeface="Apple SD Gothic Neo"/>
                <a:ea typeface="Apple SD Gothic Neo"/>
                <a:cs typeface="Apple SD Gothic Neo"/>
              </a:defRPr>
            </a:lvl4pPr>
            <a:lvl5pPr algn="ctr">
              <a:defRPr sz="1575" b="1">
                <a:solidFill>
                  <a:srgbClr val="111111"/>
                </a:solidFill>
                <a:latin typeface="Apple SD Gothic Neo"/>
                <a:ea typeface="Apple SD Gothic Neo"/>
                <a:cs typeface="Apple SD Gothic Neo"/>
              </a:defRPr>
            </a:lvl5pPr>
            <a:lvl6pPr algn="ctr">
              <a:defRPr sz="1575" b="1">
                <a:solidFill>
                  <a:srgbClr val="111111"/>
                </a:solidFill>
                <a:latin typeface="Apple SD Gothic Neo"/>
                <a:ea typeface="Apple SD Gothic Neo"/>
                <a:cs typeface="Apple SD Gothic Neo"/>
              </a:defRPr>
            </a:lvl6pPr>
            <a:lvl7pPr algn="ctr">
              <a:defRPr sz="1575" b="1">
                <a:solidFill>
                  <a:srgbClr val="111111"/>
                </a:solidFill>
                <a:latin typeface="Apple SD Gothic Neo"/>
                <a:ea typeface="Apple SD Gothic Neo"/>
                <a:cs typeface="Apple SD Gothic Neo"/>
              </a:defRPr>
            </a:lvl7pPr>
            <a:lvl8pPr algn="ctr">
              <a:defRPr sz="1575" b="1">
                <a:solidFill>
                  <a:srgbClr val="111111"/>
                </a:solidFill>
                <a:latin typeface="Apple SD Gothic Neo"/>
                <a:ea typeface="Apple SD Gothic Neo"/>
                <a:cs typeface="Apple SD Gothic Neo"/>
              </a:defRPr>
            </a:lvl8pPr>
            <a:lvl9pPr algn="ctr">
              <a:defRPr sz="1575" b="1">
                <a:solidFill>
                  <a:srgbClr val="111111"/>
                </a:solidFill>
                <a:latin typeface="Apple SD Gothic Neo"/>
                <a:ea typeface="Apple SD Gothic Neo"/>
                <a:cs typeface="Apple SD Gothic Neo"/>
              </a:defRPr>
            </a:lvl9pPr>
          </a:lstStyle>
          <a:p xmlns:a="http://schemas.openxmlformats.org/drawingml/2006/main">
            <a:pPr algn="ctr">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Request Interpreter</a:t>
            </a:r>
          </a:p>
          <a:p xmlns:a="http://schemas.openxmlformats.org/drawingml/2006/main">
            <a:pPr algn="ctr">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현재 입력에서 범위 판단</a:t>
            </a:r>
          </a:p>
        </p:txBody>
      </p:sp>
      <p:sp>
        <p:nvSpPr>
          <p:cNvPr id="53" name="Editable path 114">
            <a:extLst xmlns:a="http://schemas.openxmlformats.org/drawingml/2006/main">
              <a:ext uri="{FF2B5EF4-FFF2-40B4-BE49-F238E27FC236}">
                <a16:creationId xmlns:a16="http://schemas.microsoft.com/office/drawing/2014/main" id="{021974BF-C536-4D89-B86D-198CF837617B}"/>
              </a:ext>
            </a:extLst>
          </p:cNvPr>
          <p:cNvSpPr>
            <a:spLocks xmlns:a="http://schemas.openxmlformats.org/drawingml/2006/main" noGrp="1"/>
          </p:cNvSpPr>
          <p:nvPr/>
        </p:nvSpPr>
        <p:spPr>
          <a:xfrm xmlns:a="http://schemas.openxmlformats.org/drawingml/2006/main">
            <a:off x="10934700" y="3324225"/>
            <a:ext cx="953" cy="66675"/>
          </a:xfrm>
          <a:custGeom xmlns:a="http://schemas.openxmlformats.org/drawingml/2006/main">
            <a:pathLst>
              <a:path w="953" h="66675">
                <a:moveTo>
                  <a:pt x="0" y="0"/>
                </a:moveTo>
                <a:lnTo>
                  <a:pt x="0" y="66675"/>
                </a:lnTo>
              </a:path>
            </a:pathLst>
          </a:custGeom>
          <a:noFill xmlns:a="http://schemas.openxmlformats.org/drawingml/2006/main"/>
          <a:ln xmlns:a="http://schemas.openxmlformats.org/drawingml/2006/main" w="20955">
            <a:solidFill>
              <a:srgbClr val="111111"/>
            </a:solidFill>
            <a:prstDash val="solid"/>
          </a:ln>
        </p:spPr>
      </p:sp>
      <p:sp>
        <p:nvSpPr>
          <p:cNvPr id="54" name="Editable arrowhead 115">
            <a:extLst xmlns:a="http://schemas.openxmlformats.org/drawingml/2006/main">
              <a:ext uri="{FF2B5EF4-FFF2-40B4-BE49-F238E27FC236}">
                <a16:creationId xmlns:a16="http://schemas.microsoft.com/office/drawing/2014/main" id="{8A2E263D-57BF-429D-A136-043612C31E75}"/>
              </a:ext>
            </a:extLst>
          </p:cNvPr>
          <p:cNvSpPr>
            <a:spLocks xmlns:a="http://schemas.openxmlformats.org/drawingml/2006/main" noGrp="1"/>
          </p:cNvSpPr>
          <p:nvPr/>
        </p:nvSpPr>
        <p:spPr>
          <a:xfrm xmlns:a="http://schemas.openxmlformats.org/drawingml/2006/main">
            <a:off x="10887075" y="32956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5" name="Context Manager&#10;원본 조회·구성">
            <a:extLst xmlns:a="http://schemas.openxmlformats.org/drawingml/2006/main">
              <a:ext uri="{FF2B5EF4-FFF2-40B4-BE49-F238E27FC236}">
                <a16:creationId xmlns:a16="http://schemas.microsoft.com/office/drawing/2014/main" id="{84A57CFD-A3B1-4EAF-8BBA-3B691C822206}"/>
              </a:ext>
            </a:extLst>
          </p:cNvPr>
          <p:cNvSpPr>
            <a:spLocks xmlns:a="http://schemas.openxmlformats.org/drawingml/2006/main" noGrp="1"/>
          </p:cNvSpPr>
          <p:nvPr/>
        </p:nvSpPr>
        <p:spPr>
          <a:xfrm xmlns:a="http://schemas.openxmlformats.org/drawingml/2006/main">
            <a:off x="9582150" y="3390900"/>
            <a:ext cx="2676525" cy="600075"/>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56" name="DP1 object 116">
            <a:extLst xmlns:a="http://schemas.openxmlformats.org/drawingml/2006/main">
              <a:ext uri="{FF2B5EF4-FFF2-40B4-BE49-F238E27FC236}">
                <a16:creationId xmlns:a16="http://schemas.microsoft.com/office/drawing/2014/main" id="{68216137-207C-459D-9A8D-66D9818F11AC}"/>
              </a:ext>
            </a:extLst>
          </p:cNvPr>
          <p:cNvSpPr>
            <a:spLocks xmlns:a="http://schemas.openxmlformats.org/drawingml/2006/main" noGrp="1"/>
          </p:cNvSpPr>
          <p:nvPr/>
        </p:nvSpPr>
        <p:spPr>
          <a:xfrm xmlns:a="http://schemas.openxmlformats.org/drawingml/2006/main">
            <a:off x="9648825" y="3429000"/>
            <a:ext cx="25431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Context Manager</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원본 조회·구성</a:t>
            </a:r>
          </a:p>
        </p:txBody>
      </p:sp>
      <p:sp>
        <p:nvSpPr>
          <p:cNvPr id="57" name="허용 원본&#10;공통 기록">
            <a:extLst xmlns:a="http://schemas.openxmlformats.org/drawingml/2006/main">
              <a:ext uri="{FF2B5EF4-FFF2-40B4-BE49-F238E27FC236}">
                <a16:creationId xmlns:a16="http://schemas.microsoft.com/office/drawing/2014/main" id="{C2ACE539-D592-40D0-9B11-8BB182A83834}"/>
              </a:ext>
            </a:extLst>
          </p:cNvPr>
          <p:cNvSpPr>
            <a:spLocks xmlns:a="http://schemas.openxmlformats.org/drawingml/2006/main" noGrp="1"/>
          </p:cNvSpPr>
          <p:nvPr/>
        </p:nvSpPr>
        <p:spPr>
          <a:xfrm xmlns:a="http://schemas.openxmlformats.org/drawingml/2006/main">
            <a:off x="7477125" y="3371850"/>
            <a:ext cx="1628775" cy="704850"/>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58" name="DP1 object 117">
            <a:extLst xmlns:a="http://schemas.openxmlformats.org/drawingml/2006/main">
              <a:ext uri="{FF2B5EF4-FFF2-40B4-BE49-F238E27FC236}">
                <a16:creationId xmlns:a16="http://schemas.microsoft.com/office/drawing/2014/main" id="{F48BE0FC-A1DA-491C-810A-02B5B6AE3768}"/>
              </a:ext>
            </a:extLst>
          </p:cNvPr>
          <p:cNvSpPr>
            <a:spLocks xmlns:a="http://schemas.openxmlformats.org/drawingml/2006/main" noGrp="1"/>
          </p:cNvSpPr>
          <p:nvPr/>
        </p:nvSpPr>
        <p:spPr>
          <a:xfrm xmlns:a="http://schemas.openxmlformats.org/drawingml/2006/main">
            <a:off x="7524750" y="3476625"/>
            <a:ext cx="15335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허용 원본</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공통 기록</a:t>
            </a:r>
          </a:p>
        </p:txBody>
      </p:sp>
      <p:sp>
        <p:nvSpPr>
          <p:cNvPr id="59" name="Editable path 118">
            <a:extLst xmlns:a="http://schemas.openxmlformats.org/drawingml/2006/main">
              <a:ext uri="{FF2B5EF4-FFF2-40B4-BE49-F238E27FC236}">
                <a16:creationId xmlns:a16="http://schemas.microsoft.com/office/drawing/2014/main" id="{B19C22C9-B725-4F27-91FC-80A8993C18FA}"/>
              </a:ext>
            </a:extLst>
          </p:cNvPr>
          <p:cNvSpPr>
            <a:spLocks xmlns:a="http://schemas.openxmlformats.org/drawingml/2006/main" noGrp="1"/>
          </p:cNvSpPr>
          <p:nvPr/>
        </p:nvSpPr>
        <p:spPr>
          <a:xfrm xmlns:a="http://schemas.openxmlformats.org/drawingml/2006/main">
            <a:off x="9105900" y="3705225"/>
            <a:ext cx="476250" cy="953"/>
          </a:xfrm>
          <a:custGeom xmlns:a="http://schemas.openxmlformats.org/drawingml/2006/main">
            <a:pathLst>
              <a:path w="476250" h="953">
                <a:moveTo>
                  <a:pt x="0" y="0"/>
                </a:moveTo>
                <a:lnTo>
                  <a:pt x="476250" y="0"/>
                </a:lnTo>
              </a:path>
            </a:pathLst>
          </a:custGeom>
          <a:noFill xmlns:a="http://schemas.openxmlformats.org/drawingml/2006/main"/>
          <a:ln xmlns:a="http://schemas.openxmlformats.org/drawingml/2006/main" w="22860">
            <a:solidFill>
              <a:srgbClr val="111111"/>
            </a:solidFill>
            <a:prstDash val="solid"/>
          </a:ln>
        </p:spPr>
      </p:sp>
      <p:sp>
        <p:nvSpPr>
          <p:cNvPr id="60" name="Editable arrowhead 119">
            <a:extLst xmlns:a="http://schemas.openxmlformats.org/drawingml/2006/main">
              <a:ext uri="{FF2B5EF4-FFF2-40B4-BE49-F238E27FC236}">
                <a16:creationId xmlns:a16="http://schemas.microsoft.com/office/drawing/2014/main" id="{63C1C62D-E544-4235-8AD4-8B4C184A1756}"/>
              </a:ext>
            </a:extLst>
          </p:cNvPr>
          <p:cNvSpPr>
            <a:spLocks xmlns:a="http://schemas.openxmlformats.org/drawingml/2006/main" noGrp="1"/>
          </p:cNvSpPr>
          <p:nvPr/>
        </p:nvSpPr>
        <p:spPr>
          <a:xfrm xmlns:a="http://schemas.openxmlformats.org/drawingml/2006/main">
            <a:off x="9486900" y="365760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61" name="DP1 object 120">
            <a:extLst xmlns:a="http://schemas.openxmlformats.org/drawingml/2006/main">
              <a:ext uri="{FF2B5EF4-FFF2-40B4-BE49-F238E27FC236}">
                <a16:creationId xmlns:a16="http://schemas.microsoft.com/office/drawing/2014/main" id="{D3BF0D1A-FDE8-4643-BB9C-66EA2A20A742}"/>
              </a:ext>
            </a:extLst>
          </p:cNvPr>
          <p:cNvSpPr>
            <a:spLocks xmlns:a="http://schemas.openxmlformats.org/drawingml/2006/main" noGrp="1"/>
          </p:cNvSpPr>
          <p:nvPr/>
        </p:nvSpPr>
        <p:spPr>
          <a:xfrm xmlns:a="http://schemas.openxmlformats.org/drawingml/2006/main">
            <a:off x="9201150" y="331470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62" name="DP1 object 121">
            <a:extLst xmlns:a="http://schemas.openxmlformats.org/drawingml/2006/main">
              <a:ext uri="{FF2B5EF4-FFF2-40B4-BE49-F238E27FC236}">
                <a16:creationId xmlns:a16="http://schemas.microsoft.com/office/drawing/2014/main" id="{583FCF68-DB5C-4C3A-A87E-04A31C6A5F87}"/>
              </a:ext>
            </a:extLst>
          </p:cNvPr>
          <p:cNvSpPr>
            <a:spLocks xmlns:a="http://schemas.openxmlformats.org/drawingml/2006/main" noGrp="1"/>
          </p:cNvSpPr>
          <p:nvPr/>
        </p:nvSpPr>
        <p:spPr>
          <a:xfrm xmlns:a="http://schemas.openxmlformats.org/drawingml/2006/main">
            <a:off x="9201150" y="331470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63" name="Editable path 122">
            <a:extLst xmlns:a="http://schemas.openxmlformats.org/drawingml/2006/main">
              <a:ext uri="{FF2B5EF4-FFF2-40B4-BE49-F238E27FC236}">
                <a16:creationId xmlns:a16="http://schemas.microsoft.com/office/drawing/2014/main" id="{9EFB3C58-B098-4A17-B407-AD808181195F}"/>
              </a:ext>
            </a:extLst>
          </p:cNvPr>
          <p:cNvSpPr>
            <a:spLocks xmlns:a="http://schemas.openxmlformats.org/drawingml/2006/main" noGrp="1"/>
          </p:cNvSpPr>
          <p:nvPr/>
        </p:nvSpPr>
        <p:spPr>
          <a:xfrm xmlns:a="http://schemas.openxmlformats.org/drawingml/2006/main">
            <a:off x="10934700" y="3990975"/>
            <a:ext cx="953" cy="180975"/>
          </a:xfrm>
          <a:custGeom xmlns:a="http://schemas.openxmlformats.org/drawingml/2006/main">
            <a:pathLst>
              <a:path w="953" h="180975">
                <a:moveTo>
                  <a:pt x="0" y="0"/>
                </a:moveTo>
                <a:lnTo>
                  <a:pt x="0" y="180975"/>
                </a:lnTo>
              </a:path>
            </a:pathLst>
          </a:custGeom>
          <a:noFill xmlns:a="http://schemas.openxmlformats.org/drawingml/2006/main"/>
          <a:ln xmlns:a="http://schemas.openxmlformats.org/drawingml/2006/main" w="20955">
            <a:solidFill>
              <a:srgbClr val="111111"/>
            </a:solidFill>
            <a:prstDash val="solid"/>
          </a:ln>
        </p:spPr>
      </p:sp>
      <p:sp>
        <p:nvSpPr>
          <p:cNvPr id="64" name="Editable arrowhead 123">
            <a:extLst xmlns:a="http://schemas.openxmlformats.org/drawingml/2006/main">
              <a:ext uri="{FF2B5EF4-FFF2-40B4-BE49-F238E27FC236}">
                <a16:creationId xmlns:a16="http://schemas.microsoft.com/office/drawing/2014/main" id="{C02BA337-2DCF-4387-AE07-08DA2BBAB3D7}"/>
              </a:ext>
            </a:extLst>
          </p:cNvPr>
          <p:cNvSpPr>
            <a:spLocks xmlns:a="http://schemas.openxmlformats.org/drawingml/2006/main" noGrp="1"/>
          </p:cNvSpPr>
          <p:nvPr/>
        </p:nvSpPr>
        <p:spPr>
          <a:xfrm xmlns:a="http://schemas.openxmlformats.org/drawingml/2006/main">
            <a:off x="10887075" y="40767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65" name="임시 근거 묶음 (요청 수명)">
            <a:extLst xmlns:a="http://schemas.openxmlformats.org/drawingml/2006/main">
              <a:ext uri="{FF2B5EF4-FFF2-40B4-BE49-F238E27FC236}">
                <a16:creationId xmlns:a16="http://schemas.microsoft.com/office/drawing/2014/main" id="{08A521B1-EA07-46D5-BA74-64B5F1AF291A}"/>
              </a:ext>
            </a:extLst>
          </p:cNvPr>
          <p:cNvSpPr>
            <a:spLocks xmlns:a="http://schemas.openxmlformats.org/drawingml/2006/main" noGrp="1"/>
          </p:cNvSpPr>
          <p:nvPr/>
        </p:nvSpPr>
        <p:spPr>
          <a:xfrm xmlns:a="http://schemas.openxmlformats.org/drawingml/2006/main">
            <a:off x="9582150" y="4171950"/>
            <a:ext cx="2676525" cy="51435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66" name="DP1 object 124">
            <a:extLst xmlns:a="http://schemas.openxmlformats.org/drawingml/2006/main">
              <a:ext uri="{FF2B5EF4-FFF2-40B4-BE49-F238E27FC236}">
                <a16:creationId xmlns:a16="http://schemas.microsoft.com/office/drawing/2014/main" id="{C3081DC2-FA0C-40C8-ABAB-D265C44E4A04}"/>
              </a:ext>
            </a:extLst>
          </p:cNvPr>
          <p:cNvSpPr>
            <a:spLocks xmlns:a="http://schemas.openxmlformats.org/drawingml/2006/main" noGrp="1"/>
          </p:cNvSpPr>
          <p:nvPr/>
        </p:nvSpPr>
        <p:spPr>
          <a:xfrm xmlns:a="http://schemas.openxmlformats.org/drawingml/2006/main">
            <a:off x="9629775" y="4276725"/>
            <a:ext cx="25812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임시 근거 묶음 (요청 수명)</a:t>
            </a:r>
          </a:p>
        </p:txBody>
      </p:sp>
      <p:sp>
        <p:nvSpPr>
          <p:cNvPr id="67" name="Editable path 125">
            <a:extLst xmlns:a="http://schemas.openxmlformats.org/drawingml/2006/main">
              <a:ext uri="{FF2B5EF4-FFF2-40B4-BE49-F238E27FC236}">
                <a16:creationId xmlns:a16="http://schemas.microsoft.com/office/drawing/2014/main" id="{831EA975-CC8B-4694-9EE5-E002B464B1DE}"/>
              </a:ext>
            </a:extLst>
          </p:cNvPr>
          <p:cNvSpPr>
            <a:spLocks xmlns:a="http://schemas.openxmlformats.org/drawingml/2006/main" noGrp="1"/>
          </p:cNvSpPr>
          <p:nvPr/>
        </p:nvSpPr>
        <p:spPr>
          <a:xfrm xmlns:a="http://schemas.openxmlformats.org/drawingml/2006/main">
            <a:off x="10934700" y="4686300"/>
            <a:ext cx="953" cy="171450"/>
          </a:xfrm>
          <a:custGeom xmlns:a="http://schemas.openxmlformats.org/drawingml/2006/main">
            <a:pathLst>
              <a:path w="953" h="171450">
                <a:moveTo>
                  <a:pt x="0" y="0"/>
                </a:moveTo>
                <a:lnTo>
                  <a:pt x="0" y="171450"/>
                </a:lnTo>
              </a:path>
            </a:pathLst>
          </a:custGeom>
          <a:noFill xmlns:a="http://schemas.openxmlformats.org/drawingml/2006/main"/>
          <a:ln xmlns:a="http://schemas.openxmlformats.org/drawingml/2006/main" w="20955">
            <a:solidFill>
              <a:srgbClr val="111111"/>
            </a:solidFill>
            <a:prstDash val="solid"/>
          </a:ln>
        </p:spPr>
      </p:sp>
      <p:sp>
        <p:nvSpPr>
          <p:cNvPr id="68" name="Editable arrowhead 126">
            <a:extLst xmlns:a="http://schemas.openxmlformats.org/drawingml/2006/main">
              <a:ext uri="{FF2B5EF4-FFF2-40B4-BE49-F238E27FC236}">
                <a16:creationId xmlns:a16="http://schemas.microsoft.com/office/drawing/2014/main" id="{75940CB7-2BFC-4567-A80F-CCBDCFC046EC}"/>
              </a:ext>
            </a:extLst>
          </p:cNvPr>
          <p:cNvSpPr>
            <a:spLocks xmlns:a="http://schemas.openxmlformats.org/drawingml/2006/main" noGrp="1"/>
          </p:cNvSpPr>
          <p:nvPr/>
        </p:nvSpPr>
        <p:spPr>
          <a:xfrm xmlns:a="http://schemas.openxmlformats.org/drawingml/2006/main">
            <a:off x="10887075" y="47625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69" name="Request Interpreter&#10;현재 의미 판단">
            <a:extLst xmlns:a="http://schemas.openxmlformats.org/drawingml/2006/main">
              <a:ext uri="{FF2B5EF4-FFF2-40B4-BE49-F238E27FC236}">
                <a16:creationId xmlns:a16="http://schemas.microsoft.com/office/drawing/2014/main" id="{65960DC4-37EE-44EE-AD2F-F110A7E5C581}"/>
              </a:ext>
            </a:extLst>
          </p:cNvPr>
          <p:cNvSpPr>
            <a:spLocks xmlns:a="http://schemas.openxmlformats.org/drawingml/2006/main" noGrp="1"/>
          </p:cNvSpPr>
          <p:nvPr/>
        </p:nvSpPr>
        <p:spPr>
          <a:xfrm xmlns:a="http://schemas.openxmlformats.org/drawingml/2006/main">
            <a:off x="9582150" y="4857750"/>
            <a:ext cx="2676525" cy="57150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70" name="DP1 object 127">
            <a:extLst xmlns:a="http://schemas.openxmlformats.org/drawingml/2006/main">
              <a:ext uri="{FF2B5EF4-FFF2-40B4-BE49-F238E27FC236}">
                <a16:creationId xmlns:a16="http://schemas.microsoft.com/office/drawing/2014/main" id="{64953E64-B3FE-4166-BACD-5E87B93D611D}"/>
              </a:ext>
            </a:extLst>
          </p:cNvPr>
          <p:cNvSpPr>
            <a:spLocks xmlns:a="http://schemas.openxmlformats.org/drawingml/2006/main" noGrp="1"/>
          </p:cNvSpPr>
          <p:nvPr/>
        </p:nvSpPr>
        <p:spPr>
          <a:xfrm xmlns:a="http://schemas.openxmlformats.org/drawingml/2006/main">
            <a:off x="9648825" y="4895850"/>
            <a:ext cx="25431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Request Interpreter</a:t>
            </a:r>
          </a:p>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현재 의미 판단</a:t>
            </a:r>
          </a:p>
        </p:txBody>
      </p:sp>
      <p:sp>
        <p:nvSpPr>
          <p:cNvPr id="71" name="DP1 object 128">
            <a:extLst xmlns:a="http://schemas.openxmlformats.org/drawingml/2006/main">
              <a:ext uri="{FF2B5EF4-FFF2-40B4-BE49-F238E27FC236}">
                <a16:creationId xmlns:a16="http://schemas.microsoft.com/office/drawing/2014/main" id="{1575FFAD-B088-4DD8-BBCC-AAAB6B6E66E8}"/>
              </a:ext>
            </a:extLst>
          </p:cNvPr>
          <p:cNvSpPr>
            <a:spLocks xmlns:a="http://schemas.openxmlformats.org/drawingml/2006/main" noGrp="1"/>
          </p:cNvSpPr>
          <p:nvPr/>
        </p:nvSpPr>
        <p:spPr>
          <a:xfrm xmlns:a="http://schemas.openxmlformats.org/drawingml/2006/main">
            <a:off x="9496425" y="5467350"/>
            <a:ext cx="2876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C00000"/>
                </a:solidFill>
                <a:latin typeface="Apple SD Gothic Neo"/>
                <a:ea typeface="Apple SD Gothic Neo"/>
                <a:cs typeface="Apple SD Gothic Neo"/>
              </a:defRPr>
            </a:defPPr>
            <a:lvl1pPr algn="ctr">
              <a:defRPr sz="1500" b="1">
                <a:solidFill>
                  <a:srgbClr val="C00000"/>
                </a:solidFill>
                <a:latin typeface="Apple SD Gothic Neo"/>
                <a:ea typeface="Apple SD Gothic Neo"/>
                <a:cs typeface="Apple SD Gothic Neo"/>
              </a:defRPr>
            </a:lvl1pPr>
            <a:lvl2pPr algn="ctr">
              <a:defRPr sz="1500" b="1">
                <a:solidFill>
                  <a:srgbClr val="C00000"/>
                </a:solidFill>
                <a:latin typeface="Apple SD Gothic Neo"/>
                <a:ea typeface="Apple SD Gothic Neo"/>
                <a:cs typeface="Apple SD Gothic Neo"/>
              </a:defRPr>
            </a:lvl2pPr>
            <a:lvl3pPr algn="ctr">
              <a:defRPr sz="1500" b="1">
                <a:solidFill>
                  <a:srgbClr val="C00000"/>
                </a:solidFill>
                <a:latin typeface="Apple SD Gothic Neo"/>
                <a:ea typeface="Apple SD Gothic Neo"/>
                <a:cs typeface="Apple SD Gothic Neo"/>
              </a:defRPr>
            </a:lvl3pPr>
            <a:lvl4pPr algn="ctr">
              <a:defRPr sz="1500" b="1">
                <a:solidFill>
                  <a:srgbClr val="C00000"/>
                </a:solidFill>
                <a:latin typeface="Apple SD Gothic Neo"/>
                <a:ea typeface="Apple SD Gothic Neo"/>
                <a:cs typeface="Apple SD Gothic Neo"/>
              </a:defRPr>
            </a:lvl4pPr>
            <a:lvl5pPr algn="ctr">
              <a:defRPr sz="1500" b="1">
                <a:solidFill>
                  <a:srgbClr val="C00000"/>
                </a:solidFill>
                <a:latin typeface="Apple SD Gothic Neo"/>
                <a:ea typeface="Apple SD Gothic Neo"/>
                <a:cs typeface="Apple SD Gothic Neo"/>
              </a:defRPr>
            </a:lvl5pPr>
            <a:lvl6pPr algn="ctr">
              <a:defRPr sz="1500" b="1">
                <a:solidFill>
                  <a:srgbClr val="C00000"/>
                </a:solidFill>
                <a:latin typeface="Apple SD Gothic Neo"/>
                <a:ea typeface="Apple SD Gothic Neo"/>
                <a:cs typeface="Apple SD Gothic Neo"/>
              </a:defRPr>
            </a:lvl6pPr>
            <a:lvl7pPr algn="ctr">
              <a:defRPr sz="1500" b="1">
                <a:solidFill>
                  <a:srgbClr val="C00000"/>
                </a:solidFill>
                <a:latin typeface="Apple SD Gothic Neo"/>
                <a:ea typeface="Apple SD Gothic Neo"/>
                <a:cs typeface="Apple SD Gothic Neo"/>
              </a:defRPr>
            </a:lvl7pPr>
            <a:lvl8pPr algn="ctr">
              <a:defRPr sz="1500" b="1">
                <a:solidFill>
                  <a:srgbClr val="C00000"/>
                </a:solidFill>
                <a:latin typeface="Apple SD Gothic Neo"/>
                <a:ea typeface="Apple SD Gothic Neo"/>
                <a:cs typeface="Apple SD Gothic Neo"/>
              </a:defRPr>
            </a:lvl8pPr>
            <a:lvl9pPr algn="ctr">
              <a:defRPr sz="1500" b="1">
                <a:solidFill>
                  <a:srgbClr val="C00000"/>
                </a:solidFill>
                <a:latin typeface="Apple SD Gothic Neo"/>
                <a:ea typeface="Apple SD Gothic Neo"/>
                <a:cs typeface="Apple SD Gothic Neo"/>
              </a:defRPr>
            </a:lvl9pPr>
          </a:lstStyle>
          <a:p xmlns:a="http://schemas.openxmlformats.org/drawingml/2006/main">
            <a:pPr algn="ctr">
              <a:defRPr sz="1500" b="1">
                <a:solidFill>
                  <a:srgbClr val="C00000"/>
                </a:solidFill>
                <a:latin typeface="Apple SD Gothic Neo"/>
                <a:ea typeface="Apple SD Gothic Neo"/>
                <a:cs typeface="Apple SD Gothic Neo"/>
              </a:defRPr>
            </a:pPr>
            <a:r>
              <a:rPr sz="1500" b="1">
                <a:solidFill>
                  <a:srgbClr val="C00000"/>
                </a:solidFill>
                <a:latin typeface="Apple SD Gothic Neo"/>
                <a:ea typeface="Apple SD Gothic Neo"/>
                <a:cs typeface="Apple SD Gothic Neo"/>
              </a:rPr>
              <a:t>요청 종료 → 추가 묶음 해제</a:t>
            </a:r>
          </a:p>
        </p:txBody>
      </p:sp>
      <p:sp>
        <p:nvSpPr>
          <p:cNvPr id="72" name="Editable path 129">
            <a:extLst xmlns:a="http://schemas.openxmlformats.org/drawingml/2006/main">
              <a:ext uri="{FF2B5EF4-FFF2-40B4-BE49-F238E27FC236}">
                <a16:creationId xmlns:a16="http://schemas.microsoft.com/office/drawing/2014/main" id="{6735442A-A78E-486E-BA8C-B9EC52519A5E}"/>
              </a:ext>
            </a:extLst>
          </p:cNvPr>
          <p:cNvSpPr>
            <a:spLocks xmlns:a="http://schemas.openxmlformats.org/drawingml/2006/main" noGrp="1"/>
          </p:cNvSpPr>
          <p:nvPr/>
        </p:nvSpPr>
        <p:spPr>
          <a:xfrm xmlns:a="http://schemas.openxmlformats.org/drawingml/2006/main">
            <a:off x="9239250" y="3067050"/>
            <a:ext cx="342900" cy="2466975"/>
          </a:xfrm>
          <a:custGeom xmlns:a="http://schemas.openxmlformats.org/drawingml/2006/main">
            <a:pathLst>
              <a:path w="342900" h="2466975">
                <a:moveTo>
                  <a:pt x="161925" y="2466975"/>
                </a:moveTo>
                <a:lnTo>
                  <a:pt x="0" y="2466975"/>
                </a:lnTo>
                <a:lnTo>
                  <a:pt x="0" y="0"/>
                </a:lnTo>
                <a:lnTo>
                  <a:pt x="342900" y="0"/>
                </a:lnTo>
              </a:path>
            </a:pathLst>
          </a:custGeom>
          <a:noFill xmlns:a="http://schemas.openxmlformats.org/drawingml/2006/main"/>
          <a:ln xmlns:a="http://schemas.openxmlformats.org/drawingml/2006/main" w="17145">
            <a:solidFill>
              <a:srgbClr val="98999B"/>
            </a:solidFill>
            <a:prstDash val="dash"/>
          </a:ln>
        </p:spPr>
      </p:sp>
      <p:sp>
        <p:nvSpPr>
          <p:cNvPr id="73" name="Editable arrowhead 130">
            <a:extLst xmlns:a="http://schemas.openxmlformats.org/drawingml/2006/main">
              <a:ext uri="{FF2B5EF4-FFF2-40B4-BE49-F238E27FC236}">
                <a16:creationId xmlns:a16="http://schemas.microsoft.com/office/drawing/2014/main" id="{4807AAF5-2EE0-46DA-B41D-1637BC7AAA18}"/>
              </a:ext>
            </a:extLst>
          </p:cNvPr>
          <p:cNvSpPr>
            <a:spLocks xmlns:a="http://schemas.openxmlformats.org/drawingml/2006/main" noGrp="1"/>
          </p:cNvSpPr>
          <p:nvPr/>
        </p:nvSpPr>
        <p:spPr>
          <a:xfrm xmlns:a="http://schemas.openxmlformats.org/drawingml/2006/main">
            <a:off x="9486900" y="30194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98999B"/>
          </a:solidFill>
          <a:ln xmlns:a="http://schemas.openxmlformats.org/drawingml/2006/main" w="5715">
            <a:solidFill>
              <a:srgbClr val="98999B"/>
            </a:solidFill>
            <a:prstDash val="solid"/>
          </a:ln>
        </p:spPr>
      </p:sp>
      <p:sp>
        <p:nvSpPr>
          <p:cNvPr id="74" name="DP1 object 131">
            <a:extLst xmlns:a="http://schemas.openxmlformats.org/drawingml/2006/main">
              <a:ext uri="{FF2B5EF4-FFF2-40B4-BE49-F238E27FC236}">
                <a16:creationId xmlns:a16="http://schemas.microsoft.com/office/drawing/2014/main" id="{4CE7735C-1DD0-43A8-8643-AA70AA8DB6B1}"/>
              </a:ext>
            </a:extLst>
          </p:cNvPr>
          <p:cNvSpPr>
            <a:spLocks xmlns:a="http://schemas.openxmlformats.org/drawingml/2006/main" noGrp="1"/>
          </p:cNvSpPr>
          <p:nvPr/>
        </p:nvSpPr>
        <p:spPr>
          <a:xfrm xmlns:a="http://schemas.openxmlformats.org/drawingml/2006/main">
            <a:off x="7524750" y="4486275"/>
            <a:ext cx="15811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다음 요청도</a:t>
            </a:r>
          </a:p>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새로 구성</a:t>
            </a:r>
          </a:p>
        </p:txBody>
      </p:sp>
      <p:sp>
        <p:nvSpPr>
          <p:cNvPr id="75" name="DP1 object 132">
            <a:extLst xmlns:a="http://schemas.openxmlformats.org/drawingml/2006/main">
              <a:ext uri="{FF2B5EF4-FFF2-40B4-BE49-F238E27FC236}">
                <a16:creationId xmlns:a16="http://schemas.microsoft.com/office/drawing/2014/main" id="{E563E20E-0EFC-4024-89E2-83BF55671588}"/>
              </a:ext>
            </a:extLst>
          </p:cNvPr>
          <p:cNvSpPr>
            <a:spLocks xmlns:a="http://schemas.openxmlformats.org/drawingml/2006/main" noGrp="1"/>
          </p:cNvSpPr>
          <p:nvPr/>
        </p:nvSpPr>
        <p:spPr>
          <a:xfrm xmlns:a="http://schemas.openxmlformats.org/drawingml/2006/main">
            <a:off x="12744450" y="2295525"/>
            <a:ext cx="5200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요청 밖의 생산 경로 + 요청 안의 조회</a:t>
            </a:r>
          </a:p>
        </p:txBody>
      </p:sp>
      <p:sp>
        <p:nvSpPr>
          <p:cNvPr id="76" name="DP1 object 133">
            <a:extLst xmlns:a="http://schemas.openxmlformats.org/drawingml/2006/main">
              <a:ext uri="{FF2B5EF4-FFF2-40B4-BE49-F238E27FC236}">
                <a16:creationId xmlns:a16="http://schemas.microsoft.com/office/drawing/2014/main" id="{C96D64A2-953C-457B-8D11-2BF2F6E656AE}"/>
              </a:ext>
            </a:extLst>
          </p:cNvPr>
          <p:cNvSpPr>
            <a:spLocks xmlns:a="http://schemas.openxmlformats.org/drawingml/2006/main" noGrp="1"/>
          </p:cNvSpPr>
          <p:nvPr/>
        </p:nvSpPr>
        <p:spPr>
          <a:xfrm xmlns:a="http://schemas.openxmlformats.org/drawingml/2006/main">
            <a:off x="12801600" y="2676525"/>
            <a:ext cx="5105400" cy="1381125"/>
          </a:xfrm>
          <a:prstGeom xmlns:a="http://schemas.openxmlformats.org/drawingml/2006/main" prst="rect">
            <a:avLst/>
          </a:prstGeom>
          <a:solidFill xmlns:a="http://schemas.openxmlformats.org/drawingml/2006/main">
            <a:srgbClr val="FFF6DD"/>
          </a:solidFill>
          <a:ln xmlns:a="http://schemas.openxmlformats.org/drawingml/2006/main" w="13335">
            <a:solidFill>
              <a:srgbClr val="111111"/>
            </a:solidFill>
            <a:prstDash val="solid"/>
          </a:ln>
        </p:spPr>
      </p:sp>
      <p:sp>
        <p:nvSpPr>
          <p:cNvPr id="77" name="DP1 object 134">
            <a:extLst xmlns:a="http://schemas.openxmlformats.org/drawingml/2006/main">
              <a:ext uri="{FF2B5EF4-FFF2-40B4-BE49-F238E27FC236}">
                <a16:creationId xmlns:a16="http://schemas.microsoft.com/office/drawing/2014/main" id="{AC7B4B52-2C6E-4B59-94CE-757688A900FB}"/>
              </a:ext>
            </a:extLst>
          </p:cNvPr>
          <p:cNvSpPr>
            <a:spLocks xmlns:a="http://schemas.openxmlformats.org/drawingml/2006/main" noGrp="1"/>
          </p:cNvSpPr>
          <p:nvPr/>
        </p:nvSpPr>
        <p:spPr>
          <a:xfrm xmlns:a="http://schemas.openxmlformats.org/drawingml/2006/main">
            <a:off x="12925425" y="2724150"/>
            <a:ext cx="4762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650" b="1">
                <a:solidFill>
                  <a:srgbClr val="111111"/>
                </a:solidFill>
                <a:latin typeface="Apple SD Gothic Neo"/>
                <a:ea typeface="Apple SD Gothic Neo"/>
                <a:cs typeface="Apple SD Gothic Neo"/>
              </a:defRPr>
            </a:defPPr>
            <a:lvl1pPr algn="l">
              <a:defRPr sz="1650" b="1">
                <a:solidFill>
                  <a:srgbClr val="111111"/>
                </a:solidFill>
                <a:latin typeface="Apple SD Gothic Neo"/>
                <a:ea typeface="Apple SD Gothic Neo"/>
                <a:cs typeface="Apple SD Gothic Neo"/>
              </a:defRPr>
            </a:lvl1pPr>
            <a:lvl2pPr algn="l">
              <a:defRPr sz="1650" b="1">
                <a:solidFill>
                  <a:srgbClr val="111111"/>
                </a:solidFill>
                <a:latin typeface="Apple SD Gothic Neo"/>
                <a:ea typeface="Apple SD Gothic Neo"/>
                <a:cs typeface="Apple SD Gothic Neo"/>
              </a:defRPr>
            </a:lvl2pPr>
            <a:lvl3pPr algn="l">
              <a:defRPr sz="1650" b="1">
                <a:solidFill>
                  <a:srgbClr val="111111"/>
                </a:solidFill>
                <a:latin typeface="Apple SD Gothic Neo"/>
                <a:ea typeface="Apple SD Gothic Neo"/>
                <a:cs typeface="Apple SD Gothic Neo"/>
              </a:defRPr>
            </a:lvl3pPr>
            <a:lvl4pPr algn="l">
              <a:defRPr sz="1650" b="1">
                <a:solidFill>
                  <a:srgbClr val="111111"/>
                </a:solidFill>
                <a:latin typeface="Apple SD Gothic Neo"/>
                <a:ea typeface="Apple SD Gothic Neo"/>
                <a:cs typeface="Apple SD Gothic Neo"/>
              </a:defRPr>
            </a:lvl4pPr>
            <a:lvl5pPr algn="l">
              <a:defRPr sz="1650" b="1">
                <a:solidFill>
                  <a:srgbClr val="111111"/>
                </a:solidFill>
                <a:latin typeface="Apple SD Gothic Neo"/>
                <a:ea typeface="Apple SD Gothic Neo"/>
                <a:cs typeface="Apple SD Gothic Neo"/>
              </a:defRPr>
            </a:lvl5pPr>
            <a:lvl6pPr algn="l">
              <a:defRPr sz="1650" b="1">
                <a:solidFill>
                  <a:srgbClr val="111111"/>
                </a:solidFill>
                <a:latin typeface="Apple SD Gothic Neo"/>
                <a:ea typeface="Apple SD Gothic Neo"/>
                <a:cs typeface="Apple SD Gothic Neo"/>
              </a:defRPr>
            </a:lvl6pPr>
            <a:lvl7pPr algn="l">
              <a:defRPr sz="1650" b="1">
                <a:solidFill>
                  <a:srgbClr val="111111"/>
                </a:solidFill>
                <a:latin typeface="Apple SD Gothic Neo"/>
                <a:ea typeface="Apple SD Gothic Neo"/>
                <a:cs typeface="Apple SD Gothic Neo"/>
              </a:defRPr>
            </a:lvl7pPr>
            <a:lvl8pPr algn="l">
              <a:defRPr sz="1650" b="1">
                <a:solidFill>
                  <a:srgbClr val="111111"/>
                </a:solidFill>
                <a:latin typeface="Apple SD Gothic Neo"/>
                <a:ea typeface="Apple SD Gothic Neo"/>
                <a:cs typeface="Apple SD Gothic Neo"/>
              </a:defRPr>
            </a:lvl8pPr>
            <a:lvl9pPr algn="l">
              <a:defRPr sz="1650" b="1">
                <a:solidFill>
                  <a:srgbClr val="111111"/>
                </a:solidFill>
                <a:latin typeface="Apple SD Gothic Neo"/>
                <a:ea typeface="Apple SD Gothic Neo"/>
                <a:cs typeface="Apple SD Gothic Neo"/>
              </a:defRPr>
            </a:lvl9pPr>
          </a:lstStyle>
          <a:p xmlns:a="http://schemas.openxmlformats.org/drawingml/2006/main">
            <a:pPr algn="l">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생산 경로 · 요청과 별도로 동작</a:t>
            </a:r>
          </a:p>
        </p:txBody>
      </p:sp>
      <p:sp>
        <p:nvSpPr>
          <p:cNvPr id="78" name="허용 원본&#10;변경 발생">
            <a:extLst xmlns:a="http://schemas.openxmlformats.org/drawingml/2006/main">
              <a:ext uri="{FF2B5EF4-FFF2-40B4-BE49-F238E27FC236}">
                <a16:creationId xmlns:a16="http://schemas.microsoft.com/office/drawing/2014/main" id="{6A03A787-3405-442C-AD49-F7817467275D}"/>
              </a:ext>
            </a:extLst>
          </p:cNvPr>
          <p:cNvSpPr>
            <a:spLocks xmlns:a="http://schemas.openxmlformats.org/drawingml/2006/main" noGrp="1"/>
          </p:cNvSpPr>
          <p:nvPr/>
        </p:nvSpPr>
        <p:spPr>
          <a:xfrm xmlns:a="http://schemas.openxmlformats.org/drawingml/2006/main">
            <a:off x="12925425" y="3152775"/>
            <a:ext cx="1200150" cy="6191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79" name="DP1 object 135">
            <a:extLst xmlns:a="http://schemas.openxmlformats.org/drawingml/2006/main">
              <a:ext uri="{FF2B5EF4-FFF2-40B4-BE49-F238E27FC236}">
                <a16:creationId xmlns:a16="http://schemas.microsoft.com/office/drawing/2014/main" id="{8A2B72AB-11BB-4198-AF46-B6FD767C196C}"/>
              </a:ext>
            </a:extLst>
          </p:cNvPr>
          <p:cNvSpPr>
            <a:spLocks xmlns:a="http://schemas.openxmlformats.org/drawingml/2006/main" noGrp="1"/>
          </p:cNvSpPr>
          <p:nvPr/>
        </p:nvSpPr>
        <p:spPr>
          <a:xfrm xmlns:a="http://schemas.openxmlformats.org/drawingml/2006/main">
            <a:off x="12992100" y="3190875"/>
            <a:ext cx="10668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허용 원본</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변경 발생</a:t>
            </a:r>
          </a:p>
        </p:txBody>
      </p:sp>
      <p:sp>
        <p:nvSpPr>
          <p:cNvPr id="80" name="근거 생산자&#10;관계 생산·검증">
            <a:extLst xmlns:a="http://schemas.openxmlformats.org/drawingml/2006/main">
              <a:ext uri="{FF2B5EF4-FFF2-40B4-BE49-F238E27FC236}">
                <a16:creationId xmlns:a16="http://schemas.microsoft.com/office/drawing/2014/main" id="{77925C10-89F0-4E5B-87C9-8E6D2041B8B4}"/>
              </a:ext>
            </a:extLst>
          </p:cNvPr>
          <p:cNvSpPr>
            <a:spLocks xmlns:a="http://schemas.openxmlformats.org/drawingml/2006/main" noGrp="1"/>
          </p:cNvSpPr>
          <p:nvPr/>
        </p:nvSpPr>
        <p:spPr>
          <a:xfrm xmlns:a="http://schemas.openxmlformats.org/drawingml/2006/main">
            <a:off x="14382750" y="3105150"/>
            <a:ext cx="1676400" cy="7143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81" name="DP1 object 136">
            <a:extLst xmlns:a="http://schemas.openxmlformats.org/drawingml/2006/main">
              <a:ext uri="{FF2B5EF4-FFF2-40B4-BE49-F238E27FC236}">
                <a16:creationId xmlns:a16="http://schemas.microsoft.com/office/drawing/2014/main" id="{8C14F91D-05F7-4E21-A027-DA8076B8E0E9}"/>
              </a:ext>
            </a:extLst>
          </p:cNvPr>
          <p:cNvSpPr>
            <a:spLocks xmlns:a="http://schemas.openxmlformats.org/drawingml/2006/main" noGrp="1"/>
          </p:cNvSpPr>
          <p:nvPr/>
        </p:nvSpPr>
        <p:spPr>
          <a:xfrm xmlns:a="http://schemas.openxmlformats.org/drawingml/2006/main">
            <a:off x="14449425" y="3143250"/>
            <a:ext cx="15430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근거 생산자</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관계 생산·검증</a:t>
            </a:r>
          </a:p>
        </p:txBody>
      </p:sp>
      <p:sp>
        <p:nvSpPr>
          <p:cNvPr id="82" name="게시 근거">
            <a:extLst xmlns:a="http://schemas.openxmlformats.org/drawingml/2006/main">
              <a:ext uri="{FF2B5EF4-FFF2-40B4-BE49-F238E27FC236}">
                <a16:creationId xmlns:a16="http://schemas.microsoft.com/office/drawing/2014/main" id="{840398BE-AACE-4967-9E7D-1437AC02CCC1}"/>
              </a:ext>
            </a:extLst>
          </p:cNvPr>
          <p:cNvSpPr>
            <a:spLocks xmlns:a="http://schemas.openxmlformats.org/drawingml/2006/main" noGrp="1"/>
          </p:cNvSpPr>
          <p:nvPr/>
        </p:nvSpPr>
        <p:spPr>
          <a:xfrm xmlns:a="http://schemas.openxmlformats.org/drawingml/2006/main">
            <a:off x="16373475" y="3162300"/>
            <a:ext cx="1390650" cy="590550"/>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83" name="DP1 object 137">
            <a:extLst xmlns:a="http://schemas.openxmlformats.org/drawingml/2006/main">
              <a:ext uri="{FF2B5EF4-FFF2-40B4-BE49-F238E27FC236}">
                <a16:creationId xmlns:a16="http://schemas.microsoft.com/office/drawing/2014/main" id="{9C658E31-E3C5-4D03-A47D-72412FAA0B4A}"/>
              </a:ext>
            </a:extLst>
          </p:cNvPr>
          <p:cNvSpPr>
            <a:spLocks xmlns:a="http://schemas.openxmlformats.org/drawingml/2006/main" noGrp="1"/>
          </p:cNvSpPr>
          <p:nvPr/>
        </p:nvSpPr>
        <p:spPr>
          <a:xfrm xmlns:a="http://schemas.openxmlformats.org/drawingml/2006/main">
            <a:off x="16421100" y="3267075"/>
            <a:ext cx="1295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게시 근거</a:t>
            </a:r>
          </a:p>
        </p:txBody>
      </p:sp>
      <p:sp>
        <p:nvSpPr>
          <p:cNvPr id="84" name="Editable path 138">
            <a:extLst xmlns:a="http://schemas.openxmlformats.org/drawingml/2006/main">
              <a:ext uri="{FF2B5EF4-FFF2-40B4-BE49-F238E27FC236}">
                <a16:creationId xmlns:a16="http://schemas.microsoft.com/office/drawing/2014/main" id="{DE2BC24E-537C-496E-A4F1-ECB4262C0626}"/>
              </a:ext>
            </a:extLst>
          </p:cNvPr>
          <p:cNvSpPr>
            <a:spLocks xmlns:a="http://schemas.openxmlformats.org/drawingml/2006/main" noGrp="1"/>
          </p:cNvSpPr>
          <p:nvPr/>
        </p:nvSpPr>
        <p:spPr>
          <a:xfrm xmlns:a="http://schemas.openxmlformats.org/drawingml/2006/main">
            <a:off x="14125575" y="3448050"/>
            <a:ext cx="257175" cy="953"/>
          </a:xfrm>
          <a:custGeom xmlns:a="http://schemas.openxmlformats.org/drawingml/2006/main">
            <a:pathLst>
              <a:path w="257175" h="953">
                <a:moveTo>
                  <a:pt x="0" y="0"/>
                </a:moveTo>
                <a:lnTo>
                  <a:pt x="257175" y="0"/>
                </a:lnTo>
              </a:path>
            </a:pathLst>
          </a:custGeom>
          <a:noFill xmlns:a="http://schemas.openxmlformats.org/drawingml/2006/main"/>
          <a:ln xmlns:a="http://schemas.openxmlformats.org/drawingml/2006/main" w="21908">
            <a:solidFill>
              <a:srgbClr val="111111"/>
            </a:solidFill>
            <a:prstDash val="solid"/>
          </a:ln>
        </p:spPr>
      </p:sp>
      <p:sp>
        <p:nvSpPr>
          <p:cNvPr id="85" name="Editable arrowhead 139">
            <a:extLst xmlns:a="http://schemas.openxmlformats.org/drawingml/2006/main">
              <a:ext uri="{FF2B5EF4-FFF2-40B4-BE49-F238E27FC236}">
                <a16:creationId xmlns:a16="http://schemas.microsoft.com/office/drawing/2014/main" id="{BFB7D9AC-23D8-4CF4-B5FE-729866C89C34}"/>
              </a:ext>
            </a:extLst>
          </p:cNvPr>
          <p:cNvSpPr>
            <a:spLocks xmlns:a="http://schemas.openxmlformats.org/drawingml/2006/main" noGrp="1"/>
          </p:cNvSpPr>
          <p:nvPr/>
        </p:nvSpPr>
        <p:spPr>
          <a:xfrm xmlns:a="http://schemas.openxmlformats.org/drawingml/2006/main">
            <a:off x="14287500" y="34004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6" name="Editable path 140">
            <a:extLst xmlns:a="http://schemas.openxmlformats.org/drawingml/2006/main">
              <a:ext uri="{FF2B5EF4-FFF2-40B4-BE49-F238E27FC236}">
                <a16:creationId xmlns:a16="http://schemas.microsoft.com/office/drawing/2014/main" id="{809844E0-329C-4360-9AAB-06F50B6DFC5C}"/>
              </a:ext>
            </a:extLst>
          </p:cNvPr>
          <p:cNvSpPr>
            <a:spLocks xmlns:a="http://schemas.openxmlformats.org/drawingml/2006/main" noGrp="1"/>
          </p:cNvSpPr>
          <p:nvPr/>
        </p:nvSpPr>
        <p:spPr>
          <a:xfrm xmlns:a="http://schemas.openxmlformats.org/drawingml/2006/main">
            <a:off x="16059150" y="3448050"/>
            <a:ext cx="314325" cy="953"/>
          </a:xfrm>
          <a:custGeom xmlns:a="http://schemas.openxmlformats.org/drawingml/2006/main">
            <a:pathLst>
              <a:path w="314325" h="953">
                <a:moveTo>
                  <a:pt x="0" y="0"/>
                </a:moveTo>
                <a:lnTo>
                  <a:pt x="314325" y="0"/>
                </a:lnTo>
              </a:path>
            </a:pathLst>
          </a:custGeom>
          <a:noFill xmlns:a="http://schemas.openxmlformats.org/drawingml/2006/main"/>
          <a:ln xmlns:a="http://schemas.openxmlformats.org/drawingml/2006/main" w="21908">
            <a:solidFill>
              <a:srgbClr val="111111"/>
            </a:solidFill>
            <a:prstDash val="solid"/>
          </a:ln>
        </p:spPr>
      </p:sp>
      <p:sp>
        <p:nvSpPr>
          <p:cNvPr id="87" name="Editable arrowhead 141">
            <a:extLst xmlns:a="http://schemas.openxmlformats.org/drawingml/2006/main">
              <a:ext uri="{FF2B5EF4-FFF2-40B4-BE49-F238E27FC236}">
                <a16:creationId xmlns:a16="http://schemas.microsoft.com/office/drawing/2014/main" id="{67963376-171F-40A7-90C0-FD097BB533D9}"/>
              </a:ext>
            </a:extLst>
          </p:cNvPr>
          <p:cNvSpPr>
            <a:spLocks xmlns:a="http://schemas.openxmlformats.org/drawingml/2006/main" noGrp="1"/>
          </p:cNvSpPr>
          <p:nvPr/>
        </p:nvSpPr>
        <p:spPr>
          <a:xfrm xmlns:a="http://schemas.openxmlformats.org/drawingml/2006/main">
            <a:off x="16278225" y="34004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8" name="DP1 object 142">
            <a:extLst xmlns:a="http://schemas.openxmlformats.org/drawingml/2006/main">
              <a:ext uri="{FF2B5EF4-FFF2-40B4-BE49-F238E27FC236}">
                <a16:creationId xmlns:a16="http://schemas.microsoft.com/office/drawing/2014/main" id="{59D9B685-FF81-498F-8337-F62E79E93478}"/>
              </a:ext>
            </a:extLst>
          </p:cNvPr>
          <p:cNvSpPr>
            <a:spLocks xmlns:a="http://schemas.openxmlformats.org/drawingml/2006/main" noGrp="1"/>
          </p:cNvSpPr>
          <p:nvPr/>
        </p:nvSpPr>
        <p:spPr>
          <a:xfrm xmlns:a="http://schemas.openxmlformats.org/drawingml/2006/main">
            <a:off x="12801600" y="4371975"/>
            <a:ext cx="5105400" cy="1314450"/>
          </a:xfrm>
          <a:prstGeom xmlns:a="http://schemas.openxmlformats.org/drawingml/2006/main" prst="rect">
            <a:avLst/>
          </a:prstGeom>
          <a:noFill xmlns:a="http://schemas.openxmlformats.org/drawingml/2006/main"/>
          <a:ln xmlns:a="http://schemas.openxmlformats.org/drawingml/2006/main" w="13335">
            <a:solidFill>
              <a:srgbClr val="111111"/>
            </a:solidFill>
            <a:prstDash val="solid"/>
          </a:ln>
        </p:spPr>
      </p:sp>
      <p:sp>
        <p:nvSpPr>
          <p:cNvPr id="89" name="DP1 object 143">
            <a:extLst xmlns:a="http://schemas.openxmlformats.org/drawingml/2006/main">
              <a:ext uri="{FF2B5EF4-FFF2-40B4-BE49-F238E27FC236}">
                <a16:creationId xmlns:a16="http://schemas.microsoft.com/office/drawing/2014/main" id="{35F3585E-9B4E-4B97-9EFC-E9B794F5C1E8}"/>
              </a:ext>
            </a:extLst>
          </p:cNvPr>
          <p:cNvSpPr>
            <a:spLocks xmlns:a="http://schemas.openxmlformats.org/drawingml/2006/main" noGrp="1"/>
          </p:cNvSpPr>
          <p:nvPr/>
        </p:nvSpPr>
        <p:spPr>
          <a:xfrm xmlns:a="http://schemas.openxmlformats.org/drawingml/2006/main">
            <a:off x="12925425" y="4429125"/>
            <a:ext cx="276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650" b="1">
                <a:solidFill>
                  <a:srgbClr val="111111"/>
                </a:solidFill>
                <a:latin typeface="Apple SD Gothic Neo"/>
                <a:ea typeface="Apple SD Gothic Neo"/>
                <a:cs typeface="Apple SD Gothic Neo"/>
              </a:defRPr>
            </a:defPPr>
            <a:lvl1pPr algn="l">
              <a:defRPr sz="1650" b="1">
                <a:solidFill>
                  <a:srgbClr val="111111"/>
                </a:solidFill>
                <a:latin typeface="Apple SD Gothic Neo"/>
                <a:ea typeface="Apple SD Gothic Neo"/>
                <a:cs typeface="Apple SD Gothic Neo"/>
              </a:defRPr>
            </a:lvl1pPr>
            <a:lvl2pPr algn="l">
              <a:defRPr sz="1650" b="1">
                <a:solidFill>
                  <a:srgbClr val="111111"/>
                </a:solidFill>
                <a:latin typeface="Apple SD Gothic Neo"/>
                <a:ea typeface="Apple SD Gothic Neo"/>
                <a:cs typeface="Apple SD Gothic Neo"/>
              </a:defRPr>
            </a:lvl2pPr>
            <a:lvl3pPr algn="l">
              <a:defRPr sz="1650" b="1">
                <a:solidFill>
                  <a:srgbClr val="111111"/>
                </a:solidFill>
                <a:latin typeface="Apple SD Gothic Neo"/>
                <a:ea typeface="Apple SD Gothic Neo"/>
                <a:cs typeface="Apple SD Gothic Neo"/>
              </a:defRPr>
            </a:lvl3pPr>
            <a:lvl4pPr algn="l">
              <a:defRPr sz="1650" b="1">
                <a:solidFill>
                  <a:srgbClr val="111111"/>
                </a:solidFill>
                <a:latin typeface="Apple SD Gothic Neo"/>
                <a:ea typeface="Apple SD Gothic Neo"/>
                <a:cs typeface="Apple SD Gothic Neo"/>
              </a:defRPr>
            </a:lvl4pPr>
            <a:lvl5pPr algn="l">
              <a:defRPr sz="1650" b="1">
                <a:solidFill>
                  <a:srgbClr val="111111"/>
                </a:solidFill>
                <a:latin typeface="Apple SD Gothic Neo"/>
                <a:ea typeface="Apple SD Gothic Neo"/>
                <a:cs typeface="Apple SD Gothic Neo"/>
              </a:defRPr>
            </a:lvl5pPr>
            <a:lvl6pPr algn="l">
              <a:defRPr sz="1650" b="1">
                <a:solidFill>
                  <a:srgbClr val="111111"/>
                </a:solidFill>
                <a:latin typeface="Apple SD Gothic Neo"/>
                <a:ea typeface="Apple SD Gothic Neo"/>
                <a:cs typeface="Apple SD Gothic Neo"/>
              </a:defRPr>
            </a:lvl6pPr>
            <a:lvl7pPr algn="l">
              <a:defRPr sz="1650" b="1">
                <a:solidFill>
                  <a:srgbClr val="111111"/>
                </a:solidFill>
                <a:latin typeface="Apple SD Gothic Neo"/>
                <a:ea typeface="Apple SD Gothic Neo"/>
                <a:cs typeface="Apple SD Gothic Neo"/>
              </a:defRPr>
            </a:lvl7pPr>
            <a:lvl8pPr algn="l">
              <a:defRPr sz="1650" b="1">
                <a:solidFill>
                  <a:srgbClr val="111111"/>
                </a:solidFill>
                <a:latin typeface="Apple SD Gothic Neo"/>
                <a:ea typeface="Apple SD Gothic Neo"/>
                <a:cs typeface="Apple SD Gothic Neo"/>
              </a:defRPr>
            </a:lvl8pPr>
            <a:lvl9pPr algn="l">
              <a:defRPr sz="1650" b="1">
                <a:solidFill>
                  <a:srgbClr val="111111"/>
                </a:solidFill>
                <a:latin typeface="Apple SD Gothic Neo"/>
                <a:ea typeface="Apple SD Gothic Neo"/>
                <a:cs typeface="Apple SD Gothic Neo"/>
              </a:defRPr>
            </a:lvl9pPr>
          </a:lstStyle>
          <a:p xmlns:a="http://schemas.openxmlformats.org/drawingml/2006/main">
            <a:pPr algn="l">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요청 처리 경로</a:t>
            </a:r>
          </a:p>
        </p:txBody>
      </p:sp>
      <p:sp>
        <p:nvSpPr>
          <p:cNvPr id="90" name="Context Manager&#10;게시 근거 조회">
            <a:extLst xmlns:a="http://schemas.openxmlformats.org/drawingml/2006/main">
              <a:ext uri="{FF2B5EF4-FFF2-40B4-BE49-F238E27FC236}">
                <a16:creationId xmlns:a16="http://schemas.microsoft.com/office/drawing/2014/main" id="{0E9511AD-AF50-4E95-B390-415E71A86E36}"/>
              </a:ext>
            </a:extLst>
          </p:cNvPr>
          <p:cNvSpPr>
            <a:spLocks xmlns:a="http://schemas.openxmlformats.org/drawingml/2006/main" noGrp="1"/>
          </p:cNvSpPr>
          <p:nvPr/>
        </p:nvSpPr>
        <p:spPr>
          <a:xfrm xmlns:a="http://schemas.openxmlformats.org/drawingml/2006/main">
            <a:off x="12925425" y="4810125"/>
            <a:ext cx="2143125" cy="561975"/>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91" name="DP1 object 144">
            <a:extLst xmlns:a="http://schemas.openxmlformats.org/drawingml/2006/main">
              <a:ext uri="{FF2B5EF4-FFF2-40B4-BE49-F238E27FC236}">
                <a16:creationId xmlns:a16="http://schemas.microsoft.com/office/drawing/2014/main" id="{C02D3FFF-A19F-410B-A948-7A28FDB9E2F8}"/>
              </a:ext>
            </a:extLst>
          </p:cNvPr>
          <p:cNvSpPr>
            <a:spLocks xmlns:a="http://schemas.openxmlformats.org/drawingml/2006/main" noGrp="1"/>
          </p:cNvSpPr>
          <p:nvPr/>
        </p:nvSpPr>
        <p:spPr>
          <a:xfrm xmlns:a="http://schemas.openxmlformats.org/drawingml/2006/main">
            <a:off x="12992100" y="4848225"/>
            <a:ext cx="20097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Context Manager</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게시 근거 조회</a:t>
            </a:r>
          </a:p>
        </p:txBody>
      </p:sp>
      <p:sp>
        <p:nvSpPr>
          <p:cNvPr id="92" name="Request Interpreter&#10;현재 의미 판단">
            <a:extLst xmlns:a="http://schemas.openxmlformats.org/drawingml/2006/main">
              <a:ext uri="{FF2B5EF4-FFF2-40B4-BE49-F238E27FC236}">
                <a16:creationId xmlns:a16="http://schemas.microsoft.com/office/drawing/2014/main" id="{5DC0EF5C-41C6-4B2B-8EA5-4BF645CC2841}"/>
              </a:ext>
            </a:extLst>
          </p:cNvPr>
          <p:cNvSpPr>
            <a:spLocks xmlns:a="http://schemas.openxmlformats.org/drawingml/2006/main" noGrp="1"/>
          </p:cNvSpPr>
          <p:nvPr/>
        </p:nvSpPr>
        <p:spPr>
          <a:xfrm xmlns:a="http://schemas.openxmlformats.org/drawingml/2006/main">
            <a:off x="15506700" y="4810125"/>
            <a:ext cx="2257425" cy="561975"/>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93" name="DP1 object 145">
            <a:extLst xmlns:a="http://schemas.openxmlformats.org/drawingml/2006/main">
              <a:ext uri="{FF2B5EF4-FFF2-40B4-BE49-F238E27FC236}">
                <a16:creationId xmlns:a16="http://schemas.microsoft.com/office/drawing/2014/main" id="{7A467E1F-451D-4E3B-827D-66CCC695E9C0}"/>
              </a:ext>
            </a:extLst>
          </p:cNvPr>
          <p:cNvSpPr>
            <a:spLocks xmlns:a="http://schemas.openxmlformats.org/drawingml/2006/main" noGrp="1"/>
          </p:cNvSpPr>
          <p:nvPr/>
        </p:nvSpPr>
        <p:spPr>
          <a:xfrm xmlns:a="http://schemas.openxmlformats.org/drawingml/2006/main">
            <a:off x="15573375" y="4848225"/>
            <a:ext cx="21240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1">
                <a:solidFill>
                  <a:srgbClr val="111111"/>
                </a:solidFill>
                <a:latin typeface="Apple SD Gothic Neo"/>
                <a:ea typeface="Apple SD Gothic Neo"/>
                <a:cs typeface="Apple SD Gothic Neo"/>
              </a:defRPr>
            </a:defPPr>
            <a:lvl1pPr algn="ctr">
              <a:defRPr sz="1575" b="1">
                <a:solidFill>
                  <a:srgbClr val="111111"/>
                </a:solidFill>
                <a:latin typeface="Apple SD Gothic Neo"/>
                <a:ea typeface="Apple SD Gothic Neo"/>
                <a:cs typeface="Apple SD Gothic Neo"/>
              </a:defRPr>
            </a:lvl1pPr>
            <a:lvl2pPr algn="ctr">
              <a:defRPr sz="1575" b="1">
                <a:solidFill>
                  <a:srgbClr val="111111"/>
                </a:solidFill>
                <a:latin typeface="Apple SD Gothic Neo"/>
                <a:ea typeface="Apple SD Gothic Neo"/>
                <a:cs typeface="Apple SD Gothic Neo"/>
              </a:defRPr>
            </a:lvl2pPr>
            <a:lvl3pPr algn="ctr">
              <a:defRPr sz="1575" b="1">
                <a:solidFill>
                  <a:srgbClr val="111111"/>
                </a:solidFill>
                <a:latin typeface="Apple SD Gothic Neo"/>
                <a:ea typeface="Apple SD Gothic Neo"/>
                <a:cs typeface="Apple SD Gothic Neo"/>
              </a:defRPr>
            </a:lvl3pPr>
            <a:lvl4pPr algn="ctr">
              <a:defRPr sz="1575" b="1">
                <a:solidFill>
                  <a:srgbClr val="111111"/>
                </a:solidFill>
                <a:latin typeface="Apple SD Gothic Neo"/>
                <a:ea typeface="Apple SD Gothic Neo"/>
                <a:cs typeface="Apple SD Gothic Neo"/>
              </a:defRPr>
            </a:lvl4pPr>
            <a:lvl5pPr algn="ctr">
              <a:defRPr sz="1575" b="1">
                <a:solidFill>
                  <a:srgbClr val="111111"/>
                </a:solidFill>
                <a:latin typeface="Apple SD Gothic Neo"/>
                <a:ea typeface="Apple SD Gothic Neo"/>
                <a:cs typeface="Apple SD Gothic Neo"/>
              </a:defRPr>
            </a:lvl5pPr>
            <a:lvl6pPr algn="ctr">
              <a:defRPr sz="1575" b="1">
                <a:solidFill>
                  <a:srgbClr val="111111"/>
                </a:solidFill>
                <a:latin typeface="Apple SD Gothic Neo"/>
                <a:ea typeface="Apple SD Gothic Neo"/>
                <a:cs typeface="Apple SD Gothic Neo"/>
              </a:defRPr>
            </a:lvl6pPr>
            <a:lvl7pPr algn="ctr">
              <a:defRPr sz="1575" b="1">
                <a:solidFill>
                  <a:srgbClr val="111111"/>
                </a:solidFill>
                <a:latin typeface="Apple SD Gothic Neo"/>
                <a:ea typeface="Apple SD Gothic Neo"/>
                <a:cs typeface="Apple SD Gothic Neo"/>
              </a:defRPr>
            </a:lvl7pPr>
            <a:lvl8pPr algn="ctr">
              <a:defRPr sz="1575" b="1">
                <a:solidFill>
                  <a:srgbClr val="111111"/>
                </a:solidFill>
                <a:latin typeface="Apple SD Gothic Neo"/>
                <a:ea typeface="Apple SD Gothic Neo"/>
                <a:cs typeface="Apple SD Gothic Neo"/>
              </a:defRPr>
            </a:lvl8pPr>
            <a:lvl9pPr algn="ctr">
              <a:defRPr sz="1575" b="1">
                <a:solidFill>
                  <a:srgbClr val="111111"/>
                </a:solidFill>
                <a:latin typeface="Apple SD Gothic Neo"/>
                <a:ea typeface="Apple SD Gothic Neo"/>
                <a:cs typeface="Apple SD Gothic Neo"/>
              </a:defRPr>
            </a:lvl9pPr>
          </a:lstStyle>
          <a:p xmlns:a="http://schemas.openxmlformats.org/drawingml/2006/main">
            <a:pPr algn="ctr">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Request Interpreter</a:t>
            </a:r>
          </a:p>
          <a:p xmlns:a="http://schemas.openxmlformats.org/drawingml/2006/main">
            <a:pPr algn="ctr">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현재 의미 판단</a:t>
            </a:r>
          </a:p>
        </p:txBody>
      </p:sp>
      <p:sp>
        <p:nvSpPr>
          <p:cNvPr id="94" name="Editable path 146">
            <a:extLst xmlns:a="http://schemas.openxmlformats.org/drawingml/2006/main">
              <a:ext uri="{FF2B5EF4-FFF2-40B4-BE49-F238E27FC236}">
                <a16:creationId xmlns:a16="http://schemas.microsoft.com/office/drawing/2014/main" id="{089DFE51-701D-43B6-BDDE-7DE0C2190CC2}"/>
              </a:ext>
            </a:extLst>
          </p:cNvPr>
          <p:cNvSpPr>
            <a:spLocks xmlns:a="http://schemas.openxmlformats.org/drawingml/2006/main" noGrp="1"/>
          </p:cNvSpPr>
          <p:nvPr/>
        </p:nvSpPr>
        <p:spPr>
          <a:xfrm xmlns:a="http://schemas.openxmlformats.org/drawingml/2006/main">
            <a:off x="15068550" y="5095875"/>
            <a:ext cx="438150" cy="953"/>
          </a:xfrm>
          <a:custGeom xmlns:a="http://schemas.openxmlformats.org/drawingml/2006/main">
            <a:pathLst>
              <a:path w="438150" h="953">
                <a:moveTo>
                  <a:pt x="0" y="0"/>
                </a:moveTo>
                <a:lnTo>
                  <a:pt x="438150" y="0"/>
                </a:lnTo>
              </a:path>
            </a:pathLst>
          </a:custGeom>
          <a:noFill xmlns:a="http://schemas.openxmlformats.org/drawingml/2006/main"/>
          <a:ln xmlns:a="http://schemas.openxmlformats.org/drawingml/2006/main" w="21908">
            <a:solidFill>
              <a:srgbClr val="111111"/>
            </a:solidFill>
            <a:prstDash val="solid"/>
          </a:ln>
        </p:spPr>
      </p:sp>
      <p:sp>
        <p:nvSpPr>
          <p:cNvPr id="95" name="Editable arrowhead 147">
            <a:extLst xmlns:a="http://schemas.openxmlformats.org/drawingml/2006/main">
              <a:ext uri="{FF2B5EF4-FFF2-40B4-BE49-F238E27FC236}">
                <a16:creationId xmlns:a16="http://schemas.microsoft.com/office/drawing/2014/main" id="{664105BF-C1D1-4E31-9014-FA74FABA4107}"/>
              </a:ext>
            </a:extLst>
          </p:cNvPr>
          <p:cNvSpPr>
            <a:spLocks xmlns:a="http://schemas.openxmlformats.org/drawingml/2006/main" noGrp="1"/>
          </p:cNvSpPr>
          <p:nvPr/>
        </p:nvSpPr>
        <p:spPr>
          <a:xfrm xmlns:a="http://schemas.openxmlformats.org/drawingml/2006/main">
            <a:off x="15411450" y="50482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6" name="Editable path 148">
            <a:extLst xmlns:a="http://schemas.openxmlformats.org/drawingml/2006/main">
              <a:ext uri="{FF2B5EF4-FFF2-40B4-BE49-F238E27FC236}">
                <a16:creationId xmlns:a16="http://schemas.microsoft.com/office/drawing/2014/main" id="{EBE7D845-DEA7-42A9-A24B-7FC4BD530719}"/>
              </a:ext>
            </a:extLst>
          </p:cNvPr>
          <p:cNvSpPr>
            <a:spLocks xmlns:a="http://schemas.openxmlformats.org/drawingml/2006/main" noGrp="1"/>
          </p:cNvSpPr>
          <p:nvPr/>
        </p:nvSpPr>
        <p:spPr>
          <a:xfrm xmlns:a="http://schemas.openxmlformats.org/drawingml/2006/main">
            <a:off x="14001750" y="3752850"/>
            <a:ext cx="3067050" cy="1057275"/>
          </a:xfrm>
          <a:custGeom xmlns:a="http://schemas.openxmlformats.org/drawingml/2006/main">
            <a:pathLst>
              <a:path w="3067050" h="1057275">
                <a:moveTo>
                  <a:pt x="3067050" y="0"/>
                </a:moveTo>
                <a:lnTo>
                  <a:pt x="3067050" y="476250"/>
                </a:lnTo>
                <a:lnTo>
                  <a:pt x="0" y="476250"/>
                </a:lnTo>
                <a:lnTo>
                  <a:pt x="0" y="1057275"/>
                </a:lnTo>
              </a:path>
            </a:pathLst>
          </a:custGeom>
          <a:noFill xmlns:a="http://schemas.openxmlformats.org/drawingml/2006/main"/>
          <a:ln xmlns:a="http://schemas.openxmlformats.org/drawingml/2006/main" w="21908">
            <a:solidFill>
              <a:srgbClr val="111111"/>
            </a:solidFill>
            <a:prstDash val="solid"/>
          </a:ln>
        </p:spPr>
      </p:sp>
      <p:sp>
        <p:nvSpPr>
          <p:cNvPr id="97" name="Editable arrowhead 149">
            <a:extLst xmlns:a="http://schemas.openxmlformats.org/drawingml/2006/main">
              <a:ext uri="{FF2B5EF4-FFF2-40B4-BE49-F238E27FC236}">
                <a16:creationId xmlns:a16="http://schemas.microsoft.com/office/drawing/2014/main" id="{B3D4FD78-4F0A-4929-9BF5-13736393C1D8}"/>
              </a:ext>
            </a:extLst>
          </p:cNvPr>
          <p:cNvSpPr>
            <a:spLocks xmlns:a="http://schemas.openxmlformats.org/drawingml/2006/main" noGrp="1"/>
          </p:cNvSpPr>
          <p:nvPr/>
        </p:nvSpPr>
        <p:spPr>
          <a:xfrm xmlns:a="http://schemas.openxmlformats.org/drawingml/2006/main">
            <a:off x="13954125" y="47148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8" name="DP1 object 150">
            <a:extLst xmlns:a="http://schemas.openxmlformats.org/drawingml/2006/main">
              <a:ext uri="{FF2B5EF4-FFF2-40B4-BE49-F238E27FC236}">
                <a16:creationId xmlns:a16="http://schemas.microsoft.com/office/drawing/2014/main" id="{AA2CFD14-CD39-4688-9C1D-46BF865B3AF2}"/>
              </a:ext>
            </a:extLst>
          </p:cNvPr>
          <p:cNvSpPr>
            <a:spLocks xmlns:a="http://schemas.openxmlformats.org/drawingml/2006/main" noGrp="1"/>
          </p:cNvSpPr>
          <p:nvPr/>
        </p:nvSpPr>
        <p:spPr>
          <a:xfrm xmlns:a="http://schemas.openxmlformats.org/drawingml/2006/main">
            <a:off x="15697200" y="4429125"/>
            <a:ext cx="1857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현재 요청</a:t>
            </a:r>
          </a:p>
        </p:txBody>
      </p:sp>
      <p:sp>
        <p:nvSpPr>
          <p:cNvPr id="99" name="Editable path 151">
            <a:extLst xmlns:a="http://schemas.openxmlformats.org/drawingml/2006/main">
              <a:ext uri="{FF2B5EF4-FFF2-40B4-BE49-F238E27FC236}">
                <a16:creationId xmlns:a16="http://schemas.microsoft.com/office/drawing/2014/main" id="{1B7DC732-5392-4A7C-A2D7-98A5BD51E33A}"/>
              </a:ext>
            </a:extLst>
          </p:cNvPr>
          <p:cNvSpPr>
            <a:spLocks xmlns:a="http://schemas.openxmlformats.org/drawingml/2006/main" noGrp="1"/>
          </p:cNvSpPr>
          <p:nvPr/>
        </p:nvSpPr>
        <p:spPr>
          <a:xfrm xmlns:a="http://schemas.openxmlformats.org/drawingml/2006/main">
            <a:off x="16630650" y="4686300"/>
            <a:ext cx="953" cy="123825"/>
          </a:xfrm>
          <a:custGeom xmlns:a="http://schemas.openxmlformats.org/drawingml/2006/main">
            <a:pathLst>
              <a:path w="953" h="123825">
                <a:moveTo>
                  <a:pt x="0" y="0"/>
                </a:moveTo>
                <a:lnTo>
                  <a:pt x="0" y="123825"/>
                </a:lnTo>
              </a:path>
            </a:pathLst>
          </a:custGeom>
          <a:noFill xmlns:a="http://schemas.openxmlformats.org/drawingml/2006/main"/>
          <a:ln xmlns:a="http://schemas.openxmlformats.org/drawingml/2006/main" w="17145">
            <a:solidFill>
              <a:srgbClr val="111111"/>
            </a:solidFill>
            <a:prstDash val="solid"/>
          </a:ln>
        </p:spPr>
      </p:sp>
      <p:sp>
        <p:nvSpPr>
          <p:cNvPr id="100" name="Editable arrowhead 152">
            <a:extLst xmlns:a="http://schemas.openxmlformats.org/drawingml/2006/main">
              <a:ext uri="{FF2B5EF4-FFF2-40B4-BE49-F238E27FC236}">
                <a16:creationId xmlns:a16="http://schemas.microsoft.com/office/drawing/2014/main" id="{7E21898A-FB7F-484F-B35D-5D0CAED805D6}"/>
              </a:ext>
            </a:extLst>
          </p:cNvPr>
          <p:cNvSpPr>
            <a:spLocks xmlns:a="http://schemas.openxmlformats.org/drawingml/2006/main" noGrp="1"/>
          </p:cNvSpPr>
          <p:nvPr/>
        </p:nvSpPr>
        <p:spPr>
          <a:xfrm xmlns:a="http://schemas.openxmlformats.org/drawingml/2006/main">
            <a:off x="16583025" y="47148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1" name="Editable path 153">
            <a:extLst xmlns:a="http://schemas.openxmlformats.org/drawingml/2006/main">
              <a:ext uri="{FF2B5EF4-FFF2-40B4-BE49-F238E27FC236}">
                <a16:creationId xmlns:a16="http://schemas.microsoft.com/office/drawing/2014/main" id="{E77D8B3A-0193-4985-97D3-679640CF2B73}"/>
              </a:ext>
            </a:extLst>
          </p:cNvPr>
          <p:cNvSpPr>
            <a:spLocks xmlns:a="http://schemas.openxmlformats.org/drawingml/2006/main" noGrp="1"/>
          </p:cNvSpPr>
          <p:nvPr/>
        </p:nvSpPr>
        <p:spPr>
          <a:xfrm xmlns:a="http://schemas.openxmlformats.org/drawingml/2006/main">
            <a:off x="12715875" y="3448050"/>
            <a:ext cx="209550" cy="1657350"/>
          </a:xfrm>
          <a:custGeom xmlns:a="http://schemas.openxmlformats.org/drawingml/2006/main">
            <a:pathLst>
              <a:path w="209550" h="1657350">
                <a:moveTo>
                  <a:pt x="209550" y="1657350"/>
                </a:moveTo>
                <a:lnTo>
                  <a:pt x="0" y="1657350"/>
                </a:lnTo>
                <a:lnTo>
                  <a:pt x="0" y="0"/>
                </a:lnTo>
                <a:lnTo>
                  <a:pt x="209550" y="0"/>
                </a:lnTo>
              </a:path>
            </a:pathLst>
          </a:custGeom>
          <a:noFill xmlns:a="http://schemas.openxmlformats.org/drawingml/2006/main"/>
          <a:ln xmlns:a="http://schemas.openxmlformats.org/drawingml/2006/main" w="15240">
            <a:solidFill>
              <a:srgbClr val="111111"/>
            </a:solidFill>
            <a:prstDash val="dash"/>
          </a:ln>
        </p:spPr>
      </p:sp>
      <p:sp>
        <p:nvSpPr>
          <p:cNvPr id="102" name="Editable arrowhead 154">
            <a:extLst xmlns:a="http://schemas.openxmlformats.org/drawingml/2006/main">
              <a:ext uri="{FF2B5EF4-FFF2-40B4-BE49-F238E27FC236}">
                <a16:creationId xmlns:a16="http://schemas.microsoft.com/office/drawing/2014/main" id="{81AAF4B0-4B59-4D4E-A2B5-E33BCB6A0CFA}"/>
              </a:ext>
            </a:extLst>
          </p:cNvPr>
          <p:cNvSpPr>
            <a:spLocks xmlns:a="http://schemas.openxmlformats.org/drawingml/2006/main" noGrp="1"/>
          </p:cNvSpPr>
          <p:nvPr/>
        </p:nvSpPr>
        <p:spPr>
          <a:xfrm xmlns:a="http://schemas.openxmlformats.org/drawingml/2006/main">
            <a:off x="12830175" y="34004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3" name="DP1 object 155">
            <a:extLst xmlns:a="http://schemas.openxmlformats.org/drawingml/2006/main">
              <a:ext uri="{FF2B5EF4-FFF2-40B4-BE49-F238E27FC236}">
                <a16:creationId xmlns:a16="http://schemas.microsoft.com/office/drawing/2014/main" id="{EBFBB8BA-B314-4F69-87DA-B38BEB8F1A76}"/>
              </a:ext>
            </a:extLst>
          </p:cNvPr>
          <p:cNvSpPr>
            <a:spLocks xmlns:a="http://schemas.openxmlformats.org/drawingml/2006/main" noGrp="1"/>
          </p:cNvSpPr>
          <p:nvPr/>
        </p:nvSpPr>
        <p:spPr>
          <a:xfrm xmlns:a="http://schemas.openxmlformats.org/drawingml/2006/main">
            <a:off x="12915900" y="5400675"/>
            <a:ext cx="485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50555B"/>
                </a:solidFill>
                <a:latin typeface="Apple SD Gothic Neo"/>
                <a:ea typeface="Apple SD Gothic Neo"/>
                <a:cs typeface="Apple SD Gothic Neo"/>
              </a:defRPr>
            </a:defPPr>
            <a:lvl1pPr algn="ctr">
              <a:defRPr sz="1425" b="0">
                <a:solidFill>
                  <a:srgbClr val="50555B"/>
                </a:solidFill>
                <a:latin typeface="Apple SD Gothic Neo"/>
                <a:ea typeface="Apple SD Gothic Neo"/>
                <a:cs typeface="Apple SD Gothic Neo"/>
              </a:defRPr>
            </a:lvl1pPr>
            <a:lvl2pPr algn="ctr">
              <a:defRPr sz="1425" b="0">
                <a:solidFill>
                  <a:srgbClr val="50555B"/>
                </a:solidFill>
                <a:latin typeface="Apple SD Gothic Neo"/>
                <a:ea typeface="Apple SD Gothic Neo"/>
                <a:cs typeface="Apple SD Gothic Neo"/>
              </a:defRPr>
            </a:lvl2pPr>
            <a:lvl3pPr algn="ctr">
              <a:defRPr sz="1425" b="0">
                <a:solidFill>
                  <a:srgbClr val="50555B"/>
                </a:solidFill>
                <a:latin typeface="Apple SD Gothic Neo"/>
                <a:ea typeface="Apple SD Gothic Neo"/>
                <a:cs typeface="Apple SD Gothic Neo"/>
              </a:defRPr>
            </a:lvl3pPr>
            <a:lvl4pPr algn="ctr">
              <a:defRPr sz="1425" b="0">
                <a:solidFill>
                  <a:srgbClr val="50555B"/>
                </a:solidFill>
                <a:latin typeface="Apple SD Gothic Neo"/>
                <a:ea typeface="Apple SD Gothic Neo"/>
                <a:cs typeface="Apple SD Gothic Neo"/>
              </a:defRPr>
            </a:lvl4pPr>
            <a:lvl5pPr algn="ctr">
              <a:defRPr sz="1425" b="0">
                <a:solidFill>
                  <a:srgbClr val="50555B"/>
                </a:solidFill>
                <a:latin typeface="Apple SD Gothic Neo"/>
                <a:ea typeface="Apple SD Gothic Neo"/>
                <a:cs typeface="Apple SD Gothic Neo"/>
              </a:defRPr>
            </a:lvl5pPr>
            <a:lvl6pPr algn="ctr">
              <a:defRPr sz="1425" b="0">
                <a:solidFill>
                  <a:srgbClr val="50555B"/>
                </a:solidFill>
                <a:latin typeface="Apple SD Gothic Neo"/>
                <a:ea typeface="Apple SD Gothic Neo"/>
                <a:cs typeface="Apple SD Gothic Neo"/>
              </a:defRPr>
            </a:lvl6pPr>
            <a:lvl7pPr algn="ctr">
              <a:defRPr sz="1425" b="0">
                <a:solidFill>
                  <a:srgbClr val="50555B"/>
                </a:solidFill>
                <a:latin typeface="Apple SD Gothic Neo"/>
                <a:ea typeface="Apple SD Gothic Neo"/>
                <a:cs typeface="Apple SD Gothic Neo"/>
              </a:defRPr>
            </a:lvl7pPr>
            <a:lvl8pPr algn="ctr">
              <a:defRPr sz="1425" b="0">
                <a:solidFill>
                  <a:srgbClr val="50555B"/>
                </a:solidFill>
                <a:latin typeface="Apple SD Gothic Neo"/>
                <a:ea typeface="Apple SD Gothic Neo"/>
                <a:cs typeface="Apple SD Gothic Neo"/>
              </a:defRPr>
            </a:lvl8pPr>
            <a:lvl9pPr algn="ctr">
              <a:defRPr sz="1425" b="0">
                <a:solidFill>
                  <a:srgbClr val="50555B"/>
                </a:solidFill>
                <a:latin typeface="Apple SD Gothic Neo"/>
                <a:ea typeface="Apple SD Gothic Neo"/>
                <a:cs typeface="Apple SD Gothic Neo"/>
              </a:defRPr>
            </a:lvl9pPr>
          </a:lstStyle>
          <a:p xmlns:a="http://schemas.openxmlformats.org/drawingml/2006/main">
            <a:pPr algn="ctr">
              <a:defRPr sz="1425" b="0">
                <a:solidFill>
                  <a:srgbClr val="50555B"/>
                </a:solidFill>
                <a:latin typeface="Apple SD Gothic Neo"/>
                <a:ea typeface="Apple SD Gothic Neo"/>
                <a:cs typeface="Apple SD Gothic Neo"/>
              </a:defRPr>
            </a:pPr>
            <a:r>
              <a:rPr sz="1425" b="0">
                <a:solidFill>
                  <a:srgbClr val="50555B"/>
                </a:solidFill>
                <a:latin typeface="Apple SD Gothic Neo"/>
                <a:ea typeface="Apple SD Gothic Neo"/>
                <a:cs typeface="Apple SD Gothic Neo"/>
              </a:rPr>
              <a:t>미생산·오류·원문 필수 구간은 원본 보완</a:t>
            </a:r>
          </a:p>
        </p:txBody>
      </p:sp>
      <p:sp>
        <p:nvSpPr>
          <p:cNvPr id="104" name="DP1 object 156">
            <a:extLst xmlns:a="http://schemas.openxmlformats.org/drawingml/2006/main">
              <a:ext uri="{FF2B5EF4-FFF2-40B4-BE49-F238E27FC236}">
                <a16:creationId xmlns:a16="http://schemas.microsoft.com/office/drawing/2014/main" id="{9B5A2AA4-E96B-4C49-A020-82C8C6DA75D2}"/>
              </a:ext>
            </a:extLst>
          </p:cNvPr>
          <p:cNvSpPr>
            <a:spLocks xmlns:a="http://schemas.openxmlformats.org/drawingml/2006/main" noGrp="1"/>
          </p:cNvSpPr>
          <p:nvPr/>
        </p:nvSpPr>
        <p:spPr>
          <a:xfrm xmlns:a="http://schemas.openxmlformats.org/drawingml/2006/main">
            <a:off x="266700" y="9048750"/>
            <a:ext cx="17621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1">
                <a:solidFill>
                  <a:srgbClr val="111111"/>
                </a:solidFill>
                <a:latin typeface="Apple SD Gothic Neo"/>
                <a:ea typeface="Apple SD Gothic Neo"/>
                <a:cs typeface="Apple SD Gothic Neo"/>
              </a:defRPr>
            </a:defPPr>
            <a:lvl1pPr algn="l">
              <a:defRPr sz="1725" b="1">
                <a:solidFill>
                  <a:srgbClr val="111111"/>
                </a:solidFill>
                <a:latin typeface="Apple SD Gothic Neo"/>
                <a:ea typeface="Apple SD Gothic Neo"/>
                <a:cs typeface="Apple SD Gothic Neo"/>
              </a:defRPr>
            </a:lvl1pPr>
            <a:lvl2pPr algn="l">
              <a:defRPr sz="1725" b="1">
                <a:solidFill>
                  <a:srgbClr val="111111"/>
                </a:solidFill>
                <a:latin typeface="Apple SD Gothic Neo"/>
                <a:ea typeface="Apple SD Gothic Neo"/>
                <a:cs typeface="Apple SD Gothic Neo"/>
              </a:defRPr>
            </a:lvl2pPr>
            <a:lvl3pPr algn="l">
              <a:defRPr sz="1725" b="1">
                <a:solidFill>
                  <a:srgbClr val="111111"/>
                </a:solidFill>
                <a:latin typeface="Apple SD Gothic Neo"/>
                <a:ea typeface="Apple SD Gothic Neo"/>
                <a:cs typeface="Apple SD Gothic Neo"/>
              </a:defRPr>
            </a:lvl3pPr>
            <a:lvl4pPr algn="l">
              <a:defRPr sz="1725" b="1">
                <a:solidFill>
                  <a:srgbClr val="111111"/>
                </a:solidFill>
                <a:latin typeface="Apple SD Gothic Neo"/>
                <a:ea typeface="Apple SD Gothic Neo"/>
                <a:cs typeface="Apple SD Gothic Neo"/>
              </a:defRPr>
            </a:lvl4pPr>
            <a:lvl5pPr algn="l">
              <a:defRPr sz="1725" b="1">
                <a:solidFill>
                  <a:srgbClr val="111111"/>
                </a:solidFill>
                <a:latin typeface="Apple SD Gothic Neo"/>
                <a:ea typeface="Apple SD Gothic Neo"/>
                <a:cs typeface="Apple SD Gothic Neo"/>
              </a:defRPr>
            </a:lvl5pPr>
            <a:lvl6pPr algn="l">
              <a:defRPr sz="1725" b="1">
                <a:solidFill>
                  <a:srgbClr val="111111"/>
                </a:solidFill>
                <a:latin typeface="Apple SD Gothic Neo"/>
                <a:ea typeface="Apple SD Gothic Neo"/>
                <a:cs typeface="Apple SD Gothic Neo"/>
              </a:defRPr>
            </a:lvl6pPr>
            <a:lvl7pPr algn="l">
              <a:defRPr sz="1725" b="1">
                <a:solidFill>
                  <a:srgbClr val="111111"/>
                </a:solidFill>
                <a:latin typeface="Apple SD Gothic Neo"/>
                <a:ea typeface="Apple SD Gothic Neo"/>
                <a:cs typeface="Apple SD Gothic Neo"/>
              </a:defRPr>
            </a:lvl7pPr>
            <a:lvl8pPr algn="l">
              <a:defRPr sz="1725" b="1">
                <a:solidFill>
                  <a:srgbClr val="111111"/>
                </a:solidFill>
                <a:latin typeface="Apple SD Gothic Neo"/>
                <a:ea typeface="Apple SD Gothic Neo"/>
                <a:cs typeface="Apple SD Gothic Neo"/>
              </a:defRPr>
            </a:lvl8pPr>
            <a:lvl9pPr algn="l">
              <a:defRPr sz="1725" b="1">
                <a:solidFill>
                  <a:srgbClr val="111111"/>
                </a:solidFill>
                <a:latin typeface="Apple SD Gothic Neo"/>
                <a:ea typeface="Apple SD Gothic Neo"/>
                <a:cs typeface="Apple SD Gothic Neo"/>
              </a:defRPr>
            </a:lvl9pPr>
          </a:lstStyle>
          <a:p xmlns:a="http://schemas.openxmlformats.org/drawingml/2006/main">
            <a:pPr algn="l">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공통: 최근 대화·채택 상태와 원본 보존, 현재 판본·권한 확인, 부족분 원문 보완, Request Controller의 채택</a:t>
            </a:r>
          </a:p>
        </p:txBody>
      </p:sp>
      <p:sp>
        <p:nvSpPr>
          <p:cNvPr id="105" name="DP1 object 157">
            <a:extLst xmlns:a="http://schemas.openxmlformats.org/drawingml/2006/main">
              <a:ext uri="{FF2B5EF4-FFF2-40B4-BE49-F238E27FC236}">
                <a16:creationId xmlns:a16="http://schemas.microsoft.com/office/drawing/2014/main" id="{E45DDC8E-5ADF-4349-9D96-DABC1699E7CB}"/>
              </a:ext>
            </a:extLst>
          </p:cNvPr>
          <p:cNvSpPr>
            <a:spLocks xmlns:a="http://schemas.openxmlformats.org/drawingml/2006/main" noGrp="1"/>
          </p:cNvSpPr>
          <p:nvPr/>
        </p:nvSpPr>
        <p:spPr>
          <a:xfrm xmlns:a="http://schemas.openxmlformats.org/drawingml/2006/main">
            <a:off x="266700" y="9420225"/>
            <a:ext cx="1752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0">
                <a:solidFill>
                  <a:srgbClr val="50555B"/>
                </a:solidFill>
                <a:latin typeface="Apple SD Gothic Neo"/>
                <a:ea typeface="Apple SD Gothic Neo"/>
                <a:cs typeface="Apple SD Gothic Neo"/>
              </a:defRPr>
            </a:defPPr>
            <a:lvl1pPr algn="l">
              <a:defRPr sz="1500" b="0">
                <a:solidFill>
                  <a:srgbClr val="50555B"/>
                </a:solidFill>
                <a:latin typeface="Apple SD Gothic Neo"/>
                <a:ea typeface="Apple SD Gothic Neo"/>
                <a:cs typeface="Apple SD Gothic Neo"/>
              </a:defRPr>
            </a:lvl1pPr>
            <a:lvl2pPr algn="l">
              <a:defRPr sz="1500" b="0">
                <a:solidFill>
                  <a:srgbClr val="50555B"/>
                </a:solidFill>
                <a:latin typeface="Apple SD Gothic Neo"/>
                <a:ea typeface="Apple SD Gothic Neo"/>
                <a:cs typeface="Apple SD Gothic Neo"/>
              </a:defRPr>
            </a:lvl2pPr>
            <a:lvl3pPr algn="l">
              <a:defRPr sz="1500" b="0">
                <a:solidFill>
                  <a:srgbClr val="50555B"/>
                </a:solidFill>
                <a:latin typeface="Apple SD Gothic Neo"/>
                <a:ea typeface="Apple SD Gothic Neo"/>
                <a:cs typeface="Apple SD Gothic Neo"/>
              </a:defRPr>
            </a:lvl3pPr>
            <a:lvl4pPr algn="l">
              <a:defRPr sz="1500" b="0">
                <a:solidFill>
                  <a:srgbClr val="50555B"/>
                </a:solidFill>
                <a:latin typeface="Apple SD Gothic Neo"/>
                <a:ea typeface="Apple SD Gothic Neo"/>
                <a:cs typeface="Apple SD Gothic Neo"/>
              </a:defRPr>
            </a:lvl4pPr>
            <a:lvl5pPr algn="l">
              <a:defRPr sz="1500" b="0">
                <a:solidFill>
                  <a:srgbClr val="50555B"/>
                </a:solidFill>
                <a:latin typeface="Apple SD Gothic Neo"/>
                <a:ea typeface="Apple SD Gothic Neo"/>
                <a:cs typeface="Apple SD Gothic Neo"/>
              </a:defRPr>
            </a:lvl5pPr>
            <a:lvl6pPr algn="l">
              <a:defRPr sz="1500" b="0">
                <a:solidFill>
                  <a:srgbClr val="50555B"/>
                </a:solidFill>
                <a:latin typeface="Apple SD Gothic Neo"/>
                <a:ea typeface="Apple SD Gothic Neo"/>
                <a:cs typeface="Apple SD Gothic Neo"/>
              </a:defRPr>
            </a:lvl6pPr>
            <a:lvl7pPr algn="l">
              <a:defRPr sz="1500" b="0">
                <a:solidFill>
                  <a:srgbClr val="50555B"/>
                </a:solidFill>
                <a:latin typeface="Apple SD Gothic Neo"/>
                <a:ea typeface="Apple SD Gothic Neo"/>
                <a:cs typeface="Apple SD Gothic Neo"/>
              </a:defRPr>
            </a:lvl7pPr>
            <a:lvl8pPr algn="l">
              <a:defRPr sz="1500" b="0">
                <a:solidFill>
                  <a:srgbClr val="50555B"/>
                </a:solidFill>
                <a:latin typeface="Apple SD Gothic Neo"/>
                <a:ea typeface="Apple SD Gothic Neo"/>
                <a:cs typeface="Apple SD Gothic Neo"/>
              </a:defRPr>
            </a:lvl8pPr>
            <a:lvl9pPr algn="l">
              <a:defRPr sz="1500" b="0">
                <a:solidFill>
                  <a:srgbClr val="50555B"/>
                </a:solidFill>
                <a:latin typeface="Apple SD Gothic Neo"/>
                <a:ea typeface="Apple SD Gothic Neo"/>
                <a:cs typeface="Apple SD Gothic Neo"/>
              </a:defRPr>
            </a:lvl9pPr>
          </a:lstStyle>
          <a:p xmlns:a="http://schemas.openxmlformats.org/drawingml/2006/main">
            <a:pPr algn="l">
              <a:defRPr sz="1500" b="0">
                <a:solidFill>
                  <a:srgbClr val="50555B"/>
                </a:solidFill>
                <a:latin typeface="Apple SD Gothic Neo"/>
                <a:ea typeface="Apple SD Gothic Neo"/>
                <a:cs typeface="Apple SD Gothic Neo"/>
              </a:defRPr>
            </a:pPr>
            <a:r>
              <a:rPr sz="1500" b="0">
                <a:solidFill>
                  <a:srgbClr val="50555B"/>
                </a:solidFill>
                <a:latin typeface="Apple SD Gothic Neo"/>
                <a:ea typeface="Apple SD Gothic Neo"/>
                <a:cs typeface="Apple SD Gothic Neo"/>
              </a:rPr>
              <a:t>각 안 12episode / QA01·03: 초, 괄호는 관측·예정 수 / QA04: 4과제 평균 모듈 수 / 비용: 사전 생산 포함 / RSS: 로컬 실행기</a:t>
            </a:r>
          </a:p>
        </p:txBody>
      </p:sp>
      <p:sp>
        <p:nvSpPr>
          <p:cNvPr id="106" name="DP1 object 158">
            <a:extLst xmlns:a="http://schemas.openxmlformats.org/drawingml/2006/main">
              <a:ext uri="{FF2B5EF4-FFF2-40B4-BE49-F238E27FC236}">
                <a16:creationId xmlns:a16="http://schemas.microsoft.com/office/drawing/2014/main" id="{0427F7C6-5786-4FFD-8125-DCCF63772CA0}"/>
              </a:ext>
            </a:extLst>
          </p:cNvPr>
          <p:cNvSpPr>
            <a:spLocks xmlns:a="http://schemas.openxmlformats.org/drawingml/2006/main" noGrp="1"/>
          </p:cNvSpPr>
          <p:nvPr/>
        </p:nvSpPr>
        <p:spPr>
          <a:xfrm xmlns:a="http://schemas.openxmlformats.org/drawingml/2006/main">
            <a:off x="266700" y="9753600"/>
            <a:ext cx="1724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0">
                <a:solidFill>
                  <a:srgbClr val="50555B"/>
                </a:solidFill>
                <a:latin typeface="Apple SD Gothic Neo"/>
                <a:ea typeface="Apple SD Gothic Neo"/>
                <a:cs typeface="Apple SD Gothic Neo"/>
              </a:defRPr>
            </a:defPPr>
            <a:lvl1pPr algn="l">
              <a:defRPr sz="1500" b="0">
                <a:solidFill>
                  <a:srgbClr val="50555B"/>
                </a:solidFill>
                <a:latin typeface="Apple SD Gothic Neo"/>
                <a:ea typeface="Apple SD Gothic Neo"/>
                <a:cs typeface="Apple SD Gothic Neo"/>
              </a:defRPr>
            </a:lvl1pPr>
            <a:lvl2pPr algn="l">
              <a:defRPr sz="1500" b="0">
                <a:solidFill>
                  <a:srgbClr val="50555B"/>
                </a:solidFill>
                <a:latin typeface="Apple SD Gothic Neo"/>
                <a:ea typeface="Apple SD Gothic Neo"/>
                <a:cs typeface="Apple SD Gothic Neo"/>
              </a:defRPr>
            </a:lvl2pPr>
            <a:lvl3pPr algn="l">
              <a:defRPr sz="1500" b="0">
                <a:solidFill>
                  <a:srgbClr val="50555B"/>
                </a:solidFill>
                <a:latin typeface="Apple SD Gothic Neo"/>
                <a:ea typeface="Apple SD Gothic Neo"/>
                <a:cs typeface="Apple SD Gothic Neo"/>
              </a:defRPr>
            </a:lvl3pPr>
            <a:lvl4pPr algn="l">
              <a:defRPr sz="1500" b="0">
                <a:solidFill>
                  <a:srgbClr val="50555B"/>
                </a:solidFill>
                <a:latin typeface="Apple SD Gothic Neo"/>
                <a:ea typeface="Apple SD Gothic Neo"/>
                <a:cs typeface="Apple SD Gothic Neo"/>
              </a:defRPr>
            </a:lvl4pPr>
            <a:lvl5pPr algn="l">
              <a:defRPr sz="1500" b="0">
                <a:solidFill>
                  <a:srgbClr val="50555B"/>
                </a:solidFill>
                <a:latin typeface="Apple SD Gothic Neo"/>
                <a:ea typeface="Apple SD Gothic Neo"/>
                <a:cs typeface="Apple SD Gothic Neo"/>
              </a:defRPr>
            </a:lvl5pPr>
            <a:lvl6pPr algn="l">
              <a:defRPr sz="1500" b="0">
                <a:solidFill>
                  <a:srgbClr val="50555B"/>
                </a:solidFill>
                <a:latin typeface="Apple SD Gothic Neo"/>
                <a:ea typeface="Apple SD Gothic Neo"/>
                <a:cs typeface="Apple SD Gothic Neo"/>
              </a:defRPr>
            </a:lvl6pPr>
            <a:lvl7pPr algn="l">
              <a:defRPr sz="1500" b="0">
                <a:solidFill>
                  <a:srgbClr val="50555B"/>
                </a:solidFill>
                <a:latin typeface="Apple SD Gothic Neo"/>
                <a:ea typeface="Apple SD Gothic Neo"/>
                <a:cs typeface="Apple SD Gothic Neo"/>
              </a:defRPr>
            </a:lvl7pPr>
            <a:lvl8pPr algn="l">
              <a:defRPr sz="1500" b="0">
                <a:solidFill>
                  <a:srgbClr val="50555B"/>
                </a:solidFill>
                <a:latin typeface="Apple SD Gothic Neo"/>
                <a:ea typeface="Apple SD Gothic Neo"/>
                <a:cs typeface="Apple SD Gothic Neo"/>
              </a:defRPr>
            </a:lvl8pPr>
            <a:lvl9pPr algn="l">
              <a:defRPr sz="1500" b="0">
                <a:solidFill>
                  <a:srgbClr val="50555B"/>
                </a:solidFill>
                <a:latin typeface="Apple SD Gothic Neo"/>
                <a:ea typeface="Apple SD Gothic Neo"/>
                <a:cs typeface="Apple SD Gothic Neo"/>
              </a:defRPr>
            </a:lvl9pPr>
          </a:lstStyle>
          <a:p xmlns:a="http://schemas.openxmlformats.org/drawingml/2006/main">
            <a:pPr algn="l">
              <a:defRPr sz="1500" b="0">
                <a:solidFill>
                  <a:srgbClr val="50555B"/>
                </a:solidFill>
                <a:latin typeface="Apple SD Gothic Neo"/>
                <a:ea typeface="Apple SD Gothic Neo"/>
                <a:cs typeface="Apple SD Gothic Neo"/>
              </a:defRPr>
            </a:pPr>
            <a:r>
              <a:rPr sz="1500" b="0">
                <a:solidFill>
                  <a:srgbClr val="50555B"/>
                </a:solidFill>
                <a:latin typeface="Apple SD Gothic Neo"/>
                <a:ea typeface="Apple SD Gothic Neo"/>
                <a:cs typeface="Apple SD Gothic Neo"/>
              </a:rPr>
              <a:t>A/B QA01 우열 미확정. 본문 조건 충족은 별도 진단 A/B 30/36, C 34/36. A+C 조합 가능하나 미실험.</a:t>
            </a:r>
          </a:p>
        </p:txBody>
      </p:sp>
    </p:spTree>
    <p:extLst>
      <p:ext uri="{BB962C8B-B14F-4D97-AF65-F5344CB8AC3E}">
        <p14:creationId xmlns:p14="http://schemas.microsoft.com/office/powerpoint/2010/main" val="2004321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0" name="DP1 object 159">
            <a:extLst xmlns:a="http://schemas.openxmlformats.org/drawingml/2006/main">
              <a:ext uri="{FF2B5EF4-FFF2-40B4-BE49-F238E27FC236}">
                <a16:creationId xmlns:a16="http://schemas.microsoft.com/office/drawing/2014/main" id="{B339081C-76D1-4512-8B3F-EC761CA43C82}"/>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DP1. 현재 요청의 근거 공급 방안 (선택 및 보완)</a:t>
            </a:r>
          </a:p>
        </p:txBody>
      </p:sp>
      <p:sp>
        <p:nvSpPr>
          <p:cNvPr id="2" name="DP1 object 160">
            <a:extLst xmlns:a="http://schemas.openxmlformats.org/drawingml/2006/main">
              <a:ext uri="{FF2B5EF4-FFF2-40B4-BE49-F238E27FC236}">
                <a16:creationId xmlns:a16="http://schemas.microsoft.com/office/drawing/2014/main" id="{B8F5B6AD-C64B-4AC2-8DA9-BFA95481374B}"/>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DP1 object 161">
            <a:extLst xmlns:a="http://schemas.openxmlformats.org/drawingml/2006/main">
              <a:ext uri="{FF2B5EF4-FFF2-40B4-BE49-F238E27FC236}">
                <a16:creationId xmlns:a16="http://schemas.microsoft.com/office/drawing/2014/main" id="{33ADC6F7-9321-45FE-ABED-436226C1BD2D}"/>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DP1 object 162">
            <a:extLst xmlns:a="http://schemas.openxmlformats.org/drawingml/2006/main">
              <a:ext uri="{FF2B5EF4-FFF2-40B4-BE49-F238E27FC236}">
                <a16:creationId xmlns:a16="http://schemas.microsoft.com/office/drawing/2014/main" id="{960E55C1-C438-496D-9E97-D5F26AE197F6}"/>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DP1 object 163">
            <a:extLst xmlns:a="http://schemas.openxmlformats.org/drawingml/2006/main">
              <a:ext uri="{FF2B5EF4-FFF2-40B4-BE49-F238E27FC236}">
                <a16:creationId xmlns:a16="http://schemas.microsoft.com/office/drawing/2014/main" id="{FE72BF79-6857-475A-840C-59D899AF88F8}"/>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DP1 object 164">
            <a:extLst xmlns:a="http://schemas.openxmlformats.org/drawingml/2006/main">
              <a:ext uri="{FF2B5EF4-FFF2-40B4-BE49-F238E27FC236}">
                <a16:creationId xmlns:a16="http://schemas.microsoft.com/office/drawing/2014/main" id="{A30F3609-84C9-4F8E-B49E-68E84756ECD0}"/>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DP1 object 165">
            <a:extLst xmlns:a="http://schemas.openxmlformats.org/drawingml/2006/main">
              <a:ext uri="{FF2B5EF4-FFF2-40B4-BE49-F238E27FC236}">
                <a16:creationId xmlns:a16="http://schemas.microsoft.com/office/drawing/2014/main" id="{203CA4D7-3894-47DF-A064-FC2D044AF246}"/>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DP1 object 166">
            <a:extLst xmlns:a="http://schemas.openxmlformats.org/drawingml/2006/main">
              <a:ext uri="{FF2B5EF4-FFF2-40B4-BE49-F238E27FC236}">
                <a16:creationId xmlns:a16="http://schemas.microsoft.com/office/drawing/2014/main" id="{92DC052E-C338-463D-9D25-687C64F01895}"/>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DP1 object 167">
            <a:extLst xmlns:a="http://schemas.openxmlformats.org/drawingml/2006/main">
              <a:ext uri="{FF2B5EF4-FFF2-40B4-BE49-F238E27FC236}">
                <a16:creationId xmlns:a16="http://schemas.microsoft.com/office/drawing/2014/main" id="{D4CF2A8F-ABED-40F6-9FFB-8A0ED1B21E02}"/>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DP1 object 168">
            <a:extLst xmlns:a="http://schemas.openxmlformats.org/drawingml/2006/main">
              <a:ext uri="{FF2B5EF4-FFF2-40B4-BE49-F238E27FC236}">
                <a16:creationId xmlns:a16="http://schemas.microsoft.com/office/drawing/2014/main" id="{75B38058-8F98-4805-93D5-5825CBB4FCCE}"/>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DP1 object 169">
            <a:extLst xmlns:a="http://schemas.openxmlformats.org/drawingml/2006/main">
              <a:ext uri="{FF2B5EF4-FFF2-40B4-BE49-F238E27FC236}">
                <a16:creationId xmlns:a16="http://schemas.microsoft.com/office/drawing/2014/main" id="{DA98226D-9AC3-4CCE-B1F1-873401D6FAF5}"/>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Editable path 170">
            <a:extLst xmlns:a="http://schemas.openxmlformats.org/drawingml/2006/main">
              <a:ext uri="{FF2B5EF4-FFF2-40B4-BE49-F238E27FC236}">
                <a16:creationId xmlns:a16="http://schemas.microsoft.com/office/drawing/2014/main" id="{306C6AB0-F7BE-4E21-8D21-53D8EAEBE2AF}"/>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DP1 object 171">
            <a:extLst xmlns:a="http://schemas.openxmlformats.org/drawingml/2006/main">
              <a:ext uri="{FF2B5EF4-FFF2-40B4-BE49-F238E27FC236}">
                <a16:creationId xmlns:a16="http://schemas.microsoft.com/office/drawing/2014/main" id="{9C0F4AD5-FFB7-429A-8651-D3EB41307B0B}"/>
              </a:ext>
            </a:extLst>
          </p:cNvPr>
          <p:cNvSpPr>
            <a:spLocks xmlns:a="http://schemas.openxmlformats.org/drawingml/2006/main" noGrp="1"/>
          </p:cNvSpPr>
          <p:nvPr/>
        </p:nvSpPr>
        <p:spPr>
          <a:xfrm xmlns:a="http://schemas.openxmlformats.org/drawingml/2006/main">
            <a:off x="17478375" y="99917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275" b="0">
                <a:solidFill>
                  <a:srgbClr val="50555B"/>
                </a:solidFill>
                <a:latin typeface="Apple SD Gothic Neo"/>
                <a:ea typeface="Apple SD Gothic Neo"/>
                <a:cs typeface="Apple SD Gothic Neo"/>
              </a:defRPr>
            </a:defPPr>
            <a:lvl1pPr algn="r">
              <a:defRPr sz="1275" b="0">
                <a:solidFill>
                  <a:srgbClr val="50555B"/>
                </a:solidFill>
                <a:latin typeface="Apple SD Gothic Neo"/>
                <a:ea typeface="Apple SD Gothic Neo"/>
                <a:cs typeface="Apple SD Gothic Neo"/>
              </a:defRPr>
            </a:lvl1pPr>
            <a:lvl2pPr algn="r">
              <a:defRPr sz="1275" b="0">
                <a:solidFill>
                  <a:srgbClr val="50555B"/>
                </a:solidFill>
                <a:latin typeface="Apple SD Gothic Neo"/>
                <a:ea typeface="Apple SD Gothic Neo"/>
                <a:cs typeface="Apple SD Gothic Neo"/>
              </a:defRPr>
            </a:lvl2pPr>
            <a:lvl3pPr algn="r">
              <a:defRPr sz="1275" b="0">
                <a:solidFill>
                  <a:srgbClr val="50555B"/>
                </a:solidFill>
                <a:latin typeface="Apple SD Gothic Neo"/>
                <a:ea typeface="Apple SD Gothic Neo"/>
                <a:cs typeface="Apple SD Gothic Neo"/>
              </a:defRPr>
            </a:lvl3pPr>
            <a:lvl4pPr algn="r">
              <a:defRPr sz="1275" b="0">
                <a:solidFill>
                  <a:srgbClr val="50555B"/>
                </a:solidFill>
                <a:latin typeface="Apple SD Gothic Neo"/>
                <a:ea typeface="Apple SD Gothic Neo"/>
                <a:cs typeface="Apple SD Gothic Neo"/>
              </a:defRPr>
            </a:lvl4pPr>
            <a:lvl5pPr algn="r">
              <a:defRPr sz="1275" b="0">
                <a:solidFill>
                  <a:srgbClr val="50555B"/>
                </a:solidFill>
                <a:latin typeface="Apple SD Gothic Neo"/>
                <a:ea typeface="Apple SD Gothic Neo"/>
                <a:cs typeface="Apple SD Gothic Neo"/>
              </a:defRPr>
            </a:lvl5pPr>
            <a:lvl6pPr algn="r">
              <a:defRPr sz="1275" b="0">
                <a:solidFill>
                  <a:srgbClr val="50555B"/>
                </a:solidFill>
                <a:latin typeface="Apple SD Gothic Neo"/>
                <a:ea typeface="Apple SD Gothic Neo"/>
                <a:cs typeface="Apple SD Gothic Neo"/>
              </a:defRPr>
            </a:lvl6pPr>
            <a:lvl7pPr algn="r">
              <a:defRPr sz="1275" b="0">
                <a:solidFill>
                  <a:srgbClr val="50555B"/>
                </a:solidFill>
                <a:latin typeface="Apple SD Gothic Neo"/>
                <a:ea typeface="Apple SD Gothic Neo"/>
                <a:cs typeface="Apple SD Gothic Neo"/>
              </a:defRPr>
            </a:lvl7pPr>
            <a:lvl8pPr algn="r">
              <a:defRPr sz="1275" b="0">
                <a:solidFill>
                  <a:srgbClr val="50555B"/>
                </a:solidFill>
                <a:latin typeface="Apple SD Gothic Neo"/>
                <a:ea typeface="Apple SD Gothic Neo"/>
                <a:cs typeface="Apple SD Gothic Neo"/>
              </a:defRPr>
            </a:lvl8pPr>
            <a:lvl9pPr algn="r">
              <a:defRPr sz="1275" b="0">
                <a:solidFill>
                  <a:srgbClr val="50555B"/>
                </a:solidFill>
                <a:latin typeface="Apple SD Gothic Neo"/>
                <a:ea typeface="Apple SD Gothic Neo"/>
                <a:cs typeface="Apple SD Gothic Neo"/>
              </a:defRPr>
            </a:lvl9pPr>
          </a:lstStyle>
          <a:p xmlns:a="http://schemas.openxmlformats.org/drawingml/2006/main">
            <a:pPr algn="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3</a:t>
            </a:r>
          </a:p>
        </p:txBody>
      </p:sp>
      <p:sp>
        <p:nvSpPr>
          <p:cNvPr id="14" name="DP1 object 172">
            <a:extLst xmlns:a="http://schemas.openxmlformats.org/drawingml/2006/main">
              <a:ext uri="{FF2B5EF4-FFF2-40B4-BE49-F238E27FC236}">
                <a16:creationId xmlns:a16="http://schemas.microsoft.com/office/drawing/2014/main" id="{91DBD2F9-B533-4200-84B1-9A61430ECA23}"/>
              </a:ext>
            </a:extLst>
          </p:cNvPr>
          <p:cNvSpPr>
            <a:spLocks xmlns:a="http://schemas.openxmlformats.org/drawingml/2006/main" noGrp="1"/>
          </p:cNvSpPr>
          <p:nvPr/>
        </p:nvSpPr>
        <p:spPr>
          <a:xfrm xmlns:a="http://schemas.openxmlformats.org/drawingml/2006/main">
            <a:off x="266700" y="1181100"/>
            <a:ext cx="1247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400" b="1">
                <a:solidFill>
                  <a:srgbClr val="4676CB"/>
                </a:solidFill>
                <a:latin typeface="Apple SD Gothic Neo"/>
                <a:ea typeface="Apple SD Gothic Neo"/>
                <a:cs typeface="Apple SD Gothic Neo"/>
              </a:defRPr>
            </a:defPPr>
            <a:lvl1pPr algn="l">
              <a:defRPr sz="2400" b="1">
                <a:solidFill>
                  <a:srgbClr val="4676CB"/>
                </a:solidFill>
                <a:latin typeface="Apple SD Gothic Neo"/>
                <a:ea typeface="Apple SD Gothic Neo"/>
                <a:cs typeface="Apple SD Gothic Neo"/>
              </a:defRPr>
            </a:lvl1pPr>
            <a:lvl2pPr algn="l">
              <a:defRPr sz="2400" b="1">
                <a:solidFill>
                  <a:srgbClr val="4676CB"/>
                </a:solidFill>
                <a:latin typeface="Apple SD Gothic Neo"/>
                <a:ea typeface="Apple SD Gothic Neo"/>
                <a:cs typeface="Apple SD Gothic Neo"/>
              </a:defRPr>
            </a:lvl2pPr>
            <a:lvl3pPr algn="l">
              <a:defRPr sz="2400" b="1">
                <a:solidFill>
                  <a:srgbClr val="4676CB"/>
                </a:solidFill>
                <a:latin typeface="Apple SD Gothic Neo"/>
                <a:ea typeface="Apple SD Gothic Neo"/>
                <a:cs typeface="Apple SD Gothic Neo"/>
              </a:defRPr>
            </a:lvl3pPr>
            <a:lvl4pPr algn="l">
              <a:defRPr sz="2400" b="1">
                <a:solidFill>
                  <a:srgbClr val="4676CB"/>
                </a:solidFill>
                <a:latin typeface="Apple SD Gothic Neo"/>
                <a:ea typeface="Apple SD Gothic Neo"/>
                <a:cs typeface="Apple SD Gothic Neo"/>
              </a:defRPr>
            </a:lvl4pPr>
            <a:lvl5pPr algn="l">
              <a:defRPr sz="2400" b="1">
                <a:solidFill>
                  <a:srgbClr val="4676CB"/>
                </a:solidFill>
                <a:latin typeface="Apple SD Gothic Neo"/>
                <a:ea typeface="Apple SD Gothic Neo"/>
                <a:cs typeface="Apple SD Gothic Neo"/>
              </a:defRPr>
            </a:lvl5pPr>
            <a:lvl6pPr algn="l">
              <a:defRPr sz="2400" b="1">
                <a:solidFill>
                  <a:srgbClr val="4676CB"/>
                </a:solidFill>
                <a:latin typeface="Apple SD Gothic Neo"/>
                <a:ea typeface="Apple SD Gothic Neo"/>
                <a:cs typeface="Apple SD Gothic Neo"/>
              </a:defRPr>
            </a:lvl6pPr>
            <a:lvl7pPr algn="l">
              <a:defRPr sz="2400" b="1">
                <a:solidFill>
                  <a:srgbClr val="4676CB"/>
                </a:solidFill>
                <a:latin typeface="Apple SD Gothic Neo"/>
                <a:ea typeface="Apple SD Gothic Neo"/>
                <a:cs typeface="Apple SD Gothic Neo"/>
              </a:defRPr>
            </a:lvl7pPr>
            <a:lvl8pPr algn="l">
              <a:defRPr sz="2400" b="1">
                <a:solidFill>
                  <a:srgbClr val="4676CB"/>
                </a:solidFill>
                <a:latin typeface="Apple SD Gothic Neo"/>
                <a:ea typeface="Apple SD Gothic Neo"/>
                <a:cs typeface="Apple SD Gothic Neo"/>
              </a:defRPr>
            </a:lvl8pPr>
            <a:lvl9pPr algn="l">
              <a:defRPr sz="2400" b="1">
                <a:solidFill>
                  <a:srgbClr val="4676CB"/>
                </a:solidFill>
                <a:latin typeface="Apple SD Gothic Neo"/>
                <a:ea typeface="Apple SD Gothic Neo"/>
                <a:cs typeface="Apple SD Gothic Neo"/>
              </a:defRPr>
            </a:lvl9pPr>
          </a:lstStyle>
          <a:p xmlns:a="http://schemas.openxmlformats.org/drawingml/2006/main">
            <a:pPr algn="l">
              <a:defRPr sz="2400" b="1">
                <a:solidFill>
                  <a:srgbClr val="4676CB"/>
                </a:solidFill>
                <a:latin typeface="Apple SD Gothic Neo"/>
                <a:ea typeface="Apple SD Gothic Neo"/>
                <a:cs typeface="Apple SD Gothic Neo"/>
              </a:defRPr>
            </a:pPr>
            <a:r>
              <a:rPr sz="2400" b="1">
                <a:solidFill>
                  <a:srgbClr val="4676CB"/>
                </a:solidFill>
                <a:latin typeface="Apple SD Gothic Neo"/>
                <a:ea typeface="Apple SD Gothic Neo"/>
                <a:cs typeface="Apple SD Gothic Neo"/>
              </a:rPr>
              <a:t>같은 자료를 이어 묻는 사용에서 A 선택</a:t>
            </a:r>
          </a:p>
        </p:txBody>
      </p:sp>
      <p:sp>
        <p:nvSpPr>
          <p:cNvPr id="15" name="DP1 object 173">
            <a:extLst xmlns:a="http://schemas.openxmlformats.org/drawingml/2006/main">
              <a:ext uri="{FF2B5EF4-FFF2-40B4-BE49-F238E27FC236}">
                <a16:creationId xmlns:a16="http://schemas.microsoft.com/office/drawing/2014/main" id="{D0E1AC66-A000-4C4A-AA8D-CBF9D14DAD2B}"/>
              </a:ext>
            </a:extLst>
          </p:cNvPr>
          <p:cNvSpPr>
            <a:spLocks xmlns:a="http://schemas.openxmlformats.org/drawingml/2006/main" noGrp="1"/>
          </p:cNvSpPr>
          <p:nvPr/>
        </p:nvSpPr>
        <p:spPr>
          <a:xfrm xmlns:a="http://schemas.openxmlformats.org/drawingml/2006/main">
            <a:off x="266700" y="1619250"/>
            <a:ext cx="17526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B 대비 동일 자료 답변 호출 6회 감소  /  C의 사전 생산 포함 총 모델 비용은 A의 2.42배</a:t>
            </a:r>
          </a:p>
        </p:txBody>
      </p:sp>
      <p:sp>
        <p:nvSpPr>
          <p:cNvPr id="16" name="DP1 object 174">
            <a:extLst xmlns:a="http://schemas.openxmlformats.org/drawingml/2006/main">
              <a:ext uri="{FF2B5EF4-FFF2-40B4-BE49-F238E27FC236}">
                <a16:creationId xmlns:a16="http://schemas.microsoft.com/office/drawing/2014/main" id="{9D28B928-A169-4981-B8C5-61CE16EA5A02}"/>
              </a:ext>
            </a:extLst>
          </p:cNvPr>
          <p:cNvSpPr>
            <a:spLocks xmlns:a="http://schemas.openxmlformats.org/drawingml/2006/main" noGrp="1"/>
          </p:cNvSpPr>
          <p:nvPr/>
        </p:nvSpPr>
        <p:spPr>
          <a:xfrm xmlns:a="http://schemas.openxmlformats.org/drawingml/2006/main">
            <a:off x="228600" y="2085975"/>
            <a:ext cx="5810250" cy="7229475"/>
          </a:xfrm>
          <a:prstGeom xmlns:a="http://schemas.openxmlformats.org/drawingml/2006/main" prst="rect">
            <a:avLst/>
          </a:prstGeom>
          <a:noFill xmlns:a="http://schemas.openxmlformats.org/drawingml/2006/main"/>
          <a:ln xmlns:a="http://schemas.openxmlformats.org/drawingml/2006/main" w="36195">
            <a:solidFill>
              <a:srgbClr val="4676CB"/>
            </a:solidFill>
            <a:prstDash val="solid"/>
          </a:ln>
        </p:spPr>
      </p:sp>
      <p:sp>
        <p:nvSpPr>
          <p:cNvPr id="17" name="DP1 object 175">
            <a:extLst xmlns:a="http://schemas.openxmlformats.org/drawingml/2006/main">
              <a:ext uri="{FF2B5EF4-FFF2-40B4-BE49-F238E27FC236}">
                <a16:creationId xmlns:a16="http://schemas.microsoft.com/office/drawing/2014/main" id="{9C6FC875-0169-4D21-8A24-A524B6F32947}"/>
              </a:ext>
            </a:extLst>
          </p:cNvPr>
          <p:cNvSpPr>
            <a:spLocks xmlns:a="http://schemas.openxmlformats.org/drawingml/2006/main" noGrp="1"/>
          </p:cNvSpPr>
          <p:nvPr/>
        </p:nvSpPr>
        <p:spPr>
          <a:xfrm xmlns:a="http://schemas.openxmlformats.org/drawingml/2006/main">
            <a:off x="228600" y="2085975"/>
            <a:ext cx="5810250" cy="495300"/>
          </a:xfrm>
          <a:prstGeom xmlns:a="http://schemas.openxmlformats.org/drawingml/2006/main" prst="rect">
            <a:avLst/>
          </a:prstGeom>
          <a:solidFill xmlns:a="http://schemas.openxmlformats.org/drawingml/2006/main">
            <a:srgbClr val="C9E1B3"/>
          </a:solidFill>
          <a:ln xmlns:a="http://schemas.openxmlformats.org/drawingml/2006/main" w="0">
            <a:noFill/>
            <a:prstDash val="solid"/>
          </a:ln>
        </p:spPr>
      </p:sp>
      <p:sp>
        <p:nvSpPr>
          <p:cNvPr id="18" name="DP1 object 176">
            <a:extLst xmlns:a="http://schemas.openxmlformats.org/drawingml/2006/main">
              <a:ext uri="{FF2B5EF4-FFF2-40B4-BE49-F238E27FC236}">
                <a16:creationId xmlns:a16="http://schemas.microsoft.com/office/drawing/2014/main" id="{528BD751-88AD-4E57-B6AF-466A40366951}"/>
              </a:ext>
            </a:extLst>
          </p:cNvPr>
          <p:cNvSpPr>
            <a:spLocks xmlns:a="http://schemas.openxmlformats.org/drawingml/2006/main" noGrp="1"/>
          </p:cNvSpPr>
          <p:nvPr/>
        </p:nvSpPr>
        <p:spPr>
          <a:xfrm xmlns:a="http://schemas.openxmlformats.org/drawingml/2006/main">
            <a:off x="342900" y="1971675"/>
            <a:ext cx="571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4050" b="1">
                <a:solidFill>
                  <a:srgbClr val="C00000"/>
                </a:solidFill>
                <a:latin typeface="Apple SD Gothic Neo"/>
                <a:ea typeface="Apple SD Gothic Neo"/>
                <a:cs typeface="Apple SD Gothic Neo"/>
              </a:defRPr>
            </a:defPPr>
            <a:lvl1pPr algn="l">
              <a:defRPr sz="4050" b="1">
                <a:solidFill>
                  <a:srgbClr val="C00000"/>
                </a:solidFill>
                <a:latin typeface="Apple SD Gothic Neo"/>
                <a:ea typeface="Apple SD Gothic Neo"/>
                <a:cs typeface="Apple SD Gothic Neo"/>
              </a:defRPr>
            </a:lvl1pPr>
            <a:lvl2pPr algn="l">
              <a:defRPr sz="4050" b="1">
                <a:solidFill>
                  <a:srgbClr val="C00000"/>
                </a:solidFill>
                <a:latin typeface="Apple SD Gothic Neo"/>
                <a:ea typeface="Apple SD Gothic Neo"/>
                <a:cs typeface="Apple SD Gothic Neo"/>
              </a:defRPr>
            </a:lvl2pPr>
            <a:lvl3pPr algn="l">
              <a:defRPr sz="4050" b="1">
                <a:solidFill>
                  <a:srgbClr val="C00000"/>
                </a:solidFill>
                <a:latin typeface="Apple SD Gothic Neo"/>
                <a:ea typeface="Apple SD Gothic Neo"/>
                <a:cs typeface="Apple SD Gothic Neo"/>
              </a:defRPr>
            </a:lvl3pPr>
            <a:lvl4pPr algn="l">
              <a:defRPr sz="4050" b="1">
                <a:solidFill>
                  <a:srgbClr val="C00000"/>
                </a:solidFill>
                <a:latin typeface="Apple SD Gothic Neo"/>
                <a:ea typeface="Apple SD Gothic Neo"/>
                <a:cs typeface="Apple SD Gothic Neo"/>
              </a:defRPr>
            </a:lvl4pPr>
            <a:lvl5pPr algn="l">
              <a:defRPr sz="4050" b="1">
                <a:solidFill>
                  <a:srgbClr val="C00000"/>
                </a:solidFill>
                <a:latin typeface="Apple SD Gothic Neo"/>
                <a:ea typeface="Apple SD Gothic Neo"/>
                <a:cs typeface="Apple SD Gothic Neo"/>
              </a:defRPr>
            </a:lvl5pPr>
            <a:lvl6pPr algn="l">
              <a:defRPr sz="4050" b="1">
                <a:solidFill>
                  <a:srgbClr val="C00000"/>
                </a:solidFill>
                <a:latin typeface="Apple SD Gothic Neo"/>
                <a:ea typeface="Apple SD Gothic Neo"/>
                <a:cs typeface="Apple SD Gothic Neo"/>
              </a:defRPr>
            </a:lvl6pPr>
            <a:lvl7pPr algn="l">
              <a:defRPr sz="4050" b="1">
                <a:solidFill>
                  <a:srgbClr val="C00000"/>
                </a:solidFill>
                <a:latin typeface="Apple SD Gothic Neo"/>
                <a:ea typeface="Apple SD Gothic Neo"/>
                <a:cs typeface="Apple SD Gothic Neo"/>
              </a:defRPr>
            </a:lvl7pPr>
            <a:lvl8pPr algn="l">
              <a:defRPr sz="4050" b="1">
                <a:solidFill>
                  <a:srgbClr val="C00000"/>
                </a:solidFill>
                <a:latin typeface="Apple SD Gothic Neo"/>
                <a:ea typeface="Apple SD Gothic Neo"/>
                <a:cs typeface="Apple SD Gothic Neo"/>
              </a:defRPr>
            </a:lvl8pPr>
            <a:lvl9pPr algn="l">
              <a:defRPr sz="4050" b="1">
                <a:solidFill>
                  <a:srgbClr val="C00000"/>
                </a:solidFill>
                <a:latin typeface="Apple SD Gothic Neo"/>
                <a:ea typeface="Apple SD Gothic Neo"/>
                <a:cs typeface="Apple SD Gothic Neo"/>
              </a:defRPr>
            </a:lvl9pPr>
          </a:lstStyle>
          <a:p xmlns:a="http://schemas.openxmlformats.org/drawingml/2006/main">
            <a:pPr algn="l">
              <a:defRPr sz="4050" b="1">
                <a:solidFill>
                  <a:srgbClr val="C00000"/>
                </a:solidFill>
                <a:latin typeface="Apple SD Gothic Neo"/>
                <a:ea typeface="Apple SD Gothic Neo"/>
                <a:cs typeface="Apple SD Gothic Neo"/>
              </a:defRPr>
            </a:pPr>
            <a:r>
              <a:rPr sz="4050" b="1">
                <a:solidFill>
                  <a:srgbClr val="C00000"/>
                </a:solidFill>
                <a:latin typeface="Apple SD Gothic Neo"/>
                <a:ea typeface="Apple SD Gothic Neo"/>
                <a:cs typeface="Apple SD Gothic Neo"/>
              </a:rPr>
              <a:t>✓</a:t>
            </a:r>
          </a:p>
        </p:txBody>
      </p:sp>
      <p:sp>
        <p:nvSpPr>
          <p:cNvPr id="19" name="DP1 object 177">
            <a:extLst xmlns:a="http://schemas.openxmlformats.org/drawingml/2006/main">
              <a:ext uri="{FF2B5EF4-FFF2-40B4-BE49-F238E27FC236}">
                <a16:creationId xmlns:a16="http://schemas.microsoft.com/office/drawing/2014/main" id="{B09A8B4F-D28A-4851-A753-09C7DE2FF5E3}"/>
              </a:ext>
            </a:extLst>
          </p:cNvPr>
          <p:cNvSpPr>
            <a:spLocks xmlns:a="http://schemas.openxmlformats.org/drawingml/2006/main" noGrp="1"/>
          </p:cNvSpPr>
          <p:nvPr/>
        </p:nvSpPr>
        <p:spPr>
          <a:xfrm xmlns:a="http://schemas.openxmlformats.org/drawingml/2006/main">
            <a:off x="1019175" y="211455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250" b="1">
                <a:solidFill>
                  <a:srgbClr val="111111"/>
                </a:solidFill>
                <a:latin typeface="Apple SD Gothic Neo"/>
                <a:ea typeface="Apple SD Gothic Neo"/>
                <a:cs typeface="Apple SD Gothic Neo"/>
              </a:defRPr>
            </a:defPPr>
            <a:lvl1pPr algn="l">
              <a:defRPr sz="2250" b="1">
                <a:solidFill>
                  <a:srgbClr val="111111"/>
                </a:solidFill>
                <a:latin typeface="Apple SD Gothic Neo"/>
                <a:ea typeface="Apple SD Gothic Neo"/>
                <a:cs typeface="Apple SD Gothic Neo"/>
              </a:defRPr>
            </a:lvl1pPr>
            <a:lvl2pPr algn="l">
              <a:defRPr sz="2250" b="1">
                <a:solidFill>
                  <a:srgbClr val="111111"/>
                </a:solidFill>
                <a:latin typeface="Apple SD Gothic Neo"/>
                <a:ea typeface="Apple SD Gothic Neo"/>
                <a:cs typeface="Apple SD Gothic Neo"/>
              </a:defRPr>
            </a:lvl2pPr>
            <a:lvl3pPr algn="l">
              <a:defRPr sz="2250" b="1">
                <a:solidFill>
                  <a:srgbClr val="111111"/>
                </a:solidFill>
                <a:latin typeface="Apple SD Gothic Neo"/>
                <a:ea typeface="Apple SD Gothic Neo"/>
                <a:cs typeface="Apple SD Gothic Neo"/>
              </a:defRPr>
            </a:lvl3pPr>
            <a:lvl4pPr algn="l">
              <a:defRPr sz="2250" b="1">
                <a:solidFill>
                  <a:srgbClr val="111111"/>
                </a:solidFill>
                <a:latin typeface="Apple SD Gothic Neo"/>
                <a:ea typeface="Apple SD Gothic Neo"/>
                <a:cs typeface="Apple SD Gothic Neo"/>
              </a:defRPr>
            </a:lvl4pPr>
            <a:lvl5pPr algn="l">
              <a:defRPr sz="2250" b="1">
                <a:solidFill>
                  <a:srgbClr val="111111"/>
                </a:solidFill>
                <a:latin typeface="Apple SD Gothic Neo"/>
                <a:ea typeface="Apple SD Gothic Neo"/>
                <a:cs typeface="Apple SD Gothic Neo"/>
              </a:defRPr>
            </a:lvl5pPr>
            <a:lvl6pPr algn="l">
              <a:defRPr sz="2250" b="1">
                <a:solidFill>
                  <a:srgbClr val="111111"/>
                </a:solidFill>
                <a:latin typeface="Apple SD Gothic Neo"/>
                <a:ea typeface="Apple SD Gothic Neo"/>
                <a:cs typeface="Apple SD Gothic Neo"/>
              </a:defRPr>
            </a:lvl6pPr>
            <a:lvl7pPr algn="l">
              <a:defRPr sz="2250" b="1">
                <a:solidFill>
                  <a:srgbClr val="111111"/>
                </a:solidFill>
                <a:latin typeface="Apple SD Gothic Neo"/>
                <a:ea typeface="Apple SD Gothic Neo"/>
                <a:cs typeface="Apple SD Gothic Neo"/>
              </a:defRPr>
            </a:lvl7pPr>
            <a:lvl8pPr algn="l">
              <a:defRPr sz="2250" b="1">
                <a:solidFill>
                  <a:srgbClr val="111111"/>
                </a:solidFill>
                <a:latin typeface="Apple SD Gothic Neo"/>
                <a:ea typeface="Apple SD Gothic Neo"/>
                <a:cs typeface="Apple SD Gothic Neo"/>
              </a:defRPr>
            </a:lvl8pPr>
            <a:lvl9pPr algn="l">
              <a:defRPr sz="2250" b="1">
                <a:solidFill>
                  <a:srgbClr val="111111"/>
                </a:solidFill>
                <a:latin typeface="Apple SD Gothic Neo"/>
                <a:ea typeface="Apple SD Gothic Neo"/>
                <a:cs typeface="Apple SD Gothic Neo"/>
              </a:defRPr>
            </a:lvl9pPr>
          </a:lstStyle>
          <a:p xmlns:a="http://schemas.openxmlformats.org/drawingml/2006/main">
            <a:pPr algn="l">
              <a:defRPr sz="2250" b="1">
                <a:solidFill>
                  <a:srgbClr val="111111"/>
                </a:solidFill>
                <a:latin typeface="Apple SD Gothic Neo"/>
                <a:ea typeface="Apple SD Gothic Neo"/>
                <a:cs typeface="Apple SD Gothic Neo"/>
              </a:defRPr>
            </a:pPr>
            <a:r>
              <a:rPr sz="2250" b="1">
                <a:solidFill>
                  <a:srgbClr val="111111"/>
                </a:solidFill>
                <a:latin typeface="Apple SD Gothic Neo"/>
                <a:ea typeface="Apple SD Gothic Neo"/>
                <a:cs typeface="Apple SD Gothic Neo"/>
              </a:rPr>
              <a:t>A. 유효 작업 문맥 유지</a:t>
            </a:r>
          </a:p>
        </p:txBody>
      </p:sp>
      <p:sp>
        <p:nvSpPr>
          <p:cNvPr id="20" name="DP1 object 178">
            <a:extLst xmlns:a="http://schemas.openxmlformats.org/drawingml/2006/main">
              <a:ext uri="{FF2B5EF4-FFF2-40B4-BE49-F238E27FC236}">
                <a16:creationId xmlns:a16="http://schemas.microsoft.com/office/drawing/2014/main" id="{5E272AB5-7527-49E0-95B1-74F0A2E471B6}"/>
              </a:ext>
            </a:extLst>
          </p:cNvPr>
          <p:cNvSpPr>
            <a:spLocks xmlns:a="http://schemas.openxmlformats.org/drawingml/2006/main" noGrp="1"/>
          </p:cNvSpPr>
          <p:nvPr/>
        </p:nvSpPr>
        <p:spPr>
          <a:xfrm xmlns:a="http://schemas.openxmlformats.org/drawingml/2006/main">
            <a:off x="419100" y="2705100"/>
            <a:ext cx="542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기본 구조: 읽은 근거를 다음 요청에 유지</a:t>
            </a:r>
          </a:p>
        </p:txBody>
      </p:sp>
      <p:sp>
        <p:nvSpPr>
          <p:cNvPr id="21" name="유효 작업 문맥&#10;출처와 의존 판본">
            <a:extLst xmlns:a="http://schemas.openxmlformats.org/drawingml/2006/main">
              <a:ext uri="{FF2B5EF4-FFF2-40B4-BE49-F238E27FC236}">
                <a16:creationId xmlns:a16="http://schemas.microsoft.com/office/drawing/2014/main" id="{17380F05-8EEB-4B70-8BFE-1FD4D07093A1}"/>
              </a:ext>
            </a:extLst>
          </p:cNvPr>
          <p:cNvSpPr>
            <a:spLocks xmlns:a="http://schemas.openxmlformats.org/drawingml/2006/main" noGrp="1"/>
          </p:cNvSpPr>
          <p:nvPr/>
        </p:nvSpPr>
        <p:spPr>
          <a:xfrm xmlns:a="http://schemas.openxmlformats.org/drawingml/2006/main">
            <a:off x="542925" y="3409950"/>
            <a:ext cx="2266950" cy="9620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2" name="DP1 object 179">
            <a:extLst xmlns:a="http://schemas.openxmlformats.org/drawingml/2006/main">
              <a:ext uri="{FF2B5EF4-FFF2-40B4-BE49-F238E27FC236}">
                <a16:creationId xmlns:a16="http://schemas.microsoft.com/office/drawing/2014/main" id="{30FEEE28-F59F-481F-BFC1-98073FF30E85}"/>
              </a:ext>
            </a:extLst>
          </p:cNvPr>
          <p:cNvSpPr>
            <a:spLocks xmlns:a="http://schemas.openxmlformats.org/drawingml/2006/main" noGrp="1"/>
          </p:cNvSpPr>
          <p:nvPr/>
        </p:nvSpPr>
        <p:spPr>
          <a:xfrm xmlns:a="http://schemas.openxmlformats.org/drawingml/2006/main">
            <a:off x="590550" y="3514725"/>
            <a:ext cx="21717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0">
                <a:solidFill>
                  <a:srgbClr val="111111"/>
                </a:solidFill>
                <a:latin typeface="Apple SD Gothic Neo"/>
                <a:ea typeface="Apple SD Gothic Neo"/>
                <a:cs typeface="Apple SD Gothic Neo"/>
              </a:defRPr>
            </a:defPPr>
            <a:lvl1pPr algn="ctr">
              <a:defRPr sz="2025" b="0">
                <a:solidFill>
                  <a:srgbClr val="111111"/>
                </a:solidFill>
                <a:latin typeface="Apple SD Gothic Neo"/>
                <a:ea typeface="Apple SD Gothic Neo"/>
                <a:cs typeface="Apple SD Gothic Neo"/>
              </a:defRPr>
            </a:lvl1pPr>
            <a:lvl2pPr algn="ctr">
              <a:defRPr sz="2025" b="0">
                <a:solidFill>
                  <a:srgbClr val="111111"/>
                </a:solidFill>
                <a:latin typeface="Apple SD Gothic Neo"/>
                <a:ea typeface="Apple SD Gothic Neo"/>
                <a:cs typeface="Apple SD Gothic Neo"/>
              </a:defRPr>
            </a:lvl2pPr>
            <a:lvl3pPr algn="ctr">
              <a:defRPr sz="2025" b="0">
                <a:solidFill>
                  <a:srgbClr val="111111"/>
                </a:solidFill>
                <a:latin typeface="Apple SD Gothic Neo"/>
                <a:ea typeface="Apple SD Gothic Neo"/>
                <a:cs typeface="Apple SD Gothic Neo"/>
              </a:defRPr>
            </a:lvl3pPr>
            <a:lvl4pPr algn="ctr">
              <a:defRPr sz="2025" b="0">
                <a:solidFill>
                  <a:srgbClr val="111111"/>
                </a:solidFill>
                <a:latin typeface="Apple SD Gothic Neo"/>
                <a:ea typeface="Apple SD Gothic Neo"/>
                <a:cs typeface="Apple SD Gothic Neo"/>
              </a:defRPr>
            </a:lvl4pPr>
            <a:lvl5pPr algn="ctr">
              <a:defRPr sz="2025" b="0">
                <a:solidFill>
                  <a:srgbClr val="111111"/>
                </a:solidFill>
                <a:latin typeface="Apple SD Gothic Neo"/>
                <a:ea typeface="Apple SD Gothic Neo"/>
                <a:cs typeface="Apple SD Gothic Neo"/>
              </a:defRPr>
            </a:lvl5pPr>
            <a:lvl6pPr algn="ctr">
              <a:defRPr sz="2025" b="0">
                <a:solidFill>
                  <a:srgbClr val="111111"/>
                </a:solidFill>
                <a:latin typeface="Apple SD Gothic Neo"/>
                <a:ea typeface="Apple SD Gothic Neo"/>
                <a:cs typeface="Apple SD Gothic Neo"/>
              </a:defRPr>
            </a:lvl6pPr>
            <a:lvl7pPr algn="ctr">
              <a:defRPr sz="2025" b="0">
                <a:solidFill>
                  <a:srgbClr val="111111"/>
                </a:solidFill>
                <a:latin typeface="Apple SD Gothic Neo"/>
                <a:ea typeface="Apple SD Gothic Neo"/>
                <a:cs typeface="Apple SD Gothic Neo"/>
              </a:defRPr>
            </a:lvl7pPr>
            <a:lvl8pPr algn="ctr">
              <a:defRPr sz="2025" b="0">
                <a:solidFill>
                  <a:srgbClr val="111111"/>
                </a:solidFill>
                <a:latin typeface="Apple SD Gothic Neo"/>
                <a:ea typeface="Apple SD Gothic Neo"/>
                <a:cs typeface="Apple SD Gothic Neo"/>
              </a:defRPr>
            </a:lvl8pPr>
            <a:lvl9pPr algn="ctr">
              <a:defRPr sz="2025" b="0">
                <a:solidFill>
                  <a:srgbClr val="111111"/>
                </a:solidFill>
                <a:latin typeface="Apple SD Gothic Neo"/>
                <a:ea typeface="Apple SD Gothic Neo"/>
                <a:cs typeface="Apple SD Gothic Neo"/>
              </a:defRPr>
            </a:lvl9pPr>
          </a:lstStyle>
          <a:p xmlns:a="http://schemas.openxmlformats.org/drawingml/2006/main">
            <a:pPr algn="ctr">
              <a:defRPr sz="2025" b="0">
                <a:solidFill>
                  <a:srgbClr val="111111"/>
                </a:solidFill>
                <a:latin typeface="Apple SD Gothic Neo"/>
                <a:ea typeface="Apple SD Gothic Neo"/>
                <a:cs typeface="Apple SD Gothic Neo"/>
              </a:defRPr>
            </a:pPr>
            <a:r>
              <a:rPr sz="2025" b="0">
                <a:solidFill>
                  <a:srgbClr val="111111"/>
                </a:solidFill>
                <a:latin typeface="Apple SD Gothic Neo"/>
                <a:ea typeface="Apple SD Gothic Neo"/>
                <a:cs typeface="Apple SD Gothic Neo"/>
              </a:rPr>
              <a:t>유효 작업 문맥</a:t>
            </a:r>
          </a:p>
          <a:p xmlns:a="http://schemas.openxmlformats.org/drawingml/2006/main">
            <a:pPr algn="ctr">
              <a:defRPr sz="2025" b="0">
                <a:solidFill>
                  <a:srgbClr val="111111"/>
                </a:solidFill>
                <a:latin typeface="Apple SD Gothic Neo"/>
                <a:ea typeface="Apple SD Gothic Neo"/>
                <a:cs typeface="Apple SD Gothic Neo"/>
              </a:defRPr>
            </a:pPr>
            <a:r>
              <a:rPr sz="2025" b="0">
                <a:solidFill>
                  <a:srgbClr val="111111"/>
                </a:solidFill>
                <a:latin typeface="Apple SD Gothic Neo"/>
                <a:ea typeface="Apple SD Gothic Neo"/>
                <a:cs typeface="Apple SD Gothic Neo"/>
              </a:rPr>
              <a:t>출처와 의존 판본</a:t>
            </a:r>
          </a:p>
        </p:txBody>
      </p:sp>
      <p:sp>
        <p:nvSpPr>
          <p:cNvPr id="23" name="Request Interpreter&#10;현재 의미 판단">
            <a:extLst xmlns:a="http://schemas.openxmlformats.org/drawingml/2006/main">
              <a:ext uri="{FF2B5EF4-FFF2-40B4-BE49-F238E27FC236}">
                <a16:creationId xmlns:a16="http://schemas.microsoft.com/office/drawing/2014/main" id="{537A7DDC-06D6-471D-9B66-C094B3CE3C57}"/>
              </a:ext>
            </a:extLst>
          </p:cNvPr>
          <p:cNvSpPr>
            <a:spLocks xmlns:a="http://schemas.openxmlformats.org/drawingml/2006/main" noGrp="1"/>
          </p:cNvSpPr>
          <p:nvPr/>
        </p:nvSpPr>
        <p:spPr>
          <a:xfrm xmlns:a="http://schemas.openxmlformats.org/drawingml/2006/main">
            <a:off x="3209925" y="3219450"/>
            <a:ext cx="2447925" cy="809625"/>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24" name="DP1 object 180">
            <a:extLst xmlns:a="http://schemas.openxmlformats.org/drawingml/2006/main">
              <a:ext uri="{FF2B5EF4-FFF2-40B4-BE49-F238E27FC236}">
                <a16:creationId xmlns:a16="http://schemas.microsoft.com/office/drawing/2014/main" id="{106DC28F-93C3-4AF7-8167-211A9E0EDA0D}"/>
              </a:ext>
            </a:extLst>
          </p:cNvPr>
          <p:cNvSpPr>
            <a:spLocks xmlns:a="http://schemas.openxmlformats.org/drawingml/2006/main" noGrp="1"/>
          </p:cNvSpPr>
          <p:nvPr/>
        </p:nvSpPr>
        <p:spPr>
          <a:xfrm xmlns:a="http://schemas.openxmlformats.org/drawingml/2006/main">
            <a:off x="3276600" y="3257550"/>
            <a:ext cx="231457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Request Interpreter</a:t>
            </a:r>
          </a:p>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현재 의미 판단</a:t>
            </a:r>
          </a:p>
        </p:txBody>
      </p:sp>
      <p:sp>
        <p:nvSpPr>
          <p:cNvPr id="25" name="DP1 object 181">
            <a:extLst xmlns:a="http://schemas.openxmlformats.org/drawingml/2006/main">
              <a:ext uri="{FF2B5EF4-FFF2-40B4-BE49-F238E27FC236}">
                <a16:creationId xmlns:a16="http://schemas.microsoft.com/office/drawing/2014/main" id="{B112146F-ABAA-469F-AE9F-95E485FEA91F}"/>
              </a:ext>
            </a:extLst>
          </p:cNvPr>
          <p:cNvSpPr>
            <a:spLocks xmlns:a="http://schemas.openxmlformats.org/drawingml/2006/main" noGrp="1"/>
          </p:cNvSpPr>
          <p:nvPr/>
        </p:nvSpPr>
        <p:spPr>
          <a:xfrm xmlns:a="http://schemas.openxmlformats.org/drawingml/2006/main">
            <a:off x="3400425" y="2943225"/>
            <a:ext cx="200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현재 요청</a:t>
            </a:r>
          </a:p>
        </p:txBody>
      </p:sp>
      <p:sp>
        <p:nvSpPr>
          <p:cNvPr id="26" name="Editable path 182">
            <a:extLst xmlns:a="http://schemas.openxmlformats.org/drawingml/2006/main">
              <a:ext uri="{FF2B5EF4-FFF2-40B4-BE49-F238E27FC236}">
                <a16:creationId xmlns:a16="http://schemas.microsoft.com/office/drawing/2014/main" id="{2F423954-1D21-4B77-A54B-B90DD7BF090E}"/>
              </a:ext>
            </a:extLst>
          </p:cNvPr>
          <p:cNvSpPr>
            <a:spLocks xmlns:a="http://schemas.openxmlformats.org/drawingml/2006/main" noGrp="1"/>
          </p:cNvSpPr>
          <p:nvPr/>
        </p:nvSpPr>
        <p:spPr>
          <a:xfrm xmlns:a="http://schemas.openxmlformats.org/drawingml/2006/main">
            <a:off x="4429125" y="3200400"/>
            <a:ext cx="953" cy="19050"/>
          </a:xfrm>
          <a:custGeom xmlns:a="http://schemas.openxmlformats.org/drawingml/2006/main">
            <a:pathLst>
              <a:path w="953" h="19050">
                <a:moveTo>
                  <a:pt x="0" y="0"/>
                </a:moveTo>
                <a:lnTo>
                  <a:pt x="0" y="19050"/>
                </a:lnTo>
              </a:path>
            </a:pathLst>
          </a:custGeom>
          <a:noFill xmlns:a="http://schemas.openxmlformats.org/drawingml/2006/main"/>
          <a:ln xmlns:a="http://schemas.openxmlformats.org/drawingml/2006/main" w="19050">
            <a:solidFill>
              <a:srgbClr val="111111"/>
            </a:solidFill>
            <a:prstDash val="solid"/>
          </a:ln>
        </p:spPr>
      </p:sp>
      <p:sp>
        <p:nvSpPr>
          <p:cNvPr id="27" name="Editable arrowhead 183">
            <a:extLst xmlns:a="http://schemas.openxmlformats.org/drawingml/2006/main">
              <a:ext uri="{FF2B5EF4-FFF2-40B4-BE49-F238E27FC236}">
                <a16:creationId xmlns:a16="http://schemas.microsoft.com/office/drawing/2014/main" id="{28988EE9-1DAF-4305-9123-6C24A8793C42}"/>
              </a:ext>
            </a:extLst>
          </p:cNvPr>
          <p:cNvSpPr>
            <a:spLocks xmlns:a="http://schemas.openxmlformats.org/drawingml/2006/main" noGrp="1"/>
          </p:cNvSpPr>
          <p:nvPr/>
        </p:nvSpPr>
        <p:spPr>
          <a:xfrm xmlns:a="http://schemas.openxmlformats.org/drawingml/2006/main">
            <a:off x="4381500" y="31242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28" name="Editable path 184">
            <a:extLst xmlns:a="http://schemas.openxmlformats.org/drawingml/2006/main">
              <a:ext uri="{FF2B5EF4-FFF2-40B4-BE49-F238E27FC236}">
                <a16:creationId xmlns:a16="http://schemas.microsoft.com/office/drawing/2014/main" id="{DF7FDCF3-E9B9-4615-A04E-ADECDB586E7A}"/>
              </a:ext>
            </a:extLst>
          </p:cNvPr>
          <p:cNvSpPr>
            <a:spLocks xmlns:a="http://schemas.openxmlformats.org/drawingml/2006/main" noGrp="1"/>
          </p:cNvSpPr>
          <p:nvPr/>
        </p:nvSpPr>
        <p:spPr>
          <a:xfrm xmlns:a="http://schemas.openxmlformats.org/drawingml/2006/main">
            <a:off x="2809875" y="3705225"/>
            <a:ext cx="400050" cy="953"/>
          </a:xfrm>
          <a:custGeom xmlns:a="http://schemas.openxmlformats.org/drawingml/2006/main">
            <a:pathLst>
              <a:path w="400050" h="953">
                <a:moveTo>
                  <a:pt x="0" y="0"/>
                </a:moveTo>
                <a:lnTo>
                  <a:pt x="400050" y="0"/>
                </a:lnTo>
              </a:path>
            </a:pathLst>
          </a:custGeom>
          <a:noFill xmlns:a="http://schemas.openxmlformats.org/drawingml/2006/main"/>
          <a:ln xmlns:a="http://schemas.openxmlformats.org/drawingml/2006/main" w="23813">
            <a:solidFill>
              <a:srgbClr val="111111"/>
            </a:solidFill>
            <a:prstDash val="solid"/>
          </a:ln>
        </p:spPr>
      </p:sp>
      <p:sp>
        <p:nvSpPr>
          <p:cNvPr id="29" name="Editable arrowhead 185">
            <a:extLst xmlns:a="http://schemas.openxmlformats.org/drawingml/2006/main">
              <a:ext uri="{FF2B5EF4-FFF2-40B4-BE49-F238E27FC236}">
                <a16:creationId xmlns:a16="http://schemas.microsoft.com/office/drawing/2014/main" id="{20ECE63E-B715-40DA-966C-8F25CCB34EA0}"/>
              </a:ext>
            </a:extLst>
          </p:cNvPr>
          <p:cNvSpPr>
            <a:spLocks xmlns:a="http://schemas.openxmlformats.org/drawingml/2006/main" noGrp="1"/>
          </p:cNvSpPr>
          <p:nvPr/>
        </p:nvSpPr>
        <p:spPr>
          <a:xfrm xmlns:a="http://schemas.openxmlformats.org/drawingml/2006/main">
            <a:off x="3114675" y="365760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0" name="Context Manager&#10;유효 문맥 갱신">
            <a:extLst xmlns:a="http://schemas.openxmlformats.org/drawingml/2006/main">
              <a:ext uri="{FF2B5EF4-FFF2-40B4-BE49-F238E27FC236}">
                <a16:creationId xmlns:a16="http://schemas.microsoft.com/office/drawing/2014/main" id="{FE612F51-774F-4393-80BE-3948C7B5FCE4}"/>
              </a:ext>
            </a:extLst>
          </p:cNvPr>
          <p:cNvSpPr>
            <a:spLocks xmlns:a="http://schemas.openxmlformats.org/drawingml/2006/main" noGrp="1"/>
          </p:cNvSpPr>
          <p:nvPr/>
        </p:nvSpPr>
        <p:spPr>
          <a:xfrm xmlns:a="http://schemas.openxmlformats.org/drawingml/2006/main">
            <a:off x="3209925" y="4486275"/>
            <a:ext cx="2447925" cy="64770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31" name="DP1 object 186">
            <a:extLst xmlns:a="http://schemas.openxmlformats.org/drawingml/2006/main">
              <a:ext uri="{FF2B5EF4-FFF2-40B4-BE49-F238E27FC236}">
                <a16:creationId xmlns:a16="http://schemas.microsoft.com/office/drawing/2014/main" id="{1659C185-44CF-4094-AA75-F3786580CD72}"/>
              </a:ext>
            </a:extLst>
          </p:cNvPr>
          <p:cNvSpPr>
            <a:spLocks xmlns:a="http://schemas.openxmlformats.org/drawingml/2006/main" noGrp="1"/>
          </p:cNvSpPr>
          <p:nvPr/>
        </p:nvSpPr>
        <p:spPr>
          <a:xfrm xmlns:a="http://schemas.openxmlformats.org/drawingml/2006/main">
            <a:off x="3276600" y="4524375"/>
            <a:ext cx="23145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0">
                <a:solidFill>
                  <a:srgbClr val="111111"/>
                </a:solidFill>
                <a:latin typeface="Apple SD Gothic Neo"/>
                <a:ea typeface="Apple SD Gothic Neo"/>
                <a:cs typeface="Apple SD Gothic Neo"/>
              </a:defRPr>
            </a:defPPr>
            <a:lvl1pPr algn="ctr">
              <a:defRPr sz="1800" b="0">
                <a:solidFill>
                  <a:srgbClr val="111111"/>
                </a:solidFill>
                <a:latin typeface="Apple SD Gothic Neo"/>
                <a:ea typeface="Apple SD Gothic Neo"/>
                <a:cs typeface="Apple SD Gothic Neo"/>
              </a:defRPr>
            </a:lvl1pPr>
            <a:lvl2pPr algn="ctr">
              <a:defRPr sz="1800" b="0">
                <a:solidFill>
                  <a:srgbClr val="111111"/>
                </a:solidFill>
                <a:latin typeface="Apple SD Gothic Neo"/>
                <a:ea typeface="Apple SD Gothic Neo"/>
                <a:cs typeface="Apple SD Gothic Neo"/>
              </a:defRPr>
            </a:lvl2pPr>
            <a:lvl3pPr algn="ctr">
              <a:defRPr sz="1800" b="0">
                <a:solidFill>
                  <a:srgbClr val="111111"/>
                </a:solidFill>
                <a:latin typeface="Apple SD Gothic Neo"/>
                <a:ea typeface="Apple SD Gothic Neo"/>
                <a:cs typeface="Apple SD Gothic Neo"/>
              </a:defRPr>
            </a:lvl3pPr>
            <a:lvl4pPr algn="ctr">
              <a:defRPr sz="1800" b="0">
                <a:solidFill>
                  <a:srgbClr val="111111"/>
                </a:solidFill>
                <a:latin typeface="Apple SD Gothic Neo"/>
                <a:ea typeface="Apple SD Gothic Neo"/>
                <a:cs typeface="Apple SD Gothic Neo"/>
              </a:defRPr>
            </a:lvl4pPr>
            <a:lvl5pPr algn="ctr">
              <a:defRPr sz="1800" b="0">
                <a:solidFill>
                  <a:srgbClr val="111111"/>
                </a:solidFill>
                <a:latin typeface="Apple SD Gothic Neo"/>
                <a:ea typeface="Apple SD Gothic Neo"/>
                <a:cs typeface="Apple SD Gothic Neo"/>
              </a:defRPr>
            </a:lvl5pPr>
            <a:lvl6pPr algn="ctr">
              <a:defRPr sz="1800" b="0">
                <a:solidFill>
                  <a:srgbClr val="111111"/>
                </a:solidFill>
                <a:latin typeface="Apple SD Gothic Neo"/>
                <a:ea typeface="Apple SD Gothic Neo"/>
                <a:cs typeface="Apple SD Gothic Neo"/>
              </a:defRPr>
            </a:lvl6pPr>
            <a:lvl7pPr algn="ctr">
              <a:defRPr sz="1800" b="0">
                <a:solidFill>
                  <a:srgbClr val="111111"/>
                </a:solidFill>
                <a:latin typeface="Apple SD Gothic Neo"/>
                <a:ea typeface="Apple SD Gothic Neo"/>
                <a:cs typeface="Apple SD Gothic Neo"/>
              </a:defRPr>
            </a:lvl7pPr>
            <a:lvl8pPr algn="ctr">
              <a:defRPr sz="1800" b="0">
                <a:solidFill>
                  <a:srgbClr val="111111"/>
                </a:solidFill>
                <a:latin typeface="Apple SD Gothic Neo"/>
                <a:ea typeface="Apple SD Gothic Neo"/>
                <a:cs typeface="Apple SD Gothic Neo"/>
              </a:defRPr>
            </a:lvl8pPr>
            <a:lvl9pPr algn="ctr">
              <a:defRPr sz="1800" b="0">
                <a:solidFill>
                  <a:srgbClr val="111111"/>
                </a:solidFill>
                <a:latin typeface="Apple SD Gothic Neo"/>
                <a:ea typeface="Apple SD Gothic Neo"/>
                <a:cs typeface="Apple SD Gothic Neo"/>
              </a:defRPr>
            </a:lvl9pPr>
          </a:lstStyle>
          <a:p xmlns:a="http://schemas.openxmlformats.org/drawingml/2006/main">
            <a:pPr algn="ctr">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Context Manager</a:t>
            </a:r>
          </a:p>
          <a:p xmlns:a="http://schemas.openxmlformats.org/drawingml/2006/main">
            <a:pPr algn="ctr">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유효 문맥 갱신</a:t>
            </a:r>
          </a:p>
        </p:txBody>
      </p:sp>
      <p:sp>
        <p:nvSpPr>
          <p:cNvPr id="32" name="Editable path 187">
            <a:extLst xmlns:a="http://schemas.openxmlformats.org/drawingml/2006/main">
              <a:ext uri="{FF2B5EF4-FFF2-40B4-BE49-F238E27FC236}">
                <a16:creationId xmlns:a16="http://schemas.microsoft.com/office/drawing/2014/main" id="{3E106505-A87D-46BC-B2BF-90CFE832E15F}"/>
              </a:ext>
            </a:extLst>
          </p:cNvPr>
          <p:cNvSpPr>
            <a:spLocks xmlns:a="http://schemas.openxmlformats.org/drawingml/2006/main" noGrp="1"/>
          </p:cNvSpPr>
          <p:nvPr/>
        </p:nvSpPr>
        <p:spPr>
          <a:xfrm xmlns:a="http://schemas.openxmlformats.org/drawingml/2006/main">
            <a:off x="4429125" y="4029075"/>
            <a:ext cx="953" cy="457200"/>
          </a:xfrm>
          <a:custGeom xmlns:a="http://schemas.openxmlformats.org/drawingml/2006/main">
            <a:pathLst>
              <a:path w="953" h="457200">
                <a:moveTo>
                  <a:pt x="0" y="0"/>
                </a:moveTo>
                <a:lnTo>
                  <a:pt x="0" y="457200"/>
                </a:lnTo>
              </a:path>
            </a:pathLst>
          </a:custGeom>
          <a:noFill xmlns:a="http://schemas.openxmlformats.org/drawingml/2006/main"/>
          <a:ln xmlns:a="http://schemas.openxmlformats.org/drawingml/2006/main" w="23813">
            <a:solidFill>
              <a:srgbClr val="111111"/>
            </a:solidFill>
            <a:prstDash val="solid"/>
          </a:ln>
        </p:spPr>
      </p:sp>
      <p:sp>
        <p:nvSpPr>
          <p:cNvPr id="33" name="Editable arrowhead 188">
            <a:extLst xmlns:a="http://schemas.openxmlformats.org/drawingml/2006/main">
              <a:ext uri="{FF2B5EF4-FFF2-40B4-BE49-F238E27FC236}">
                <a16:creationId xmlns:a16="http://schemas.microsoft.com/office/drawing/2014/main" id="{22AD4809-776F-4C57-AB6D-BBE10650C833}"/>
              </a:ext>
            </a:extLst>
          </p:cNvPr>
          <p:cNvSpPr>
            <a:spLocks xmlns:a="http://schemas.openxmlformats.org/drawingml/2006/main" noGrp="1"/>
          </p:cNvSpPr>
          <p:nvPr/>
        </p:nvSpPr>
        <p:spPr>
          <a:xfrm xmlns:a="http://schemas.openxmlformats.org/drawingml/2006/main">
            <a:off x="4381500" y="43910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4" name="Editable path 189">
            <a:extLst xmlns:a="http://schemas.openxmlformats.org/drawingml/2006/main">
              <a:ext uri="{FF2B5EF4-FFF2-40B4-BE49-F238E27FC236}">
                <a16:creationId xmlns:a16="http://schemas.microsoft.com/office/drawing/2014/main" id="{6016A3C8-8244-4B00-AA02-2A4D836AEF59}"/>
              </a:ext>
            </a:extLst>
          </p:cNvPr>
          <p:cNvSpPr>
            <a:spLocks xmlns:a="http://schemas.openxmlformats.org/drawingml/2006/main" noGrp="1"/>
          </p:cNvSpPr>
          <p:nvPr/>
        </p:nvSpPr>
        <p:spPr>
          <a:xfrm xmlns:a="http://schemas.openxmlformats.org/drawingml/2006/main">
            <a:off x="1666875" y="4371975"/>
            <a:ext cx="1543050" cy="438150"/>
          </a:xfrm>
          <a:custGeom xmlns:a="http://schemas.openxmlformats.org/drawingml/2006/main">
            <a:pathLst>
              <a:path w="1543050" h="438150">
                <a:moveTo>
                  <a:pt x="1543050" y="438150"/>
                </a:moveTo>
                <a:lnTo>
                  <a:pt x="0" y="438150"/>
                </a:lnTo>
                <a:lnTo>
                  <a:pt x="0" y="0"/>
                </a:lnTo>
              </a:path>
            </a:pathLst>
          </a:custGeom>
          <a:noFill xmlns:a="http://schemas.openxmlformats.org/drawingml/2006/main"/>
          <a:ln xmlns:a="http://schemas.openxmlformats.org/drawingml/2006/main" w="23813">
            <a:solidFill>
              <a:srgbClr val="111111"/>
            </a:solidFill>
            <a:prstDash val="solid"/>
          </a:ln>
        </p:spPr>
      </p:sp>
      <p:sp>
        <p:nvSpPr>
          <p:cNvPr id="35" name="Editable arrowhead 190">
            <a:extLst xmlns:a="http://schemas.openxmlformats.org/drawingml/2006/main">
              <a:ext uri="{FF2B5EF4-FFF2-40B4-BE49-F238E27FC236}">
                <a16:creationId xmlns:a16="http://schemas.microsoft.com/office/drawing/2014/main" id="{B56EDA92-4298-4394-9F5C-627882754E12}"/>
              </a:ext>
            </a:extLst>
          </p:cNvPr>
          <p:cNvSpPr>
            <a:spLocks xmlns:a="http://schemas.openxmlformats.org/drawingml/2006/main" noGrp="1"/>
          </p:cNvSpPr>
          <p:nvPr/>
        </p:nvSpPr>
        <p:spPr>
          <a:xfrm xmlns:a="http://schemas.openxmlformats.org/drawingml/2006/main">
            <a:off x="1619250" y="437197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6" name="DP1 object 191">
            <a:extLst xmlns:a="http://schemas.openxmlformats.org/drawingml/2006/main">
              <a:ext uri="{FF2B5EF4-FFF2-40B4-BE49-F238E27FC236}">
                <a16:creationId xmlns:a16="http://schemas.microsoft.com/office/drawing/2014/main" id="{BEB0C475-75CC-41A2-A8B8-8B6456D4402C}"/>
              </a:ext>
            </a:extLst>
          </p:cNvPr>
          <p:cNvSpPr>
            <a:spLocks xmlns:a="http://schemas.openxmlformats.org/drawingml/2006/main" noGrp="1"/>
          </p:cNvSpPr>
          <p:nvPr/>
        </p:nvSpPr>
        <p:spPr>
          <a:xfrm xmlns:a="http://schemas.openxmlformats.org/drawingml/2006/main">
            <a:off x="647700" y="5172075"/>
            <a:ext cx="50101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채택 후 갱신 → 다음 요청</a:t>
            </a:r>
          </a:p>
        </p:txBody>
      </p:sp>
      <p:sp>
        <p:nvSpPr>
          <p:cNvPr id="37" name="Editable path 192">
            <a:extLst xmlns:a="http://schemas.openxmlformats.org/drawingml/2006/main">
              <a:ext uri="{FF2B5EF4-FFF2-40B4-BE49-F238E27FC236}">
                <a16:creationId xmlns:a16="http://schemas.microsoft.com/office/drawing/2014/main" id="{D9EDC4D4-7A27-457F-A480-D09CBFF580D4}"/>
              </a:ext>
            </a:extLst>
          </p:cNvPr>
          <p:cNvSpPr>
            <a:spLocks xmlns:a="http://schemas.openxmlformats.org/drawingml/2006/main" noGrp="1"/>
          </p:cNvSpPr>
          <p:nvPr/>
        </p:nvSpPr>
        <p:spPr>
          <a:xfrm xmlns:a="http://schemas.openxmlformats.org/drawingml/2006/main">
            <a:off x="447675" y="5667375"/>
            <a:ext cx="5381625" cy="953"/>
          </a:xfrm>
          <a:custGeom xmlns:a="http://schemas.openxmlformats.org/drawingml/2006/main">
            <a:pathLst>
              <a:path w="5381625" h="953">
                <a:moveTo>
                  <a:pt x="0" y="0"/>
                </a:moveTo>
                <a:lnTo>
                  <a:pt x="5381625" y="0"/>
                </a:lnTo>
              </a:path>
            </a:pathLst>
          </a:custGeom>
          <a:noFill xmlns:a="http://schemas.openxmlformats.org/drawingml/2006/main"/>
          <a:ln xmlns:a="http://schemas.openxmlformats.org/drawingml/2006/main" w="16193">
            <a:solidFill>
              <a:srgbClr val="4676CB"/>
            </a:solidFill>
            <a:prstDash val="solid"/>
          </a:ln>
        </p:spPr>
      </p:sp>
      <p:sp>
        <p:nvSpPr>
          <p:cNvPr id="38" name="DP1 object 193">
            <a:extLst xmlns:a="http://schemas.openxmlformats.org/drawingml/2006/main">
              <a:ext uri="{FF2B5EF4-FFF2-40B4-BE49-F238E27FC236}">
                <a16:creationId xmlns:a16="http://schemas.microsoft.com/office/drawing/2014/main" id="{789ABC41-B613-45C9-810B-75EF4CCE19D6}"/>
              </a:ext>
            </a:extLst>
          </p:cNvPr>
          <p:cNvSpPr>
            <a:spLocks xmlns:a="http://schemas.openxmlformats.org/drawingml/2006/main" noGrp="1"/>
          </p:cNvSpPr>
          <p:nvPr/>
        </p:nvSpPr>
        <p:spPr>
          <a:xfrm xmlns:a="http://schemas.openxmlformats.org/drawingml/2006/main">
            <a:off x="504825" y="5819775"/>
            <a:ext cx="5238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75" b="1">
                <a:solidFill>
                  <a:srgbClr val="4676CB"/>
                </a:solidFill>
                <a:latin typeface="Apple SD Gothic Neo"/>
                <a:ea typeface="Apple SD Gothic Neo"/>
                <a:cs typeface="Apple SD Gothic Neo"/>
              </a:defRPr>
            </a:defPPr>
            <a:lvl1pPr algn="l">
              <a:defRPr sz="2175" b="1">
                <a:solidFill>
                  <a:srgbClr val="4676CB"/>
                </a:solidFill>
                <a:latin typeface="Apple SD Gothic Neo"/>
                <a:ea typeface="Apple SD Gothic Neo"/>
                <a:cs typeface="Apple SD Gothic Neo"/>
              </a:defRPr>
            </a:lvl1pPr>
            <a:lvl2pPr algn="l">
              <a:defRPr sz="2175" b="1">
                <a:solidFill>
                  <a:srgbClr val="4676CB"/>
                </a:solidFill>
                <a:latin typeface="Apple SD Gothic Neo"/>
                <a:ea typeface="Apple SD Gothic Neo"/>
                <a:cs typeface="Apple SD Gothic Neo"/>
              </a:defRPr>
            </a:lvl2pPr>
            <a:lvl3pPr algn="l">
              <a:defRPr sz="2175" b="1">
                <a:solidFill>
                  <a:srgbClr val="4676CB"/>
                </a:solidFill>
                <a:latin typeface="Apple SD Gothic Neo"/>
                <a:ea typeface="Apple SD Gothic Neo"/>
                <a:cs typeface="Apple SD Gothic Neo"/>
              </a:defRPr>
            </a:lvl3pPr>
            <a:lvl4pPr algn="l">
              <a:defRPr sz="2175" b="1">
                <a:solidFill>
                  <a:srgbClr val="4676CB"/>
                </a:solidFill>
                <a:latin typeface="Apple SD Gothic Neo"/>
                <a:ea typeface="Apple SD Gothic Neo"/>
                <a:cs typeface="Apple SD Gothic Neo"/>
              </a:defRPr>
            </a:lvl4pPr>
            <a:lvl5pPr algn="l">
              <a:defRPr sz="2175" b="1">
                <a:solidFill>
                  <a:srgbClr val="4676CB"/>
                </a:solidFill>
                <a:latin typeface="Apple SD Gothic Neo"/>
                <a:ea typeface="Apple SD Gothic Neo"/>
                <a:cs typeface="Apple SD Gothic Neo"/>
              </a:defRPr>
            </a:lvl5pPr>
            <a:lvl6pPr algn="l">
              <a:defRPr sz="2175" b="1">
                <a:solidFill>
                  <a:srgbClr val="4676CB"/>
                </a:solidFill>
                <a:latin typeface="Apple SD Gothic Neo"/>
                <a:ea typeface="Apple SD Gothic Neo"/>
                <a:cs typeface="Apple SD Gothic Neo"/>
              </a:defRPr>
            </a:lvl6pPr>
            <a:lvl7pPr algn="l">
              <a:defRPr sz="2175" b="1">
                <a:solidFill>
                  <a:srgbClr val="4676CB"/>
                </a:solidFill>
                <a:latin typeface="Apple SD Gothic Neo"/>
                <a:ea typeface="Apple SD Gothic Neo"/>
                <a:cs typeface="Apple SD Gothic Neo"/>
              </a:defRPr>
            </a:lvl7pPr>
            <a:lvl8pPr algn="l">
              <a:defRPr sz="2175" b="1">
                <a:solidFill>
                  <a:srgbClr val="4676CB"/>
                </a:solidFill>
                <a:latin typeface="Apple SD Gothic Neo"/>
                <a:ea typeface="Apple SD Gothic Neo"/>
                <a:cs typeface="Apple SD Gothic Neo"/>
              </a:defRPr>
            </a:lvl8pPr>
            <a:lvl9pPr algn="l">
              <a:defRPr sz="2175" b="1">
                <a:solidFill>
                  <a:srgbClr val="4676CB"/>
                </a:solidFill>
                <a:latin typeface="Apple SD Gothic Neo"/>
                <a:ea typeface="Apple SD Gothic Neo"/>
                <a:cs typeface="Apple SD Gothic Neo"/>
              </a:defRPr>
            </a:lvl9pPr>
          </a:lstStyle>
          <a:p xmlns:a="http://schemas.openxmlformats.org/drawingml/2006/main">
            <a:pPr algn="l">
              <a:defRPr sz="2175" b="1">
                <a:solidFill>
                  <a:srgbClr val="4676CB"/>
                </a:solidFill>
                <a:latin typeface="Apple SD Gothic Neo"/>
                <a:ea typeface="Apple SD Gothic Neo"/>
                <a:cs typeface="Apple SD Gothic Neo"/>
              </a:defRPr>
            </a:pPr>
            <a:r>
              <a:rPr sz="2175" b="1">
                <a:solidFill>
                  <a:srgbClr val="4676CB"/>
                </a:solidFill>
                <a:latin typeface="Apple SD Gothic Neo"/>
                <a:ea typeface="Apple SD Gothic Neo"/>
                <a:cs typeface="Apple SD Gothic Neo"/>
              </a:rPr>
              <a:t>A2  정정 시 변경 조각 갱신</a:t>
            </a:r>
          </a:p>
        </p:txBody>
      </p:sp>
      <p:sp>
        <p:nvSpPr>
          <p:cNvPr id="39" name="원문 변경&#10;v1 → v2">
            <a:extLst xmlns:a="http://schemas.openxmlformats.org/drawingml/2006/main">
              <a:ext uri="{FF2B5EF4-FFF2-40B4-BE49-F238E27FC236}">
                <a16:creationId xmlns:a16="http://schemas.microsoft.com/office/drawing/2014/main" id="{F270CD33-595A-4E60-A480-6ABE65170DA6}"/>
              </a:ext>
            </a:extLst>
          </p:cNvPr>
          <p:cNvSpPr>
            <a:spLocks xmlns:a="http://schemas.openxmlformats.org/drawingml/2006/main" noGrp="1"/>
          </p:cNvSpPr>
          <p:nvPr/>
        </p:nvSpPr>
        <p:spPr>
          <a:xfrm xmlns:a="http://schemas.openxmlformats.org/drawingml/2006/main">
            <a:off x="552450" y="6638925"/>
            <a:ext cx="1628775" cy="819150"/>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40" name="DP1 object 194">
            <a:extLst xmlns:a="http://schemas.openxmlformats.org/drawingml/2006/main">
              <a:ext uri="{FF2B5EF4-FFF2-40B4-BE49-F238E27FC236}">
                <a16:creationId xmlns:a16="http://schemas.microsoft.com/office/drawing/2014/main" id="{226764AE-3C7B-49E7-994B-97C00FDCF964}"/>
              </a:ext>
            </a:extLst>
          </p:cNvPr>
          <p:cNvSpPr>
            <a:spLocks xmlns:a="http://schemas.openxmlformats.org/drawingml/2006/main" noGrp="1"/>
          </p:cNvSpPr>
          <p:nvPr/>
        </p:nvSpPr>
        <p:spPr>
          <a:xfrm xmlns:a="http://schemas.openxmlformats.org/drawingml/2006/main">
            <a:off x="600075" y="6743700"/>
            <a:ext cx="15335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0">
                <a:solidFill>
                  <a:srgbClr val="111111"/>
                </a:solidFill>
                <a:latin typeface="Apple SD Gothic Neo"/>
                <a:ea typeface="Apple SD Gothic Neo"/>
                <a:cs typeface="Apple SD Gothic Neo"/>
              </a:defRPr>
            </a:defPPr>
            <a:lvl1pPr algn="ctr">
              <a:defRPr sz="1875" b="0">
                <a:solidFill>
                  <a:srgbClr val="111111"/>
                </a:solidFill>
                <a:latin typeface="Apple SD Gothic Neo"/>
                <a:ea typeface="Apple SD Gothic Neo"/>
                <a:cs typeface="Apple SD Gothic Neo"/>
              </a:defRPr>
            </a:lvl1pPr>
            <a:lvl2pPr algn="ctr">
              <a:defRPr sz="1875" b="0">
                <a:solidFill>
                  <a:srgbClr val="111111"/>
                </a:solidFill>
                <a:latin typeface="Apple SD Gothic Neo"/>
                <a:ea typeface="Apple SD Gothic Neo"/>
                <a:cs typeface="Apple SD Gothic Neo"/>
              </a:defRPr>
            </a:lvl2pPr>
            <a:lvl3pPr algn="ctr">
              <a:defRPr sz="1875" b="0">
                <a:solidFill>
                  <a:srgbClr val="111111"/>
                </a:solidFill>
                <a:latin typeface="Apple SD Gothic Neo"/>
                <a:ea typeface="Apple SD Gothic Neo"/>
                <a:cs typeface="Apple SD Gothic Neo"/>
              </a:defRPr>
            </a:lvl3pPr>
            <a:lvl4pPr algn="ctr">
              <a:defRPr sz="1875" b="0">
                <a:solidFill>
                  <a:srgbClr val="111111"/>
                </a:solidFill>
                <a:latin typeface="Apple SD Gothic Neo"/>
                <a:ea typeface="Apple SD Gothic Neo"/>
                <a:cs typeface="Apple SD Gothic Neo"/>
              </a:defRPr>
            </a:lvl4pPr>
            <a:lvl5pPr algn="ctr">
              <a:defRPr sz="1875" b="0">
                <a:solidFill>
                  <a:srgbClr val="111111"/>
                </a:solidFill>
                <a:latin typeface="Apple SD Gothic Neo"/>
                <a:ea typeface="Apple SD Gothic Neo"/>
                <a:cs typeface="Apple SD Gothic Neo"/>
              </a:defRPr>
            </a:lvl5pPr>
            <a:lvl6pPr algn="ctr">
              <a:defRPr sz="1875" b="0">
                <a:solidFill>
                  <a:srgbClr val="111111"/>
                </a:solidFill>
                <a:latin typeface="Apple SD Gothic Neo"/>
                <a:ea typeface="Apple SD Gothic Neo"/>
                <a:cs typeface="Apple SD Gothic Neo"/>
              </a:defRPr>
            </a:lvl6pPr>
            <a:lvl7pPr algn="ctr">
              <a:defRPr sz="1875" b="0">
                <a:solidFill>
                  <a:srgbClr val="111111"/>
                </a:solidFill>
                <a:latin typeface="Apple SD Gothic Neo"/>
                <a:ea typeface="Apple SD Gothic Neo"/>
                <a:cs typeface="Apple SD Gothic Neo"/>
              </a:defRPr>
            </a:lvl7pPr>
            <a:lvl8pPr algn="ctr">
              <a:defRPr sz="1875" b="0">
                <a:solidFill>
                  <a:srgbClr val="111111"/>
                </a:solidFill>
                <a:latin typeface="Apple SD Gothic Neo"/>
                <a:ea typeface="Apple SD Gothic Neo"/>
                <a:cs typeface="Apple SD Gothic Neo"/>
              </a:defRPr>
            </a:lvl8pPr>
            <a:lvl9pPr algn="ctr">
              <a:defRPr sz="1875" b="0">
                <a:solidFill>
                  <a:srgbClr val="111111"/>
                </a:solidFill>
                <a:latin typeface="Apple SD Gothic Neo"/>
                <a:ea typeface="Apple SD Gothic Neo"/>
                <a:cs typeface="Apple SD Gothic Neo"/>
              </a:defRPr>
            </a:lvl9pPr>
          </a:lstStyle>
          <a:p xmlns:a="http://schemas.openxmlformats.org/drawingml/2006/main">
            <a:pPr algn="ctr">
              <a:defRPr sz="1875" b="0">
                <a:solidFill>
                  <a:srgbClr val="111111"/>
                </a:solidFill>
                <a:latin typeface="Apple SD Gothic Neo"/>
                <a:ea typeface="Apple SD Gothic Neo"/>
                <a:cs typeface="Apple SD Gothic Neo"/>
              </a:defRPr>
            </a:pPr>
            <a:r>
              <a:rPr sz="1875" b="0">
                <a:solidFill>
                  <a:srgbClr val="111111"/>
                </a:solidFill>
                <a:latin typeface="Apple SD Gothic Neo"/>
                <a:ea typeface="Apple SD Gothic Neo"/>
                <a:cs typeface="Apple SD Gothic Neo"/>
              </a:rPr>
              <a:t>원문 변경</a:t>
            </a:r>
          </a:p>
          <a:p xmlns:a="http://schemas.openxmlformats.org/drawingml/2006/main">
            <a:pPr algn="ctr">
              <a:defRPr sz="1875" b="0">
                <a:solidFill>
                  <a:srgbClr val="111111"/>
                </a:solidFill>
                <a:latin typeface="Apple SD Gothic Neo"/>
                <a:ea typeface="Apple SD Gothic Neo"/>
                <a:cs typeface="Apple SD Gothic Neo"/>
              </a:defRPr>
            </a:pPr>
            <a:r>
              <a:rPr sz="1875" b="0">
                <a:solidFill>
                  <a:srgbClr val="111111"/>
                </a:solidFill>
                <a:latin typeface="Apple SD Gothic Neo"/>
                <a:ea typeface="Apple SD Gothic Neo"/>
                <a:cs typeface="Apple SD Gothic Neo"/>
              </a:rPr>
              <a:t>v1 → v2</a:t>
            </a:r>
          </a:p>
        </p:txBody>
      </p:sp>
      <p:sp>
        <p:nvSpPr>
          <p:cNvPr id="41" name="영향 근거 식별&#10;변경 부분만 읽기">
            <a:extLst xmlns:a="http://schemas.openxmlformats.org/drawingml/2006/main">
              <a:ext uri="{FF2B5EF4-FFF2-40B4-BE49-F238E27FC236}">
                <a16:creationId xmlns:a16="http://schemas.microsoft.com/office/drawing/2014/main" id="{036EEBD9-5335-44B3-87EF-5CD1CF3D9865}"/>
              </a:ext>
            </a:extLst>
          </p:cNvPr>
          <p:cNvSpPr>
            <a:spLocks xmlns:a="http://schemas.openxmlformats.org/drawingml/2006/main" noGrp="1"/>
          </p:cNvSpPr>
          <p:nvPr/>
        </p:nvSpPr>
        <p:spPr>
          <a:xfrm xmlns:a="http://schemas.openxmlformats.org/drawingml/2006/main">
            <a:off x="2800350" y="6467475"/>
            <a:ext cx="2857500" cy="723900"/>
          </a:xfrm>
          <a:prstGeom xmlns:a="http://schemas.openxmlformats.org/drawingml/2006/main" prst="rect">
            <a:avLst/>
          </a:prstGeom>
          <a:solidFill xmlns:a="http://schemas.openxmlformats.org/drawingml/2006/main">
            <a:srgbClr val="FFF6DD"/>
          </a:solidFill>
          <a:ln xmlns:a="http://schemas.openxmlformats.org/drawingml/2006/main" w="28575">
            <a:solidFill>
              <a:srgbClr val="4676CB"/>
            </a:solidFill>
            <a:prstDash val="solid"/>
          </a:ln>
        </p:spPr>
      </p:sp>
      <p:sp>
        <p:nvSpPr>
          <p:cNvPr id="42" name="DP1 object 195">
            <a:extLst xmlns:a="http://schemas.openxmlformats.org/drawingml/2006/main">
              <a:ext uri="{FF2B5EF4-FFF2-40B4-BE49-F238E27FC236}">
                <a16:creationId xmlns:a16="http://schemas.microsoft.com/office/drawing/2014/main" id="{C7FEA19F-870D-4BA5-86BC-8A18B7F345BA}"/>
              </a:ext>
            </a:extLst>
          </p:cNvPr>
          <p:cNvSpPr>
            <a:spLocks xmlns:a="http://schemas.openxmlformats.org/drawingml/2006/main" noGrp="1"/>
          </p:cNvSpPr>
          <p:nvPr/>
        </p:nvSpPr>
        <p:spPr>
          <a:xfrm xmlns:a="http://schemas.openxmlformats.org/drawingml/2006/main">
            <a:off x="2867025" y="6505575"/>
            <a:ext cx="2724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0">
                <a:solidFill>
                  <a:srgbClr val="4676CB"/>
                </a:solidFill>
                <a:latin typeface="Apple SD Gothic Neo"/>
                <a:ea typeface="Apple SD Gothic Neo"/>
                <a:cs typeface="Apple SD Gothic Neo"/>
              </a:defRPr>
            </a:defPPr>
            <a:lvl1pPr algn="ctr">
              <a:defRPr sz="1875" b="0">
                <a:solidFill>
                  <a:srgbClr val="4676CB"/>
                </a:solidFill>
                <a:latin typeface="Apple SD Gothic Neo"/>
                <a:ea typeface="Apple SD Gothic Neo"/>
                <a:cs typeface="Apple SD Gothic Neo"/>
              </a:defRPr>
            </a:lvl1pPr>
            <a:lvl2pPr algn="ctr">
              <a:defRPr sz="1875" b="0">
                <a:solidFill>
                  <a:srgbClr val="4676CB"/>
                </a:solidFill>
                <a:latin typeface="Apple SD Gothic Neo"/>
                <a:ea typeface="Apple SD Gothic Neo"/>
                <a:cs typeface="Apple SD Gothic Neo"/>
              </a:defRPr>
            </a:lvl2pPr>
            <a:lvl3pPr algn="ctr">
              <a:defRPr sz="1875" b="0">
                <a:solidFill>
                  <a:srgbClr val="4676CB"/>
                </a:solidFill>
                <a:latin typeface="Apple SD Gothic Neo"/>
                <a:ea typeface="Apple SD Gothic Neo"/>
                <a:cs typeface="Apple SD Gothic Neo"/>
              </a:defRPr>
            </a:lvl3pPr>
            <a:lvl4pPr algn="ctr">
              <a:defRPr sz="1875" b="0">
                <a:solidFill>
                  <a:srgbClr val="4676CB"/>
                </a:solidFill>
                <a:latin typeface="Apple SD Gothic Neo"/>
                <a:ea typeface="Apple SD Gothic Neo"/>
                <a:cs typeface="Apple SD Gothic Neo"/>
              </a:defRPr>
            </a:lvl4pPr>
            <a:lvl5pPr algn="ctr">
              <a:defRPr sz="1875" b="0">
                <a:solidFill>
                  <a:srgbClr val="4676CB"/>
                </a:solidFill>
                <a:latin typeface="Apple SD Gothic Neo"/>
                <a:ea typeface="Apple SD Gothic Neo"/>
                <a:cs typeface="Apple SD Gothic Neo"/>
              </a:defRPr>
            </a:lvl5pPr>
            <a:lvl6pPr algn="ctr">
              <a:defRPr sz="1875" b="0">
                <a:solidFill>
                  <a:srgbClr val="4676CB"/>
                </a:solidFill>
                <a:latin typeface="Apple SD Gothic Neo"/>
                <a:ea typeface="Apple SD Gothic Neo"/>
                <a:cs typeface="Apple SD Gothic Neo"/>
              </a:defRPr>
            </a:lvl6pPr>
            <a:lvl7pPr algn="ctr">
              <a:defRPr sz="1875" b="0">
                <a:solidFill>
                  <a:srgbClr val="4676CB"/>
                </a:solidFill>
                <a:latin typeface="Apple SD Gothic Neo"/>
                <a:ea typeface="Apple SD Gothic Neo"/>
                <a:cs typeface="Apple SD Gothic Neo"/>
              </a:defRPr>
            </a:lvl7pPr>
            <a:lvl8pPr algn="ctr">
              <a:defRPr sz="1875" b="0">
                <a:solidFill>
                  <a:srgbClr val="4676CB"/>
                </a:solidFill>
                <a:latin typeface="Apple SD Gothic Neo"/>
                <a:ea typeface="Apple SD Gothic Neo"/>
                <a:cs typeface="Apple SD Gothic Neo"/>
              </a:defRPr>
            </a:lvl8pPr>
            <a:lvl9pPr algn="ctr">
              <a:defRPr sz="1875" b="0">
                <a:solidFill>
                  <a:srgbClr val="4676CB"/>
                </a:solidFill>
                <a:latin typeface="Apple SD Gothic Neo"/>
                <a:ea typeface="Apple SD Gothic Neo"/>
                <a:cs typeface="Apple SD Gothic Neo"/>
              </a:defRPr>
            </a:lvl9pPr>
          </a:lstStyle>
          <a:p xmlns:a="http://schemas.openxmlformats.org/drawingml/2006/main">
            <a:pPr algn="ctr">
              <a:defRPr sz="1875" b="0">
                <a:solidFill>
                  <a:srgbClr val="4676CB"/>
                </a:solidFill>
                <a:latin typeface="Apple SD Gothic Neo"/>
                <a:ea typeface="Apple SD Gothic Neo"/>
                <a:cs typeface="Apple SD Gothic Neo"/>
              </a:defRPr>
            </a:pPr>
            <a:r>
              <a:rPr sz="1875" b="0">
                <a:solidFill>
                  <a:srgbClr val="4676CB"/>
                </a:solidFill>
                <a:latin typeface="Apple SD Gothic Neo"/>
                <a:ea typeface="Apple SD Gothic Neo"/>
                <a:cs typeface="Apple SD Gothic Neo"/>
              </a:rPr>
              <a:t>영향 근거 식별</a:t>
            </a:r>
          </a:p>
          <a:p xmlns:a="http://schemas.openxmlformats.org/drawingml/2006/main">
            <a:pPr algn="ctr">
              <a:defRPr sz="1875" b="0">
                <a:solidFill>
                  <a:srgbClr val="4676CB"/>
                </a:solidFill>
                <a:latin typeface="Apple SD Gothic Neo"/>
                <a:ea typeface="Apple SD Gothic Neo"/>
                <a:cs typeface="Apple SD Gothic Neo"/>
              </a:defRPr>
            </a:pPr>
            <a:r>
              <a:rPr sz="1875" b="0">
                <a:solidFill>
                  <a:srgbClr val="4676CB"/>
                </a:solidFill>
                <a:latin typeface="Apple SD Gothic Neo"/>
                <a:ea typeface="Apple SD Gothic Neo"/>
                <a:cs typeface="Apple SD Gothic Neo"/>
              </a:rPr>
              <a:t>변경 부분만 읽기</a:t>
            </a:r>
          </a:p>
        </p:txBody>
      </p:sp>
      <p:sp>
        <p:nvSpPr>
          <p:cNvPr id="43" name="전체 현재성 재검증">
            <a:extLst xmlns:a="http://schemas.openxmlformats.org/drawingml/2006/main">
              <a:ext uri="{FF2B5EF4-FFF2-40B4-BE49-F238E27FC236}">
                <a16:creationId xmlns:a16="http://schemas.microsoft.com/office/drawing/2014/main" id="{8A428720-B29C-45EF-88FF-7FBC1ABD056F}"/>
              </a:ext>
            </a:extLst>
          </p:cNvPr>
          <p:cNvSpPr>
            <a:spLocks xmlns:a="http://schemas.openxmlformats.org/drawingml/2006/main" noGrp="1"/>
          </p:cNvSpPr>
          <p:nvPr/>
        </p:nvSpPr>
        <p:spPr>
          <a:xfrm xmlns:a="http://schemas.openxmlformats.org/drawingml/2006/main">
            <a:off x="2800350" y="7610475"/>
            <a:ext cx="2857500" cy="542925"/>
          </a:xfrm>
          <a:prstGeom xmlns:a="http://schemas.openxmlformats.org/drawingml/2006/main" prst="rect">
            <a:avLst/>
          </a:prstGeom>
          <a:solidFill xmlns:a="http://schemas.openxmlformats.org/drawingml/2006/main">
            <a:srgbClr val="FFF6DD"/>
          </a:solidFill>
          <a:ln xmlns:a="http://schemas.openxmlformats.org/drawingml/2006/main" w="28575">
            <a:solidFill>
              <a:srgbClr val="4676CB"/>
            </a:solidFill>
            <a:prstDash val="solid"/>
          </a:ln>
        </p:spPr>
      </p:sp>
      <p:sp>
        <p:nvSpPr>
          <p:cNvPr id="44" name="DP1 object 196">
            <a:extLst xmlns:a="http://schemas.openxmlformats.org/drawingml/2006/main">
              <a:ext uri="{FF2B5EF4-FFF2-40B4-BE49-F238E27FC236}">
                <a16:creationId xmlns:a16="http://schemas.microsoft.com/office/drawing/2014/main" id="{6A668DCC-DF8E-4504-99A0-DD23A8F0C9CB}"/>
              </a:ext>
            </a:extLst>
          </p:cNvPr>
          <p:cNvSpPr>
            <a:spLocks xmlns:a="http://schemas.openxmlformats.org/drawingml/2006/main" noGrp="1"/>
          </p:cNvSpPr>
          <p:nvPr/>
        </p:nvSpPr>
        <p:spPr>
          <a:xfrm xmlns:a="http://schemas.openxmlformats.org/drawingml/2006/main">
            <a:off x="2867025" y="7648575"/>
            <a:ext cx="27241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0">
                <a:solidFill>
                  <a:srgbClr val="4676CB"/>
                </a:solidFill>
                <a:latin typeface="Apple SD Gothic Neo"/>
                <a:ea typeface="Apple SD Gothic Neo"/>
                <a:cs typeface="Apple SD Gothic Neo"/>
              </a:defRPr>
            </a:defPPr>
            <a:lvl1pPr algn="ctr">
              <a:defRPr sz="1875" b="0">
                <a:solidFill>
                  <a:srgbClr val="4676CB"/>
                </a:solidFill>
                <a:latin typeface="Apple SD Gothic Neo"/>
                <a:ea typeface="Apple SD Gothic Neo"/>
                <a:cs typeface="Apple SD Gothic Neo"/>
              </a:defRPr>
            </a:lvl1pPr>
            <a:lvl2pPr algn="ctr">
              <a:defRPr sz="1875" b="0">
                <a:solidFill>
                  <a:srgbClr val="4676CB"/>
                </a:solidFill>
                <a:latin typeface="Apple SD Gothic Neo"/>
                <a:ea typeface="Apple SD Gothic Neo"/>
                <a:cs typeface="Apple SD Gothic Neo"/>
              </a:defRPr>
            </a:lvl2pPr>
            <a:lvl3pPr algn="ctr">
              <a:defRPr sz="1875" b="0">
                <a:solidFill>
                  <a:srgbClr val="4676CB"/>
                </a:solidFill>
                <a:latin typeface="Apple SD Gothic Neo"/>
                <a:ea typeface="Apple SD Gothic Neo"/>
                <a:cs typeface="Apple SD Gothic Neo"/>
              </a:defRPr>
            </a:lvl3pPr>
            <a:lvl4pPr algn="ctr">
              <a:defRPr sz="1875" b="0">
                <a:solidFill>
                  <a:srgbClr val="4676CB"/>
                </a:solidFill>
                <a:latin typeface="Apple SD Gothic Neo"/>
                <a:ea typeface="Apple SD Gothic Neo"/>
                <a:cs typeface="Apple SD Gothic Neo"/>
              </a:defRPr>
            </a:lvl4pPr>
            <a:lvl5pPr algn="ctr">
              <a:defRPr sz="1875" b="0">
                <a:solidFill>
                  <a:srgbClr val="4676CB"/>
                </a:solidFill>
                <a:latin typeface="Apple SD Gothic Neo"/>
                <a:ea typeface="Apple SD Gothic Neo"/>
                <a:cs typeface="Apple SD Gothic Neo"/>
              </a:defRPr>
            </a:lvl5pPr>
            <a:lvl6pPr algn="ctr">
              <a:defRPr sz="1875" b="0">
                <a:solidFill>
                  <a:srgbClr val="4676CB"/>
                </a:solidFill>
                <a:latin typeface="Apple SD Gothic Neo"/>
                <a:ea typeface="Apple SD Gothic Neo"/>
                <a:cs typeface="Apple SD Gothic Neo"/>
              </a:defRPr>
            </a:lvl6pPr>
            <a:lvl7pPr algn="ctr">
              <a:defRPr sz="1875" b="0">
                <a:solidFill>
                  <a:srgbClr val="4676CB"/>
                </a:solidFill>
                <a:latin typeface="Apple SD Gothic Neo"/>
                <a:ea typeface="Apple SD Gothic Neo"/>
                <a:cs typeface="Apple SD Gothic Neo"/>
              </a:defRPr>
            </a:lvl7pPr>
            <a:lvl8pPr algn="ctr">
              <a:defRPr sz="1875" b="0">
                <a:solidFill>
                  <a:srgbClr val="4676CB"/>
                </a:solidFill>
                <a:latin typeface="Apple SD Gothic Neo"/>
                <a:ea typeface="Apple SD Gothic Neo"/>
                <a:cs typeface="Apple SD Gothic Neo"/>
              </a:defRPr>
            </a:lvl8pPr>
            <a:lvl9pPr algn="ctr">
              <a:defRPr sz="1875" b="0">
                <a:solidFill>
                  <a:srgbClr val="4676CB"/>
                </a:solidFill>
                <a:latin typeface="Apple SD Gothic Neo"/>
                <a:ea typeface="Apple SD Gothic Neo"/>
                <a:cs typeface="Apple SD Gothic Neo"/>
              </a:defRPr>
            </a:lvl9pPr>
          </a:lstStyle>
          <a:p xmlns:a="http://schemas.openxmlformats.org/drawingml/2006/main">
            <a:pPr algn="ctr">
              <a:defRPr sz="1875" b="0">
                <a:solidFill>
                  <a:srgbClr val="4676CB"/>
                </a:solidFill>
                <a:latin typeface="Apple SD Gothic Neo"/>
                <a:ea typeface="Apple SD Gothic Neo"/>
                <a:cs typeface="Apple SD Gothic Neo"/>
              </a:defRPr>
            </a:pPr>
            <a:r>
              <a:rPr sz="1875" b="0">
                <a:solidFill>
                  <a:srgbClr val="4676CB"/>
                </a:solidFill>
                <a:latin typeface="Apple SD Gothic Neo"/>
                <a:ea typeface="Apple SD Gothic Neo"/>
                <a:cs typeface="Apple SD Gothic Neo"/>
              </a:rPr>
              <a:t>전체 현재성 재검증</a:t>
            </a:r>
          </a:p>
        </p:txBody>
      </p:sp>
      <p:sp>
        <p:nvSpPr>
          <p:cNvPr id="45" name="Editable path 197">
            <a:extLst xmlns:a="http://schemas.openxmlformats.org/drawingml/2006/main">
              <a:ext uri="{FF2B5EF4-FFF2-40B4-BE49-F238E27FC236}">
                <a16:creationId xmlns:a16="http://schemas.microsoft.com/office/drawing/2014/main" id="{51A45CA3-FCB7-4990-B85D-76361008F316}"/>
              </a:ext>
            </a:extLst>
          </p:cNvPr>
          <p:cNvSpPr>
            <a:spLocks xmlns:a="http://schemas.openxmlformats.org/drawingml/2006/main" noGrp="1"/>
          </p:cNvSpPr>
          <p:nvPr/>
        </p:nvSpPr>
        <p:spPr>
          <a:xfrm xmlns:a="http://schemas.openxmlformats.org/drawingml/2006/main">
            <a:off x="2181225" y="6829425"/>
            <a:ext cx="619125" cy="190500"/>
          </a:xfrm>
          <a:custGeom xmlns:a="http://schemas.openxmlformats.org/drawingml/2006/main">
            <a:pathLst>
              <a:path w="619125" h="190500">
                <a:moveTo>
                  <a:pt x="0" y="190500"/>
                </a:moveTo>
                <a:lnTo>
                  <a:pt x="619125" y="0"/>
                </a:lnTo>
              </a:path>
            </a:pathLst>
          </a:custGeom>
          <a:noFill xmlns:a="http://schemas.openxmlformats.org/drawingml/2006/main"/>
          <a:ln xmlns:a="http://schemas.openxmlformats.org/drawingml/2006/main" w="23813">
            <a:solidFill>
              <a:srgbClr val="4676CB"/>
            </a:solidFill>
            <a:prstDash val="solid"/>
          </a:ln>
        </p:spPr>
      </p:sp>
      <p:sp>
        <p:nvSpPr>
          <p:cNvPr id="46" name="Editable arrowhead 198">
            <a:extLst xmlns:a="http://schemas.openxmlformats.org/drawingml/2006/main">
              <a:ext uri="{FF2B5EF4-FFF2-40B4-BE49-F238E27FC236}">
                <a16:creationId xmlns:a16="http://schemas.microsoft.com/office/drawing/2014/main" id="{5761F475-1F75-4053-819E-2CE7DA9B98C1}"/>
              </a:ext>
            </a:extLst>
          </p:cNvPr>
          <p:cNvSpPr>
            <a:spLocks xmlns:a="http://schemas.openxmlformats.org/drawingml/2006/main" noGrp="1"/>
          </p:cNvSpPr>
          <p:nvPr/>
        </p:nvSpPr>
        <p:spPr>
          <a:xfrm xmlns:a="http://schemas.openxmlformats.org/drawingml/2006/main">
            <a:off x="2695306" y="6811918"/>
            <a:ext cx="105044" cy="91038"/>
          </a:xfrm>
          <a:custGeom xmlns:a="http://schemas.openxmlformats.org/drawingml/2006/main">
            <a:pathLst>
              <a:path w="105044" h="91038">
                <a:moveTo>
                  <a:pt x="105044" y="17507"/>
                </a:moveTo>
                <a:lnTo>
                  <a:pt x="0" y="0"/>
                </a:lnTo>
                <a:lnTo>
                  <a:pt x="28012" y="91038"/>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47" name="Editable path 199">
            <a:extLst xmlns:a="http://schemas.openxmlformats.org/drawingml/2006/main">
              <a:ext uri="{FF2B5EF4-FFF2-40B4-BE49-F238E27FC236}">
                <a16:creationId xmlns:a16="http://schemas.microsoft.com/office/drawing/2014/main" id="{5298DE0B-9007-40CC-A32A-D5C9A9F7A187}"/>
              </a:ext>
            </a:extLst>
          </p:cNvPr>
          <p:cNvSpPr>
            <a:spLocks xmlns:a="http://schemas.openxmlformats.org/drawingml/2006/main" noGrp="1"/>
          </p:cNvSpPr>
          <p:nvPr/>
        </p:nvSpPr>
        <p:spPr>
          <a:xfrm xmlns:a="http://schemas.openxmlformats.org/drawingml/2006/main">
            <a:off x="4229100" y="7191375"/>
            <a:ext cx="953" cy="419100"/>
          </a:xfrm>
          <a:custGeom xmlns:a="http://schemas.openxmlformats.org/drawingml/2006/main">
            <a:pathLst>
              <a:path w="953" h="419100">
                <a:moveTo>
                  <a:pt x="0" y="0"/>
                </a:moveTo>
                <a:lnTo>
                  <a:pt x="0" y="419100"/>
                </a:lnTo>
              </a:path>
            </a:pathLst>
          </a:custGeom>
          <a:noFill xmlns:a="http://schemas.openxmlformats.org/drawingml/2006/main"/>
          <a:ln xmlns:a="http://schemas.openxmlformats.org/drawingml/2006/main" w="23813">
            <a:solidFill>
              <a:srgbClr val="4676CB"/>
            </a:solidFill>
            <a:prstDash val="solid"/>
          </a:ln>
        </p:spPr>
      </p:sp>
      <p:sp>
        <p:nvSpPr>
          <p:cNvPr id="48" name="Editable arrowhead 200">
            <a:extLst xmlns:a="http://schemas.openxmlformats.org/drawingml/2006/main">
              <a:ext uri="{FF2B5EF4-FFF2-40B4-BE49-F238E27FC236}">
                <a16:creationId xmlns:a16="http://schemas.microsoft.com/office/drawing/2014/main" id="{10B3D4A3-727E-446C-B149-787C547E4F3C}"/>
              </a:ext>
            </a:extLst>
          </p:cNvPr>
          <p:cNvSpPr>
            <a:spLocks xmlns:a="http://schemas.openxmlformats.org/drawingml/2006/main" noGrp="1"/>
          </p:cNvSpPr>
          <p:nvPr/>
        </p:nvSpPr>
        <p:spPr>
          <a:xfrm xmlns:a="http://schemas.openxmlformats.org/drawingml/2006/main">
            <a:off x="4181475" y="75152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49" name="Editable path 201">
            <a:extLst xmlns:a="http://schemas.openxmlformats.org/drawingml/2006/main">
              <a:ext uri="{FF2B5EF4-FFF2-40B4-BE49-F238E27FC236}">
                <a16:creationId xmlns:a16="http://schemas.microsoft.com/office/drawing/2014/main" id="{9E876A9A-11E2-4E98-9516-3F8C3BDAEB38}"/>
              </a:ext>
            </a:extLst>
          </p:cNvPr>
          <p:cNvSpPr>
            <a:spLocks xmlns:a="http://schemas.openxmlformats.org/drawingml/2006/main" noGrp="1"/>
          </p:cNvSpPr>
          <p:nvPr/>
        </p:nvSpPr>
        <p:spPr>
          <a:xfrm xmlns:a="http://schemas.openxmlformats.org/drawingml/2006/main">
            <a:off x="5657850" y="4810125"/>
            <a:ext cx="200025" cy="3067050"/>
          </a:xfrm>
          <a:custGeom xmlns:a="http://schemas.openxmlformats.org/drawingml/2006/main">
            <a:pathLst>
              <a:path w="200025" h="3067050">
                <a:moveTo>
                  <a:pt x="0" y="3067050"/>
                </a:moveTo>
                <a:lnTo>
                  <a:pt x="200025" y="3067050"/>
                </a:lnTo>
                <a:lnTo>
                  <a:pt x="200025" y="0"/>
                </a:lnTo>
                <a:lnTo>
                  <a:pt x="0" y="0"/>
                </a:lnTo>
              </a:path>
            </a:pathLst>
          </a:custGeom>
          <a:noFill xmlns:a="http://schemas.openxmlformats.org/drawingml/2006/main"/>
          <a:ln xmlns:a="http://schemas.openxmlformats.org/drawingml/2006/main" w="20955">
            <a:solidFill>
              <a:srgbClr val="4676CB"/>
            </a:solidFill>
            <a:prstDash val="solid"/>
          </a:ln>
        </p:spPr>
      </p:sp>
      <p:sp>
        <p:nvSpPr>
          <p:cNvPr id="50" name="Editable arrowhead 202">
            <a:extLst xmlns:a="http://schemas.openxmlformats.org/drawingml/2006/main">
              <a:ext uri="{FF2B5EF4-FFF2-40B4-BE49-F238E27FC236}">
                <a16:creationId xmlns:a16="http://schemas.microsoft.com/office/drawing/2014/main" id="{18F95F23-6256-46FC-B861-93A20D3A4524}"/>
              </a:ext>
            </a:extLst>
          </p:cNvPr>
          <p:cNvSpPr>
            <a:spLocks xmlns:a="http://schemas.openxmlformats.org/drawingml/2006/main" noGrp="1"/>
          </p:cNvSpPr>
          <p:nvPr/>
        </p:nvSpPr>
        <p:spPr>
          <a:xfrm xmlns:a="http://schemas.openxmlformats.org/drawingml/2006/main">
            <a:off x="5657850" y="476250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51" name="DP1 object 203">
            <a:extLst xmlns:a="http://schemas.openxmlformats.org/drawingml/2006/main">
              <a:ext uri="{FF2B5EF4-FFF2-40B4-BE49-F238E27FC236}">
                <a16:creationId xmlns:a16="http://schemas.microsoft.com/office/drawing/2014/main" id="{70AE7A6A-B80C-4CD8-9E7B-3FDEACAD2284}"/>
              </a:ext>
            </a:extLst>
          </p:cNvPr>
          <p:cNvSpPr>
            <a:spLocks xmlns:a="http://schemas.openxmlformats.org/drawingml/2006/main" noGrp="1"/>
          </p:cNvSpPr>
          <p:nvPr/>
        </p:nvSpPr>
        <p:spPr>
          <a:xfrm xmlns:a="http://schemas.openxmlformats.org/drawingml/2006/main">
            <a:off x="514350" y="8362950"/>
            <a:ext cx="519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4676CB"/>
                </a:solidFill>
                <a:latin typeface="Apple SD Gothic Neo"/>
                <a:ea typeface="Apple SD Gothic Neo"/>
                <a:cs typeface="Apple SD Gothic Neo"/>
              </a:defRPr>
            </a:defPPr>
            <a:lvl1pPr algn="ctr">
              <a:defRPr sz="1725" b="1">
                <a:solidFill>
                  <a:srgbClr val="4676CB"/>
                </a:solidFill>
                <a:latin typeface="Apple SD Gothic Neo"/>
                <a:ea typeface="Apple SD Gothic Neo"/>
                <a:cs typeface="Apple SD Gothic Neo"/>
              </a:defRPr>
            </a:lvl1pPr>
            <a:lvl2pPr algn="ctr">
              <a:defRPr sz="1725" b="1">
                <a:solidFill>
                  <a:srgbClr val="4676CB"/>
                </a:solidFill>
                <a:latin typeface="Apple SD Gothic Neo"/>
                <a:ea typeface="Apple SD Gothic Neo"/>
                <a:cs typeface="Apple SD Gothic Neo"/>
              </a:defRPr>
            </a:lvl2pPr>
            <a:lvl3pPr algn="ctr">
              <a:defRPr sz="1725" b="1">
                <a:solidFill>
                  <a:srgbClr val="4676CB"/>
                </a:solidFill>
                <a:latin typeface="Apple SD Gothic Neo"/>
                <a:ea typeface="Apple SD Gothic Neo"/>
                <a:cs typeface="Apple SD Gothic Neo"/>
              </a:defRPr>
            </a:lvl3pPr>
            <a:lvl4pPr algn="ctr">
              <a:defRPr sz="1725" b="1">
                <a:solidFill>
                  <a:srgbClr val="4676CB"/>
                </a:solidFill>
                <a:latin typeface="Apple SD Gothic Neo"/>
                <a:ea typeface="Apple SD Gothic Neo"/>
                <a:cs typeface="Apple SD Gothic Neo"/>
              </a:defRPr>
            </a:lvl4pPr>
            <a:lvl5pPr algn="ctr">
              <a:defRPr sz="1725" b="1">
                <a:solidFill>
                  <a:srgbClr val="4676CB"/>
                </a:solidFill>
                <a:latin typeface="Apple SD Gothic Neo"/>
                <a:ea typeface="Apple SD Gothic Neo"/>
                <a:cs typeface="Apple SD Gothic Neo"/>
              </a:defRPr>
            </a:lvl5pPr>
            <a:lvl6pPr algn="ctr">
              <a:defRPr sz="1725" b="1">
                <a:solidFill>
                  <a:srgbClr val="4676CB"/>
                </a:solidFill>
                <a:latin typeface="Apple SD Gothic Neo"/>
                <a:ea typeface="Apple SD Gothic Neo"/>
                <a:cs typeface="Apple SD Gothic Neo"/>
              </a:defRPr>
            </a:lvl6pPr>
            <a:lvl7pPr algn="ctr">
              <a:defRPr sz="1725" b="1">
                <a:solidFill>
                  <a:srgbClr val="4676CB"/>
                </a:solidFill>
                <a:latin typeface="Apple SD Gothic Neo"/>
                <a:ea typeface="Apple SD Gothic Neo"/>
                <a:cs typeface="Apple SD Gothic Neo"/>
              </a:defRPr>
            </a:lvl7pPr>
            <a:lvl8pPr algn="ctr">
              <a:defRPr sz="1725" b="1">
                <a:solidFill>
                  <a:srgbClr val="4676CB"/>
                </a:solidFill>
                <a:latin typeface="Apple SD Gothic Neo"/>
                <a:ea typeface="Apple SD Gothic Neo"/>
                <a:cs typeface="Apple SD Gothic Neo"/>
              </a:defRPr>
            </a:lvl8pPr>
            <a:lvl9pPr algn="ctr">
              <a:defRPr sz="1725" b="1">
                <a:solidFill>
                  <a:srgbClr val="4676CB"/>
                </a:solidFill>
                <a:latin typeface="Apple SD Gothic Neo"/>
                <a:ea typeface="Apple SD Gothic Neo"/>
                <a:cs typeface="Apple SD Gothic Neo"/>
              </a:defRPr>
            </a:lvl9pPr>
          </a:lstStyle>
          <a:p xmlns:a="http://schemas.openxmlformats.org/drawingml/2006/main">
            <a:pPr algn="ctr">
              <a:defRPr sz="1725" b="1">
                <a:solidFill>
                  <a:srgbClr val="4676CB"/>
                </a:solidFill>
                <a:latin typeface="Apple SD Gothic Neo"/>
                <a:ea typeface="Apple SD Gothic Neo"/>
                <a:cs typeface="Apple SD Gothic Neo"/>
              </a:defRPr>
            </a:pPr>
            <a:r>
              <a:rPr sz="1725" b="1">
                <a:solidFill>
                  <a:srgbClr val="4676CB"/>
                </a:solidFill>
                <a:latin typeface="Apple SD Gothic Neo"/>
                <a:ea typeface="Apple SD Gothic Neo"/>
                <a:cs typeface="Apple SD Gothic Neo"/>
              </a:rPr>
              <a:t>영향 범위가 불명확하면 전체 재구성</a:t>
            </a:r>
          </a:p>
        </p:txBody>
      </p:sp>
      <p:sp>
        <p:nvSpPr>
          <p:cNvPr id="52" name="DP1 object 204">
            <a:extLst xmlns:a="http://schemas.openxmlformats.org/drawingml/2006/main">
              <a:ext uri="{FF2B5EF4-FFF2-40B4-BE49-F238E27FC236}">
                <a16:creationId xmlns:a16="http://schemas.microsoft.com/office/drawing/2014/main" id="{D4D76D5A-CCEC-4765-8D55-9847A5D3C91A}"/>
              </a:ext>
            </a:extLst>
          </p:cNvPr>
          <p:cNvSpPr>
            <a:spLocks xmlns:a="http://schemas.openxmlformats.org/drawingml/2006/main" noGrp="1"/>
          </p:cNvSpPr>
          <p:nvPr/>
        </p:nvSpPr>
        <p:spPr>
          <a:xfrm xmlns:a="http://schemas.openxmlformats.org/drawingml/2006/main">
            <a:off x="533400" y="8791575"/>
            <a:ext cx="51530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50555B"/>
                </a:solidFill>
                <a:latin typeface="Apple SD Gothic Neo"/>
                <a:ea typeface="Apple SD Gothic Neo"/>
                <a:cs typeface="Apple SD Gothic Neo"/>
              </a:defRPr>
            </a:defPPr>
            <a:lvl1pPr algn="ctr">
              <a:defRPr sz="1650" b="0">
                <a:solidFill>
                  <a:srgbClr val="50555B"/>
                </a:solidFill>
                <a:latin typeface="Apple SD Gothic Neo"/>
                <a:ea typeface="Apple SD Gothic Neo"/>
                <a:cs typeface="Apple SD Gothic Neo"/>
              </a:defRPr>
            </a:lvl1pPr>
            <a:lvl2pPr algn="ctr">
              <a:defRPr sz="1650" b="0">
                <a:solidFill>
                  <a:srgbClr val="50555B"/>
                </a:solidFill>
                <a:latin typeface="Apple SD Gothic Neo"/>
                <a:ea typeface="Apple SD Gothic Neo"/>
                <a:cs typeface="Apple SD Gothic Neo"/>
              </a:defRPr>
            </a:lvl2pPr>
            <a:lvl3pPr algn="ctr">
              <a:defRPr sz="1650" b="0">
                <a:solidFill>
                  <a:srgbClr val="50555B"/>
                </a:solidFill>
                <a:latin typeface="Apple SD Gothic Neo"/>
                <a:ea typeface="Apple SD Gothic Neo"/>
                <a:cs typeface="Apple SD Gothic Neo"/>
              </a:defRPr>
            </a:lvl3pPr>
            <a:lvl4pPr algn="ctr">
              <a:defRPr sz="1650" b="0">
                <a:solidFill>
                  <a:srgbClr val="50555B"/>
                </a:solidFill>
                <a:latin typeface="Apple SD Gothic Neo"/>
                <a:ea typeface="Apple SD Gothic Neo"/>
                <a:cs typeface="Apple SD Gothic Neo"/>
              </a:defRPr>
            </a:lvl4pPr>
            <a:lvl5pPr algn="ctr">
              <a:defRPr sz="1650" b="0">
                <a:solidFill>
                  <a:srgbClr val="50555B"/>
                </a:solidFill>
                <a:latin typeface="Apple SD Gothic Neo"/>
                <a:ea typeface="Apple SD Gothic Neo"/>
                <a:cs typeface="Apple SD Gothic Neo"/>
              </a:defRPr>
            </a:lvl5pPr>
            <a:lvl6pPr algn="ctr">
              <a:defRPr sz="1650" b="0">
                <a:solidFill>
                  <a:srgbClr val="50555B"/>
                </a:solidFill>
                <a:latin typeface="Apple SD Gothic Neo"/>
                <a:ea typeface="Apple SD Gothic Neo"/>
                <a:cs typeface="Apple SD Gothic Neo"/>
              </a:defRPr>
            </a:lvl6pPr>
            <a:lvl7pPr algn="ctr">
              <a:defRPr sz="1650" b="0">
                <a:solidFill>
                  <a:srgbClr val="50555B"/>
                </a:solidFill>
                <a:latin typeface="Apple SD Gothic Neo"/>
                <a:ea typeface="Apple SD Gothic Neo"/>
                <a:cs typeface="Apple SD Gothic Neo"/>
              </a:defRPr>
            </a:lvl7pPr>
            <a:lvl8pPr algn="ctr">
              <a:defRPr sz="1650" b="0">
                <a:solidFill>
                  <a:srgbClr val="50555B"/>
                </a:solidFill>
                <a:latin typeface="Apple SD Gothic Neo"/>
                <a:ea typeface="Apple SD Gothic Neo"/>
                <a:cs typeface="Apple SD Gothic Neo"/>
              </a:defRPr>
            </a:lvl8pPr>
            <a:lvl9pPr algn="ctr">
              <a:defRPr sz="1650" b="0">
                <a:solidFill>
                  <a:srgbClr val="50555B"/>
                </a:solidFill>
                <a:latin typeface="Apple SD Gothic Neo"/>
                <a:ea typeface="Apple SD Gothic Neo"/>
                <a:cs typeface="Apple SD Gothic Neo"/>
              </a:defRPr>
            </a:lvl9pPr>
          </a:lstStyle>
          <a:p xmlns:a="http://schemas.openxmlformats.org/drawingml/2006/main">
            <a:pPr algn="ctr">
              <a:defRPr sz="1650" b="0">
                <a:solidFill>
                  <a:srgbClr val="50555B"/>
                </a:solidFill>
                <a:latin typeface="Apple SD Gothic Neo"/>
                <a:ea typeface="Apple SD Gothic Neo"/>
                <a:cs typeface="Apple SD Gothic Neo"/>
              </a:defRPr>
            </a:pPr>
            <a:r>
              <a:rPr sz="1650" b="0">
                <a:solidFill>
                  <a:srgbClr val="50555B"/>
                </a:solidFill>
                <a:latin typeface="Apple SD Gothic Neo"/>
                <a:ea typeface="Apple SD Gothic Neo"/>
                <a:cs typeface="Apple SD Gothic Neo"/>
              </a:rPr>
              <a:t>파란 경로: 보완안 A2</a:t>
            </a:r>
          </a:p>
          <a:p xmlns:a="http://schemas.openxmlformats.org/drawingml/2006/main">
            <a:pPr algn="ctr">
              <a:defRPr sz="1650" b="0">
                <a:solidFill>
                  <a:srgbClr val="50555B"/>
                </a:solidFill>
                <a:latin typeface="Apple SD Gothic Neo"/>
                <a:ea typeface="Apple SD Gothic Neo"/>
                <a:cs typeface="Apple SD Gothic Neo"/>
              </a:defRPr>
            </a:pPr>
            <a:r>
              <a:rPr sz="1650" b="0">
                <a:solidFill>
                  <a:srgbClr val="50555B"/>
                </a:solidFill>
                <a:latin typeface="Apple SD Gothic Neo"/>
                <a:ea typeface="Apple SD Gothic Neo"/>
                <a:cs typeface="Apple SD Gothic Neo"/>
              </a:rPr>
              <a:t>대규모 성능 개선으로는 채택하지 않음</a:t>
            </a:r>
          </a:p>
        </p:txBody>
      </p:sp>
      <p:sp>
        <p:nvSpPr>
          <p:cNvPr id="53" name="DP1 object 205">
            <a:extLst xmlns:a="http://schemas.openxmlformats.org/drawingml/2006/main">
              <a:ext uri="{FF2B5EF4-FFF2-40B4-BE49-F238E27FC236}">
                <a16:creationId xmlns:a16="http://schemas.microsoft.com/office/drawing/2014/main" id="{E4C1547F-37BE-4614-888E-D8F4AD30A602}"/>
              </a:ext>
            </a:extLst>
          </p:cNvPr>
          <p:cNvSpPr>
            <a:spLocks xmlns:a="http://schemas.openxmlformats.org/drawingml/2006/main" noGrp="1"/>
          </p:cNvSpPr>
          <p:nvPr/>
        </p:nvSpPr>
        <p:spPr>
          <a:xfrm xmlns:a="http://schemas.openxmlformats.org/drawingml/2006/main">
            <a:off x="6410325" y="2066925"/>
            <a:ext cx="11430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75" b="1">
                <a:solidFill>
                  <a:srgbClr val="111111"/>
                </a:solidFill>
                <a:latin typeface="Apple SD Gothic Neo"/>
                <a:ea typeface="Apple SD Gothic Neo"/>
                <a:cs typeface="Apple SD Gothic Neo"/>
              </a:defRPr>
            </a:defPPr>
            <a:lvl1pPr algn="l">
              <a:defRPr sz="2175" b="1">
                <a:solidFill>
                  <a:srgbClr val="111111"/>
                </a:solidFill>
                <a:latin typeface="Apple SD Gothic Neo"/>
                <a:ea typeface="Apple SD Gothic Neo"/>
                <a:cs typeface="Apple SD Gothic Neo"/>
              </a:defRPr>
            </a:lvl1pPr>
            <a:lvl2pPr algn="l">
              <a:defRPr sz="2175" b="1">
                <a:solidFill>
                  <a:srgbClr val="111111"/>
                </a:solidFill>
                <a:latin typeface="Apple SD Gothic Neo"/>
                <a:ea typeface="Apple SD Gothic Neo"/>
                <a:cs typeface="Apple SD Gothic Neo"/>
              </a:defRPr>
            </a:lvl2pPr>
            <a:lvl3pPr algn="l">
              <a:defRPr sz="2175" b="1">
                <a:solidFill>
                  <a:srgbClr val="111111"/>
                </a:solidFill>
                <a:latin typeface="Apple SD Gothic Neo"/>
                <a:ea typeface="Apple SD Gothic Neo"/>
                <a:cs typeface="Apple SD Gothic Neo"/>
              </a:defRPr>
            </a:lvl3pPr>
            <a:lvl4pPr algn="l">
              <a:defRPr sz="2175" b="1">
                <a:solidFill>
                  <a:srgbClr val="111111"/>
                </a:solidFill>
                <a:latin typeface="Apple SD Gothic Neo"/>
                <a:ea typeface="Apple SD Gothic Neo"/>
                <a:cs typeface="Apple SD Gothic Neo"/>
              </a:defRPr>
            </a:lvl4pPr>
            <a:lvl5pPr algn="l">
              <a:defRPr sz="2175" b="1">
                <a:solidFill>
                  <a:srgbClr val="111111"/>
                </a:solidFill>
                <a:latin typeface="Apple SD Gothic Neo"/>
                <a:ea typeface="Apple SD Gothic Neo"/>
                <a:cs typeface="Apple SD Gothic Neo"/>
              </a:defRPr>
            </a:lvl5pPr>
            <a:lvl6pPr algn="l">
              <a:defRPr sz="2175" b="1">
                <a:solidFill>
                  <a:srgbClr val="111111"/>
                </a:solidFill>
                <a:latin typeface="Apple SD Gothic Neo"/>
                <a:ea typeface="Apple SD Gothic Neo"/>
                <a:cs typeface="Apple SD Gothic Neo"/>
              </a:defRPr>
            </a:lvl6pPr>
            <a:lvl7pPr algn="l">
              <a:defRPr sz="2175" b="1">
                <a:solidFill>
                  <a:srgbClr val="111111"/>
                </a:solidFill>
                <a:latin typeface="Apple SD Gothic Neo"/>
                <a:ea typeface="Apple SD Gothic Neo"/>
                <a:cs typeface="Apple SD Gothic Neo"/>
              </a:defRPr>
            </a:lvl7pPr>
            <a:lvl8pPr algn="l">
              <a:defRPr sz="2175" b="1">
                <a:solidFill>
                  <a:srgbClr val="111111"/>
                </a:solidFill>
                <a:latin typeface="Apple SD Gothic Neo"/>
                <a:ea typeface="Apple SD Gothic Neo"/>
                <a:cs typeface="Apple SD Gothic Neo"/>
              </a:defRPr>
            </a:lvl8pPr>
            <a:lvl9pPr algn="l">
              <a:defRPr sz="2175" b="1">
                <a:solidFill>
                  <a:srgbClr val="111111"/>
                </a:solidFill>
                <a:latin typeface="Apple SD Gothic Neo"/>
                <a:ea typeface="Apple SD Gothic Neo"/>
                <a:cs typeface="Apple SD Gothic Neo"/>
              </a:defRPr>
            </a:lvl9pPr>
          </a:lstStyle>
          <a:p xmlns:a="http://schemas.openxmlformats.org/drawingml/2006/main">
            <a:pPr algn="l">
              <a:defRPr sz="2175" b="1">
                <a:solidFill>
                  <a:srgbClr val="111111"/>
                </a:solidFill>
                <a:latin typeface="Apple SD Gothic Neo"/>
                <a:ea typeface="Apple SD Gothic Neo"/>
                <a:cs typeface="Apple SD Gothic Neo"/>
              </a:defRPr>
            </a:pPr>
            <a:r>
              <a:rPr sz="2175" b="1">
                <a:solidFill>
                  <a:srgbClr val="111111"/>
                </a:solidFill>
                <a:latin typeface="Apple SD Gothic Neo"/>
                <a:ea typeface="Apple SD Gothic Neo"/>
                <a:cs typeface="Apple SD Gothic Neo"/>
              </a:rPr>
              <a:t>기본 PoC에서 관측한 A의 QA 약점</a:t>
            </a:r>
          </a:p>
        </p:txBody>
      </p:sp>
      <p:graphicFrame>
        <p:nvGraphicFramePr>
          <p:cNvPr id="54" name="">
            <a:extLst xmlns:a="http://schemas.openxmlformats.org/drawingml/2006/main">
              <a:ext uri="{FF2B5EF4-FFF2-40B4-BE49-F238E27FC236}">
                <a16:creationId xmlns:a16="http://schemas.microsoft.com/office/drawing/2014/main" id="{14F108FC-7C05-4A56-9861-9791A7B49B97}"/>
              </a:ext>
            </a:extLst>
          </p:cNvPr>
          <p:cNvGraphicFramePr/>
          <p:nvPr/>
        </p:nvGraphicFramePr>
        <p:xfrm>
          <a:off xmlns:a="http://schemas.openxmlformats.org/drawingml/2006/main" x="6391275" y="2543175"/>
          <a:ext xmlns:a="http://schemas.openxmlformats.org/drawingml/2006/main" cx="11677650" cy="1381125"/>
        </p:xfrm>
        <a:graphic xmlns:a="http://schemas.openxmlformats.org/drawingml/2006/main">
          <a:graphicData uri="http://schemas.openxmlformats.org/drawingml/2006/table">
            <a:tbl>
              <a:tblPr firstRow="0" bandRow="0" bandCol="0"/>
              <a:tblGrid>
                <a:gridCol w="2505075"/>
                <a:gridCol w="2047875"/>
                <a:gridCol w="2476500"/>
                <a:gridCol w="4648200"/>
              </a:tblGrid>
              <a:tr h="409575">
                <a:tc>
                  <a:txBody>
                    <a:bodyPr anchor="ctr"/>
                    <a:lstStyle/>
                    <a:p>
                      <a:pPr algn="ctr"/>
                      <a:r>
                        <a:rPr sz="1875" b="1">
                          <a:solidFill>
                            <a:srgbClr val="111111"/>
                          </a:solidFill>
                          <a:latin typeface="Apple SD Gothic Neo"/>
                          <a:ea typeface="Apple SD Gothic Neo"/>
                          <a:cs typeface="Apple SD Gothic Neo"/>
                        </a:rPr>
                        <a:t>QA</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A</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비교안</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해석</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85775">
                <a:tc>
                  <a:txBody>
                    <a:bodyPr anchor="ctr"/>
                    <a:lstStyle/>
                    <a:p>
                      <a:pPr algn="ctr"/>
                      <a:r>
                        <a:rPr sz="1875">
                          <a:solidFill>
                            <a:srgbClr val="111111"/>
                          </a:solidFill>
                          <a:latin typeface="Apple SD Gothic Neo"/>
                          <a:ea typeface="Apple SD Gothic Neo"/>
                          <a:cs typeface="Apple SD Gothic Neo"/>
                        </a:rPr>
                        <a:t>QA03 처리시간</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2025" b="1">
                          <a:solidFill>
                            <a:srgbClr val="C00000"/>
                          </a:solidFill>
                          <a:latin typeface="Apple SD Gothic Neo"/>
                          <a:ea typeface="Apple SD Gothic Neo"/>
                          <a:cs typeface="Apple SD Gothic Neo"/>
                        </a:rPr>
                        <a:t>13.617초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2025" b="1">
                          <a:solidFill>
                            <a:srgbClr val="111111"/>
                          </a:solidFill>
                          <a:latin typeface="Apple SD Gothic Neo"/>
                          <a:ea typeface="Apple SD Gothic Neo"/>
                          <a:cs typeface="Apple SD Gothic Neo"/>
                        </a:rPr>
                        <a:t>C 12.364초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875">
                          <a:solidFill>
                            <a:srgbClr val="111111"/>
                          </a:solidFill>
                          <a:latin typeface="Apple SD Gothic Neo"/>
                          <a:ea typeface="Apple SD Gothic Neo"/>
                          <a:cs typeface="Apple SD Gothic Neo"/>
                        </a:rPr>
                        <a:t>관측: A가 1.253초 더 걸림</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r>
                        <a:rPr sz="1875">
                          <a:solidFill>
                            <a:srgbClr val="111111"/>
                          </a:solidFill>
                          <a:latin typeface="Apple SD Gothic Neo"/>
                          <a:ea typeface="Apple SD Gothic Neo"/>
                          <a:cs typeface="Apple SD Gothic Neo"/>
                        </a:rPr>
                        <a:t>QA01 첫 응답</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875">
                          <a:solidFill>
                            <a:srgbClr val="111111"/>
                          </a:solidFill>
                          <a:latin typeface="Apple SD Gothic Neo"/>
                          <a:ea typeface="Apple SD Gothic Neo"/>
                          <a:cs typeface="Apple SD Gothic Neo"/>
                        </a:rPr>
                        <a:t>6.609초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875">
                          <a:solidFill>
                            <a:srgbClr val="111111"/>
                          </a:solidFill>
                          <a:latin typeface="Apple SD Gothic Neo"/>
                          <a:ea typeface="Apple SD Gothic Neo"/>
                          <a:cs typeface="Apple SD Gothic Neo"/>
                        </a:rPr>
                        <a:t>B 6.267초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725" b="0">
                          <a:solidFill>
                            <a:srgbClr val="50555B"/>
                          </a:solidFill>
                          <a:latin typeface="Apple SD Gothic Neo"/>
                          <a:ea typeface="Apple SD Gothic Neo"/>
                          <a:cs typeface="Apple SD Gothic Neo"/>
                        </a:rPr>
                        <a:t>관측 차이 0.342초 / 우열 미확정</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5" name="DP1 object 206">
            <a:extLst xmlns:a="http://schemas.openxmlformats.org/drawingml/2006/main">
              <a:ext uri="{FF2B5EF4-FFF2-40B4-BE49-F238E27FC236}">
                <a16:creationId xmlns:a16="http://schemas.microsoft.com/office/drawing/2014/main" id="{ED82DD0E-00E8-4133-AADB-1E3628346FA0}"/>
              </a:ext>
            </a:extLst>
          </p:cNvPr>
          <p:cNvSpPr>
            <a:spLocks xmlns:a="http://schemas.openxmlformats.org/drawingml/2006/main" noGrp="1"/>
          </p:cNvSpPr>
          <p:nvPr/>
        </p:nvSpPr>
        <p:spPr>
          <a:xfrm xmlns:a="http://schemas.openxmlformats.org/drawingml/2006/main">
            <a:off x="6419850" y="4162425"/>
            <a:ext cx="11525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250" b="1">
                <a:solidFill>
                  <a:srgbClr val="4676CB"/>
                </a:solidFill>
                <a:latin typeface="Apple SD Gothic Neo"/>
                <a:ea typeface="Apple SD Gothic Neo"/>
                <a:cs typeface="Apple SD Gothic Neo"/>
              </a:defRPr>
            </a:defPPr>
            <a:lvl1pPr algn="l">
              <a:defRPr sz="2250" b="1">
                <a:solidFill>
                  <a:srgbClr val="4676CB"/>
                </a:solidFill>
                <a:latin typeface="Apple SD Gothic Neo"/>
                <a:ea typeface="Apple SD Gothic Neo"/>
                <a:cs typeface="Apple SD Gothic Neo"/>
              </a:defRPr>
            </a:lvl1pPr>
            <a:lvl2pPr algn="l">
              <a:defRPr sz="2250" b="1">
                <a:solidFill>
                  <a:srgbClr val="4676CB"/>
                </a:solidFill>
                <a:latin typeface="Apple SD Gothic Neo"/>
                <a:ea typeface="Apple SD Gothic Neo"/>
                <a:cs typeface="Apple SD Gothic Neo"/>
              </a:defRPr>
            </a:lvl2pPr>
            <a:lvl3pPr algn="l">
              <a:defRPr sz="2250" b="1">
                <a:solidFill>
                  <a:srgbClr val="4676CB"/>
                </a:solidFill>
                <a:latin typeface="Apple SD Gothic Neo"/>
                <a:ea typeface="Apple SD Gothic Neo"/>
                <a:cs typeface="Apple SD Gothic Neo"/>
              </a:defRPr>
            </a:lvl3pPr>
            <a:lvl4pPr algn="l">
              <a:defRPr sz="2250" b="1">
                <a:solidFill>
                  <a:srgbClr val="4676CB"/>
                </a:solidFill>
                <a:latin typeface="Apple SD Gothic Neo"/>
                <a:ea typeface="Apple SD Gothic Neo"/>
                <a:cs typeface="Apple SD Gothic Neo"/>
              </a:defRPr>
            </a:lvl4pPr>
            <a:lvl5pPr algn="l">
              <a:defRPr sz="2250" b="1">
                <a:solidFill>
                  <a:srgbClr val="4676CB"/>
                </a:solidFill>
                <a:latin typeface="Apple SD Gothic Neo"/>
                <a:ea typeface="Apple SD Gothic Neo"/>
                <a:cs typeface="Apple SD Gothic Neo"/>
              </a:defRPr>
            </a:lvl5pPr>
            <a:lvl6pPr algn="l">
              <a:defRPr sz="2250" b="1">
                <a:solidFill>
                  <a:srgbClr val="4676CB"/>
                </a:solidFill>
                <a:latin typeface="Apple SD Gothic Neo"/>
                <a:ea typeface="Apple SD Gothic Neo"/>
                <a:cs typeface="Apple SD Gothic Neo"/>
              </a:defRPr>
            </a:lvl6pPr>
            <a:lvl7pPr algn="l">
              <a:defRPr sz="2250" b="1">
                <a:solidFill>
                  <a:srgbClr val="4676CB"/>
                </a:solidFill>
                <a:latin typeface="Apple SD Gothic Neo"/>
                <a:ea typeface="Apple SD Gothic Neo"/>
                <a:cs typeface="Apple SD Gothic Neo"/>
              </a:defRPr>
            </a:lvl7pPr>
            <a:lvl8pPr algn="l">
              <a:defRPr sz="2250" b="1">
                <a:solidFill>
                  <a:srgbClr val="4676CB"/>
                </a:solidFill>
                <a:latin typeface="Apple SD Gothic Neo"/>
                <a:ea typeface="Apple SD Gothic Neo"/>
                <a:cs typeface="Apple SD Gothic Neo"/>
              </a:defRPr>
            </a:lvl8pPr>
            <a:lvl9pPr algn="l">
              <a:defRPr sz="2250" b="1">
                <a:solidFill>
                  <a:srgbClr val="4676CB"/>
                </a:solidFill>
                <a:latin typeface="Apple SD Gothic Neo"/>
                <a:ea typeface="Apple SD Gothic Neo"/>
                <a:cs typeface="Apple SD Gothic Neo"/>
              </a:defRPr>
            </a:lvl9pPr>
          </a:lstStyle>
          <a:p xmlns:a="http://schemas.openxmlformats.org/drawingml/2006/main">
            <a:pPr algn="l">
              <a:defRPr sz="2250" b="1">
                <a:solidFill>
                  <a:srgbClr val="4676CB"/>
                </a:solidFill>
                <a:latin typeface="Apple SD Gothic Neo"/>
                <a:ea typeface="Apple SD Gothic Neo"/>
                <a:cs typeface="Apple SD Gothic Neo"/>
              </a:defRPr>
            </a:pPr>
            <a:r>
              <a:rPr sz="2250" b="1">
                <a:solidFill>
                  <a:srgbClr val="4676CB"/>
                </a:solidFill>
                <a:latin typeface="Apple SD Gothic Neo"/>
                <a:ea typeface="Apple SD Gothic Neo"/>
                <a:cs typeface="Apple SD Gothic Neo"/>
              </a:rPr>
              <a:t>보완 ①  QA03 — 변경 조각만 읽고 갱신</a:t>
            </a:r>
          </a:p>
        </p:txBody>
      </p:sp>
      <p:sp>
        <p:nvSpPr>
          <p:cNvPr id="56" name="DP1 object 207">
            <a:extLst xmlns:a="http://schemas.openxmlformats.org/drawingml/2006/main">
              <a:ext uri="{FF2B5EF4-FFF2-40B4-BE49-F238E27FC236}">
                <a16:creationId xmlns:a16="http://schemas.microsoft.com/office/drawing/2014/main" id="{6BD3F8BD-EC2C-4252-834A-E05852047B6F}"/>
              </a:ext>
            </a:extLst>
          </p:cNvPr>
          <p:cNvSpPr>
            <a:spLocks xmlns:a="http://schemas.openxmlformats.org/drawingml/2006/main" noGrp="1"/>
          </p:cNvSpPr>
          <p:nvPr/>
        </p:nvSpPr>
        <p:spPr>
          <a:xfrm xmlns:a="http://schemas.openxmlformats.org/drawingml/2006/main">
            <a:off x="6419850" y="4581525"/>
            <a:ext cx="1152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0">
                <a:solidFill>
                  <a:srgbClr val="50555B"/>
                </a:solidFill>
                <a:latin typeface="Apple SD Gothic Neo"/>
                <a:ea typeface="Apple SD Gothic Neo"/>
                <a:cs typeface="Apple SD Gothic Neo"/>
              </a:defRPr>
            </a:defPPr>
            <a:lvl1pPr algn="l">
              <a:defRPr sz="1725" b="0">
                <a:solidFill>
                  <a:srgbClr val="50555B"/>
                </a:solidFill>
                <a:latin typeface="Apple SD Gothic Neo"/>
                <a:ea typeface="Apple SD Gothic Neo"/>
                <a:cs typeface="Apple SD Gothic Neo"/>
              </a:defRPr>
            </a:lvl1pPr>
            <a:lvl2pPr algn="l">
              <a:defRPr sz="1725" b="0">
                <a:solidFill>
                  <a:srgbClr val="50555B"/>
                </a:solidFill>
                <a:latin typeface="Apple SD Gothic Neo"/>
                <a:ea typeface="Apple SD Gothic Neo"/>
                <a:cs typeface="Apple SD Gothic Neo"/>
              </a:defRPr>
            </a:lvl2pPr>
            <a:lvl3pPr algn="l">
              <a:defRPr sz="1725" b="0">
                <a:solidFill>
                  <a:srgbClr val="50555B"/>
                </a:solidFill>
                <a:latin typeface="Apple SD Gothic Neo"/>
                <a:ea typeface="Apple SD Gothic Neo"/>
                <a:cs typeface="Apple SD Gothic Neo"/>
              </a:defRPr>
            </a:lvl3pPr>
            <a:lvl4pPr algn="l">
              <a:defRPr sz="1725" b="0">
                <a:solidFill>
                  <a:srgbClr val="50555B"/>
                </a:solidFill>
                <a:latin typeface="Apple SD Gothic Neo"/>
                <a:ea typeface="Apple SD Gothic Neo"/>
                <a:cs typeface="Apple SD Gothic Neo"/>
              </a:defRPr>
            </a:lvl4pPr>
            <a:lvl5pPr algn="l">
              <a:defRPr sz="1725" b="0">
                <a:solidFill>
                  <a:srgbClr val="50555B"/>
                </a:solidFill>
                <a:latin typeface="Apple SD Gothic Neo"/>
                <a:ea typeface="Apple SD Gothic Neo"/>
                <a:cs typeface="Apple SD Gothic Neo"/>
              </a:defRPr>
            </a:lvl5pPr>
            <a:lvl6pPr algn="l">
              <a:defRPr sz="1725" b="0">
                <a:solidFill>
                  <a:srgbClr val="50555B"/>
                </a:solidFill>
                <a:latin typeface="Apple SD Gothic Neo"/>
                <a:ea typeface="Apple SD Gothic Neo"/>
                <a:cs typeface="Apple SD Gothic Neo"/>
              </a:defRPr>
            </a:lvl6pPr>
            <a:lvl7pPr algn="l">
              <a:defRPr sz="1725" b="0">
                <a:solidFill>
                  <a:srgbClr val="50555B"/>
                </a:solidFill>
                <a:latin typeface="Apple SD Gothic Neo"/>
                <a:ea typeface="Apple SD Gothic Neo"/>
                <a:cs typeface="Apple SD Gothic Neo"/>
              </a:defRPr>
            </a:lvl7pPr>
            <a:lvl8pPr algn="l">
              <a:defRPr sz="1725" b="0">
                <a:solidFill>
                  <a:srgbClr val="50555B"/>
                </a:solidFill>
                <a:latin typeface="Apple SD Gothic Neo"/>
                <a:ea typeface="Apple SD Gothic Neo"/>
                <a:cs typeface="Apple SD Gothic Neo"/>
              </a:defRPr>
            </a:lvl8pPr>
            <a:lvl9pPr algn="l">
              <a:defRPr sz="1725" b="0">
                <a:solidFill>
                  <a:srgbClr val="50555B"/>
                </a:solidFill>
                <a:latin typeface="Apple SD Gothic Neo"/>
                <a:ea typeface="Apple SD Gothic Neo"/>
                <a:cs typeface="Apple SD Gothic Neo"/>
              </a:defRPr>
            </a:lvl9pPr>
          </a:lstStyle>
          <a:p xmlns:a="http://schemas.openxmlformats.org/drawingml/2006/main">
            <a:pPr algn="l">
              <a:defRPr sz="1725" b="0">
                <a:solidFill>
                  <a:srgbClr val="50555B"/>
                </a:solidFill>
                <a:latin typeface="Apple SD Gothic Neo"/>
                <a:ea typeface="Apple SD Gothic Neo"/>
                <a:cs typeface="Apple SD Gothic Neo"/>
              </a:defRPr>
            </a:pPr>
            <a:r>
              <a:rPr sz="1725" b="0">
                <a:solidFill>
                  <a:srgbClr val="50555B"/>
                </a:solidFill>
                <a:latin typeface="Apple SD Gothic Neo"/>
                <a:ea typeface="Apple SD Gothic Neo"/>
                <a:cs typeface="Apple SD Gothic Neo"/>
              </a:rPr>
              <a:t>정정 사례 3회에서 기본 A와 A+A2를 비교</a:t>
            </a:r>
          </a:p>
        </p:txBody>
      </p:sp>
      <p:graphicFrame>
        <p:nvGraphicFramePr>
          <p:cNvPr id="57" name="">
            <a:extLst xmlns:a="http://schemas.openxmlformats.org/drawingml/2006/main">
              <a:ext uri="{FF2B5EF4-FFF2-40B4-BE49-F238E27FC236}">
                <a16:creationId xmlns:a16="http://schemas.microsoft.com/office/drawing/2014/main" id="{38716183-A22B-49D2-A353-6CF09BEB9AE9}"/>
              </a:ext>
            </a:extLst>
          </p:cNvPr>
          <p:cNvGraphicFramePr/>
          <p:nvPr/>
        </p:nvGraphicFramePr>
        <p:xfrm>
          <a:off xmlns:a="http://schemas.openxmlformats.org/drawingml/2006/main" x="6391275" y="4953000"/>
          <a:ext xmlns:a="http://schemas.openxmlformats.org/drawingml/2006/main" cx="11677650" cy="1333500"/>
        </p:xfrm>
        <a:graphic xmlns:a="http://schemas.openxmlformats.org/drawingml/2006/main">
          <a:graphicData uri="http://schemas.openxmlformats.org/drawingml/2006/table">
            <a:tbl>
              <a:tblPr firstRow="0" bandRow="0" bandCol="0"/>
              <a:tblGrid>
                <a:gridCol w="4229100"/>
                <a:gridCol w="3724275"/>
                <a:gridCol w="3724275"/>
              </a:tblGrid>
              <a:tr h="381000">
                <a:tc>
                  <a:txBody>
                    <a:bodyPr anchor="ctr"/>
                    <a:lstStyle/>
                    <a:p>
                      <a:pPr algn="ctr"/>
                      <a:r>
                        <a:rPr sz="1875" b="1">
                          <a:solidFill>
                            <a:srgbClr val="111111"/>
                          </a:solidFill>
                          <a:latin typeface="Apple SD Gothic Neo"/>
                          <a:ea typeface="Apple SD Gothic Neo"/>
                          <a:cs typeface="Apple SD Gothic Neo"/>
                        </a:rPr>
                        <a:t>항목</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r>
                        <a:rPr sz="1875" b="1">
                          <a:solidFill>
                            <a:srgbClr val="111111"/>
                          </a:solidFill>
                          <a:latin typeface="Apple SD Gothic Neo"/>
                          <a:ea typeface="Apple SD Gothic Neo"/>
                          <a:cs typeface="Apple SD Gothic Neo"/>
                        </a:rPr>
                        <a:t>기본 A</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r>
                        <a:rPr sz="1875" b="1">
                          <a:solidFill>
                            <a:srgbClr val="111111"/>
                          </a:solidFill>
                          <a:latin typeface="Apple SD Gothic Neo"/>
                          <a:ea typeface="Apple SD Gothic Neo"/>
                          <a:cs typeface="Apple SD Gothic Neo"/>
                        </a:rPr>
                        <a:t>A + A2</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r>
              <a:tr h="542925">
                <a:tc>
                  <a:txBody>
                    <a:bodyPr anchor="ctr"/>
                    <a:lstStyle/>
                    <a:p>
                      <a:pPr algn="ctr"/>
                      <a:r>
                        <a:rPr sz="1875">
                          <a:solidFill>
                            <a:srgbClr val="111111"/>
                          </a:solidFill>
                          <a:latin typeface="Apple SD Gothic Neo"/>
                          <a:ea typeface="Apple SD Gothic Neo"/>
                          <a:cs typeface="Apple SD Gothic Neo"/>
                        </a:rPr>
                        <a:t>QA03 처리시간</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2550" b="1">
                          <a:solidFill>
                            <a:srgbClr val="111111"/>
                          </a:solidFill>
                          <a:latin typeface="Apple SD Gothic Neo"/>
                          <a:ea typeface="Apple SD Gothic Neo"/>
                          <a:cs typeface="Apple SD Gothic Neo"/>
                        </a:rPr>
                        <a:t>21.822초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2550" b="1">
                          <a:solidFill>
                            <a:srgbClr val="4676CB"/>
                          </a:solidFill>
                          <a:latin typeface="Apple SD Gothic Neo"/>
                          <a:ea typeface="Apple SD Gothic Neo"/>
                          <a:cs typeface="Apple SD Gothic Neo"/>
                        </a:rPr>
                        <a:t>21.433초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09575">
                <a:tc>
                  <a:txBody>
                    <a:bodyPr anchor="ctr"/>
                    <a:lstStyle/>
                    <a:p>
                      <a:pPr algn="ctr"/>
                      <a:r>
                        <a:rPr sz="1875">
                          <a:solidFill>
                            <a:srgbClr val="111111"/>
                          </a:solidFill>
                          <a:latin typeface="Apple SD Gothic Neo"/>
                          <a:ea typeface="Apple SD Gothic Neo"/>
                          <a:cs typeface="Apple SD Gothic Neo"/>
                        </a:rPr>
                        <a:t>원본 읽기 / 모델 호출</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875">
                          <a:solidFill>
                            <a:srgbClr val="111111"/>
                          </a:solidFill>
                          <a:latin typeface="Apple SD Gothic Neo"/>
                          <a:ea typeface="Apple SD Gothic Neo"/>
                          <a:cs typeface="Apple SD Gothic Neo"/>
                        </a:rPr>
                        <a:t>12회 / 12회</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875">
                          <a:solidFill>
                            <a:srgbClr val="111111"/>
                          </a:solidFill>
                          <a:latin typeface="Apple SD Gothic Neo"/>
                          <a:ea typeface="Apple SD Gothic Neo"/>
                          <a:cs typeface="Apple SD Gothic Neo"/>
                        </a:rPr>
                        <a:t>9회 / 12회</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8" name="DP1 object 208">
            <a:extLst xmlns:a="http://schemas.openxmlformats.org/drawingml/2006/main">
              <a:ext uri="{FF2B5EF4-FFF2-40B4-BE49-F238E27FC236}">
                <a16:creationId xmlns:a16="http://schemas.microsoft.com/office/drawing/2014/main" id="{04FE7027-14E0-48C4-831F-BEB7D113B11B}"/>
              </a:ext>
            </a:extLst>
          </p:cNvPr>
          <p:cNvSpPr>
            <a:spLocks xmlns:a="http://schemas.openxmlformats.org/drawingml/2006/main" noGrp="1"/>
          </p:cNvSpPr>
          <p:nvPr/>
        </p:nvSpPr>
        <p:spPr>
          <a:xfrm xmlns:a="http://schemas.openxmlformats.org/drawingml/2006/main">
            <a:off x="6419850" y="6353175"/>
            <a:ext cx="11525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0">
                <a:solidFill>
                  <a:srgbClr val="50555B"/>
                </a:solidFill>
                <a:latin typeface="Apple SD Gothic Neo"/>
                <a:ea typeface="Apple SD Gothic Neo"/>
                <a:cs typeface="Apple SD Gothic Neo"/>
              </a:defRPr>
            </a:defPPr>
            <a:lvl1pPr algn="l">
              <a:defRPr sz="1725" b="0">
                <a:solidFill>
                  <a:srgbClr val="50555B"/>
                </a:solidFill>
                <a:latin typeface="Apple SD Gothic Neo"/>
                <a:ea typeface="Apple SD Gothic Neo"/>
                <a:cs typeface="Apple SD Gothic Neo"/>
              </a:defRPr>
            </a:lvl1pPr>
            <a:lvl2pPr algn="l">
              <a:defRPr sz="1725" b="0">
                <a:solidFill>
                  <a:srgbClr val="50555B"/>
                </a:solidFill>
                <a:latin typeface="Apple SD Gothic Neo"/>
                <a:ea typeface="Apple SD Gothic Neo"/>
                <a:cs typeface="Apple SD Gothic Neo"/>
              </a:defRPr>
            </a:lvl2pPr>
            <a:lvl3pPr algn="l">
              <a:defRPr sz="1725" b="0">
                <a:solidFill>
                  <a:srgbClr val="50555B"/>
                </a:solidFill>
                <a:latin typeface="Apple SD Gothic Neo"/>
                <a:ea typeface="Apple SD Gothic Neo"/>
                <a:cs typeface="Apple SD Gothic Neo"/>
              </a:defRPr>
            </a:lvl3pPr>
            <a:lvl4pPr algn="l">
              <a:defRPr sz="1725" b="0">
                <a:solidFill>
                  <a:srgbClr val="50555B"/>
                </a:solidFill>
                <a:latin typeface="Apple SD Gothic Neo"/>
                <a:ea typeface="Apple SD Gothic Neo"/>
                <a:cs typeface="Apple SD Gothic Neo"/>
              </a:defRPr>
            </a:lvl4pPr>
            <a:lvl5pPr algn="l">
              <a:defRPr sz="1725" b="0">
                <a:solidFill>
                  <a:srgbClr val="50555B"/>
                </a:solidFill>
                <a:latin typeface="Apple SD Gothic Neo"/>
                <a:ea typeface="Apple SD Gothic Neo"/>
                <a:cs typeface="Apple SD Gothic Neo"/>
              </a:defRPr>
            </a:lvl5pPr>
            <a:lvl6pPr algn="l">
              <a:defRPr sz="1725" b="0">
                <a:solidFill>
                  <a:srgbClr val="50555B"/>
                </a:solidFill>
                <a:latin typeface="Apple SD Gothic Neo"/>
                <a:ea typeface="Apple SD Gothic Neo"/>
                <a:cs typeface="Apple SD Gothic Neo"/>
              </a:defRPr>
            </a:lvl6pPr>
            <a:lvl7pPr algn="l">
              <a:defRPr sz="1725" b="0">
                <a:solidFill>
                  <a:srgbClr val="50555B"/>
                </a:solidFill>
                <a:latin typeface="Apple SD Gothic Neo"/>
                <a:ea typeface="Apple SD Gothic Neo"/>
                <a:cs typeface="Apple SD Gothic Neo"/>
              </a:defRPr>
            </a:lvl7pPr>
            <a:lvl8pPr algn="l">
              <a:defRPr sz="1725" b="0">
                <a:solidFill>
                  <a:srgbClr val="50555B"/>
                </a:solidFill>
                <a:latin typeface="Apple SD Gothic Neo"/>
                <a:ea typeface="Apple SD Gothic Neo"/>
                <a:cs typeface="Apple SD Gothic Neo"/>
              </a:defRPr>
            </a:lvl8pPr>
            <a:lvl9pPr algn="l">
              <a:defRPr sz="1725" b="0">
                <a:solidFill>
                  <a:srgbClr val="50555B"/>
                </a:solidFill>
                <a:latin typeface="Apple SD Gothic Neo"/>
                <a:ea typeface="Apple SD Gothic Neo"/>
                <a:cs typeface="Apple SD Gothic Neo"/>
              </a:defRPr>
            </a:lvl9pPr>
          </a:lstStyle>
          <a:p xmlns:a="http://schemas.openxmlformats.org/drawingml/2006/main">
            <a:pPr algn="l">
              <a:defRPr sz="1725" b="0">
                <a:solidFill>
                  <a:srgbClr val="50555B"/>
                </a:solidFill>
                <a:latin typeface="Apple SD Gothic Neo"/>
                <a:ea typeface="Apple SD Gothic Neo"/>
                <a:cs typeface="Apple SD Gothic Neo"/>
              </a:defRPr>
            </a:pPr>
            <a:r>
              <a:rPr sz="1725" b="0">
                <a:solidFill>
                  <a:srgbClr val="50555B"/>
                </a:solidFill>
                <a:latin typeface="Apple SD Gothic Neo"/>
                <a:ea typeface="Apple SD Gothic Neo"/>
                <a:cs typeface="Apple SD Gothic Neo"/>
              </a:rPr>
              <a:t>정정 사례 관측: 0.389초 감소. 재조회 감소만 확인했으며 전체 A/C 재비교는 미실시.</a:t>
            </a:r>
          </a:p>
        </p:txBody>
      </p:sp>
      <p:sp>
        <p:nvSpPr>
          <p:cNvPr id="59" name="DP1 object 209">
            <a:extLst xmlns:a="http://schemas.openxmlformats.org/drawingml/2006/main">
              <a:ext uri="{FF2B5EF4-FFF2-40B4-BE49-F238E27FC236}">
                <a16:creationId xmlns:a16="http://schemas.microsoft.com/office/drawing/2014/main" id="{A917D9E4-AEA6-4850-A15D-F4148BBAE51B}"/>
              </a:ext>
            </a:extLst>
          </p:cNvPr>
          <p:cNvSpPr>
            <a:spLocks xmlns:a="http://schemas.openxmlformats.org/drawingml/2006/main" noGrp="1"/>
          </p:cNvSpPr>
          <p:nvPr/>
        </p:nvSpPr>
        <p:spPr>
          <a:xfrm xmlns:a="http://schemas.openxmlformats.org/drawingml/2006/main">
            <a:off x="6419850" y="6886575"/>
            <a:ext cx="11525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75" b="1">
                <a:solidFill>
                  <a:srgbClr val="4676CB"/>
                </a:solidFill>
                <a:latin typeface="Apple SD Gothic Neo"/>
                <a:ea typeface="Apple SD Gothic Neo"/>
                <a:cs typeface="Apple SD Gothic Neo"/>
              </a:defRPr>
            </a:defPPr>
            <a:lvl1pPr algn="l">
              <a:defRPr sz="2175" b="1">
                <a:solidFill>
                  <a:srgbClr val="4676CB"/>
                </a:solidFill>
                <a:latin typeface="Apple SD Gothic Neo"/>
                <a:ea typeface="Apple SD Gothic Neo"/>
                <a:cs typeface="Apple SD Gothic Neo"/>
              </a:defRPr>
            </a:lvl1pPr>
            <a:lvl2pPr algn="l">
              <a:defRPr sz="2175" b="1">
                <a:solidFill>
                  <a:srgbClr val="4676CB"/>
                </a:solidFill>
                <a:latin typeface="Apple SD Gothic Neo"/>
                <a:ea typeface="Apple SD Gothic Neo"/>
                <a:cs typeface="Apple SD Gothic Neo"/>
              </a:defRPr>
            </a:lvl2pPr>
            <a:lvl3pPr algn="l">
              <a:defRPr sz="2175" b="1">
                <a:solidFill>
                  <a:srgbClr val="4676CB"/>
                </a:solidFill>
                <a:latin typeface="Apple SD Gothic Neo"/>
                <a:ea typeface="Apple SD Gothic Neo"/>
                <a:cs typeface="Apple SD Gothic Neo"/>
              </a:defRPr>
            </a:lvl3pPr>
            <a:lvl4pPr algn="l">
              <a:defRPr sz="2175" b="1">
                <a:solidFill>
                  <a:srgbClr val="4676CB"/>
                </a:solidFill>
                <a:latin typeface="Apple SD Gothic Neo"/>
                <a:ea typeface="Apple SD Gothic Neo"/>
                <a:cs typeface="Apple SD Gothic Neo"/>
              </a:defRPr>
            </a:lvl4pPr>
            <a:lvl5pPr algn="l">
              <a:defRPr sz="2175" b="1">
                <a:solidFill>
                  <a:srgbClr val="4676CB"/>
                </a:solidFill>
                <a:latin typeface="Apple SD Gothic Neo"/>
                <a:ea typeface="Apple SD Gothic Neo"/>
                <a:cs typeface="Apple SD Gothic Neo"/>
              </a:defRPr>
            </a:lvl5pPr>
            <a:lvl6pPr algn="l">
              <a:defRPr sz="2175" b="1">
                <a:solidFill>
                  <a:srgbClr val="4676CB"/>
                </a:solidFill>
                <a:latin typeface="Apple SD Gothic Neo"/>
                <a:ea typeface="Apple SD Gothic Neo"/>
                <a:cs typeface="Apple SD Gothic Neo"/>
              </a:defRPr>
            </a:lvl6pPr>
            <a:lvl7pPr algn="l">
              <a:defRPr sz="2175" b="1">
                <a:solidFill>
                  <a:srgbClr val="4676CB"/>
                </a:solidFill>
                <a:latin typeface="Apple SD Gothic Neo"/>
                <a:ea typeface="Apple SD Gothic Neo"/>
                <a:cs typeface="Apple SD Gothic Neo"/>
              </a:defRPr>
            </a:lvl7pPr>
            <a:lvl8pPr algn="l">
              <a:defRPr sz="2175" b="1">
                <a:solidFill>
                  <a:srgbClr val="4676CB"/>
                </a:solidFill>
                <a:latin typeface="Apple SD Gothic Neo"/>
                <a:ea typeface="Apple SD Gothic Neo"/>
                <a:cs typeface="Apple SD Gothic Neo"/>
              </a:defRPr>
            </a:lvl8pPr>
            <a:lvl9pPr algn="l">
              <a:defRPr sz="2175" b="1">
                <a:solidFill>
                  <a:srgbClr val="4676CB"/>
                </a:solidFill>
                <a:latin typeface="Apple SD Gothic Neo"/>
                <a:ea typeface="Apple SD Gothic Neo"/>
                <a:cs typeface="Apple SD Gothic Neo"/>
              </a:defRPr>
            </a:lvl9pPr>
          </a:lstStyle>
          <a:p xmlns:a="http://schemas.openxmlformats.org/drawingml/2006/main">
            <a:pPr algn="l">
              <a:defRPr sz="2175" b="1">
                <a:solidFill>
                  <a:srgbClr val="4676CB"/>
                </a:solidFill>
                <a:latin typeface="Apple SD Gothic Neo"/>
                <a:ea typeface="Apple SD Gothic Neo"/>
                <a:cs typeface="Apple SD Gothic Neo"/>
              </a:defRPr>
            </a:pPr>
            <a:r>
              <a:rPr sz="2175" b="1">
                <a:solidFill>
                  <a:srgbClr val="4676CB"/>
                </a:solidFill>
                <a:latin typeface="Apple SD Gothic Neo"/>
                <a:ea typeface="Apple SD Gothic Neo"/>
                <a:cs typeface="Apple SD Gothic Neo"/>
              </a:rPr>
              <a:t>보완 ②  QA01 — 채택한 근거·처리 의도를 먼저 안내</a:t>
            </a:r>
          </a:p>
        </p:txBody>
      </p:sp>
      <p:sp>
        <p:nvSpPr>
          <p:cNvPr id="60" name="DP1 object 210">
            <a:extLst xmlns:a="http://schemas.openxmlformats.org/drawingml/2006/main">
              <a:ext uri="{FF2B5EF4-FFF2-40B4-BE49-F238E27FC236}">
                <a16:creationId xmlns:a16="http://schemas.microsoft.com/office/drawing/2014/main" id="{652F8D42-B24E-4C7F-91CB-965EA49D7C19}"/>
              </a:ext>
            </a:extLst>
          </p:cNvPr>
          <p:cNvSpPr>
            <a:spLocks xmlns:a="http://schemas.openxmlformats.org/drawingml/2006/main" noGrp="1"/>
          </p:cNvSpPr>
          <p:nvPr/>
        </p:nvSpPr>
        <p:spPr>
          <a:xfrm xmlns:a="http://schemas.openxmlformats.org/drawingml/2006/main">
            <a:off x="6419850" y="7286625"/>
            <a:ext cx="1152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0">
                <a:solidFill>
                  <a:srgbClr val="50555B"/>
                </a:solidFill>
                <a:latin typeface="Apple SD Gothic Neo"/>
                <a:ea typeface="Apple SD Gothic Neo"/>
                <a:cs typeface="Apple SD Gothic Neo"/>
              </a:defRPr>
            </a:defPPr>
            <a:lvl1pPr algn="l">
              <a:defRPr sz="1725" b="0">
                <a:solidFill>
                  <a:srgbClr val="50555B"/>
                </a:solidFill>
                <a:latin typeface="Apple SD Gothic Neo"/>
                <a:ea typeface="Apple SD Gothic Neo"/>
                <a:cs typeface="Apple SD Gothic Neo"/>
              </a:defRPr>
            </a:lvl1pPr>
            <a:lvl2pPr algn="l">
              <a:defRPr sz="1725" b="0">
                <a:solidFill>
                  <a:srgbClr val="50555B"/>
                </a:solidFill>
                <a:latin typeface="Apple SD Gothic Neo"/>
                <a:ea typeface="Apple SD Gothic Neo"/>
                <a:cs typeface="Apple SD Gothic Neo"/>
              </a:defRPr>
            </a:lvl2pPr>
            <a:lvl3pPr algn="l">
              <a:defRPr sz="1725" b="0">
                <a:solidFill>
                  <a:srgbClr val="50555B"/>
                </a:solidFill>
                <a:latin typeface="Apple SD Gothic Neo"/>
                <a:ea typeface="Apple SD Gothic Neo"/>
                <a:cs typeface="Apple SD Gothic Neo"/>
              </a:defRPr>
            </a:lvl3pPr>
            <a:lvl4pPr algn="l">
              <a:defRPr sz="1725" b="0">
                <a:solidFill>
                  <a:srgbClr val="50555B"/>
                </a:solidFill>
                <a:latin typeface="Apple SD Gothic Neo"/>
                <a:ea typeface="Apple SD Gothic Neo"/>
                <a:cs typeface="Apple SD Gothic Neo"/>
              </a:defRPr>
            </a:lvl4pPr>
            <a:lvl5pPr algn="l">
              <a:defRPr sz="1725" b="0">
                <a:solidFill>
                  <a:srgbClr val="50555B"/>
                </a:solidFill>
                <a:latin typeface="Apple SD Gothic Neo"/>
                <a:ea typeface="Apple SD Gothic Neo"/>
                <a:cs typeface="Apple SD Gothic Neo"/>
              </a:defRPr>
            </a:lvl5pPr>
            <a:lvl6pPr algn="l">
              <a:defRPr sz="1725" b="0">
                <a:solidFill>
                  <a:srgbClr val="50555B"/>
                </a:solidFill>
                <a:latin typeface="Apple SD Gothic Neo"/>
                <a:ea typeface="Apple SD Gothic Neo"/>
                <a:cs typeface="Apple SD Gothic Neo"/>
              </a:defRPr>
            </a:lvl6pPr>
            <a:lvl7pPr algn="l">
              <a:defRPr sz="1725" b="0">
                <a:solidFill>
                  <a:srgbClr val="50555B"/>
                </a:solidFill>
                <a:latin typeface="Apple SD Gothic Neo"/>
                <a:ea typeface="Apple SD Gothic Neo"/>
                <a:cs typeface="Apple SD Gothic Neo"/>
              </a:defRPr>
            </a:lvl7pPr>
            <a:lvl8pPr algn="l">
              <a:defRPr sz="1725" b="0">
                <a:solidFill>
                  <a:srgbClr val="50555B"/>
                </a:solidFill>
                <a:latin typeface="Apple SD Gothic Neo"/>
                <a:ea typeface="Apple SD Gothic Neo"/>
                <a:cs typeface="Apple SD Gothic Neo"/>
              </a:defRPr>
            </a:lvl8pPr>
            <a:lvl9pPr algn="l">
              <a:defRPr sz="1725" b="0">
                <a:solidFill>
                  <a:srgbClr val="50555B"/>
                </a:solidFill>
                <a:latin typeface="Apple SD Gothic Neo"/>
                <a:ea typeface="Apple SD Gothic Neo"/>
                <a:cs typeface="Apple SD Gothic Neo"/>
              </a:defRPr>
            </a:lvl9pPr>
          </a:lstStyle>
          <a:p xmlns:a="http://schemas.openxmlformats.org/drawingml/2006/main">
            <a:pPr algn="l">
              <a:defRPr sz="1725" b="0">
                <a:solidFill>
                  <a:srgbClr val="50555B"/>
                </a:solidFill>
                <a:latin typeface="Apple SD Gothic Neo"/>
                <a:ea typeface="Apple SD Gothic Neo"/>
                <a:cs typeface="Apple SD Gothic Neo"/>
              </a:defRPr>
            </a:pPr>
            <a:r>
              <a:rPr sz="1725" b="0">
                <a:solidFill>
                  <a:srgbClr val="50555B"/>
                </a:solidFill>
                <a:latin typeface="Apple SD Gothic Neo"/>
                <a:ea typeface="Apple SD Gothic Neo"/>
                <a:cs typeface="Apple SD Gothic Neo"/>
              </a:rPr>
              <a:t>A/B/C 공통 보완을 A에 적용한 별도 E3 비교</a:t>
            </a:r>
          </a:p>
        </p:txBody>
      </p:sp>
      <p:sp>
        <p:nvSpPr>
          <p:cNvPr id="61" name="DP1 object 211">
            <a:extLst xmlns:a="http://schemas.openxmlformats.org/drawingml/2006/main">
              <a:ext uri="{FF2B5EF4-FFF2-40B4-BE49-F238E27FC236}">
                <a16:creationId xmlns:a16="http://schemas.microsoft.com/office/drawing/2014/main" id="{914AF12B-4BE8-4FBA-8C1E-BA8D2DEA6F05}"/>
              </a:ext>
            </a:extLst>
          </p:cNvPr>
          <p:cNvSpPr>
            <a:spLocks xmlns:a="http://schemas.openxmlformats.org/drawingml/2006/main" noGrp="1"/>
          </p:cNvSpPr>
          <p:nvPr/>
        </p:nvSpPr>
        <p:spPr>
          <a:xfrm xmlns:a="http://schemas.openxmlformats.org/drawingml/2006/main">
            <a:off x="6419850" y="7734300"/>
            <a:ext cx="23336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1">
                <a:solidFill>
                  <a:srgbClr val="111111"/>
                </a:solidFill>
                <a:latin typeface="Apple SD Gothic Neo"/>
                <a:ea typeface="Apple SD Gothic Neo"/>
                <a:cs typeface="Apple SD Gothic Neo"/>
              </a:defRPr>
            </a:defPPr>
            <a:lvl1pPr algn="l">
              <a:defRPr sz="2100" b="1">
                <a:solidFill>
                  <a:srgbClr val="111111"/>
                </a:solidFill>
                <a:latin typeface="Apple SD Gothic Neo"/>
                <a:ea typeface="Apple SD Gothic Neo"/>
                <a:cs typeface="Apple SD Gothic Neo"/>
              </a:defRPr>
            </a:lvl1pPr>
            <a:lvl2pPr algn="l">
              <a:defRPr sz="2100" b="1">
                <a:solidFill>
                  <a:srgbClr val="111111"/>
                </a:solidFill>
                <a:latin typeface="Apple SD Gothic Neo"/>
                <a:ea typeface="Apple SD Gothic Neo"/>
                <a:cs typeface="Apple SD Gothic Neo"/>
              </a:defRPr>
            </a:lvl2pPr>
            <a:lvl3pPr algn="l">
              <a:defRPr sz="2100" b="1">
                <a:solidFill>
                  <a:srgbClr val="111111"/>
                </a:solidFill>
                <a:latin typeface="Apple SD Gothic Neo"/>
                <a:ea typeface="Apple SD Gothic Neo"/>
                <a:cs typeface="Apple SD Gothic Neo"/>
              </a:defRPr>
            </a:lvl3pPr>
            <a:lvl4pPr algn="l">
              <a:defRPr sz="2100" b="1">
                <a:solidFill>
                  <a:srgbClr val="111111"/>
                </a:solidFill>
                <a:latin typeface="Apple SD Gothic Neo"/>
                <a:ea typeface="Apple SD Gothic Neo"/>
                <a:cs typeface="Apple SD Gothic Neo"/>
              </a:defRPr>
            </a:lvl4pPr>
            <a:lvl5pPr algn="l">
              <a:defRPr sz="2100" b="1">
                <a:solidFill>
                  <a:srgbClr val="111111"/>
                </a:solidFill>
                <a:latin typeface="Apple SD Gothic Neo"/>
                <a:ea typeface="Apple SD Gothic Neo"/>
                <a:cs typeface="Apple SD Gothic Neo"/>
              </a:defRPr>
            </a:lvl5pPr>
            <a:lvl6pPr algn="l">
              <a:defRPr sz="2100" b="1">
                <a:solidFill>
                  <a:srgbClr val="111111"/>
                </a:solidFill>
                <a:latin typeface="Apple SD Gothic Neo"/>
                <a:ea typeface="Apple SD Gothic Neo"/>
                <a:cs typeface="Apple SD Gothic Neo"/>
              </a:defRPr>
            </a:lvl6pPr>
            <a:lvl7pPr algn="l">
              <a:defRPr sz="2100" b="1">
                <a:solidFill>
                  <a:srgbClr val="111111"/>
                </a:solidFill>
                <a:latin typeface="Apple SD Gothic Neo"/>
                <a:ea typeface="Apple SD Gothic Neo"/>
                <a:cs typeface="Apple SD Gothic Neo"/>
              </a:defRPr>
            </a:lvl7pPr>
            <a:lvl8pPr algn="l">
              <a:defRPr sz="2100" b="1">
                <a:solidFill>
                  <a:srgbClr val="111111"/>
                </a:solidFill>
                <a:latin typeface="Apple SD Gothic Neo"/>
                <a:ea typeface="Apple SD Gothic Neo"/>
                <a:cs typeface="Apple SD Gothic Neo"/>
              </a:defRPr>
            </a:lvl8pPr>
            <a:lvl9pPr algn="l">
              <a:defRPr sz="2100" b="1">
                <a:solidFill>
                  <a:srgbClr val="111111"/>
                </a:solidFill>
                <a:latin typeface="Apple SD Gothic Neo"/>
                <a:ea typeface="Apple SD Gothic Neo"/>
                <a:cs typeface="Apple SD Gothic Neo"/>
              </a:defRPr>
            </a:lvl9pPr>
          </a:lstStyle>
          <a:p xmlns:a="http://schemas.openxmlformats.org/drawingml/2006/main">
            <a:pPr algn="l">
              <a:defRPr sz="2100" b="1">
                <a:solidFill>
                  <a:srgbClr val="111111"/>
                </a:solidFill>
                <a:latin typeface="Apple SD Gothic Neo"/>
                <a:ea typeface="Apple SD Gothic Neo"/>
                <a:cs typeface="Apple SD Gothic Neo"/>
              </a:defRPr>
            </a:pPr>
            <a:r>
              <a:rPr sz="2100" b="1">
                <a:solidFill>
                  <a:srgbClr val="111111"/>
                </a:solidFill>
                <a:latin typeface="Apple SD Gothic Neo"/>
                <a:ea typeface="Apple SD Gothic Neo"/>
                <a:cs typeface="Apple SD Gothic Neo"/>
              </a:rPr>
              <a:t>첫 응답</a:t>
            </a:r>
          </a:p>
        </p:txBody>
      </p:sp>
      <p:sp>
        <p:nvSpPr>
          <p:cNvPr id="62" name="DP1 object 212">
            <a:extLst xmlns:a="http://schemas.openxmlformats.org/drawingml/2006/main">
              <a:ext uri="{FF2B5EF4-FFF2-40B4-BE49-F238E27FC236}">
                <a16:creationId xmlns:a16="http://schemas.microsoft.com/office/drawing/2014/main" id="{AAD925E0-2AA9-43AE-B12C-688BC1733E2A}"/>
              </a:ext>
            </a:extLst>
          </p:cNvPr>
          <p:cNvSpPr>
            <a:spLocks xmlns:a="http://schemas.openxmlformats.org/drawingml/2006/main" noGrp="1"/>
          </p:cNvSpPr>
          <p:nvPr/>
        </p:nvSpPr>
        <p:spPr>
          <a:xfrm xmlns:a="http://schemas.openxmlformats.org/drawingml/2006/main">
            <a:off x="8801100" y="7629525"/>
            <a:ext cx="2800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375" b="1">
                <a:solidFill>
                  <a:srgbClr val="111111"/>
                </a:solidFill>
                <a:latin typeface="Apple SD Gothic Neo"/>
                <a:ea typeface="Apple SD Gothic Neo"/>
                <a:cs typeface="Apple SD Gothic Neo"/>
              </a:defRPr>
            </a:defPPr>
            <a:lvl1pPr algn="l">
              <a:defRPr sz="3375" b="1">
                <a:solidFill>
                  <a:srgbClr val="111111"/>
                </a:solidFill>
                <a:latin typeface="Apple SD Gothic Neo"/>
                <a:ea typeface="Apple SD Gothic Neo"/>
                <a:cs typeface="Apple SD Gothic Neo"/>
              </a:defRPr>
            </a:lvl1pPr>
            <a:lvl2pPr algn="l">
              <a:defRPr sz="3375" b="1">
                <a:solidFill>
                  <a:srgbClr val="111111"/>
                </a:solidFill>
                <a:latin typeface="Apple SD Gothic Neo"/>
                <a:ea typeface="Apple SD Gothic Neo"/>
                <a:cs typeface="Apple SD Gothic Neo"/>
              </a:defRPr>
            </a:lvl2pPr>
            <a:lvl3pPr algn="l">
              <a:defRPr sz="3375" b="1">
                <a:solidFill>
                  <a:srgbClr val="111111"/>
                </a:solidFill>
                <a:latin typeface="Apple SD Gothic Neo"/>
                <a:ea typeface="Apple SD Gothic Neo"/>
                <a:cs typeface="Apple SD Gothic Neo"/>
              </a:defRPr>
            </a:lvl3pPr>
            <a:lvl4pPr algn="l">
              <a:defRPr sz="3375" b="1">
                <a:solidFill>
                  <a:srgbClr val="111111"/>
                </a:solidFill>
                <a:latin typeface="Apple SD Gothic Neo"/>
                <a:ea typeface="Apple SD Gothic Neo"/>
                <a:cs typeface="Apple SD Gothic Neo"/>
              </a:defRPr>
            </a:lvl4pPr>
            <a:lvl5pPr algn="l">
              <a:defRPr sz="3375" b="1">
                <a:solidFill>
                  <a:srgbClr val="111111"/>
                </a:solidFill>
                <a:latin typeface="Apple SD Gothic Neo"/>
                <a:ea typeface="Apple SD Gothic Neo"/>
                <a:cs typeface="Apple SD Gothic Neo"/>
              </a:defRPr>
            </a:lvl5pPr>
            <a:lvl6pPr algn="l">
              <a:defRPr sz="3375" b="1">
                <a:solidFill>
                  <a:srgbClr val="111111"/>
                </a:solidFill>
                <a:latin typeface="Apple SD Gothic Neo"/>
                <a:ea typeface="Apple SD Gothic Neo"/>
                <a:cs typeface="Apple SD Gothic Neo"/>
              </a:defRPr>
            </a:lvl6pPr>
            <a:lvl7pPr algn="l">
              <a:defRPr sz="3375" b="1">
                <a:solidFill>
                  <a:srgbClr val="111111"/>
                </a:solidFill>
                <a:latin typeface="Apple SD Gothic Neo"/>
                <a:ea typeface="Apple SD Gothic Neo"/>
                <a:cs typeface="Apple SD Gothic Neo"/>
              </a:defRPr>
            </a:lvl7pPr>
            <a:lvl8pPr algn="l">
              <a:defRPr sz="3375" b="1">
                <a:solidFill>
                  <a:srgbClr val="111111"/>
                </a:solidFill>
                <a:latin typeface="Apple SD Gothic Neo"/>
                <a:ea typeface="Apple SD Gothic Neo"/>
                <a:cs typeface="Apple SD Gothic Neo"/>
              </a:defRPr>
            </a:lvl8pPr>
            <a:lvl9pPr algn="l">
              <a:defRPr sz="3375" b="1">
                <a:solidFill>
                  <a:srgbClr val="111111"/>
                </a:solidFill>
                <a:latin typeface="Apple SD Gothic Neo"/>
                <a:ea typeface="Apple SD Gothic Neo"/>
                <a:cs typeface="Apple SD Gothic Neo"/>
              </a:defRPr>
            </a:lvl9pPr>
          </a:lstStyle>
          <a:p xmlns:a="http://schemas.openxmlformats.org/drawingml/2006/main">
            <a:pPr algn="l">
              <a:defRPr sz="3375" b="1">
                <a:solidFill>
                  <a:srgbClr val="111111"/>
                </a:solidFill>
                <a:latin typeface="Apple SD Gothic Neo"/>
                <a:ea typeface="Apple SD Gothic Neo"/>
                <a:cs typeface="Apple SD Gothic Neo"/>
              </a:defRPr>
            </a:pPr>
            <a:r>
              <a:rPr sz="3375" b="1">
                <a:solidFill>
                  <a:srgbClr val="111111"/>
                </a:solidFill>
                <a:latin typeface="Apple SD Gothic Neo"/>
                <a:ea typeface="Apple SD Gothic Neo"/>
                <a:cs typeface="Apple SD Gothic Neo"/>
              </a:rPr>
              <a:t>7.092초</a:t>
            </a:r>
          </a:p>
        </p:txBody>
      </p:sp>
      <p:sp>
        <p:nvSpPr>
          <p:cNvPr id="63" name="DP1 object 213">
            <a:extLst xmlns:a="http://schemas.openxmlformats.org/drawingml/2006/main">
              <a:ext uri="{FF2B5EF4-FFF2-40B4-BE49-F238E27FC236}">
                <a16:creationId xmlns:a16="http://schemas.microsoft.com/office/drawing/2014/main" id="{726F41D8-136A-4374-A190-4CC55E99D9E8}"/>
              </a:ext>
            </a:extLst>
          </p:cNvPr>
          <p:cNvSpPr>
            <a:spLocks xmlns:a="http://schemas.openxmlformats.org/drawingml/2006/main" noGrp="1"/>
          </p:cNvSpPr>
          <p:nvPr/>
        </p:nvSpPr>
        <p:spPr>
          <a:xfrm xmlns:a="http://schemas.openxmlformats.org/drawingml/2006/main">
            <a:off x="11725275" y="7629525"/>
            <a:ext cx="904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3525" b="0">
                <a:solidFill>
                  <a:srgbClr val="4676CB"/>
                </a:solidFill>
                <a:latin typeface="Apple SD Gothic Neo"/>
                <a:ea typeface="Apple SD Gothic Neo"/>
                <a:cs typeface="Apple SD Gothic Neo"/>
              </a:defRPr>
            </a:defPPr>
            <a:lvl1pPr algn="ctr">
              <a:defRPr sz="3525" b="0">
                <a:solidFill>
                  <a:srgbClr val="4676CB"/>
                </a:solidFill>
                <a:latin typeface="Apple SD Gothic Neo"/>
                <a:ea typeface="Apple SD Gothic Neo"/>
                <a:cs typeface="Apple SD Gothic Neo"/>
              </a:defRPr>
            </a:lvl1pPr>
            <a:lvl2pPr algn="ctr">
              <a:defRPr sz="3525" b="0">
                <a:solidFill>
                  <a:srgbClr val="4676CB"/>
                </a:solidFill>
                <a:latin typeface="Apple SD Gothic Neo"/>
                <a:ea typeface="Apple SD Gothic Neo"/>
                <a:cs typeface="Apple SD Gothic Neo"/>
              </a:defRPr>
            </a:lvl2pPr>
            <a:lvl3pPr algn="ctr">
              <a:defRPr sz="3525" b="0">
                <a:solidFill>
                  <a:srgbClr val="4676CB"/>
                </a:solidFill>
                <a:latin typeface="Apple SD Gothic Neo"/>
                <a:ea typeface="Apple SD Gothic Neo"/>
                <a:cs typeface="Apple SD Gothic Neo"/>
              </a:defRPr>
            </a:lvl3pPr>
            <a:lvl4pPr algn="ctr">
              <a:defRPr sz="3525" b="0">
                <a:solidFill>
                  <a:srgbClr val="4676CB"/>
                </a:solidFill>
                <a:latin typeface="Apple SD Gothic Neo"/>
                <a:ea typeface="Apple SD Gothic Neo"/>
                <a:cs typeface="Apple SD Gothic Neo"/>
              </a:defRPr>
            </a:lvl4pPr>
            <a:lvl5pPr algn="ctr">
              <a:defRPr sz="3525" b="0">
                <a:solidFill>
                  <a:srgbClr val="4676CB"/>
                </a:solidFill>
                <a:latin typeface="Apple SD Gothic Neo"/>
                <a:ea typeface="Apple SD Gothic Neo"/>
                <a:cs typeface="Apple SD Gothic Neo"/>
              </a:defRPr>
            </a:lvl5pPr>
            <a:lvl6pPr algn="ctr">
              <a:defRPr sz="3525" b="0">
                <a:solidFill>
                  <a:srgbClr val="4676CB"/>
                </a:solidFill>
                <a:latin typeface="Apple SD Gothic Neo"/>
                <a:ea typeface="Apple SD Gothic Neo"/>
                <a:cs typeface="Apple SD Gothic Neo"/>
              </a:defRPr>
            </a:lvl6pPr>
            <a:lvl7pPr algn="ctr">
              <a:defRPr sz="3525" b="0">
                <a:solidFill>
                  <a:srgbClr val="4676CB"/>
                </a:solidFill>
                <a:latin typeface="Apple SD Gothic Neo"/>
                <a:ea typeface="Apple SD Gothic Neo"/>
                <a:cs typeface="Apple SD Gothic Neo"/>
              </a:defRPr>
            </a:lvl7pPr>
            <a:lvl8pPr algn="ctr">
              <a:defRPr sz="3525" b="0">
                <a:solidFill>
                  <a:srgbClr val="4676CB"/>
                </a:solidFill>
                <a:latin typeface="Apple SD Gothic Neo"/>
                <a:ea typeface="Apple SD Gothic Neo"/>
                <a:cs typeface="Apple SD Gothic Neo"/>
              </a:defRPr>
            </a:lvl8pPr>
            <a:lvl9pPr algn="ctr">
              <a:defRPr sz="3525" b="0">
                <a:solidFill>
                  <a:srgbClr val="4676CB"/>
                </a:solidFill>
                <a:latin typeface="Apple SD Gothic Neo"/>
                <a:ea typeface="Apple SD Gothic Neo"/>
                <a:cs typeface="Apple SD Gothic Neo"/>
              </a:defRPr>
            </a:lvl9pPr>
          </a:lstStyle>
          <a:p xmlns:a="http://schemas.openxmlformats.org/drawingml/2006/main">
            <a:pPr algn="ctr">
              <a:defRPr sz="3525" b="0">
                <a:solidFill>
                  <a:srgbClr val="4676CB"/>
                </a:solidFill>
                <a:latin typeface="Apple SD Gothic Neo"/>
                <a:ea typeface="Apple SD Gothic Neo"/>
                <a:cs typeface="Apple SD Gothic Neo"/>
              </a:defRPr>
            </a:pPr>
            <a:r>
              <a:rPr sz="3525" b="0">
                <a:solidFill>
                  <a:srgbClr val="4676CB"/>
                </a:solidFill>
                <a:latin typeface="Apple SD Gothic Neo"/>
                <a:ea typeface="Apple SD Gothic Neo"/>
                <a:cs typeface="Apple SD Gothic Neo"/>
              </a:rPr>
              <a:t>→</a:t>
            </a:r>
          </a:p>
        </p:txBody>
      </p:sp>
      <p:sp>
        <p:nvSpPr>
          <p:cNvPr id="64" name="DP1 object 214">
            <a:extLst xmlns:a="http://schemas.openxmlformats.org/drawingml/2006/main">
              <a:ext uri="{FF2B5EF4-FFF2-40B4-BE49-F238E27FC236}">
                <a16:creationId xmlns:a16="http://schemas.microsoft.com/office/drawing/2014/main" id="{F228D58E-E008-4F78-9C3B-1D080B7CAA65}"/>
              </a:ext>
            </a:extLst>
          </p:cNvPr>
          <p:cNvSpPr>
            <a:spLocks xmlns:a="http://schemas.openxmlformats.org/drawingml/2006/main" noGrp="1"/>
          </p:cNvSpPr>
          <p:nvPr/>
        </p:nvSpPr>
        <p:spPr>
          <a:xfrm xmlns:a="http://schemas.openxmlformats.org/drawingml/2006/main">
            <a:off x="12858750" y="7629525"/>
            <a:ext cx="41624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4676CB"/>
                </a:solidFill>
                <a:latin typeface="Apple SD Gothic Neo"/>
                <a:ea typeface="Apple SD Gothic Neo"/>
                <a:cs typeface="Apple SD Gothic Neo"/>
              </a:defRPr>
            </a:defPPr>
            <a:lvl1pPr algn="l">
              <a:defRPr sz="3600" b="1">
                <a:solidFill>
                  <a:srgbClr val="4676CB"/>
                </a:solidFill>
                <a:latin typeface="Apple SD Gothic Neo"/>
                <a:ea typeface="Apple SD Gothic Neo"/>
                <a:cs typeface="Apple SD Gothic Neo"/>
              </a:defRPr>
            </a:lvl1pPr>
            <a:lvl2pPr algn="l">
              <a:defRPr sz="3600" b="1">
                <a:solidFill>
                  <a:srgbClr val="4676CB"/>
                </a:solidFill>
                <a:latin typeface="Apple SD Gothic Neo"/>
                <a:ea typeface="Apple SD Gothic Neo"/>
                <a:cs typeface="Apple SD Gothic Neo"/>
              </a:defRPr>
            </a:lvl2pPr>
            <a:lvl3pPr algn="l">
              <a:defRPr sz="3600" b="1">
                <a:solidFill>
                  <a:srgbClr val="4676CB"/>
                </a:solidFill>
                <a:latin typeface="Apple SD Gothic Neo"/>
                <a:ea typeface="Apple SD Gothic Neo"/>
                <a:cs typeface="Apple SD Gothic Neo"/>
              </a:defRPr>
            </a:lvl3pPr>
            <a:lvl4pPr algn="l">
              <a:defRPr sz="3600" b="1">
                <a:solidFill>
                  <a:srgbClr val="4676CB"/>
                </a:solidFill>
                <a:latin typeface="Apple SD Gothic Neo"/>
                <a:ea typeface="Apple SD Gothic Neo"/>
                <a:cs typeface="Apple SD Gothic Neo"/>
              </a:defRPr>
            </a:lvl4pPr>
            <a:lvl5pPr algn="l">
              <a:defRPr sz="3600" b="1">
                <a:solidFill>
                  <a:srgbClr val="4676CB"/>
                </a:solidFill>
                <a:latin typeface="Apple SD Gothic Neo"/>
                <a:ea typeface="Apple SD Gothic Neo"/>
                <a:cs typeface="Apple SD Gothic Neo"/>
              </a:defRPr>
            </a:lvl5pPr>
            <a:lvl6pPr algn="l">
              <a:defRPr sz="3600" b="1">
                <a:solidFill>
                  <a:srgbClr val="4676CB"/>
                </a:solidFill>
                <a:latin typeface="Apple SD Gothic Neo"/>
                <a:ea typeface="Apple SD Gothic Neo"/>
                <a:cs typeface="Apple SD Gothic Neo"/>
              </a:defRPr>
            </a:lvl6pPr>
            <a:lvl7pPr algn="l">
              <a:defRPr sz="3600" b="1">
                <a:solidFill>
                  <a:srgbClr val="4676CB"/>
                </a:solidFill>
                <a:latin typeface="Apple SD Gothic Neo"/>
                <a:ea typeface="Apple SD Gothic Neo"/>
                <a:cs typeface="Apple SD Gothic Neo"/>
              </a:defRPr>
            </a:lvl7pPr>
            <a:lvl8pPr algn="l">
              <a:defRPr sz="3600" b="1">
                <a:solidFill>
                  <a:srgbClr val="4676CB"/>
                </a:solidFill>
                <a:latin typeface="Apple SD Gothic Neo"/>
                <a:ea typeface="Apple SD Gothic Neo"/>
                <a:cs typeface="Apple SD Gothic Neo"/>
              </a:defRPr>
            </a:lvl8pPr>
            <a:lvl9pPr algn="l">
              <a:defRPr sz="3600" b="1">
                <a:solidFill>
                  <a:srgbClr val="4676CB"/>
                </a:solidFill>
                <a:latin typeface="Apple SD Gothic Neo"/>
                <a:ea typeface="Apple SD Gothic Neo"/>
                <a:cs typeface="Apple SD Gothic Neo"/>
              </a:defRPr>
            </a:lvl9pPr>
          </a:lstStyle>
          <a:p xmlns:a="http://schemas.openxmlformats.org/drawingml/2006/main">
            <a:pPr algn="l">
              <a:defRPr sz="3600" b="1">
                <a:solidFill>
                  <a:srgbClr val="4676CB"/>
                </a:solidFill>
                <a:latin typeface="Apple SD Gothic Neo"/>
                <a:ea typeface="Apple SD Gothic Neo"/>
                <a:cs typeface="Apple SD Gothic Neo"/>
              </a:defRPr>
            </a:pPr>
            <a:r>
              <a:rPr sz="3600" b="1">
                <a:solidFill>
                  <a:srgbClr val="4676CB"/>
                </a:solidFill>
                <a:latin typeface="Apple SD Gothic Neo"/>
                <a:ea typeface="Apple SD Gothic Neo"/>
                <a:cs typeface="Apple SD Gothic Neo"/>
              </a:rPr>
              <a:t>1.905초</a:t>
            </a:r>
          </a:p>
        </p:txBody>
      </p:sp>
      <p:sp>
        <p:nvSpPr>
          <p:cNvPr id="65" name="DP1 object 215">
            <a:extLst xmlns:a="http://schemas.openxmlformats.org/drawingml/2006/main">
              <a:ext uri="{FF2B5EF4-FFF2-40B4-BE49-F238E27FC236}">
                <a16:creationId xmlns:a16="http://schemas.microsoft.com/office/drawing/2014/main" id="{C4465425-A6DE-401C-BB75-5D94B638BBF7}"/>
              </a:ext>
            </a:extLst>
          </p:cNvPr>
          <p:cNvSpPr>
            <a:spLocks xmlns:a="http://schemas.openxmlformats.org/drawingml/2006/main" noGrp="1"/>
          </p:cNvSpPr>
          <p:nvPr/>
        </p:nvSpPr>
        <p:spPr>
          <a:xfrm xmlns:a="http://schemas.openxmlformats.org/drawingml/2006/main">
            <a:off x="6419850" y="8391525"/>
            <a:ext cx="1152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75" b="1">
                <a:solidFill>
                  <a:srgbClr val="C00000"/>
                </a:solidFill>
                <a:latin typeface="Apple SD Gothic Neo"/>
                <a:ea typeface="Apple SD Gothic Neo"/>
                <a:cs typeface="Apple SD Gothic Neo"/>
              </a:defRPr>
            </a:defPPr>
            <a:lvl1pPr algn="l">
              <a:defRPr sz="1875" b="1">
                <a:solidFill>
                  <a:srgbClr val="C00000"/>
                </a:solidFill>
                <a:latin typeface="Apple SD Gothic Neo"/>
                <a:ea typeface="Apple SD Gothic Neo"/>
                <a:cs typeface="Apple SD Gothic Neo"/>
              </a:defRPr>
            </a:lvl1pPr>
            <a:lvl2pPr algn="l">
              <a:defRPr sz="1875" b="1">
                <a:solidFill>
                  <a:srgbClr val="C00000"/>
                </a:solidFill>
                <a:latin typeface="Apple SD Gothic Neo"/>
                <a:ea typeface="Apple SD Gothic Neo"/>
                <a:cs typeface="Apple SD Gothic Neo"/>
              </a:defRPr>
            </a:lvl2pPr>
            <a:lvl3pPr algn="l">
              <a:defRPr sz="1875" b="1">
                <a:solidFill>
                  <a:srgbClr val="C00000"/>
                </a:solidFill>
                <a:latin typeface="Apple SD Gothic Neo"/>
                <a:ea typeface="Apple SD Gothic Neo"/>
                <a:cs typeface="Apple SD Gothic Neo"/>
              </a:defRPr>
            </a:lvl3pPr>
            <a:lvl4pPr algn="l">
              <a:defRPr sz="1875" b="1">
                <a:solidFill>
                  <a:srgbClr val="C00000"/>
                </a:solidFill>
                <a:latin typeface="Apple SD Gothic Neo"/>
                <a:ea typeface="Apple SD Gothic Neo"/>
                <a:cs typeface="Apple SD Gothic Neo"/>
              </a:defRPr>
            </a:lvl4pPr>
            <a:lvl5pPr algn="l">
              <a:defRPr sz="1875" b="1">
                <a:solidFill>
                  <a:srgbClr val="C00000"/>
                </a:solidFill>
                <a:latin typeface="Apple SD Gothic Neo"/>
                <a:ea typeface="Apple SD Gothic Neo"/>
                <a:cs typeface="Apple SD Gothic Neo"/>
              </a:defRPr>
            </a:lvl5pPr>
            <a:lvl6pPr algn="l">
              <a:defRPr sz="1875" b="1">
                <a:solidFill>
                  <a:srgbClr val="C00000"/>
                </a:solidFill>
                <a:latin typeface="Apple SD Gothic Neo"/>
                <a:ea typeface="Apple SD Gothic Neo"/>
                <a:cs typeface="Apple SD Gothic Neo"/>
              </a:defRPr>
            </a:lvl6pPr>
            <a:lvl7pPr algn="l">
              <a:defRPr sz="1875" b="1">
                <a:solidFill>
                  <a:srgbClr val="C00000"/>
                </a:solidFill>
                <a:latin typeface="Apple SD Gothic Neo"/>
                <a:ea typeface="Apple SD Gothic Neo"/>
                <a:cs typeface="Apple SD Gothic Neo"/>
              </a:defRPr>
            </a:lvl7pPr>
            <a:lvl8pPr algn="l">
              <a:defRPr sz="1875" b="1">
                <a:solidFill>
                  <a:srgbClr val="C00000"/>
                </a:solidFill>
                <a:latin typeface="Apple SD Gothic Neo"/>
                <a:ea typeface="Apple SD Gothic Neo"/>
                <a:cs typeface="Apple SD Gothic Neo"/>
              </a:defRPr>
            </a:lvl8pPr>
            <a:lvl9pPr algn="l">
              <a:defRPr sz="1875" b="1">
                <a:solidFill>
                  <a:srgbClr val="C00000"/>
                </a:solidFill>
                <a:latin typeface="Apple SD Gothic Neo"/>
                <a:ea typeface="Apple SD Gothic Neo"/>
                <a:cs typeface="Apple SD Gothic Neo"/>
              </a:defRPr>
            </a:lvl9pPr>
          </a:lstStyle>
          <a:p xmlns:a="http://schemas.openxmlformats.org/drawingml/2006/main">
            <a:pPr algn="l">
              <a:defRPr sz="1875" b="1">
                <a:solidFill>
                  <a:srgbClr val="C00000"/>
                </a:solidFill>
                <a:latin typeface="Apple SD Gothic Neo"/>
                <a:ea typeface="Apple SD Gothic Neo"/>
                <a:cs typeface="Apple SD Gothic Neo"/>
              </a:defRPr>
            </a:pPr>
            <a:r>
              <a:rPr sz="1875" b="1">
                <a:solidFill>
                  <a:srgbClr val="C00000"/>
                </a:solidFill>
                <a:latin typeface="Apple SD Gothic Neo"/>
                <a:ea typeface="Apple SD Gothic Neo"/>
                <a:cs typeface="Apple SD Gothic Neo"/>
              </a:rPr>
              <a:t>대가  QA03 21.508 → 23.118초   /   모델 호출 12 → 18회</a:t>
            </a:r>
          </a:p>
        </p:txBody>
      </p:sp>
      <p:sp>
        <p:nvSpPr>
          <p:cNvPr id="66" name="DP1 object 216">
            <a:extLst xmlns:a="http://schemas.openxmlformats.org/drawingml/2006/main">
              <a:ext uri="{FF2B5EF4-FFF2-40B4-BE49-F238E27FC236}">
                <a16:creationId xmlns:a16="http://schemas.microsoft.com/office/drawing/2014/main" id="{2BB8242B-1014-42E4-BE31-212E499338B5}"/>
              </a:ext>
            </a:extLst>
          </p:cNvPr>
          <p:cNvSpPr>
            <a:spLocks xmlns:a="http://schemas.openxmlformats.org/drawingml/2006/main" noGrp="1"/>
          </p:cNvSpPr>
          <p:nvPr/>
        </p:nvSpPr>
        <p:spPr>
          <a:xfrm xmlns:a="http://schemas.openxmlformats.org/drawingml/2006/main">
            <a:off x="6419850" y="8791575"/>
            <a:ext cx="11525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50555B"/>
                </a:solidFill>
                <a:latin typeface="Apple SD Gothic Neo"/>
                <a:ea typeface="Apple SD Gothic Neo"/>
                <a:cs typeface="Apple SD Gothic Neo"/>
              </a:defRPr>
            </a:defPPr>
            <a:lvl1pPr algn="l">
              <a:defRPr sz="1800" b="0">
                <a:solidFill>
                  <a:srgbClr val="50555B"/>
                </a:solidFill>
                <a:latin typeface="Apple SD Gothic Neo"/>
                <a:ea typeface="Apple SD Gothic Neo"/>
                <a:cs typeface="Apple SD Gothic Neo"/>
              </a:defRPr>
            </a:lvl1pPr>
            <a:lvl2pPr algn="l">
              <a:defRPr sz="1800" b="0">
                <a:solidFill>
                  <a:srgbClr val="50555B"/>
                </a:solidFill>
                <a:latin typeface="Apple SD Gothic Neo"/>
                <a:ea typeface="Apple SD Gothic Neo"/>
                <a:cs typeface="Apple SD Gothic Neo"/>
              </a:defRPr>
            </a:lvl2pPr>
            <a:lvl3pPr algn="l">
              <a:defRPr sz="1800" b="0">
                <a:solidFill>
                  <a:srgbClr val="50555B"/>
                </a:solidFill>
                <a:latin typeface="Apple SD Gothic Neo"/>
                <a:ea typeface="Apple SD Gothic Neo"/>
                <a:cs typeface="Apple SD Gothic Neo"/>
              </a:defRPr>
            </a:lvl3pPr>
            <a:lvl4pPr algn="l">
              <a:defRPr sz="1800" b="0">
                <a:solidFill>
                  <a:srgbClr val="50555B"/>
                </a:solidFill>
                <a:latin typeface="Apple SD Gothic Neo"/>
                <a:ea typeface="Apple SD Gothic Neo"/>
                <a:cs typeface="Apple SD Gothic Neo"/>
              </a:defRPr>
            </a:lvl4pPr>
            <a:lvl5pPr algn="l">
              <a:defRPr sz="1800" b="0">
                <a:solidFill>
                  <a:srgbClr val="50555B"/>
                </a:solidFill>
                <a:latin typeface="Apple SD Gothic Neo"/>
                <a:ea typeface="Apple SD Gothic Neo"/>
                <a:cs typeface="Apple SD Gothic Neo"/>
              </a:defRPr>
            </a:lvl5pPr>
            <a:lvl6pPr algn="l">
              <a:defRPr sz="1800" b="0">
                <a:solidFill>
                  <a:srgbClr val="50555B"/>
                </a:solidFill>
                <a:latin typeface="Apple SD Gothic Neo"/>
                <a:ea typeface="Apple SD Gothic Neo"/>
                <a:cs typeface="Apple SD Gothic Neo"/>
              </a:defRPr>
            </a:lvl6pPr>
            <a:lvl7pPr algn="l">
              <a:defRPr sz="1800" b="0">
                <a:solidFill>
                  <a:srgbClr val="50555B"/>
                </a:solidFill>
                <a:latin typeface="Apple SD Gothic Neo"/>
                <a:ea typeface="Apple SD Gothic Neo"/>
                <a:cs typeface="Apple SD Gothic Neo"/>
              </a:defRPr>
            </a:lvl7pPr>
            <a:lvl8pPr algn="l">
              <a:defRPr sz="1800" b="0">
                <a:solidFill>
                  <a:srgbClr val="50555B"/>
                </a:solidFill>
                <a:latin typeface="Apple SD Gothic Neo"/>
                <a:ea typeface="Apple SD Gothic Neo"/>
                <a:cs typeface="Apple SD Gothic Neo"/>
              </a:defRPr>
            </a:lvl8pPr>
            <a:lvl9pPr algn="l">
              <a:defRPr sz="1800" b="0">
                <a:solidFill>
                  <a:srgbClr val="50555B"/>
                </a:solidFill>
                <a:latin typeface="Apple SD Gothic Neo"/>
                <a:ea typeface="Apple SD Gothic Neo"/>
                <a:cs typeface="Apple SD Gothic Neo"/>
              </a:defRPr>
            </a:lvl9pPr>
          </a:lstStyle>
          <a:p xmlns:a="http://schemas.openxmlformats.org/drawingml/2006/main">
            <a:pPr algn="l">
              <a:defRPr sz="1800" b="0">
                <a:solidFill>
                  <a:srgbClr val="50555B"/>
                </a:solidFill>
                <a:latin typeface="Apple SD Gothic Neo"/>
                <a:ea typeface="Apple SD Gothic Neo"/>
                <a:cs typeface="Apple SD Gothic Neo"/>
              </a:defRPr>
            </a:pPr>
            <a:r>
              <a:rPr sz="1800" b="0">
                <a:solidFill>
                  <a:srgbClr val="50555B"/>
                </a:solidFill>
                <a:latin typeface="Apple SD Gothic Neo"/>
                <a:ea typeface="Apple SD Gothic Neo"/>
                <a:cs typeface="Apple SD Gothic Neo"/>
              </a:rPr>
              <a:t>모델 비용 $0.01466 → $0.01574. 본문 조건 충족 3/6은 그대로.</a:t>
            </a:r>
          </a:p>
        </p:txBody>
      </p:sp>
      <p:sp>
        <p:nvSpPr>
          <p:cNvPr id="67" name="Editable path 217">
            <a:extLst xmlns:a="http://schemas.openxmlformats.org/drawingml/2006/main">
              <a:ext uri="{FF2B5EF4-FFF2-40B4-BE49-F238E27FC236}">
                <a16:creationId xmlns:a16="http://schemas.microsoft.com/office/drawing/2014/main" id="{BACF1F3F-DF99-4BD5-B148-74ED4C3F713F}"/>
              </a:ext>
            </a:extLst>
          </p:cNvPr>
          <p:cNvSpPr>
            <a:spLocks xmlns:a="http://schemas.openxmlformats.org/drawingml/2006/main" noGrp="1"/>
          </p:cNvSpPr>
          <p:nvPr/>
        </p:nvSpPr>
        <p:spPr>
          <a:xfrm xmlns:a="http://schemas.openxmlformats.org/drawingml/2006/main">
            <a:off x="257175" y="9496425"/>
            <a:ext cx="17783175" cy="953"/>
          </a:xfrm>
          <a:custGeom xmlns:a="http://schemas.openxmlformats.org/drawingml/2006/main">
            <a:pathLst>
              <a:path w="17783175" h="953">
                <a:moveTo>
                  <a:pt x="0" y="0"/>
                </a:moveTo>
                <a:lnTo>
                  <a:pt x="17783175" y="0"/>
                </a:lnTo>
              </a:path>
            </a:pathLst>
          </a:custGeom>
          <a:noFill xmlns:a="http://schemas.openxmlformats.org/drawingml/2006/main"/>
          <a:ln xmlns:a="http://schemas.openxmlformats.org/drawingml/2006/main" w="14288">
            <a:solidFill>
              <a:srgbClr val="4676CB"/>
            </a:solidFill>
            <a:prstDash val="solid"/>
          </a:ln>
        </p:spPr>
      </p:sp>
      <p:sp>
        <p:nvSpPr>
          <p:cNvPr id="68" name="DP1 object 218">
            <a:extLst xmlns:a="http://schemas.openxmlformats.org/drawingml/2006/main">
              <a:ext uri="{FF2B5EF4-FFF2-40B4-BE49-F238E27FC236}">
                <a16:creationId xmlns:a16="http://schemas.microsoft.com/office/drawing/2014/main" id="{1973AEA3-B982-4582-A757-CECB76F8BA6A}"/>
              </a:ext>
            </a:extLst>
          </p:cNvPr>
          <p:cNvSpPr>
            <a:spLocks xmlns:a="http://schemas.openxmlformats.org/drawingml/2006/main" noGrp="1"/>
          </p:cNvSpPr>
          <p:nvPr/>
        </p:nvSpPr>
        <p:spPr>
          <a:xfrm xmlns:a="http://schemas.openxmlformats.org/drawingml/2006/main">
            <a:off x="266700" y="9620250"/>
            <a:ext cx="17287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650" b="1">
                <a:solidFill>
                  <a:srgbClr val="111111"/>
                </a:solidFill>
                <a:latin typeface="Apple SD Gothic Neo"/>
                <a:ea typeface="Apple SD Gothic Neo"/>
                <a:cs typeface="Apple SD Gothic Neo"/>
              </a:defRPr>
            </a:defPPr>
            <a:lvl1pPr algn="l">
              <a:defRPr sz="1650" b="1">
                <a:solidFill>
                  <a:srgbClr val="111111"/>
                </a:solidFill>
                <a:latin typeface="Apple SD Gothic Neo"/>
                <a:ea typeface="Apple SD Gothic Neo"/>
                <a:cs typeface="Apple SD Gothic Neo"/>
              </a:defRPr>
            </a:lvl1pPr>
            <a:lvl2pPr algn="l">
              <a:defRPr sz="1650" b="1">
                <a:solidFill>
                  <a:srgbClr val="111111"/>
                </a:solidFill>
                <a:latin typeface="Apple SD Gothic Neo"/>
                <a:ea typeface="Apple SD Gothic Neo"/>
                <a:cs typeface="Apple SD Gothic Neo"/>
              </a:defRPr>
            </a:lvl2pPr>
            <a:lvl3pPr algn="l">
              <a:defRPr sz="1650" b="1">
                <a:solidFill>
                  <a:srgbClr val="111111"/>
                </a:solidFill>
                <a:latin typeface="Apple SD Gothic Neo"/>
                <a:ea typeface="Apple SD Gothic Neo"/>
                <a:cs typeface="Apple SD Gothic Neo"/>
              </a:defRPr>
            </a:lvl3pPr>
            <a:lvl4pPr algn="l">
              <a:defRPr sz="1650" b="1">
                <a:solidFill>
                  <a:srgbClr val="111111"/>
                </a:solidFill>
                <a:latin typeface="Apple SD Gothic Neo"/>
                <a:ea typeface="Apple SD Gothic Neo"/>
                <a:cs typeface="Apple SD Gothic Neo"/>
              </a:defRPr>
            </a:lvl4pPr>
            <a:lvl5pPr algn="l">
              <a:defRPr sz="1650" b="1">
                <a:solidFill>
                  <a:srgbClr val="111111"/>
                </a:solidFill>
                <a:latin typeface="Apple SD Gothic Neo"/>
                <a:ea typeface="Apple SD Gothic Neo"/>
                <a:cs typeface="Apple SD Gothic Neo"/>
              </a:defRPr>
            </a:lvl5pPr>
            <a:lvl6pPr algn="l">
              <a:defRPr sz="1650" b="1">
                <a:solidFill>
                  <a:srgbClr val="111111"/>
                </a:solidFill>
                <a:latin typeface="Apple SD Gothic Neo"/>
                <a:ea typeface="Apple SD Gothic Neo"/>
                <a:cs typeface="Apple SD Gothic Neo"/>
              </a:defRPr>
            </a:lvl6pPr>
            <a:lvl7pPr algn="l">
              <a:defRPr sz="1650" b="1">
                <a:solidFill>
                  <a:srgbClr val="111111"/>
                </a:solidFill>
                <a:latin typeface="Apple SD Gothic Neo"/>
                <a:ea typeface="Apple SD Gothic Neo"/>
                <a:cs typeface="Apple SD Gothic Neo"/>
              </a:defRPr>
            </a:lvl7pPr>
            <a:lvl8pPr algn="l">
              <a:defRPr sz="1650" b="1">
                <a:solidFill>
                  <a:srgbClr val="111111"/>
                </a:solidFill>
                <a:latin typeface="Apple SD Gothic Neo"/>
                <a:ea typeface="Apple SD Gothic Neo"/>
                <a:cs typeface="Apple SD Gothic Neo"/>
              </a:defRPr>
            </a:lvl8pPr>
            <a:lvl9pPr algn="l">
              <a:defRPr sz="1650" b="1">
                <a:solidFill>
                  <a:srgbClr val="111111"/>
                </a:solidFill>
                <a:latin typeface="Apple SD Gothic Neo"/>
                <a:ea typeface="Apple SD Gothic Neo"/>
                <a:cs typeface="Apple SD Gothic Neo"/>
              </a:defRPr>
            </a:lvl9pPr>
          </a:lstStyle>
          <a:p xmlns:a="http://schemas.openxmlformats.org/drawingml/2006/main">
            <a:pPr algn="l">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보완 전후는 각각 동일 조건의 별도 비교값이며 기본 비교표의 A 수치를 교체하지 않는다. 두 보완의 결합 효과는 미측정.</a:t>
            </a:r>
          </a:p>
        </p:txBody>
      </p:sp>
      <p:sp>
        <p:nvSpPr>
          <p:cNvPr id="69" name="DP1 object 219">
            <a:extLst xmlns:a="http://schemas.openxmlformats.org/drawingml/2006/main">
              <a:ext uri="{FF2B5EF4-FFF2-40B4-BE49-F238E27FC236}">
                <a16:creationId xmlns:a16="http://schemas.microsoft.com/office/drawing/2014/main" id="{F10C4ADA-DBB8-4CCC-A380-B12666BA1EC0}"/>
              </a:ext>
            </a:extLst>
          </p:cNvPr>
          <p:cNvSpPr>
            <a:spLocks xmlns:a="http://schemas.openxmlformats.org/drawingml/2006/main" noGrp="1"/>
          </p:cNvSpPr>
          <p:nvPr/>
        </p:nvSpPr>
        <p:spPr>
          <a:xfrm xmlns:a="http://schemas.openxmlformats.org/drawingml/2006/main">
            <a:off x="266700" y="9963150"/>
            <a:ext cx="1695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0">
                <a:solidFill>
                  <a:srgbClr val="50555B"/>
                </a:solidFill>
                <a:latin typeface="Apple SD Gothic Neo"/>
                <a:ea typeface="Apple SD Gothic Neo"/>
                <a:cs typeface="Apple SD Gothic Neo"/>
              </a:defRPr>
            </a:defPPr>
            <a:lvl1pPr algn="l">
              <a:defRPr sz="1500" b="0">
                <a:solidFill>
                  <a:srgbClr val="50555B"/>
                </a:solidFill>
                <a:latin typeface="Apple SD Gothic Neo"/>
                <a:ea typeface="Apple SD Gothic Neo"/>
                <a:cs typeface="Apple SD Gothic Neo"/>
              </a:defRPr>
            </a:lvl1pPr>
            <a:lvl2pPr algn="l">
              <a:defRPr sz="1500" b="0">
                <a:solidFill>
                  <a:srgbClr val="50555B"/>
                </a:solidFill>
                <a:latin typeface="Apple SD Gothic Neo"/>
                <a:ea typeface="Apple SD Gothic Neo"/>
                <a:cs typeface="Apple SD Gothic Neo"/>
              </a:defRPr>
            </a:lvl2pPr>
            <a:lvl3pPr algn="l">
              <a:defRPr sz="1500" b="0">
                <a:solidFill>
                  <a:srgbClr val="50555B"/>
                </a:solidFill>
                <a:latin typeface="Apple SD Gothic Neo"/>
                <a:ea typeface="Apple SD Gothic Neo"/>
                <a:cs typeface="Apple SD Gothic Neo"/>
              </a:defRPr>
            </a:lvl3pPr>
            <a:lvl4pPr algn="l">
              <a:defRPr sz="1500" b="0">
                <a:solidFill>
                  <a:srgbClr val="50555B"/>
                </a:solidFill>
                <a:latin typeface="Apple SD Gothic Neo"/>
                <a:ea typeface="Apple SD Gothic Neo"/>
                <a:cs typeface="Apple SD Gothic Neo"/>
              </a:defRPr>
            </a:lvl4pPr>
            <a:lvl5pPr algn="l">
              <a:defRPr sz="1500" b="0">
                <a:solidFill>
                  <a:srgbClr val="50555B"/>
                </a:solidFill>
                <a:latin typeface="Apple SD Gothic Neo"/>
                <a:ea typeface="Apple SD Gothic Neo"/>
                <a:cs typeface="Apple SD Gothic Neo"/>
              </a:defRPr>
            </a:lvl5pPr>
            <a:lvl6pPr algn="l">
              <a:defRPr sz="1500" b="0">
                <a:solidFill>
                  <a:srgbClr val="50555B"/>
                </a:solidFill>
                <a:latin typeface="Apple SD Gothic Neo"/>
                <a:ea typeface="Apple SD Gothic Neo"/>
                <a:cs typeface="Apple SD Gothic Neo"/>
              </a:defRPr>
            </a:lvl6pPr>
            <a:lvl7pPr algn="l">
              <a:defRPr sz="1500" b="0">
                <a:solidFill>
                  <a:srgbClr val="50555B"/>
                </a:solidFill>
                <a:latin typeface="Apple SD Gothic Neo"/>
                <a:ea typeface="Apple SD Gothic Neo"/>
                <a:cs typeface="Apple SD Gothic Neo"/>
              </a:defRPr>
            </a:lvl7pPr>
            <a:lvl8pPr algn="l">
              <a:defRPr sz="1500" b="0">
                <a:solidFill>
                  <a:srgbClr val="50555B"/>
                </a:solidFill>
                <a:latin typeface="Apple SD Gothic Neo"/>
                <a:ea typeface="Apple SD Gothic Neo"/>
                <a:cs typeface="Apple SD Gothic Neo"/>
              </a:defRPr>
            </a:lvl8pPr>
            <a:lvl9pPr algn="l">
              <a:defRPr sz="1500" b="0">
                <a:solidFill>
                  <a:srgbClr val="50555B"/>
                </a:solidFill>
                <a:latin typeface="Apple SD Gothic Neo"/>
                <a:ea typeface="Apple SD Gothic Neo"/>
                <a:cs typeface="Apple SD Gothic Neo"/>
              </a:defRPr>
            </a:lvl9pPr>
          </a:lstStyle>
          <a:p xmlns:a="http://schemas.openxmlformats.org/drawingml/2006/main">
            <a:pPr algn="l">
              <a:defRPr sz="1500" b="0">
                <a:solidFill>
                  <a:srgbClr val="50555B"/>
                </a:solidFill>
                <a:latin typeface="Apple SD Gothic Neo"/>
                <a:ea typeface="Apple SD Gothic Neo"/>
                <a:cs typeface="Apple SD Gothic Neo"/>
              </a:defRPr>
            </a:pPr>
            <a:r>
              <a:rPr sz="1500" b="0">
                <a:solidFill>
                  <a:srgbClr val="50555B"/>
                </a:solidFill>
                <a:latin typeface="Apple SD Gothic Neo"/>
                <a:ea typeface="Apple SD Gothic Neo"/>
                <a:cs typeface="Apple SD Gothic Neo"/>
              </a:rPr>
              <a:t>원격 모델 PoC의 제한된 관측값. 첫 안내는 callback proxy 기준이며 제품 UI 끝단 성능을 뜻하지 않는다.</a:t>
            </a:r>
          </a:p>
        </p:txBody>
      </p:sp>
    </p:spTree>
    <p:extLst>
      <p:ext uri="{BB962C8B-B14F-4D97-AF65-F5344CB8AC3E}">
        <p14:creationId xmlns:p14="http://schemas.microsoft.com/office/powerpoint/2010/main" val="16358249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2026-10-19T04:28:08.9420000Z</dcterms:created>
  <dcterms:modified xsi:type="dcterms:W3CDTF">2026-10-19T04:28:08.9420000Z</dcterms:modified>
</coreProperties>
</file>