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01ffa33f614bf5" /><Relationship Type="http://schemas.openxmlformats.org/officeDocument/2006/relationships/extended-properties" Target="/docProps/app.xml" Id="R11d6267189cd4730" /><Relationship Type="http://schemas.openxmlformats.org/officeDocument/2006/relationships/officeDocument" Target="/ppt/presentation.xml" Id="R5737676d7a3c4ee0"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14566a495f974aed"/>
  </p:sldMasterIdLst>
  <p:notesMasterIdLst>
    <p:notesMasterId r:id="Rd10cf8572a2548e0"/>
  </p:notesMasterIdLst>
  <p:sldIdLst>
    <p:sldId id="256" r:id="R679572d8068a4cb2"/>
    <p:sldId id="257" r:id="R7c0361018ed84a99"/>
    <p:sldId id="258" r:id="R16d5cd8ce1f1432b"/>
    <p:sldId id="259" r:id="R72b26b1ad8594913"/>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03833e3951408d" /><Relationship Type="http://schemas.openxmlformats.org/officeDocument/2006/relationships/slideMaster" Target="/ppt/slideMasters/slideMaster1.xml" Id="R14566a495f974aed" /><Relationship Type="http://schemas.openxmlformats.org/officeDocument/2006/relationships/notesMaster" Target="/ppt/notesMasters/notesMaster1.xml" Id="Rd10cf8572a2548e0" /><Relationship Type="http://schemas.openxmlformats.org/officeDocument/2006/relationships/presProps" Target="/ppt/presProps.xml" Id="Rd535cd0eceea4414" /><Relationship Type="http://schemas.openxmlformats.org/officeDocument/2006/relationships/tableStyles" Target="/ppt/tableStyles.xml" Id="R3d1385881bcd4f65" /><Relationship Type="http://schemas.openxmlformats.org/officeDocument/2006/relationships/slide" Target="/ppt/slides/slide1.xml" Id="R679572d8068a4cb2" /><Relationship Type="http://schemas.openxmlformats.org/officeDocument/2006/relationships/slide" Target="/ppt/slides/slide2.xml" Id="R7c0361018ed84a99" /><Relationship Type="http://schemas.openxmlformats.org/officeDocument/2006/relationships/slide" Target="/ppt/slides/slide3.xml" Id="R16d5cd8ce1f1432b" /><Relationship Type="http://schemas.openxmlformats.org/officeDocument/2006/relationships/slide" Target="/ppt/slides/slide4.xml" Id="R72b26b1ad85949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90c72e026542f4"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2ed4e3d8eb40b7" /><Relationship Type="http://schemas.openxmlformats.org/officeDocument/2006/relationships/notesMaster" Target="/ppt/notesMasters/notesMaster1.xml" Id="Rc73bd35ae2d14c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020be6e8c244e5" /><Relationship Type="http://schemas.openxmlformats.org/officeDocument/2006/relationships/notesMaster" Target="/ppt/notesMasters/notesMaster1.xml" Id="R78b92b4cbfd24a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e2427cb8564be5" /><Relationship Type="http://schemas.openxmlformats.org/officeDocument/2006/relationships/notesMaster" Target="/ppt/notesMasters/notesMaster1.xml" Id="R7b82eca25d6841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302fc7013f4419" /><Relationship Type="http://schemas.openxmlformats.org/officeDocument/2006/relationships/notesMaster" Target="/ppt/notesMasters/notesMaster1.xml" Id="Rb11e4fed68d34dbd"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 /Users/changbae/Workspace/via-sw-architecture/docs/architecture/12-decisions/decision-packages/seven-problem-review/01-evidence-supply.md §1~6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사용자 제공 DP3/DP4 배경 이미지. 모든 설명 도형과 문서는 편집 가능한 native shape다.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첫안내는4장에두며A2와결합하지않았다.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첫안내는4장에두며A2와결합하지않았다.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선택은 후속 근거 재사용 조건의 발표상 권고이며 accepted ADR을 변경하지 않는다. QA01의 A/B 구조 우열은 미확정이다. A2는 정정 사례에서 재조회 감소만 확인했으며 주요 성능 보완으로 채택하지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수치 출처: /Users/changbae/Workspace/via-sw-architecture/docs/architecture/12-decisions/decision-packages/seven-problem-review/17-presentation-results.md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acd2ef3465453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3a049ffdb34e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2732478590a4c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0a6c75649d49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615cb2d197a44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3a4bb86e1649a1" /></Relationships>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AB20AB8-73E6-42C0-BD0A-6D28635CDBAB}"/>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9DC9B2E1-F376-4FE0-8F46-C8F9ED7C6EBD}"/>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573E457-4037-4716-805C-DF504D8193F0}"/>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8C051C3D-50B1-4099-A7CE-F85F49D86E06}"/>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7AE5479B-CCEE-4FEA-93D0-7D667F24DAA6}"/>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9EDD6B80-B396-4162-BF15-D09DA21EBCA0}"/>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85961E0F-3C4B-4C0D-84BB-44C55E073F59}"/>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BAD21B27-6297-4BE3-8A46-5F9F5253301B}"/>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019CE49A-F658-482A-89FD-764716F326D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46B039D-6D7E-4D07-B4EF-149A57072CEA}"/>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2819b2f8cd4943" /><Relationship Type="http://schemas.openxmlformats.org/officeDocument/2006/relationships/slideLayout" Target="/ppt/slideLayouts/slideLayout1.xml" Id="R90a3723e57c343b1" /><Relationship Type="http://schemas.openxmlformats.org/officeDocument/2006/relationships/slideLayout" Target="/ppt/slideLayouts/slideLayout2.xml" Id="Ra19c01a24b754d27" /><Relationship Type="http://schemas.openxmlformats.org/officeDocument/2006/relationships/slideLayout" Target="/ppt/slideLayouts/slideLayout3.xml" Id="R9da9bdfa38f542cd" /><Relationship Type="http://schemas.openxmlformats.org/officeDocument/2006/relationships/slideLayout" Target="/ppt/slideLayouts/slideLayout4.xml" Id="R6a9d2fd5c1ba448e" /><Relationship Type="http://schemas.openxmlformats.org/officeDocument/2006/relationships/slideLayout" Target="/ppt/slideLayouts/slideLayout5.xml" Id="R45fe456dcd4743c8" /><Relationship Type="http://schemas.openxmlformats.org/officeDocument/2006/relationships/slideLayout" Target="/ppt/slideLayouts/slideLayout6.xml" Id="R0f173a3bf2484526"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90a3723e57c343b1"/>
    <p:sldLayoutId id="2147483650" r:id="Ra19c01a24b754d27"/>
    <p:sldLayoutId id="2147483651" r:id="R9da9bdfa38f542cd"/>
    <p:sldLayoutId id="2147483652" r:id="R6a9d2fd5c1ba448e"/>
    <p:sldLayoutId id="2147483653" r:id="R45fe456dcd4743c8"/>
    <p:sldLayoutId id="2147483654" r:id="R0f173a3bf248452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a85de5057c2419c" /><Relationship Type="http://schemas.openxmlformats.org/officeDocument/2006/relationships/notesSlide" Target="/ppt/notesSlides/notesSlide1.xml" Id="R1efb379385614b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da1b7855cc40c9" /><Relationship Type="http://schemas.openxmlformats.org/officeDocument/2006/relationships/notesSlide" Target="/ppt/notesSlides/notesSlide2.xml" Id="R30b8c36041194d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cebf0fa3c184552" /><Relationship Type="http://schemas.openxmlformats.org/officeDocument/2006/relationships/notesSlide" Target="/ppt/notesSlides/notesSlide3.xml" Id="Rc9277041842f4f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f5c010ea1eb49ca" /><Relationship Type="http://schemas.openxmlformats.org/officeDocument/2006/relationships/notesSlide" Target="/ppt/notesSlides/notesSlide4.xml" Id="R3a631a46e78d4375"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3" name="DP1 object 1">
            <a:extLst>
              <a:ext uri="{FF2B5EF4-FFF2-40B4-BE49-F238E27FC236}">
                <ns2:creationId id="{6FA86B82-D354-439C-A6B3-4C02A980A89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(배경)</a:t>
            </a:r>
            <a:endParaRPr lang="ko-KR">
              <a:latin typeface="Calibri"/>
              <a:ea typeface="Calibri"/>
              <a:cs typeface="Calibri"/>
            </a:endParaRPr>
          </a:p>
        </p:txBody>
      </p:sp>
      <p:sp>
        <p:nvSpPr>
          <p:cNvPr id="2" name="DP1 object 2">
            <a:extLst>
              <a:ext uri="{FF2B5EF4-FFF2-40B4-BE49-F238E27FC236}">
                <ns2:creationId id="{81867C6B-3B87-4107-BFD9-5789629B1AA4}"/>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1 object 3">
            <a:extLst>
              <a:ext uri="{FF2B5EF4-FFF2-40B4-BE49-F238E27FC236}">
                <ns2:creationId id="{8B76EF91-BA08-4D6D-AF5B-82BB82FECC16}"/>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1 object 4">
            <a:extLst>
              <a:ext uri="{FF2B5EF4-FFF2-40B4-BE49-F238E27FC236}">
                <ns2:creationId id="{355D0B47-0642-46F4-8CB0-83AED9F4598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1 object 5">
            <a:extLst>
              <a:ext uri="{FF2B5EF4-FFF2-40B4-BE49-F238E27FC236}">
                <ns2:creationId id="{ACB9A995-F1BE-4648-962E-A2D89FF7B04C}"/>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1 object 6">
            <a:extLst>
              <a:ext uri="{FF2B5EF4-FFF2-40B4-BE49-F238E27FC236}">
                <ns2:creationId id="{24C3C5AF-F6B5-4BA4-B906-4B4F675B404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1 object 7">
            <a:extLst>
              <a:ext uri="{FF2B5EF4-FFF2-40B4-BE49-F238E27FC236}">
                <ns2:creationId id="{9E1BA2D5-AE96-4183-A7DF-95D900DEC1AC}"/>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1 object 8">
            <a:extLst>
              <a:ext uri="{FF2B5EF4-FFF2-40B4-BE49-F238E27FC236}">
                <ns2:creationId id="{12E50AF7-75FE-4668-BB5A-C714A587366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1 object 9">
            <a:extLst>
              <a:ext uri="{FF2B5EF4-FFF2-40B4-BE49-F238E27FC236}">
                <ns2:creationId id="{7626CD3E-1599-4469-A326-0AB32468D310}"/>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1 object 10">
            <a:extLst>
              <a:ext uri="{FF2B5EF4-FFF2-40B4-BE49-F238E27FC236}">
                <ns2:creationId id="{9D6E0AA9-ABC7-4363-8CE2-298FE818040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1 object 11">
            <a:extLst>
              <a:ext uri="{FF2B5EF4-FFF2-40B4-BE49-F238E27FC236}">
                <ns2:creationId id="{43F3713C-B4A5-4DAB-AA91-DC35489ED0B6}"/>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C982D579-052E-4C30-92CD-8B1CFDFC3C0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1 object 13">
            <a:extLst>
              <a:ext uri="{FF2B5EF4-FFF2-40B4-BE49-F238E27FC236}">
                <ns2:creationId id="{AF9C9F99-DDD3-413C-BA20-EB5F30C01FB1}"/>
              </a:ext>
            </a:extLst>
          </p:cNvPr>
          <p:cNvSpPr>
            <a:spLocks noGrp="1"/>
          </p:cNvSpPr>
          <p:nvPr/>
        </p:nvSpPr>
        <p:spPr>
          <a:xfrm>
            <a:off x="17478375" y="9991725"/>
            <a:ext cx="361950" cy="190500"/>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a:t>
            </a:r>
            <a:endParaRPr lang="ko-KR">
              <a:latin typeface="Calibri"/>
              <a:ea typeface="Calibri"/>
              <a:cs typeface="Calibri"/>
            </a:endParaRPr>
          </a:p>
        </p:txBody>
      </p:sp>
      <p:sp>
        <p:nvSpPr>
          <p:cNvPr id="14" name="DP1 object 14">
            <a:extLst>
              <a:ext uri="{FF2B5EF4-FFF2-40B4-BE49-F238E27FC236}">
                <ns2:creationId id="{9DD13F3C-4C3F-4C53-A63F-F18EA260E9E0}"/>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같은 자료를 다시 묻는데, 원문은 바뀐다</a:t>
            </a:r>
            <a:endParaRPr lang="ko-KR">
              <a:latin typeface="Calibri"/>
              <a:ea typeface="Calibri"/>
              <a:cs typeface="Calibri"/>
            </a:endParaRPr>
          </a:p>
        </p:txBody>
      </p:sp>
      <p:sp>
        <p:nvSpPr>
          <p:cNvPr id="15" name="DP1 object 15">
            <a:extLst>
              <a:ext uri="{FF2B5EF4-FFF2-40B4-BE49-F238E27FC236}">
                <ns2:creationId id="{EB7EB6D9-7F88-4600-A5F7-D7A82DAED05C}"/>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연속된 대화에서 이전 설명과 업무 결과를 현재 조건에 맞게 다시 사용해야 한다.</a:t>
            </a:r>
            <a:endParaRPr lang="ko-KR">
              <a:latin typeface="Calibri"/>
              <a:ea typeface="Calibri"/>
              <a:cs typeface="Calibri"/>
            </a:endParaRPr>
          </a:p>
        </p:txBody>
      </p:sp>
      <p:sp>
        <p:nvSpPr>
          <p:cNvPr id="16" name="DP1 object 16">
            <a:extLst>
              <a:ext uri="{FF2B5EF4-FFF2-40B4-BE49-F238E27FC236}">
                <ns2:creationId id="{D287AE5F-7F6F-4287-B313-C7CCD77AD424}"/>
              </a:ext>
            </a:extLst>
          </p:cNvPr>
          <p:cNvSpPr>
            <a:spLocks noGrp="1"/>
          </p:cNvSpPr>
          <p:nvPr/>
        </p:nvSpPr>
        <p:spPr>
          <a:xfrm>
            <a:off x="1000125" y="2876550"/>
            <a:ext cx="11315700" cy="1266825"/>
          </a:xfrm>
          <a:prstGeom prst="roundRect">
            <a:avLst>
              <a:gd name="adj" fmla="val 6015"/>
            </a:avLst>
          </a:prstGeom>
          <a:solidFill>
            <a:srgbClr val="F1F6FC"/>
          </a:solidFill>
          <a:ln w="23813">
            <a:solidFill>
              <a:srgbClr val="4676CB"/>
            </a:solidFill>
            <a:prstDash val="solid"/>
          </a:ln>
        </p:spPr>
      </p:sp>
      <p:sp>
        <p:nvSpPr>
          <p:cNvPr id="17" name="DP1 object 17">
            <a:extLst>
              <a:ext uri="{FF2B5EF4-FFF2-40B4-BE49-F238E27FC236}">
                <ns2:creationId id="{344529D4-6F59-4AFC-8CE6-B6D1E1D687C5}"/>
              </a:ext>
            </a:extLst>
          </p:cNvPr>
          <p:cNvSpPr>
            <a:spLocks noGrp="1"/>
          </p:cNvSpPr>
          <p:nvPr/>
        </p:nvSpPr>
        <p:spPr>
          <a:xfrm>
            <a:off x="1219200" y="3009900"/>
            <a:ext cx="1571625" cy="3238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현재 요청</a:t>
            </a:r>
            <a:endParaRPr lang="ko-KR">
              <a:latin typeface="Calibri"/>
              <a:ea typeface="Calibri"/>
              <a:cs typeface="Calibri"/>
            </a:endParaRPr>
          </a:p>
        </p:txBody>
      </p:sp>
      <p:sp>
        <p:nvSpPr>
          <p:cNvPr id="18" name="DP1 object 18">
            <a:extLst>
              <a:ext uri="{FF2B5EF4-FFF2-40B4-BE49-F238E27FC236}">
                <ns2:creationId id="{CB6D020B-3762-4909-8A7D-38997800C37B}"/>
              </a:ext>
            </a:extLst>
          </p:cNvPr>
          <p:cNvSpPr>
            <a:spLocks noGrp="1"/>
          </p:cNvSpPr>
          <p:nvPr/>
        </p:nvSpPr>
        <p:spPr>
          <a:xfrm>
            <a:off x="1219200" y="3400425"/>
            <a:ext cx="10668000" cy="609600"/>
          </a:xfrm>
          <a:prstGeom prst="rect">
            <a:avLst/>
          </a:prstGeom>
          <a:noFill/>
          <a:ln w="0">
            <a:noFill/>
            <a:prstDash val="solid"/>
          </a:ln>
        </p:spPr>
        <p:txBody>
          <a:bodyPr wrap="none" lIns="0" tIns="0" rIns="0" bIns="0" anchor="ctr">
            <a:noAutofit/>
          </a:bodyPr>
          <a:lstStyle>
            <a:defPPr algn="ctr">
              <a:defRPr sz="2600" b="1" lang="ko-KR">
                <a:solidFill>
                  <a:srgbClr val="111111"/>
                </a:solidFill>
                <a:latin typeface="Calibri"/>
                <a:ea typeface="Calibri"/>
                <a:cs typeface="Calibri"/>
              </a:defRPr>
            </a:defPPr>
            <a:lvl1pPr algn="ctr">
              <a:defRPr sz="2600" b="1" lang="ko-KR">
                <a:solidFill>
                  <a:srgbClr val="111111"/>
                </a:solidFill>
                <a:latin typeface="Calibri"/>
                <a:ea typeface="Calibri"/>
                <a:cs typeface="Calibri"/>
              </a:defRPr>
            </a:lvl1pPr>
            <a:lvl2pPr algn="ctr">
              <a:defRPr sz="2600" b="1" lang="ko-KR">
                <a:solidFill>
                  <a:srgbClr val="111111"/>
                </a:solidFill>
                <a:latin typeface="Calibri"/>
                <a:ea typeface="Calibri"/>
                <a:cs typeface="Calibri"/>
              </a:defRPr>
            </a:lvl2pPr>
            <a:lvl3pPr algn="ctr">
              <a:defRPr sz="2600" b="1" lang="ko-KR">
                <a:solidFill>
                  <a:srgbClr val="111111"/>
                </a:solidFill>
                <a:latin typeface="Calibri"/>
                <a:ea typeface="Calibri"/>
                <a:cs typeface="Calibri"/>
              </a:defRPr>
            </a:lvl3pPr>
            <a:lvl4pPr algn="ctr">
              <a:defRPr sz="2600" b="1" lang="ko-KR">
                <a:solidFill>
                  <a:srgbClr val="111111"/>
                </a:solidFill>
                <a:latin typeface="Calibri"/>
                <a:ea typeface="Calibri"/>
                <a:cs typeface="Calibri"/>
              </a:defRPr>
            </a:lvl4pPr>
            <a:lvl5pPr algn="ctr">
              <a:defRPr sz="2600" b="1" lang="ko-KR">
                <a:solidFill>
                  <a:srgbClr val="111111"/>
                </a:solidFill>
                <a:latin typeface="Calibri"/>
                <a:ea typeface="Calibri"/>
                <a:cs typeface="Calibri"/>
              </a:defRPr>
            </a:lvl5pPr>
            <a:lvl6pPr algn="ctr">
              <a:defRPr sz="2600" b="1" lang="ko-KR">
                <a:solidFill>
                  <a:srgbClr val="111111"/>
                </a:solidFill>
                <a:latin typeface="Calibri"/>
                <a:ea typeface="Calibri"/>
                <a:cs typeface="Calibri"/>
              </a:defRPr>
            </a:lvl6pPr>
            <a:lvl7pPr algn="ctr">
              <a:defRPr sz="2600" b="1" lang="ko-KR">
                <a:solidFill>
                  <a:srgbClr val="111111"/>
                </a:solidFill>
                <a:latin typeface="Calibri"/>
                <a:ea typeface="Calibri"/>
                <a:cs typeface="Calibri"/>
              </a:defRPr>
            </a:lvl7pPr>
            <a:lvl8pPr algn="ctr">
              <a:defRPr sz="2600" b="1" lang="ko-KR">
                <a:solidFill>
                  <a:srgbClr val="111111"/>
                </a:solidFill>
                <a:latin typeface="Calibri"/>
                <a:ea typeface="Calibri"/>
                <a:cs typeface="Calibri"/>
              </a:defRPr>
            </a:lvl8pPr>
            <a:lvl9pPr algn="ctr">
              <a:defRPr sz="2600" b="1" lang="ko-KR">
                <a:solidFill>
                  <a:srgbClr val="111111"/>
                </a:solidFill>
                <a:latin typeface="Calibri"/>
                <a:ea typeface="Calibri"/>
                <a:cs typeface="Calibri"/>
              </a:defRPr>
            </a:lvl9pPr>
          </a:lstStyle>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“지난번 설명한 기준과 제품 비교 결과에</a:t>
            </a:r>
            <a:endParaRPr lang="ko-KR">
              <a:latin typeface="Calibri"/>
              <a:ea typeface="Calibri"/>
              <a:cs typeface="Calibri"/>
            </a:endParaRPr>
          </a:p>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수정된 견적을 반영해줘.”</a:t>
            </a:r>
            <a:endParaRPr lang="ko-KR">
              <a:latin typeface="Calibri"/>
              <a:ea typeface="Calibri"/>
              <a:cs typeface="Calibri"/>
            </a:endParaRPr>
          </a:p>
        </p:txBody>
      </p:sp>
      <p:sp>
        <p:nvSpPr>
          <p:cNvPr id="19" name="Editable path 19">
            <a:extLst>
              <a:ext uri="{FF2B5EF4-FFF2-40B4-BE49-F238E27FC236}">
                <ns2:creationId id="{47ED289F-0412-4241-9634-05062F1CFC69}"/>
              </a:ext>
            </a:extLst>
          </p:cNvPr>
          <p:cNvSpPr>
            <a:spLocks noGrp="1"/>
          </p:cNvSpPr>
          <p:nvPr/>
        </p:nvSpPr>
        <p:spPr>
          <a:xfrm>
            <a:off x="11601450" y="4143375"/>
            <a:ext cx="447675" cy="304800"/>
          </a:xfrm>
          <a:custGeom>
            <a:pathLst>
              <a:path w="447675" h="304800">
                <a:moveTo>
                  <a:pt x="0" y="0"/>
                </a:moveTo>
                <a:lnTo>
                  <a:pt x="447675" y="304800"/>
                </a:lnTo>
                <a:lnTo>
                  <a:pt x="285750" y="0"/>
                </a:lnTo>
              </a:path>
            </a:pathLst>
          </a:custGeom>
          <a:noFill/>
          <a:ln w="19050">
            <a:solidFill>
              <a:srgbClr val="4676CB"/>
            </a:solidFill>
            <a:prstDash val="solid"/>
          </a:ln>
        </p:spPr>
      </p:sp>
      <p:sp>
        <p:nvSpPr>
          <p:cNvPr id="20" name="이전에 전달한 설명">
            <a:extLst>
              <a:ext uri="{FF2B5EF4-FFF2-40B4-BE49-F238E27FC236}">
                <ns2:creationId id="{DDDDD961-48CD-48A9-81CD-6F1BC264C5FA}"/>
              </a:ext>
            </a:extLst>
          </p:cNvPr>
          <p:cNvSpPr>
            <a:spLocks noGrp="1"/>
          </p:cNvSpPr>
          <p:nvPr/>
        </p:nvSpPr>
        <p:spPr>
          <a:xfrm>
            <a:off x="981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21" name="Editable path 20">
            <a:extLst>
              <a:ext uri="{FF2B5EF4-FFF2-40B4-BE49-F238E27FC236}">
                <ns2:creationId id="{D6FC4169-1685-49F0-BCD8-41BD88388981}"/>
              </a:ext>
            </a:extLst>
          </p:cNvPr>
          <p:cNvSpPr>
            <a:spLocks noGrp="1"/>
          </p:cNvSpPr>
          <p:nvPr/>
        </p:nvSpPr>
        <p:spPr>
          <a:xfrm>
            <a:off x="4162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2" name="DP1 object 21">
            <a:extLst>
              <a:ext uri="{FF2B5EF4-FFF2-40B4-BE49-F238E27FC236}">
                <ns2:creationId id="{E6FFF569-FCD3-406A-9645-6D4908F7B34B}"/>
              </a:ext>
            </a:extLst>
          </p:cNvPr>
          <p:cNvSpPr>
            <a:spLocks noGrp="1"/>
          </p:cNvSpPr>
          <p:nvPr/>
        </p:nvSpPr>
        <p:spPr>
          <a:xfrm>
            <a:off x="1143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이전에 전달한 설명</a:t>
            </a:r>
            <a:endParaRPr lang="ko-KR">
              <a:latin typeface="Calibri"/>
              <a:ea typeface="Calibri"/>
              <a:cs typeface="Calibri"/>
            </a:endParaRPr>
          </a:p>
        </p:txBody>
      </p:sp>
      <p:sp>
        <p:nvSpPr>
          <p:cNvPr id="23" name="Editable path 22">
            <a:extLst>
              <a:ext uri="{FF2B5EF4-FFF2-40B4-BE49-F238E27FC236}">
                <ns2:creationId id="{21A1FA6B-98C9-4C88-825F-F20AF3A2BD5F}"/>
              </a:ext>
            </a:extLst>
          </p:cNvPr>
          <p:cNvSpPr>
            <a:spLocks noGrp="1"/>
          </p:cNvSpPr>
          <p:nvPr/>
        </p:nvSpPr>
        <p:spPr>
          <a:xfrm>
            <a:off x="1143000" y="6096000"/>
            <a:ext cx="3009900" cy="953"/>
          </a:xfrm>
          <a:custGeom>
            <a:pathLst>
              <a:path w="3009900" h="953">
                <a:moveTo>
                  <a:pt x="0" y="0"/>
                </a:moveTo>
                <a:lnTo>
                  <a:pt x="3009900" y="0"/>
                </a:lnTo>
              </a:path>
            </a:pathLst>
          </a:custGeom>
          <a:noFill/>
          <a:ln w="9525">
            <a:solidFill>
              <a:srgbClr val="B7B9B9"/>
            </a:solidFill>
            <a:prstDash val="solid"/>
          </a:ln>
        </p:spPr>
      </p:sp>
      <p:sp>
        <p:nvSpPr>
          <p:cNvPr id="24" name="DP1 object 23">
            <a:extLst>
              <a:ext uri="{FF2B5EF4-FFF2-40B4-BE49-F238E27FC236}">
                <ns2:creationId id="{D6BC9B8D-F22F-474E-A9FD-C88DD0109502}"/>
              </a:ext>
            </a:extLst>
          </p:cNvPr>
          <p:cNvSpPr>
            <a:spLocks noGrp="1"/>
          </p:cNvSpPr>
          <p:nvPr/>
        </p:nvSpPr>
        <p:spPr>
          <a:xfrm>
            <a:off x="1143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1 object 24">
            <a:extLst>
              <a:ext uri="{FF2B5EF4-FFF2-40B4-BE49-F238E27FC236}">
                <ns2:creationId id="{B82F77DE-A893-42C4-A486-97C5D88FA03F}"/>
              </a:ext>
            </a:extLst>
          </p:cNvPr>
          <p:cNvSpPr>
            <a:spLocks noGrp="1"/>
          </p:cNvSpPr>
          <p:nvPr/>
        </p:nvSpPr>
        <p:spPr>
          <a:xfrm>
            <a:off x="1143000" y="6191250"/>
            <a:ext cx="29718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a:t>
            </a:r>
            <a:endParaRPr lang="ko-KR">
              <a:latin typeface="Calibri"/>
              <a:ea typeface="Calibri"/>
              <a:cs typeface="Calibri"/>
            </a:endParaRPr>
          </a:p>
        </p:txBody>
      </p:sp>
      <p:sp>
        <p:nvSpPr>
          <p:cNvPr id="26" name="DP1 object 25">
            <a:extLst>
              <a:ext uri="{FF2B5EF4-FFF2-40B4-BE49-F238E27FC236}">
                <ns2:creationId id="{2DAD80ED-39EB-4D43-A773-1B264CC214C8}"/>
              </a:ext>
            </a:extLst>
          </p:cNvPr>
          <p:cNvSpPr>
            <a:spLocks noGrp="1"/>
          </p:cNvSpPr>
          <p:nvPr/>
        </p:nvSpPr>
        <p:spPr>
          <a:xfrm>
            <a:off x="1123950" y="6762750"/>
            <a:ext cx="3019425" cy="333375"/>
          </a:xfrm>
          <a:prstGeom prst="rect">
            <a:avLst/>
          </a:prstGeom>
          <a:solidFill>
            <a:srgbClr val="C9E1B3"/>
          </a:solidFill>
          <a:ln w="0">
            <a:noFill/>
            <a:prstDash val="solid"/>
          </a:ln>
        </p:spPr>
      </p:sp>
      <p:sp>
        <p:nvSpPr>
          <p:cNvPr id="27" name="DP1 object 26">
            <a:extLst>
              <a:ext uri="{FF2B5EF4-FFF2-40B4-BE49-F238E27FC236}">
                <ns2:creationId id="{A8226682-E08C-4E96-8B6F-871C61CB42CE}"/>
              </a:ext>
            </a:extLst>
          </p:cNvPr>
          <p:cNvSpPr>
            <a:spLocks noGrp="1"/>
          </p:cNvSpPr>
          <p:nvPr/>
        </p:nvSpPr>
        <p:spPr>
          <a:xfrm>
            <a:off x="1143000" y="6743700"/>
            <a:ext cx="297180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유지보수 기간 우선</a:t>
            </a:r>
            <a:endParaRPr lang="ko-KR">
              <a:latin typeface="Calibri"/>
              <a:ea typeface="Calibri"/>
              <a:cs typeface="Calibri"/>
            </a:endParaRPr>
          </a:p>
        </p:txBody>
      </p:sp>
      <p:sp>
        <p:nvSpPr>
          <p:cNvPr id="28" name="DP1 object 27">
            <a:extLst>
              <a:ext uri="{FF2B5EF4-FFF2-40B4-BE49-F238E27FC236}">
                <ns2:creationId id="{35ED6241-A2E8-4847-9F29-0742367CE9AD}"/>
              </a:ext>
            </a:extLst>
          </p:cNvPr>
          <p:cNvSpPr>
            <a:spLocks noGrp="1"/>
          </p:cNvSpPr>
          <p:nvPr/>
        </p:nvSpPr>
        <p:spPr>
          <a:xfrm>
            <a:off x="981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실제로 전달한 범위만</a:t>
            </a:r>
            <a:endParaRPr lang="ko-KR">
              <a:latin typeface="Calibri"/>
              <a:ea typeface="Calibri"/>
              <a:cs typeface="Calibri"/>
            </a:endParaRPr>
          </a:p>
        </p:txBody>
      </p:sp>
      <p:sp>
        <p:nvSpPr>
          <p:cNvPr id="29" name="앞선 제품 비교 결과">
            <a:extLst>
              <a:ext uri="{FF2B5EF4-FFF2-40B4-BE49-F238E27FC236}">
                <ns2:creationId id="{6478539C-9DB6-42AA-BA15-31F5DA66177B}"/>
              </a:ext>
            </a:extLst>
          </p:cNvPr>
          <p:cNvSpPr>
            <a:spLocks noGrp="1"/>
          </p:cNvSpPr>
          <p:nvPr/>
        </p:nvSpPr>
        <p:spPr>
          <a:xfrm>
            <a:off x="49815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0" name="Editable path 28">
            <a:extLst>
              <a:ext uri="{FF2B5EF4-FFF2-40B4-BE49-F238E27FC236}">
                <ns2:creationId id="{686BF03F-5049-48D8-A1C6-BF13C8228A85}"/>
              </a:ext>
            </a:extLst>
          </p:cNvPr>
          <p:cNvSpPr>
            <a:spLocks noGrp="1"/>
          </p:cNvSpPr>
          <p:nvPr/>
        </p:nvSpPr>
        <p:spPr>
          <a:xfrm>
            <a:off x="81629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1 object 29">
            <a:extLst>
              <a:ext uri="{FF2B5EF4-FFF2-40B4-BE49-F238E27FC236}">
                <ns2:creationId id="{8474AFBA-A36C-416A-9D15-9FF4A33D41E6}"/>
              </a:ext>
            </a:extLst>
          </p:cNvPr>
          <p:cNvSpPr>
            <a:spLocks noGrp="1"/>
          </p:cNvSpPr>
          <p:nvPr/>
        </p:nvSpPr>
        <p:spPr>
          <a:xfrm>
            <a:off x="51435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앞선 제품 비교 결과</a:t>
            </a:r>
            <a:endParaRPr lang="ko-KR">
              <a:latin typeface="Calibri"/>
              <a:ea typeface="Calibri"/>
              <a:cs typeface="Calibri"/>
            </a:endParaRPr>
          </a:p>
        </p:txBody>
      </p:sp>
      <p:sp>
        <p:nvSpPr>
          <p:cNvPr id="32" name="Editable path 30">
            <a:extLst>
              <a:ext uri="{FF2B5EF4-FFF2-40B4-BE49-F238E27FC236}">
                <ns2:creationId id="{B96F7763-8C67-41D2-AF99-66C71DD4E331}"/>
              </a:ext>
            </a:extLst>
          </p:cNvPr>
          <p:cNvSpPr>
            <a:spLocks noGrp="1"/>
          </p:cNvSpPr>
          <p:nvPr/>
        </p:nvSpPr>
        <p:spPr>
          <a:xfrm>
            <a:off x="5143500" y="6096000"/>
            <a:ext cx="3009900" cy="953"/>
          </a:xfrm>
          <a:custGeom>
            <a:pathLst>
              <a:path w="3009900" h="953">
                <a:moveTo>
                  <a:pt x="0" y="0"/>
                </a:moveTo>
                <a:lnTo>
                  <a:pt x="3009900" y="0"/>
                </a:lnTo>
              </a:path>
            </a:pathLst>
          </a:custGeom>
          <a:noFill/>
          <a:ln w="9525">
            <a:solidFill>
              <a:srgbClr val="B7B9B9"/>
            </a:solidFill>
            <a:prstDash val="solid"/>
          </a:ln>
        </p:spPr>
      </p:sp>
      <p:sp>
        <p:nvSpPr>
          <p:cNvPr id="33" name="DP1 object 31">
            <a:extLst>
              <a:ext uri="{FF2B5EF4-FFF2-40B4-BE49-F238E27FC236}">
                <ns2:creationId id="{BC8873DE-31C4-4470-83FD-B75C6C87DCF1}"/>
              </a:ext>
            </a:extLst>
          </p:cNvPr>
          <p:cNvSpPr>
            <a:spLocks noGrp="1"/>
          </p:cNvSpPr>
          <p:nvPr/>
        </p:nvSpPr>
        <p:spPr>
          <a:xfrm>
            <a:off x="51435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제품 A  /  제품 B</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 · 보증 · 설치 조건</a:t>
            </a:r>
            <a:endParaRPr lang="ko-KR">
              <a:latin typeface="Calibri"/>
              <a:ea typeface="Calibri"/>
              <a:cs typeface="Calibri"/>
            </a:endParaRPr>
          </a:p>
        </p:txBody>
      </p:sp>
      <p:sp>
        <p:nvSpPr>
          <p:cNvPr id="34" name="DP1 object 32">
            <a:extLst>
              <a:ext uri="{FF2B5EF4-FFF2-40B4-BE49-F238E27FC236}">
                <ns2:creationId id="{5A6BD3A8-4F3C-45C0-BD97-9D7C47111A1D}"/>
              </a:ext>
            </a:extLst>
          </p:cNvPr>
          <p:cNvSpPr>
            <a:spLocks noGrp="1"/>
          </p:cNvSpPr>
          <p:nvPr/>
        </p:nvSpPr>
        <p:spPr>
          <a:xfrm>
            <a:off x="49815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다른 업무의 결과도 필요</a:t>
            </a:r>
            <a:endParaRPr lang="ko-KR">
              <a:latin typeface="Calibri"/>
              <a:ea typeface="Calibri"/>
              <a:cs typeface="Calibri"/>
            </a:endParaRPr>
          </a:p>
        </p:txBody>
      </p:sp>
      <p:sp>
        <p:nvSpPr>
          <p:cNvPr id="35" name="현재 견적  v2">
            <a:extLst>
              <a:ext uri="{FF2B5EF4-FFF2-40B4-BE49-F238E27FC236}">
                <ns2:creationId id="{1306FF75-04F0-4BFE-A95B-8D5387388C54}"/>
              </a:ext>
            </a:extLst>
          </p:cNvPr>
          <p:cNvSpPr>
            <a:spLocks noGrp="1"/>
          </p:cNvSpPr>
          <p:nvPr/>
        </p:nvSpPr>
        <p:spPr>
          <a:xfrm>
            <a:off x="8982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6" name="Editable path 33">
            <a:extLst>
              <a:ext uri="{FF2B5EF4-FFF2-40B4-BE49-F238E27FC236}">
                <ns2:creationId id="{FC0A2B9E-C95F-4FE2-95E6-7AB2D1D0AD3A}"/>
              </a:ext>
            </a:extLst>
          </p:cNvPr>
          <p:cNvSpPr>
            <a:spLocks noGrp="1"/>
          </p:cNvSpPr>
          <p:nvPr/>
        </p:nvSpPr>
        <p:spPr>
          <a:xfrm>
            <a:off x="12163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1 object 34">
            <a:extLst>
              <a:ext uri="{FF2B5EF4-FFF2-40B4-BE49-F238E27FC236}">
                <ns2:creationId id="{00258672-0AA7-4202-AAAB-D9F5431448F0}"/>
              </a:ext>
            </a:extLst>
          </p:cNvPr>
          <p:cNvSpPr>
            <a:spLocks noGrp="1"/>
          </p:cNvSpPr>
          <p:nvPr/>
        </p:nvSpPr>
        <p:spPr>
          <a:xfrm>
            <a:off x="9144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견적  v2</a:t>
            </a:r>
            <a:endParaRPr lang="ko-KR">
              <a:latin typeface="Calibri"/>
              <a:ea typeface="Calibri"/>
              <a:cs typeface="Calibri"/>
            </a:endParaRPr>
          </a:p>
        </p:txBody>
      </p:sp>
      <p:sp>
        <p:nvSpPr>
          <p:cNvPr id="38" name="Editable path 35">
            <a:extLst>
              <a:ext uri="{FF2B5EF4-FFF2-40B4-BE49-F238E27FC236}">
                <ns2:creationId id="{83B78CF6-5D2B-4E33-9187-E36929D5AA8A}"/>
              </a:ext>
            </a:extLst>
          </p:cNvPr>
          <p:cNvSpPr>
            <a:spLocks noGrp="1"/>
          </p:cNvSpPr>
          <p:nvPr/>
        </p:nvSpPr>
        <p:spPr>
          <a:xfrm>
            <a:off x="9144000" y="6096000"/>
            <a:ext cx="3009900" cy="953"/>
          </a:xfrm>
          <a:custGeom>
            <a:pathLst>
              <a:path w="3009900" h="953">
                <a:moveTo>
                  <a:pt x="0" y="0"/>
                </a:moveTo>
                <a:lnTo>
                  <a:pt x="3009900" y="0"/>
                </a:lnTo>
              </a:path>
            </a:pathLst>
          </a:custGeom>
          <a:noFill/>
          <a:ln w="9525">
            <a:solidFill>
              <a:srgbClr val="B7B9B9"/>
            </a:solidFill>
            <a:prstDash val="solid"/>
          </a:ln>
        </p:spPr>
      </p:sp>
      <p:sp>
        <p:nvSpPr>
          <p:cNvPr id="39" name="DP1 object 36">
            <a:extLst>
              <a:ext uri="{FF2B5EF4-FFF2-40B4-BE49-F238E27FC236}">
                <ns2:creationId id="{03D299F4-65AB-440C-8D66-B8C271900DBE}"/>
              </a:ext>
            </a:extLst>
          </p:cNvPr>
          <p:cNvSpPr>
            <a:spLocks noGrp="1"/>
          </p:cNvSpPr>
          <p:nvPr/>
        </p:nvSpPr>
        <p:spPr>
          <a:xfrm>
            <a:off x="9144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0" name="DP1 object 37">
            <a:extLst>
              <a:ext uri="{FF2B5EF4-FFF2-40B4-BE49-F238E27FC236}">
                <ns2:creationId id="{7D3AF18E-EBA7-4111-BDCD-FBC2A366F763}"/>
              </a:ext>
            </a:extLst>
          </p:cNvPr>
          <p:cNvSpPr>
            <a:spLocks noGrp="1"/>
          </p:cNvSpPr>
          <p:nvPr/>
        </p:nvSpPr>
        <p:spPr>
          <a:xfrm>
            <a:off x="9153525" y="6191250"/>
            <a:ext cx="2962275" cy="381000"/>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기존: 납기 4주</a:t>
            </a:r>
            <a:endParaRPr lang="ko-KR">
              <a:latin typeface="Calibri"/>
              <a:ea typeface="Calibri"/>
              <a:cs typeface="Calibri"/>
            </a:endParaRPr>
          </a:p>
        </p:txBody>
      </p:sp>
      <p:sp>
        <p:nvSpPr>
          <p:cNvPr id="41" name="Editable path 38">
            <a:extLst>
              <a:ext uri="{FF2B5EF4-FFF2-40B4-BE49-F238E27FC236}">
                <ns2:creationId id="{5279541E-2C68-465F-AB85-30D10CCE24F7}"/>
              </a:ext>
            </a:extLst>
          </p:cNvPr>
          <p:cNvSpPr>
            <a:spLocks noGrp="1"/>
          </p:cNvSpPr>
          <p:nvPr/>
        </p:nvSpPr>
        <p:spPr>
          <a:xfrm>
            <a:off x="9163050" y="6400800"/>
            <a:ext cx="1752600" cy="953"/>
          </a:xfrm>
          <a:custGeom>
            <a:pathLst>
              <a:path w="1752600" h="953">
                <a:moveTo>
                  <a:pt x="0" y="0"/>
                </a:moveTo>
                <a:lnTo>
                  <a:pt x="1752600" y="0"/>
                </a:lnTo>
              </a:path>
            </a:pathLst>
          </a:custGeom>
          <a:noFill/>
          <a:ln w="25718">
            <a:solidFill>
              <a:srgbClr val="C00000"/>
            </a:solidFill>
            <a:prstDash val="solid"/>
          </a:ln>
        </p:spPr>
      </p:sp>
      <p:sp>
        <p:nvSpPr>
          <p:cNvPr id="42" name="DP1 object 39">
            <a:extLst>
              <a:ext uri="{FF2B5EF4-FFF2-40B4-BE49-F238E27FC236}">
                <ns2:creationId id="{9C62AE7A-7586-483E-846D-901A9300B4B2}"/>
              </a:ext>
            </a:extLst>
          </p:cNvPr>
          <p:cNvSpPr>
            <a:spLocks noGrp="1"/>
          </p:cNvSpPr>
          <p:nvPr/>
        </p:nvSpPr>
        <p:spPr>
          <a:xfrm>
            <a:off x="9153525" y="6781800"/>
            <a:ext cx="2962275" cy="381000"/>
          </a:xfrm>
          <a:prstGeom prst="rect">
            <a:avLst/>
          </a:prstGeom>
          <a:noFill/>
          <a:ln w="0">
            <a:noFill/>
            <a:prstDash val="solid"/>
          </a:ln>
        </p:spPr>
        <p:txBody>
          <a:bodyPr wrap="none" lIns="0" tIns="0" rIns="0" bIns="0" anchor="ctr">
            <a:noAutofit/>
          </a:bodyPr>
          <a:lstStyle>
            <a:defPPr algn="l">
              <a:defRPr sz="2000" b="1" lang="ko-KR">
                <a:solidFill>
                  <a:srgbClr val="C00000"/>
                </a:solidFill>
                <a:latin typeface="Calibri"/>
                <a:ea typeface="Calibri"/>
                <a:cs typeface="Calibri"/>
              </a:defRPr>
            </a:defPPr>
            <a:lvl1pPr algn="l">
              <a:defRPr sz="2000" b="1" lang="ko-KR">
                <a:solidFill>
                  <a:srgbClr val="C00000"/>
                </a:solidFill>
                <a:latin typeface="Calibri"/>
                <a:ea typeface="Calibri"/>
                <a:cs typeface="Calibri"/>
              </a:defRPr>
            </a:lvl1pPr>
            <a:lvl2pPr algn="l">
              <a:defRPr sz="2000" b="1" lang="ko-KR">
                <a:solidFill>
                  <a:srgbClr val="C00000"/>
                </a:solidFill>
                <a:latin typeface="Calibri"/>
                <a:ea typeface="Calibri"/>
                <a:cs typeface="Calibri"/>
              </a:defRPr>
            </a:lvl2pPr>
            <a:lvl3pPr algn="l">
              <a:defRPr sz="2000" b="1" lang="ko-KR">
                <a:solidFill>
                  <a:srgbClr val="C00000"/>
                </a:solidFill>
                <a:latin typeface="Calibri"/>
                <a:ea typeface="Calibri"/>
                <a:cs typeface="Calibri"/>
              </a:defRPr>
            </a:lvl3pPr>
            <a:lvl4pPr algn="l">
              <a:defRPr sz="2000" b="1" lang="ko-KR">
                <a:solidFill>
                  <a:srgbClr val="C00000"/>
                </a:solidFill>
                <a:latin typeface="Calibri"/>
                <a:ea typeface="Calibri"/>
                <a:cs typeface="Calibri"/>
              </a:defRPr>
            </a:lvl4pPr>
            <a:lvl5pPr algn="l">
              <a:defRPr sz="2000" b="1" lang="ko-KR">
                <a:solidFill>
                  <a:srgbClr val="C00000"/>
                </a:solidFill>
                <a:latin typeface="Calibri"/>
                <a:ea typeface="Calibri"/>
                <a:cs typeface="Calibri"/>
              </a:defRPr>
            </a:lvl5pPr>
            <a:lvl6pPr algn="l">
              <a:defRPr sz="2000" b="1" lang="ko-KR">
                <a:solidFill>
                  <a:srgbClr val="C00000"/>
                </a:solidFill>
                <a:latin typeface="Calibri"/>
                <a:ea typeface="Calibri"/>
                <a:cs typeface="Calibri"/>
              </a:defRPr>
            </a:lvl6pPr>
            <a:lvl7pPr algn="l">
              <a:defRPr sz="2000" b="1" lang="ko-KR">
                <a:solidFill>
                  <a:srgbClr val="C00000"/>
                </a:solidFill>
                <a:latin typeface="Calibri"/>
                <a:ea typeface="Calibri"/>
                <a:cs typeface="Calibri"/>
              </a:defRPr>
            </a:lvl7pPr>
            <a:lvl8pPr algn="l">
              <a:defRPr sz="2000" b="1" lang="ko-KR">
                <a:solidFill>
                  <a:srgbClr val="C00000"/>
                </a:solidFill>
                <a:latin typeface="Calibri"/>
                <a:ea typeface="Calibri"/>
                <a:cs typeface="Calibri"/>
              </a:defRPr>
            </a:lvl8pPr>
            <a:lvl9pPr algn="l">
              <a:defRPr sz="2000" b="1" lang="ko-KR">
                <a:solidFill>
                  <a:srgbClr val="C00000"/>
                </a:solidFill>
                <a:latin typeface="Calibri"/>
                <a:ea typeface="Calibri"/>
                <a:cs typeface="Calibri"/>
              </a:defRPr>
            </a:lvl9pPr>
          </a:lstStyle>
          <a:p>
            <a:pPr algn="l">
              <a:defRPr sz="2000" b="1" lang="ko-KR">
                <a:solidFill>
                  <a:srgbClr val="C00000"/>
                </a:solidFill>
                <a:latin typeface="Calibri"/>
                <a:ea typeface="Calibri"/>
                <a:cs typeface="Calibri"/>
              </a:defRPr>
            </a:pPr>
            <a:r>
              <a:rPr sz="2000" b="1" lang="ko-KR">
                <a:solidFill>
                  <a:srgbClr val="C00000"/>
                </a:solidFill>
                <a:latin typeface="Calibri"/>
                <a:ea typeface="Calibri"/>
                <a:cs typeface="Calibri"/>
              </a:rPr>
              <a:t>변경: 납기 6주</a:t>
            </a:r>
            <a:endParaRPr lang="ko-KR">
              <a:latin typeface="Calibri"/>
              <a:ea typeface="Calibri"/>
              <a:cs typeface="Calibri"/>
            </a:endParaRPr>
          </a:p>
        </p:txBody>
      </p:sp>
      <p:sp>
        <p:nvSpPr>
          <p:cNvPr id="43" name="DP1 object 40">
            <a:extLst>
              <a:ext uri="{FF2B5EF4-FFF2-40B4-BE49-F238E27FC236}">
                <ns2:creationId id="{D9A453C7-02F5-4E85-AE46-594D8EB2CAF1}"/>
              </a:ext>
            </a:extLst>
          </p:cNvPr>
          <p:cNvSpPr>
            <a:spLocks noGrp="1"/>
          </p:cNvSpPr>
          <p:nvPr/>
        </p:nvSpPr>
        <p:spPr>
          <a:xfrm>
            <a:off x="10782300" y="5210175"/>
            <a:ext cx="1524000" cy="323850"/>
          </a:xfrm>
          <a:prstGeom prst="rect">
            <a:avLst/>
          </a:prstGeom>
          <a:solidFill>
            <a:srgbClr val="C9E1B3"/>
          </a:solidFill>
          <a:ln w="0">
            <a:noFill/>
            <a:prstDash val="solid"/>
          </a:ln>
        </p:spPr>
      </p:sp>
      <p:sp>
        <p:nvSpPr>
          <p:cNvPr id="44" name="DP1 object 41">
            <a:extLst>
              <a:ext uri="{FF2B5EF4-FFF2-40B4-BE49-F238E27FC236}">
                <ns2:creationId id="{F331CCDC-2122-4290-A6F2-266FEDF3BE36}"/>
              </a:ext>
            </a:extLst>
          </p:cNvPr>
          <p:cNvSpPr>
            <a:spLocks noGrp="1"/>
          </p:cNvSpPr>
          <p:nvPr/>
        </p:nvSpPr>
        <p:spPr>
          <a:xfrm>
            <a:off x="10858500" y="5210175"/>
            <a:ext cx="1371600" cy="3238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v1 → v2</a:t>
            </a:r>
            <a:endParaRPr lang="ko-KR">
              <a:latin typeface="Calibri"/>
              <a:ea typeface="Calibri"/>
              <a:cs typeface="Calibri"/>
            </a:endParaRPr>
          </a:p>
        </p:txBody>
      </p:sp>
      <p:sp>
        <p:nvSpPr>
          <p:cNvPr id="45" name="DP1 object 42">
            <a:extLst>
              <a:ext uri="{FF2B5EF4-FFF2-40B4-BE49-F238E27FC236}">
                <ns2:creationId id="{1CB6FD2E-2FA7-40A1-A8AA-D433FC563890}"/>
              </a:ext>
            </a:extLst>
          </p:cNvPr>
          <p:cNvSpPr>
            <a:spLocks noGrp="1"/>
          </p:cNvSpPr>
          <p:nvPr/>
        </p:nvSpPr>
        <p:spPr>
          <a:xfrm>
            <a:off x="8982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C00000"/>
                </a:solidFill>
                <a:latin typeface="Calibri"/>
                <a:ea typeface="Calibri"/>
                <a:cs typeface="Calibri"/>
              </a:defRPr>
            </a:defPPr>
            <a:lvl1pPr algn="ctr">
              <a:defRPr sz="1800" b="1" lang="ko-KR">
                <a:solidFill>
                  <a:srgbClr val="C00000"/>
                </a:solidFill>
                <a:latin typeface="Calibri"/>
                <a:ea typeface="Calibri"/>
                <a:cs typeface="Calibri"/>
              </a:defRPr>
            </a:lvl1pPr>
            <a:lvl2pPr algn="ctr">
              <a:defRPr sz="1800" b="1" lang="ko-KR">
                <a:solidFill>
                  <a:srgbClr val="C00000"/>
                </a:solidFill>
                <a:latin typeface="Calibri"/>
                <a:ea typeface="Calibri"/>
                <a:cs typeface="Calibri"/>
              </a:defRPr>
            </a:lvl2pPr>
            <a:lvl3pPr algn="ctr">
              <a:defRPr sz="1800" b="1" lang="ko-KR">
                <a:solidFill>
                  <a:srgbClr val="C00000"/>
                </a:solidFill>
                <a:latin typeface="Calibri"/>
                <a:ea typeface="Calibri"/>
                <a:cs typeface="Calibri"/>
              </a:defRPr>
            </a:lvl3pPr>
            <a:lvl4pPr algn="ctr">
              <a:defRPr sz="1800" b="1" lang="ko-KR">
                <a:solidFill>
                  <a:srgbClr val="C00000"/>
                </a:solidFill>
                <a:latin typeface="Calibri"/>
                <a:ea typeface="Calibri"/>
                <a:cs typeface="Calibri"/>
              </a:defRPr>
            </a:lvl4pPr>
            <a:lvl5pPr algn="ctr">
              <a:defRPr sz="1800" b="1" lang="ko-KR">
                <a:solidFill>
                  <a:srgbClr val="C00000"/>
                </a:solidFill>
                <a:latin typeface="Calibri"/>
                <a:ea typeface="Calibri"/>
                <a:cs typeface="Calibri"/>
              </a:defRPr>
            </a:lvl5pPr>
            <a:lvl6pPr algn="ctr">
              <a:defRPr sz="1800" b="1" lang="ko-KR">
                <a:solidFill>
                  <a:srgbClr val="C00000"/>
                </a:solidFill>
                <a:latin typeface="Calibri"/>
                <a:ea typeface="Calibri"/>
                <a:cs typeface="Calibri"/>
              </a:defRPr>
            </a:lvl6pPr>
            <a:lvl7pPr algn="ctr">
              <a:defRPr sz="1800" b="1" lang="ko-KR">
                <a:solidFill>
                  <a:srgbClr val="C00000"/>
                </a:solidFill>
                <a:latin typeface="Calibri"/>
                <a:ea typeface="Calibri"/>
                <a:cs typeface="Calibri"/>
              </a:defRPr>
            </a:lvl7pPr>
            <a:lvl8pPr algn="ctr">
              <a:defRPr sz="1800" b="1" lang="ko-KR">
                <a:solidFill>
                  <a:srgbClr val="C00000"/>
                </a:solidFill>
                <a:latin typeface="Calibri"/>
                <a:ea typeface="Calibri"/>
                <a:cs typeface="Calibri"/>
              </a:defRPr>
            </a:lvl8pPr>
            <a:lvl9pPr algn="ctr">
              <a:defRPr sz="1800" b="1" lang="ko-KR">
                <a:solidFill>
                  <a:srgbClr val="C00000"/>
                </a:solidFill>
                <a:latin typeface="Calibri"/>
                <a:ea typeface="Calibri"/>
                <a:cs typeface="Calibri"/>
              </a:defRPr>
            </a:lvl9pPr>
          </a:lstStyle>
          <a:p>
            <a:pPr algn="ctr">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정정 전 조건을 쓰면 안 됨</a:t>
            </a:r>
            <a:endParaRPr lang="ko-KR">
              <a:latin typeface="Calibri"/>
              <a:ea typeface="Calibri"/>
              <a:cs typeface="Calibri"/>
            </a:endParaRPr>
          </a:p>
        </p:txBody>
      </p:sp>
      <p:sp>
        <p:nvSpPr>
          <p:cNvPr id="46" name="Editable path 43">
            <a:extLst>
              <a:ext uri="{FF2B5EF4-FFF2-40B4-BE49-F238E27FC236}">
                <ns2:creationId id="{835E978F-58E1-4AC6-97B9-B8CA832B5F5F}"/>
              </a:ext>
            </a:extLst>
          </p:cNvPr>
          <p:cNvSpPr>
            <a:spLocks noGrp="1"/>
          </p:cNvSpPr>
          <p:nvPr/>
        </p:nvSpPr>
        <p:spPr>
          <a:xfrm>
            <a:off x="2647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47" name="Editable arrowhead 44">
            <a:extLst>
              <a:ext uri="{FF2B5EF4-FFF2-40B4-BE49-F238E27FC236}">
                <ns2:creationId id="{DC41B2D8-8CD5-4561-909E-5452952D11EB}"/>
              </a:ext>
            </a:extLst>
          </p:cNvPr>
          <p:cNvSpPr>
            <a:spLocks noGrp="1"/>
          </p:cNvSpPr>
          <p:nvPr/>
        </p:nvSpPr>
        <p:spPr>
          <a:xfrm>
            <a:off x="2600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8" name="DP1 object 45">
            <a:extLst>
              <a:ext uri="{FF2B5EF4-FFF2-40B4-BE49-F238E27FC236}">
                <ns2:creationId id="{3FD241BC-2288-4EDE-9820-9C879D92EF3A}"/>
              </a:ext>
            </a:extLst>
          </p:cNvPr>
          <p:cNvSpPr>
            <a:spLocks noGrp="1"/>
          </p:cNvSpPr>
          <p:nvPr/>
        </p:nvSpPr>
        <p:spPr>
          <a:xfrm>
            <a:off x="2505075" y="4886325"/>
            <a:ext cx="266700" cy="276225"/>
          </a:xfrm>
          <a:prstGeom prst="roundRect">
            <a:avLst>
              <a:gd name="adj" fmla="val 28571"/>
            </a:avLst>
          </a:prstGeom>
          <a:solidFill>
            <a:srgbClr val="C9E1B3"/>
          </a:solidFill>
          <a:ln w="17145">
            <a:solidFill>
              <a:srgbClr val="70A843"/>
            </a:solidFill>
            <a:prstDash val="solid"/>
          </a:ln>
        </p:spPr>
      </p:sp>
      <p:sp>
        <p:nvSpPr>
          <p:cNvPr id="49" name="DP1 object 46">
            <a:extLst>
              <a:ext uri="{FF2B5EF4-FFF2-40B4-BE49-F238E27FC236}">
                <ns2:creationId id="{0B8EBC14-8BD1-4617-8029-91E4FC093770}"/>
              </a:ext>
            </a:extLst>
          </p:cNvPr>
          <p:cNvSpPr>
            <a:spLocks noGrp="1"/>
          </p:cNvSpPr>
          <p:nvPr/>
        </p:nvSpPr>
        <p:spPr>
          <a:xfrm>
            <a:off x="2505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50" name="Editable path 47">
            <a:extLst>
              <a:ext uri="{FF2B5EF4-FFF2-40B4-BE49-F238E27FC236}">
                <ns2:creationId id="{8D8CAC57-39A3-4823-943A-AFC1DF8730E1}"/>
              </a:ext>
            </a:extLst>
          </p:cNvPr>
          <p:cNvSpPr>
            <a:spLocks noGrp="1"/>
          </p:cNvSpPr>
          <p:nvPr/>
        </p:nvSpPr>
        <p:spPr>
          <a:xfrm>
            <a:off x="66484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1" name="Editable arrowhead 48">
            <a:extLst>
              <a:ext uri="{FF2B5EF4-FFF2-40B4-BE49-F238E27FC236}">
                <ns2:creationId id="{71DE09EE-BA05-4266-A032-1C8899751276}"/>
              </a:ext>
            </a:extLst>
          </p:cNvPr>
          <p:cNvSpPr>
            <a:spLocks noGrp="1"/>
          </p:cNvSpPr>
          <p:nvPr/>
        </p:nvSpPr>
        <p:spPr>
          <a:xfrm>
            <a:off x="66008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DP1 object 49">
            <a:extLst>
              <a:ext uri="{FF2B5EF4-FFF2-40B4-BE49-F238E27FC236}">
                <ns2:creationId id="{37DFA62A-2EC2-4CDC-8467-295432BC5D14}"/>
              </a:ext>
            </a:extLst>
          </p:cNvPr>
          <p:cNvSpPr>
            <a:spLocks noGrp="1"/>
          </p:cNvSpPr>
          <p:nvPr/>
        </p:nvSpPr>
        <p:spPr>
          <a:xfrm>
            <a:off x="6505575" y="4886325"/>
            <a:ext cx="266700" cy="276225"/>
          </a:xfrm>
          <a:prstGeom prst="roundRect">
            <a:avLst>
              <a:gd name="adj" fmla="val 28571"/>
            </a:avLst>
          </a:prstGeom>
          <a:solidFill>
            <a:srgbClr val="C9E1B3"/>
          </a:solidFill>
          <a:ln w="17145">
            <a:solidFill>
              <a:srgbClr val="70A843"/>
            </a:solidFill>
            <a:prstDash val="solid"/>
          </a:ln>
        </p:spPr>
      </p:sp>
      <p:sp>
        <p:nvSpPr>
          <p:cNvPr id="53" name="DP1 object 50">
            <a:extLst>
              <a:ext uri="{FF2B5EF4-FFF2-40B4-BE49-F238E27FC236}">
                <ns2:creationId id="{E350EC93-0996-4994-A9ED-2A119FCD96E2}"/>
              </a:ext>
            </a:extLst>
          </p:cNvPr>
          <p:cNvSpPr>
            <a:spLocks noGrp="1"/>
          </p:cNvSpPr>
          <p:nvPr/>
        </p:nvSpPr>
        <p:spPr>
          <a:xfrm>
            <a:off x="65055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4" name="Editable path 51">
            <a:extLst>
              <a:ext uri="{FF2B5EF4-FFF2-40B4-BE49-F238E27FC236}">
                <ns2:creationId id="{2FABC99F-A505-4964-8678-CFC70D1BCF3B}"/>
              </a:ext>
            </a:extLst>
          </p:cNvPr>
          <p:cNvSpPr>
            <a:spLocks noGrp="1"/>
          </p:cNvSpPr>
          <p:nvPr/>
        </p:nvSpPr>
        <p:spPr>
          <a:xfrm>
            <a:off x="10648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5" name="Editable arrowhead 52">
            <a:extLst>
              <a:ext uri="{FF2B5EF4-FFF2-40B4-BE49-F238E27FC236}">
                <ns2:creationId id="{0E1079AA-E7F6-46EC-973A-C5BFEA3DC7B1}"/>
              </a:ext>
            </a:extLst>
          </p:cNvPr>
          <p:cNvSpPr>
            <a:spLocks noGrp="1"/>
          </p:cNvSpPr>
          <p:nvPr/>
        </p:nvSpPr>
        <p:spPr>
          <a:xfrm>
            <a:off x="10601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6" name="DP1 object 53">
            <a:extLst>
              <a:ext uri="{FF2B5EF4-FFF2-40B4-BE49-F238E27FC236}">
                <ns2:creationId id="{E2FFBEBD-82A5-41F5-B705-5B4EC727AF00}"/>
              </a:ext>
            </a:extLst>
          </p:cNvPr>
          <p:cNvSpPr>
            <a:spLocks noGrp="1"/>
          </p:cNvSpPr>
          <p:nvPr/>
        </p:nvSpPr>
        <p:spPr>
          <a:xfrm>
            <a:off x="10506075" y="4886325"/>
            <a:ext cx="266700" cy="276225"/>
          </a:xfrm>
          <a:prstGeom prst="roundRect">
            <a:avLst>
              <a:gd name="adj" fmla="val 28571"/>
            </a:avLst>
          </a:prstGeom>
          <a:solidFill>
            <a:srgbClr val="C9E1B3"/>
          </a:solidFill>
          <a:ln w="17145">
            <a:solidFill>
              <a:srgbClr val="70A843"/>
            </a:solidFill>
            <a:prstDash val="solid"/>
          </a:ln>
        </p:spPr>
      </p:sp>
      <p:sp>
        <p:nvSpPr>
          <p:cNvPr id="57" name="DP1 object 54">
            <a:extLst>
              <a:ext uri="{FF2B5EF4-FFF2-40B4-BE49-F238E27FC236}">
                <ns2:creationId id="{65D8A621-3076-45D7-A19A-25D070A3A781}"/>
              </a:ext>
            </a:extLst>
          </p:cNvPr>
          <p:cNvSpPr>
            <a:spLocks noGrp="1"/>
          </p:cNvSpPr>
          <p:nvPr/>
        </p:nvSpPr>
        <p:spPr>
          <a:xfrm>
            <a:off x="10506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8" name="Editable path 55">
            <a:extLst>
              <a:ext uri="{FF2B5EF4-FFF2-40B4-BE49-F238E27FC236}">
                <ns2:creationId id="{0F360E81-DAAC-4DA3-BDD7-79D4F62A7B5D}"/>
              </a:ext>
            </a:extLst>
          </p:cNvPr>
          <p:cNvSpPr>
            <a:spLocks noGrp="1"/>
          </p:cNvSpPr>
          <p:nvPr/>
        </p:nvSpPr>
        <p:spPr>
          <a:xfrm>
            <a:off x="12858750" y="2790825"/>
            <a:ext cx="953" cy="5295900"/>
          </a:xfrm>
          <a:custGeom>
            <a:pathLst>
              <a:path w="953" h="5295900">
                <a:moveTo>
                  <a:pt x="0" y="0"/>
                </a:moveTo>
                <a:lnTo>
                  <a:pt x="0" y="5295900"/>
                </a:lnTo>
              </a:path>
            </a:pathLst>
          </a:custGeom>
          <a:noFill/>
          <a:ln w="12383">
            <a:solidFill>
              <a:srgbClr val="4676CB"/>
            </a:solidFill>
            <a:prstDash val="solid"/>
          </a:ln>
        </p:spPr>
      </p:sp>
      <p:sp>
        <p:nvSpPr>
          <p:cNvPr id="59" name="DP1 object 56">
            <a:extLst>
              <a:ext uri="{FF2B5EF4-FFF2-40B4-BE49-F238E27FC236}">
                <ns2:creationId id="{87E0D8D0-AA1A-4494-9552-EB97143884B5}"/>
              </a:ext>
            </a:extLst>
          </p:cNvPr>
          <p:cNvSpPr>
            <a:spLocks noGrp="1"/>
          </p:cNvSpPr>
          <p:nvPr/>
        </p:nvSpPr>
        <p:spPr>
          <a:xfrm>
            <a:off x="13335000" y="2914650"/>
            <a:ext cx="4191000" cy="45720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60" name="DP1 object 57">
            <a:extLst>
              <a:ext uri="{FF2B5EF4-FFF2-40B4-BE49-F238E27FC236}">
                <ns2:creationId id="{E6C720B5-2DB9-4654-9D09-214F6805EE67}"/>
              </a:ext>
            </a:extLst>
          </p:cNvPr>
          <p:cNvSpPr>
            <a:spLocks noGrp="1"/>
          </p:cNvSpPr>
          <p:nvPr/>
        </p:nvSpPr>
        <p:spPr>
          <a:xfrm>
            <a:off x="13363575" y="3705225"/>
            <a:ext cx="457200" cy="457200"/>
          </a:xfrm>
          <a:prstGeom prst="ellipse">
            <a:avLst/>
          </a:prstGeom>
          <a:solidFill>
            <a:srgbClr val="C9E1B3"/>
          </a:solidFill>
          <a:ln w="0">
            <a:noFill/>
            <a:prstDash val="solid"/>
          </a:ln>
        </p:spPr>
      </p:sp>
      <p:sp>
        <p:nvSpPr>
          <p:cNvPr id="61" name="DP1 object 58">
            <a:extLst>
              <a:ext uri="{FF2B5EF4-FFF2-40B4-BE49-F238E27FC236}">
                <ns2:creationId id="{D0A6102D-B9D6-4771-BB19-C6A5A18E9B20}"/>
              </a:ext>
            </a:extLst>
          </p:cNvPr>
          <p:cNvSpPr>
            <a:spLocks noGrp="1"/>
          </p:cNvSpPr>
          <p:nvPr/>
        </p:nvSpPr>
        <p:spPr>
          <a:xfrm>
            <a:off x="13363575" y="370522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1</a:t>
            </a:r>
            <a:endParaRPr lang="ko-KR">
              <a:latin typeface="Calibri"/>
              <a:ea typeface="Calibri"/>
              <a:cs typeface="Calibri"/>
            </a:endParaRPr>
          </a:p>
        </p:txBody>
      </p:sp>
      <p:sp>
        <p:nvSpPr>
          <p:cNvPr id="62" name="DP1 object 59">
            <a:extLst>
              <a:ext uri="{FF2B5EF4-FFF2-40B4-BE49-F238E27FC236}">
                <ns2:creationId id="{7596367E-3DBA-4BD5-9434-4A5D1F481C20}"/>
              </a:ext>
            </a:extLst>
          </p:cNvPr>
          <p:cNvSpPr>
            <a:spLocks noGrp="1"/>
          </p:cNvSpPr>
          <p:nvPr/>
        </p:nvSpPr>
        <p:spPr>
          <a:xfrm>
            <a:off x="14030325" y="370522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매번 다시 찾으면</a:t>
            </a:r>
            <a:endParaRPr lang="ko-KR">
              <a:latin typeface="Calibri"/>
              <a:ea typeface="Calibri"/>
              <a:cs typeface="Calibri"/>
            </a:endParaRPr>
          </a:p>
        </p:txBody>
      </p:sp>
      <p:sp>
        <p:nvSpPr>
          <p:cNvPr id="63" name="DP1 object 60">
            <a:extLst>
              <a:ext uri="{FF2B5EF4-FFF2-40B4-BE49-F238E27FC236}">
                <ns2:creationId id="{2C21F104-7BC4-4A10-BA2A-B8AF908E970B}"/>
              </a:ext>
            </a:extLst>
          </p:cNvPr>
          <p:cNvSpPr>
            <a:spLocks noGrp="1"/>
          </p:cNvSpPr>
          <p:nvPr/>
        </p:nvSpPr>
        <p:spPr>
          <a:xfrm>
            <a:off x="13382625" y="4343400"/>
            <a:ext cx="416242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반복 탐색·구성의</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대기가 쌓임</a:t>
            </a:r>
            <a:endParaRPr lang="ko-KR">
              <a:latin typeface="Calibri"/>
              <a:ea typeface="Calibri"/>
              <a:cs typeface="Calibri"/>
            </a:endParaRPr>
          </a:p>
        </p:txBody>
      </p:sp>
      <p:sp>
        <p:nvSpPr>
          <p:cNvPr id="64" name="Editable path 61">
            <a:extLst>
              <a:ext uri="{FF2B5EF4-FFF2-40B4-BE49-F238E27FC236}">
                <ns2:creationId id="{27B5CDB0-4DCD-40FB-80C1-9BBF655CFB68}"/>
              </a:ext>
            </a:extLst>
          </p:cNvPr>
          <p:cNvSpPr>
            <a:spLocks noGrp="1"/>
          </p:cNvSpPr>
          <p:nvPr/>
        </p:nvSpPr>
        <p:spPr>
          <a:xfrm>
            <a:off x="13392150" y="5467350"/>
            <a:ext cx="4076700" cy="953"/>
          </a:xfrm>
          <a:custGeom>
            <a:pathLst>
              <a:path w="4076700" h="953">
                <a:moveTo>
                  <a:pt x="0" y="0"/>
                </a:moveTo>
                <a:lnTo>
                  <a:pt x="4076700" y="0"/>
                </a:lnTo>
              </a:path>
            </a:pathLst>
          </a:custGeom>
          <a:noFill/>
          <a:ln w="13335">
            <a:solidFill>
              <a:srgbClr val="B7B9B9"/>
            </a:solidFill>
            <a:prstDash val="solid"/>
          </a:ln>
        </p:spPr>
      </p:sp>
      <p:sp>
        <p:nvSpPr>
          <p:cNvPr id="65" name="DP1 object 62">
            <a:extLst>
              <a:ext uri="{FF2B5EF4-FFF2-40B4-BE49-F238E27FC236}">
                <ns2:creationId id="{19701A66-AA07-4368-B0FA-163ADD6D9596}"/>
              </a:ext>
            </a:extLst>
          </p:cNvPr>
          <p:cNvSpPr>
            <a:spLocks noGrp="1"/>
          </p:cNvSpPr>
          <p:nvPr/>
        </p:nvSpPr>
        <p:spPr>
          <a:xfrm>
            <a:off x="13363575" y="5857875"/>
            <a:ext cx="457200" cy="457200"/>
          </a:xfrm>
          <a:prstGeom prst="ellipse">
            <a:avLst/>
          </a:prstGeom>
          <a:solidFill>
            <a:srgbClr val="C9E1B3"/>
          </a:solidFill>
          <a:ln w="0">
            <a:noFill/>
            <a:prstDash val="solid"/>
          </a:ln>
        </p:spPr>
      </p:sp>
      <p:sp>
        <p:nvSpPr>
          <p:cNvPr id="66" name="DP1 object 63">
            <a:extLst>
              <a:ext uri="{FF2B5EF4-FFF2-40B4-BE49-F238E27FC236}">
                <ns2:creationId id="{880FFBF1-288C-4A7A-88A6-61416ECC898D}"/>
              </a:ext>
            </a:extLst>
          </p:cNvPr>
          <p:cNvSpPr>
            <a:spLocks noGrp="1"/>
          </p:cNvSpPr>
          <p:nvPr/>
        </p:nvSpPr>
        <p:spPr>
          <a:xfrm>
            <a:off x="13363575" y="585787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2</a:t>
            </a:r>
            <a:endParaRPr lang="ko-KR">
              <a:latin typeface="Calibri"/>
              <a:ea typeface="Calibri"/>
              <a:cs typeface="Calibri"/>
            </a:endParaRPr>
          </a:p>
        </p:txBody>
      </p:sp>
      <p:sp>
        <p:nvSpPr>
          <p:cNvPr id="67" name="DP1 object 64">
            <a:extLst>
              <a:ext uri="{FF2B5EF4-FFF2-40B4-BE49-F238E27FC236}">
                <ns2:creationId id="{FFED6396-22F6-4057-9821-65EE694C8A12}"/>
              </a:ext>
            </a:extLst>
          </p:cNvPr>
          <p:cNvSpPr>
            <a:spLocks noGrp="1"/>
          </p:cNvSpPr>
          <p:nvPr/>
        </p:nvSpPr>
        <p:spPr>
          <a:xfrm>
            <a:off x="14030325" y="585787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이전 근거를 남기면</a:t>
            </a:r>
            <a:endParaRPr lang="ko-KR">
              <a:latin typeface="Calibri"/>
              <a:ea typeface="Calibri"/>
              <a:cs typeface="Calibri"/>
            </a:endParaRPr>
          </a:p>
        </p:txBody>
      </p:sp>
      <p:sp>
        <p:nvSpPr>
          <p:cNvPr id="68" name="DP1 object 65">
            <a:extLst>
              <a:ext uri="{FF2B5EF4-FFF2-40B4-BE49-F238E27FC236}">
                <ns2:creationId id="{53CDB4C7-8CF4-46A1-8531-4E8112CF7D8E}"/>
              </a:ext>
            </a:extLst>
          </p:cNvPr>
          <p:cNvSpPr>
            <a:spLocks noGrp="1"/>
          </p:cNvSpPr>
          <p:nvPr/>
        </p:nvSpPr>
        <p:spPr>
          <a:xfrm>
            <a:off x="13382625" y="6515100"/>
            <a:ext cx="4162425" cy="866775"/>
          </a:xfrm>
          <a:prstGeom prst="rect">
            <a:avLst/>
          </a:prstGeom>
          <a:noFill/>
          <a:ln w="0">
            <a:noFill/>
            <a:prstDash val="solid"/>
          </a:ln>
        </p:spPr>
        <p:txBody>
          <a:bodyPr wrap="none" lIns="0" tIns="0" rIns="0" bIns="0" anchor="ctr">
            <a:noAutofit/>
          </a:bodyPr>
          <a:lstStyle>
            <a:defPPr algn="l">
              <a:defRPr sz="2300" b="1" lang="ko-KR">
                <a:solidFill>
                  <a:srgbClr val="C00000"/>
                </a:solidFill>
                <a:latin typeface="Calibri"/>
                <a:ea typeface="Calibri"/>
                <a:cs typeface="Calibri"/>
              </a:defRPr>
            </a:defPPr>
            <a:lvl1pPr algn="l">
              <a:defRPr sz="2300" b="1" lang="ko-KR">
                <a:solidFill>
                  <a:srgbClr val="C00000"/>
                </a:solidFill>
                <a:latin typeface="Calibri"/>
                <a:ea typeface="Calibri"/>
                <a:cs typeface="Calibri"/>
              </a:defRPr>
            </a:lvl1pPr>
            <a:lvl2pPr algn="l">
              <a:defRPr sz="2300" b="1" lang="ko-KR">
                <a:solidFill>
                  <a:srgbClr val="C00000"/>
                </a:solidFill>
                <a:latin typeface="Calibri"/>
                <a:ea typeface="Calibri"/>
                <a:cs typeface="Calibri"/>
              </a:defRPr>
            </a:lvl2pPr>
            <a:lvl3pPr algn="l">
              <a:defRPr sz="2300" b="1" lang="ko-KR">
                <a:solidFill>
                  <a:srgbClr val="C00000"/>
                </a:solidFill>
                <a:latin typeface="Calibri"/>
                <a:ea typeface="Calibri"/>
                <a:cs typeface="Calibri"/>
              </a:defRPr>
            </a:lvl3pPr>
            <a:lvl4pPr algn="l">
              <a:defRPr sz="2300" b="1" lang="ko-KR">
                <a:solidFill>
                  <a:srgbClr val="C00000"/>
                </a:solidFill>
                <a:latin typeface="Calibri"/>
                <a:ea typeface="Calibri"/>
                <a:cs typeface="Calibri"/>
              </a:defRPr>
            </a:lvl4pPr>
            <a:lvl5pPr algn="l">
              <a:defRPr sz="2300" b="1" lang="ko-KR">
                <a:solidFill>
                  <a:srgbClr val="C00000"/>
                </a:solidFill>
                <a:latin typeface="Calibri"/>
                <a:ea typeface="Calibri"/>
                <a:cs typeface="Calibri"/>
              </a:defRPr>
            </a:lvl5pPr>
            <a:lvl6pPr algn="l">
              <a:defRPr sz="2300" b="1" lang="ko-KR">
                <a:solidFill>
                  <a:srgbClr val="C00000"/>
                </a:solidFill>
                <a:latin typeface="Calibri"/>
                <a:ea typeface="Calibri"/>
                <a:cs typeface="Calibri"/>
              </a:defRPr>
            </a:lvl6pPr>
            <a:lvl7pPr algn="l">
              <a:defRPr sz="2300" b="1" lang="ko-KR">
                <a:solidFill>
                  <a:srgbClr val="C00000"/>
                </a:solidFill>
                <a:latin typeface="Calibri"/>
                <a:ea typeface="Calibri"/>
                <a:cs typeface="Calibri"/>
              </a:defRPr>
            </a:lvl7pPr>
            <a:lvl8pPr algn="l">
              <a:defRPr sz="2300" b="1" lang="ko-KR">
                <a:solidFill>
                  <a:srgbClr val="C00000"/>
                </a:solidFill>
                <a:latin typeface="Calibri"/>
                <a:ea typeface="Calibri"/>
                <a:cs typeface="Calibri"/>
              </a:defRPr>
            </a:lvl8pPr>
            <a:lvl9pPr algn="l">
              <a:defRPr sz="2300" b="1" lang="ko-KR">
                <a:solidFill>
                  <a:srgbClr val="C00000"/>
                </a:solidFill>
                <a:latin typeface="Calibri"/>
                <a:ea typeface="Calibri"/>
                <a:cs typeface="Calibri"/>
              </a:defRPr>
            </a:lvl9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불필요한 유지·입력과</a:t>
            </a:r>
            <a:endParaRPr lang="ko-KR">
              <a:latin typeface="Calibri"/>
              <a:ea typeface="Calibri"/>
              <a:cs typeface="Calibri"/>
            </a:endParaRPr>
          </a:p>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정정 갱신 비용이 생김</a:t>
            </a:r>
            <a:endParaRPr lang="ko-KR">
              <a:latin typeface="Calibri"/>
              <a:ea typeface="Calibri"/>
              <a:cs typeface="Calibri"/>
            </a:endParaRPr>
          </a:p>
        </p:txBody>
      </p:sp>
      <p:sp>
        <p:nvSpPr>
          <p:cNvPr id="69" name="Editable path 66">
            <a:extLst>
              <a:ext uri="{FF2B5EF4-FFF2-40B4-BE49-F238E27FC236}">
                <ns2:creationId id="{1B0FD982-290A-4FCC-A4F2-623280BDBF61}"/>
              </a:ext>
            </a:extLst>
          </p:cNvPr>
          <p:cNvSpPr>
            <a:spLocks noGrp="1"/>
          </p:cNvSpPr>
          <p:nvPr/>
        </p:nvSpPr>
        <p:spPr>
          <a:xfrm>
            <a:off x="590550" y="8524875"/>
            <a:ext cx="17116425" cy="953"/>
          </a:xfrm>
          <a:custGeom>
            <a:pathLst>
              <a:path w="17116425" h="953">
                <a:moveTo>
                  <a:pt x="0" y="0"/>
                </a:moveTo>
                <a:lnTo>
                  <a:pt x="17116425" y="0"/>
                </a:lnTo>
              </a:path>
            </a:pathLst>
          </a:custGeom>
          <a:noFill/>
          <a:ln w="14288">
            <a:solidFill>
              <a:srgbClr val="4676CB"/>
            </a:solidFill>
            <a:prstDash val="solid"/>
          </a:ln>
        </p:spPr>
      </p:sp>
      <p:sp>
        <p:nvSpPr>
          <p:cNvPr id="70" name="DP1 object 67">
            <a:extLst>
              <a:ext uri="{FF2B5EF4-FFF2-40B4-BE49-F238E27FC236}">
                <ns2:creationId id="{CD80F8C4-77DA-427E-A917-3911B51F3260}"/>
              </a:ext>
            </a:extLst>
          </p:cNvPr>
          <p:cNvSpPr>
            <a:spLocks noGrp="1"/>
          </p:cNvSpPr>
          <p:nvPr/>
        </p:nvSpPr>
        <p:spPr>
          <a:xfrm>
            <a:off x="628650" y="8829675"/>
            <a:ext cx="2952750" cy="51435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71" name="DP1 object 68">
            <a:extLst>
              <a:ext uri="{FF2B5EF4-FFF2-40B4-BE49-F238E27FC236}">
                <ns2:creationId id="{711EAE29-7571-44FD-A959-100C9CC8FBED}"/>
              </a:ext>
            </a:extLst>
          </p:cNvPr>
          <p:cNvSpPr>
            <a:spLocks noGrp="1"/>
          </p:cNvSpPr>
          <p:nvPr/>
        </p:nvSpPr>
        <p:spPr>
          <a:xfrm>
            <a:off x="3571875" y="8724900"/>
            <a:ext cx="14097000" cy="6096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앞서 읽은 근거를, 다음 요청에 어떻게 공급할 것인가?</a:t>
            </a:r>
            <a:endParaRPr lang="ko-KR">
              <a:latin typeface="Calibri"/>
              <a:ea typeface="Calibri"/>
              <a:cs typeface="Calibri"/>
            </a:endParaRPr>
          </a:p>
        </p:txBody>
      </p:sp>
      <p:sp>
        <p:nvSpPr>
          <p:cNvPr id="72" name="DP1 object 69">
            <a:extLst>
              <a:ext uri="{FF2B5EF4-FFF2-40B4-BE49-F238E27FC236}">
                <ns2:creationId id="{98BC2343-FADB-4F08-813C-3193490C772C}"/>
              </a:ext>
            </a:extLst>
          </p:cNvPr>
          <p:cNvSpPr>
            <a:spLocks noGrp="1"/>
          </p:cNvSpPr>
          <p:nvPr/>
        </p:nvSpPr>
        <p:spPr>
          <a:xfrm>
            <a:off x="3571875" y="9391650"/>
            <a:ext cx="14097000" cy="4286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요청 사이의 근거 보존 방식과 구성 시점을 선택한다.</a:t>
            </a:r>
            <a:endParaRPr lang="ko-KR">
              <a:latin typeface="Calibri"/>
              <a:ea typeface="Calibri"/>
              <a:cs typeface="Calibri"/>
            </a:endParaRPr>
          </a:p>
        </p:txBody>
      </p:sp>
    </p:spTree>
    <p:extLst>
      <p:ext uri="{BB962C8B-B14F-4D97-AF65-F5344CB8AC3E}">
        <p14:creationId val="238488938"/>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6" name="DP1 object 70">
            <a:extLst>
              <a:ext uri="{FF2B5EF4-FFF2-40B4-BE49-F238E27FC236}">
                <ns2:creationId id="{7EA67C80-BE9A-4A61-BF17-0E458D655B2E}"/>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(설계 방안 비교)</a:t>
            </a:r>
            <a:endParaRPr lang="ko-KR">
              <a:latin typeface="Calibri"/>
              <a:ea typeface="Calibri"/>
              <a:cs typeface="Calibri"/>
            </a:endParaRPr>
          </a:p>
        </p:txBody>
      </p:sp>
      <p:sp>
        <p:nvSpPr>
          <p:cNvPr id="2" name="DP1 object 71">
            <a:extLst>
              <a:ext uri="{FF2B5EF4-FFF2-40B4-BE49-F238E27FC236}">
                <ns2:creationId id="{1E5649CE-C698-41C7-8E37-E40DE46EA334}"/>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1 object 72">
            <a:extLst>
              <a:ext uri="{FF2B5EF4-FFF2-40B4-BE49-F238E27FC236}">
                <ns2:creationId id="{67842C84-6BB6-4C22-8B9F-557293F34830}"/>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1 object 73">
            <a:extLst>
              <a:ext uri="{FF2B5EF4-FFF2-40B4-BE49-F238E27FC236}">
                <ns2:creationId id="{32E3A45A-69F0-4A61-B32F-68B47C713C2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1 object 74">
            <a:extLst>
              <a:ext uri="{FF2B5EF4-FFF2-40B4-BE49-F238E27FC236}">
                <ns2:creationId id="{628BA182-1183-433C-AE99-EB993B3D2156}"/>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1 object 75">
            <a:extLst>
              <a:ext uri="{FF2B5EF4-FFF2-40B4-BE49-F238E27FC236}">
                <ns2:creationId id="{3BD35D09-4273-4F88-9603-52D35F24D4F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1 object 76">
            <a:extLst>
              <a:ext uri="{FF2B5EF4-FFF2-40B4-BE49-F238E27FC236}">
                <ns2:creationId id="{9DC7BCF0-6887-41D4-862A-C0FD0A352E5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1 object 77">
            <a:extLst>
              <a:ext uri="{FF2B5EF4-FFF2-40B4-BE49-F238E27FC236}">
                <ns2:creationId id="{CA9D0DC7-C317-4649-B0A7-595EC0A0944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1 object 78">
            <a:extLst>
              <a:ext uri="{FF2B5EF4-FFF2-40B4-BE49-F238E27FC236}">
                <ns2:creationId id="{CCDB5D7C-BF11-489B-A463-2760A9AFE686}"/>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1 object 79">
            <a:extLst>
              <a:ext uri="{FF2B5EF4-FFF2-40B4-BE49-F238E27FC236}">
                <ns2:creationId id="{B18116C9-465A-482C-98B3-784916C662E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1 object 80">
            <a:extLst>
              <a:ext uri="{FF2B5EF4-FFF2-40B4-BE49-F238E27FC236}">
                <ns2:creationId id="{4608A372-713E-4CF9-BE2C-C21C04A7E823}"/>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81">
            <a:extLst>
              <a:ext uri="{FF2B5EF4-FFF2-40B4-BE49-F238E27FC236}">
                <ns2:creationId id="{405B91CF-1CF9-4FBF-8788-349B54C42F0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1 object 82">
            <a:extLst>
              <a:ext uri="{FF2B5EF4-FFF2-40B4-BE49-F238E27FC236}">
                <ns2:creationId id="{598A9604-9202-4B75-8CDB-E48D5985068D}"/>
              </a:ext>
            </a:extLst>
          </p:cNvPr>
          <p:cNvSpPr>
            <a:spLocks noGrp="1"/>
          </p:cNvSpPr>
          <p:nvPr/>
        </p:nvSpPr>
        <p:spPr>
          <a:xfrm>
            <a:off x="17478375" y="9991725"/>
            <a:ext cx="361950" cy="190500"/>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a:t>
            </a:r>
            <a:endParaRPr lang="ko-KR">
              <a:latin typeface="Calibri"/>
              <a:ea typeface="Calibri"/>
              <a:cs typeface="Calibri"/>
            </a:endParaRPr>
          </a:p>
        </p:txBody>
      </p:sp>
      <p:sp>
        <p:nvSpPr>
          <p:cNvPr id="14" name="DP1 object 83">
            <a:extLst>
              <a:ext uri="{FF2B5EF4-FFF2-40B4-BE49-F238E27FC236}">
                <ns2:creationId id="{3FEFF6E0-B9E3-4170-87D7-DB36DF00C818}"/>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대화 문맥 재사용   /   B: 요청별 원본 구성   /   C: 독립 생산과 게시 근거 조회</a:t>
            </a:r>
            <a:endParaRPr lang="ko-KR">
              <a:latin typeface="Calibri"/>
              <a:ea typeface="Calibri"/>
              <a:cs typeface="Calibri"/>
            </a:endParaRPr>
          </a:p>
        </p:txBody>
      </p:sp>
      <p:graphicFrame>
        <p:nvGraphicFramePr>
          <p:cNvPr id="15" name="">
            <a:extLst>
              <a:ext uri="{FF2B5EF4-FFF2-40B4-BE49-F238E27FC236}">
                <ns2:creationId id="{B963930B-C9F4-4CC7-AA6C-0D51A5B5A86B}"/>
              </a:ext>
            </a:extLst>
          </p:cNvPr>
          <p:cNvGraphicFramePr/>
          <p:nvPr/>
        </p:nvGraphicFramePr>
        <p:xfrm>
          <a:off x="228600" y="175260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원문 정정에 따른 문맥 갱신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13.617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84">
            <a:extLst>
              <a:ext uri="{FF2B5EF4-FFF2-40B4-BE49-F238E27FC236}">
                <ns2:creationId id="{9A9CC070-B31F-4416-8D16-1C34989F0B7A}"/>
              </a:ext>
            </a:extLst>
          </p:cNvPr>
          <p:cNvSpPr>
            <a:spLocks noGrp="1"/>
          </p:cNvSpPr>
          <p:nvPr/>
        </p:nvSpPr>
        <p:spPr>
          <a:xfrm>
            <a:off x="381000" y="2981325"/>
            <a:ext cx="1323975" cy="647700"/>
          </a:xfrm>
          <a:prstGeom prst="rect">
            <a:avLst/>
          </a:prstGeom>
          <a:solidFill>
            <a:srgbClr val="FFF6DD"/>
          </a:solidFill>
          <a:ln w="25718">
            <a:solidFill>
              <a:srgbClr val="111111"/>
            </a:solidFill>
            <a:prstDash val="solid"/>
          </a:ln>
        </p:spPr>
      </p:sp>
      <p:sp>
        <p:nvSpPr>
          <p:cNvPr id="17" name="DP1 object 85">
            <a:extLst>
              <a:ext uri="{FF2B5EF4-FFF2-40B4-BE49-F238E27FC236}">
                <ns2:creationId id="{37912B4D-99F0-4725-9F5C-1C20843570F1}"/>
              </a:ext>
            </a:extLst>
          </p:cNvPr>
          <p:cNvSpPr>
            <a:spLocks noGrp="1"/>
          </p:cNvSpPr>
          <p:nvPr/>
        </p:nvSpPr>
        <p:spPr>
          <a:xfrm>
            <a:off x="419100" y="300037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86">
            <a:extLst>
              <a:ext uri="{FF2B5EF4-FFF2-40B4-BE49-F238E27FC236}">
                <ns2:creationId id="{DE5F6F2A-1F95-48E2-ABF0-D5C5151A9DB7}"/>
              </a:ext>
            </a:extLst>
          </p:cNvPr>
          <p:cNvSpPr>
            <a:spLocks noGrp="1"/>
          </p:cNvSpPr>
          <p:nvPr/>
        </p:nvSpPr>
        <p:spPr>
          <a:xfrm>
            <a:off x="466725" y="3305175"/>
            <a:ext cx="1152525" cy="238125"/>
          </a:xfrm>
          <a:prstGeom prst="rect">
            <a:avLst/>
          </a:prstGeom>
          <a:solidFill>
            <a:srgbClr val="FFFFFF"/>
          </a:solidFill>
          <a:ln w="12383">
            <a:solidFill>
              <a:srgbClr val="111111"/>
            </a:solidFill>
            <a:prstDash val="solid"/>
          </a:ln>
        </p:spPr>
      </p:sp>
      <p:sp>
        <p:nvSpPr>
          <p:cNvPr id="19" name="DP1 object 87">
            <a:extLst>
              <a:ext uri="{FF2B5EF4-FFF2-40B4-BE49-F238E27FC236}">
                <ns2:creationId id="{5258614C-9C75-44AF-9B8B-65899FF9CB72}"/>
              </a:ext>
            </a:extLst>
          </p:cNvPr>
          <p:cNvSpPr>
            <a:spLocks noGrp="1"/>
          </p:cNvSpPr>
          <p:nvPr/>
        </p:nvSpPr>
        <p:spPr>
          <a:xfrm>
            <a:off x="485775" y="330517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3702BA19-6275-4F0B-A03B-F0FE881A4433}"/>
              </a:ext>
            </a:extLst>
          </p:cNvPr>
          <p:cNvSpPr>
            <a:spLocks noGrp="1"/>
          </p:cNvSpPr>
          <p:nvPr/>
        </p:nvSpPr>
        <p:spPr>
          <a:xfrm>
            <a:off x="400050" y="3876675"/>
            <a:ext cx="1285875" cy="523875"/>
          </a:xfrm>
          <a:prstGeom prst="can">
            <a:avLst>
              <a:gd name="adj" fmla="val 16000"/>
            </a:avLst>
          </a:prstGeom>
          <a:solidFill>
            <a:srgbClr val="FFF6DD"/>
          </a:solidFill>
          <a:ln w="17145">
            <a:solidFill>
              <a:srgbClr val="111111"/>
            </a:solidFill>
            <a:prstDash val="solid"/>
          </a:ln>
        </p:spPr>
      </p:sp>
      <p:sp>
        <p:nvSpPr>
          <p:cNvPr id="21" name="DP1 object 88">
            <a:extLst>
              <a:ext uri="{FF2B5EF4-FFF2-40B4-BE49-F238E27FC236}">
                <ns2:creationId id="{F3D67CC5-3560-4D99-8C9B-7DD35022AB3A}"/>
              </a:ext>
            </a:extLst>
          </p:cNvPr>
          <p:cNvSpPr>
            <a:spLocks noGrp="1"/>
          </p:cNvSpPr>
          <p:nvPr/>
        </p:nvSpPr>
        <p:spPr>
          <a:xfrm>
            <a:off x="447675" y="398145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유지 데이터</a:t>
            </a:r>
            <a:endParaRPr lang="ko-KR">
              <a:latin typeface="Calibri"/>
              <a:ea typeface="Calibri"/>
              <a:cs typeface="Calibri"/>
            </a:endParaRPr>
          </a:p>
        </p:txBody>
      </p:sp>
      <p:sp>
        <p:nvSpPr>
          <p:cNvPr id="22" name="DP1 object 89">
            <a:extLst>
              <a:ext uri="{FF2B5EF4-FFF2-40B4-BE49-F238E27FC236}">
                <ns2:creationId id="{D84F34EA-00DC-4021-8048-5AD55ED66655}"/>
              </a:ext>
            </a:extLst>
          </p:cNvPr>
          <p:cNvSpPr>
            <a:spLocks noGrp="1"/>
          </p:cNvSpPr>
          <p:nvPr/>
        </p:nvSpPr>
        <p:spPr>
          <a:xfrm>
            <a:off x="371475" y="452437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90">
            <a:extLst>
              <a:ext uri="{FF2B5EF4-FFF2-40B4-BE49-F238E27FC236}">
                <ns2:creationId id="{50DEBAC6-9450-49E0-8CBB-D06E33EDD777}"/>
              </a:ext>
            </a:extLst>
          </p:cNvPr>
          <p:cNvSpPr>
            <a:spLocks noGrp="1"/>
          </p:cNvSpPr>
          <p:nvPr/>
        </p:nvSpPr>
        <p:spPr>
          <a:xfrm>
            <a:off x="333375" y="5267325"/>
            <a:ext cx="1476375" cy="2762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선: 처리·근거 흐름</a:t>
            </a:r>
            <a:endParaRPr lang="ko-KR">
              <a:latin typeface="Calibri"/>
              <a:ea typeface="Calibri"/>
              <a:cs typeface="Calibri"/>
            </a:endParaRPr>
          </a:p>
        </p:txBody>
      </p:sp>
      <p:sp>
        <p:nvSpPr>
          <p:cNvPr id="24" name="DP1 object 91">
            <a:extLst>
              <a:ext uri="{FF2B5EF4-FFF2-40B4-BE49-F238E27FC236}">
                <ns2:creationId id="{481AB6CE-8FB6-45A7-88B5-13974D72CD4F}"/>
              </a:ext>
            </a:extLst>
          </p:cNvPr>
          <p:cNvSpPr>
            <a:spLocks noGrp="1"/>
          </p:cNvSpPr>
          <p:nvPr/>
        </p:nvSpPr>
        <p:spPr>
          <a:xfrm>
            <a:off x="1962150" y="229552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5" name="유효 작업 문맥&#10;이전 근거 · 대화 수명">
            <a:extLst>
              <a:ext uri="{FF2B5EF4-FFF2-40B4-BE49-F238E27FC236}">
                <ns2:creationId id="{92AA9C0A-E840-4C3D-8409-80CC9FC5B05D}"/>
              </a:ext>
            </a:extLst>
          </p:cNvPr>
          <p:cNvSpPr>
            <a:spLocks noGrp="1"/>
          </p:cNvSpPr>
          <p:nvPr/>
        </p:nvSpPr>
        <p:spPr>
          <a:xfrm>
            <a:off x="2133600" y="3209925"/>
            <a:ext cx="2143125" cy="914400"/>
          </a:xfrm>
          <a:prstGeom prst="can">
            <a:avLst>
              <a:gd name="adj" fmla="val 16000"/>
            </a:avLst>
          </a:prstGeom>
          <a:solidFill>
            <a:srgbClr val="FFF6DD"/>
          </a:solidFill>
          <a:ln w="17145">
            <a:solidFill>
              <a:srgbClr val="111111"/>
            </a:solidFill>
            <a:prstDash val="solid"/>
          </a:ln>
        </p:spPr>
      </p:sp>
      <p:sp>
        <p:nvSpPr>
          <p:cNvPr id="26" name="DP1 object 92">
            <a:extLst>
              <a:ext uri="{FF2B5EF4-FFF2-40B4-BE49-F238E27FC236}">
                <ns2:creationId id="{703108ED-DE1E-4105-9B00-5DB0F7BA579C}"/>
              </a:ext>
            </a:extLst>
          </p:cNvPr>
          <p:cNvSpPr>
            <a:spLocks noGrp="1"/>
          </p:cNvSpPr>
          <p:nvPr/>
        </p:nvSpPr>
        <p:spPr>
          <a:xfrm>
            <a:off x="2181225" y="331470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7" name="Request Interpreter Component">
            <a:extLst>
              <a:ext uri="{FF2B5EF4-FFF2-40B4-BE49-F238E27FC236}">
                <ns2:creationId id="{B0EC542C-F4B1-4DC6-ABB4-0EC395B80E3C}"/>
              </a:ext>
            </a:extLst>
          </p:cNvPr>
          <p:cNvSpPr>
            <a:spLocks noGrp="1"/>
          </p:cNvSpPr>
          <p:nvPr/>
        </p:nvSpPr>
        <p:spPr>
          <a:xfrm>
            <a:off x="4552950" y="2847975"/>
            <a:ext cx="2400300" cy="971550"/>
          </a:xfrm>
          <a:prstGeom prst="rect">
            <a:avLst/>
          </a:prstGeom>
          <a:solidFill>
            <a:srgbClr val="FFF6DD"/>
          </a:solidFill>
          <a:ln w="25718">
            <a:solidFill>
              <a:srgbClr val="111111"/>
            </a:solidFill>
            <a:prstDash val="solid"/>
          </a:ln>
        </p:spPr>
      </p:sp>
      <p:sp>
        <p:nvSpPr>
          <p:cNvPr id="28" name="DP1 object 93">
            <a:extLst>
              <a:ext uri="{FF2B5EF4-FFF2-40B4-BE49-F238E27FC236}">
                <ns2:creationId id="{17D1BB1D-824A-4E48-8240-64A9E28C54C6}"/>
              </a:ext>
            </a:extLst>
          </p:cNvPr>
          <p:cNvSpPr>
            <a:spLocks noGrp="1"/>
          </p:cNvSpPr>
          <p:nvPr/>
        </p:nvSpPr>
        <p:spPr>
          <a:xfrm>
            <a:off x="4610100" y="286702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29" name="Editable path 94">
            <a:extLst>
              <a:ext uri="{FF2B5EF4-FFF2-40B4-BE49-F238E27FC236}">
                <ns2:creationId id="{7982CD0C-EA76-45E5-B31C-02716D580CF8}"/>
              </a:ext>
            </a:extLst>
          </p:cNvPr>
          <p:cNvSpPr>
            <a:spLocks noGrp="1"/>
          </p:cNvSpPr>
          <p:nvPr/>
        </p:nvSpPr>
        <p:spPr>
          <a:xfrm>
            <a:off x="4552950" y="3171825"/>
            <a:ext cx="2400300" cy="953"/>
          </a:xfrm>
          <a:custGeom>
            <a:pathLst>
              <a:path w="2400300" h="953">
                <a:moveTo>
                  <a:pt x="0" y="0"/>
                </a:moveTo>
                <a:lnTo>
                  <a:pt x="2400300" y="0"/>
                </a:lnTo>
              </a:path>
            </a:pathLst>
          </a:custGeom>
          <a:noFill/>
          <a:ln w="14288">
            <a:solidFill>
              <a:srgbClr val="111111"/>
            </a:solidFill>
            <a:prstDash val="solid"/>
          </a:ln>
        </p:spPr>
      </p:sp>
      <p:sp>
        <p:nvSpPr>
          <p:cNvPr id="30" name="Request Interpreter internal operation">
            <a:extLst>
              <a:ext uri="{FF2B5EF4-FFF2-40B4-BE49-F238E27FC236}">
                <ns2:creationId id="{EBC8D2B4-F6FE-4E33-9CE4-6B404A21D81E}"/>
              </a:ext>
            </a:extLst>
          </p:cNvPr>
          <p:cNvSpPr>
            <a:spLocks noGrp="1"/>
          </p:cNvSpPr>
          <p:nvPr/>
        </p:nvSpPr>
        <p:spPr>
          <a:xfrm>
            <a:off x="4648200" y="3238500"/>
            <a:ext cx="2209800" cy="504825"/>
          </a:xfrm>
          <a:prstGeom prst="rect">
            <a:avLst/>
          </a:prstGeom>
          <a:solidFill>
            <a:srgbClr val="FFFFFF"/>
          </a:solidFill>
          <a:ln w="14288">
            <a:solidFill>
              <a:srgbClr val="111111"/>
            </a:solidFill>
            <a:prstDash val="solid"/>
          </a:ln>
        </p:spPr>
      </p:sp>
      <p:sp>
        <p:nvSpPr>
          <p:cNvPr id="31" name="DP1 object 95">
            <a:extLst>
              <a:ext uri="{FF2B5EF4-FFF2-40B4-BE49-F238E27FC236}">
                <ns2:creationId id="{32B6D125-5B35-4058-BAF2-F8565B2B7E35}"/>
              </a:ext>
            </a:extLst>
          </p:cNvPr>
          <p:cNvSpPr>
            <a:spLocks noGrp="1"/>
          </p:cNvSpPr>
          <p:nvPr/>
        </p:nvSpPr>
        <p:spPr>
          <a:xfrm>
            <a:off x="4695825" y="325755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2" name="DP1 object 96">
            <a:extLst>
              <a:ext uri="{FF2B5EF4-FFF2-40B4-BE49-F238E27FC236}">
                <ns2:creationId id="{BDE8CAAF-5973-43A2-8C5F-6A36567F6520}"/>
              </a:ext>
            </a:extLst>
          </p:cNvPr>
          <p:cNvSpPr>
            <a:spLocks noGrp="1"/>
          </p:cNvSpPr>
          <p:nvPr/>
        </p:nvSpPr>
        <p:spPr>
          <a:xfrm>
            <a:off x="4772025" y="258127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3" name="Editable path 97">
            <a:extLst>
              <a:ext uri="{FF2B5EF4-FFF2-40B4-BE49-F238E27FC236}">
                <ns2:creationId id="{F8C07C45-0598-48A2-818C-91C0986E4FBF}"/>
              </a:ext>
            </a:extLst>
          </p:cNvPr>
          <p:cNvSpPr>
            <a:spLocks noGrp="1"/>
          </p:cNvSpPr>
          <p:nvPr/>
        </p:nvSpPr>
        <p:spPr>
          <a:xfrm>
            <a:off x="5753100" y="2819400"/>
            <a:ext cx="953" cy="28575"/>
          </a:xfrm>
          <a:custGeom>
            <a:pathLst>
              <a:path w="953" h="28575">
                <a:moveTo>
                  <a:pt x="0" y="0"/>
                </a:moveTo>
                <a:lnTo>
                  <a:pt x="0" y="28575"/>
                </a:lnTo>
              </a:path>
            </a:pathLst>
          </a:custGeom>
          <a:noFill/>
          <a:ln w="19050">
            <a:solidFill>
              <a:srgbClr val="111111"/>
            </a:solidFill>
            <a:prstDash val="solid"/>
          </a:ln>
        </p:spPr>
      </p:sp>
      <p:sp>
        <p:nvSpPr>
          <p:cNvPr id="34" name="Editable arrowhead 98">
            <a:extLst>
              <a:ext uri="{FF2B5EF4-FFF2-40B4-BE49-F238E27FC236}">
                <ns2:creationId id="{B7179486-40F3-4D58-B33A-1F07C81EB198}"/>
              </a:ext>
            </a:extLst>
          </p:cNvPr>
          <p:cNvSpPr>
            <a:spLocks noGrp="1"/>
          </p:cNvSpPr>
          <p:nvPr/>
        </p:nvSpPr>
        <p:spPr>
          <a:xfrm>
            <a:off x="5705475" y="2752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Editable path 99">
            <a:extLst>
              <a:ext uri="{FF2B5EF4-FFF2-40B4-BE49-F238E27FC236}">
                <ns2:creationId id="{50CD0F4D-18CE-460B-BE48-D346186FE905}"/>
              </a:ext>
            </a:extLst>
          </p:cNvPr>
          <p:cNvSpPr>
            <a:spLocks noGrp="1"/>
          </p:cNvSpPr>
          <p:nvPr/>
        </p:nvSpPr>
        <p:spPr>
          <a:xfrm>
            <a:off x="4276725" y="3476625"/>
            <a:ext cx="276225" cy="953"/>
          </a:xfrm>
          <a:custGeom>
            <a:pathLst>
              <a:path w="276225" h="953">
                <a:moveTo>
                  <a:pt x="0" y="0"/>
                </a:moveTo>
                <a:lnTo>
                  <a:pt x="276225" y="0"/>
                </a:lnTo>
              </a:path>
            </a:pathLst>
          </a:custGeom>
          <a:noFill/>
          <a:ln w="23813">
            <a:solidFill>
              <a:srgbClr val="111111"/>
            </a:solidFill>
            <a:prstDash val="solid"/>
          </a:ln>
        </p:spPr>
      </p:sp>
      <p:sp>
        <p:nvSpPr>
          <p:cNvPr id="36" name="Editable arrowhead 100">
            <a:extLst>
              <a:ext uri="{FF2B5EF4-FFF2-40B4-BE49-F238E27FC236}">
                <ns2:creationId id="{369235B6-F6EF-4DAB-98E2-E45B9283C9BE}"/>
              </a:ext>
            </a:extLst>
          </p:cNvPr>
          <p:cNvSpPr>
            <a:spLocks noGrp="1"/>
          </p:cNvSpPr>
          <p:nvPr/>
        </p:nvSpPr>
        <p:spPr>
          <a:xfrm>
            <a:off x="4457700" y="34290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7" name="Context Manager Component">
            <a:extLst>
              <a:ext uri="{FF2B5EF4-FFF2-40B4-BE49-F238E27FC236}">
                <ns2:creationId id="{25D6392F-94D2-49FD-B004-A69639422C24}"/>
              </a:ext>
            </a:extLst>
          </p:cNvPr>
          <p:cNvSpPr>
            <a:spLocks noGrp="1"/>
          </p:cNvSpPr>
          <p:nvPr/>
        </p:nvSpPr>
        <p:spPr>
          <a:xfrm>
            <a:off x="4552950" y="4181475"/>
            <a:ext cx="2400300" cy="1009650"/>
          </a:xfrm>
          <a:prstGeom prst="rect">
            <a:avLst/>
          </a:prstGeom>
          <a:solidFill>
            <a:srgbClr val="FFF6DD"/>
          </a:solidFill>
          <a:ln w="25718">
            <a:solidFill>
              <a:srgbClr val="111111"/>
            </a:solidFill>
            <a:prstDash val="solid"/>
          </a:ln>
        </p:spPr>
      </p:sp>
      <p:sp>
        <p:nvSpPr>
          <p:cNvPr id="38" name="DP1 object 101">
            <a:extLst>
              <a:ext uri="{FF2B5EF4-FFF2-40B4-BE49-F238E27FC236}">
                <ns2:creationId id="{5A004133-E8DF-485A-91CC-D90F7DA639AA}"/>
              </a:ext>
            </a:extLst>
          </p:cNvPr>
          <p:cNvSpPr>
            <a:spLocks noGrp="1"/>
          </p:cNvSpPr>
          <p:nvPr/>
        </p:nvSpPr>
        <p:spPr>
          <a:xfrm>
            <a:off x="4610100" y="420052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9" name="Editable path 102">
            <a:extLst>
              <a:ext uri="{FF2B5EF4-FFF2-40B4-BE49-F238E27FC236}">
                <ns2:creationId id="{94223099-CCBB-4DB2-82AF-13391511E1F2}"/>
              </a:ext>
            </a:extLst>
          </p:cNvPr>
          <p:cNvSpPr>
            <a:spLocks noGrp="1"/>
          </p:cNvSpPr>
          <p:nvPr/>
        </p:nvSpPr>
        <p:spPr>
          <a:xfrm>
            <a:off x="4552950" y="4505325"/>
            <a:ext cx="2400300" cy="953"/>
          </a:xfrm>
          <a:custGeom>
            <a:pathLst>
              <a:path w="2400300" h="953">
                <a:moveTo>
                  <a:pt x="0" y="0"/>
                </a:moveTo>
                <a:lnTo>
                  <a:pt x="2400300" y="0"/>
                </a:lnTo>
              </a:path>
            </a:pathLst>
          </a:custGeom>
          <a:noFill/>
          <a:ln w="14288">
            <a:solidFill>
              <a:srgbClr val="111111"/>
            </a:solidFill>
            <a:prstDash val="solid"/>
          </a:ln>
        </p:spPr>
      </p:sp>
      <p:sp>
        <p:nvSpPr>
          <p:cNvPr id="40" name="Context Manager internal operation">
            <a:extLst>
              <a:ext uri="{FF2B5EF4-FFF2-40B4-BE49-F238E27FC236}">
                <ns2:creationId id="{ADADF8C5-968D-4B89-ABC2-07593E71EE04}"/>
              </a:ext>
            </a:extLst>
          </p:cNvPr>
          <p:cNvSpPr>
            <a:spLocks noGrp="1"/>
          </p:cNvSpPr>
          <p:nvPr/>
        </p:nvSpPr>
        <p:spPr>
          <a:xfrm>
            <a:off x="4648200" y="4572000"/>
            <a:ext cx="2209800" cy="542925"/>
          </a:xfrm>
          <a:prstGeom prst="rect">
            <a:avLst/>
          </a:prstGeom>
          <a:solidFill>
            <a:srgbClr val="FFFFFF"/>
          </a:solidFill>
          <a:ln w="14288">
            <a:solidFill>
              <a:srgbClr val="111111"/>
            </a:solidFill>
            <a:prstDash val="solid"/>
          </a:ln>
        </p:spPr>
      </p:sp>
      <p:sp>
        <p:nvSpPr>
          <p:cNvPr id="41" name="DP1 object 103">
            <a:extLst>
              <a:ext uri="{FF2B5EF4-FFF2-40B4-BE49-F238E27FC236}">
                <ns2:creationId id="{BCB0AB3A-060D-4923-8852-C0CACF15E194}"/>
              </a:ext>
            </a:extLst>
          </p:cNvPr>
          <p:cNvSpPr>
            <a:spLocks noGrp="1"/>
          </p:cNvSpPr>
          <p:nvPr/>
        </p:nvSpPr>
        <p:spPr>
          <a:xfrm>
            <a:off x="4695825" y="4591050"/>
            <a:ext cx="211455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원본 보완·현재성 확인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채택 후 문맥 갱신</a:t>
            </a:r>
            <a:endParaRPr lang="ko-KR">
              <a:latin typeface="Calibri"/>
              <a:ea typeface="Calibri"/>
              <a:cs typeface="Calibri"/>
            </a:endParaRPr>
          </a:p>
        </p:txBody>
      </p:sp>
      <p:sp>
        <p:nvSpPr>
          <p:cNvPr id="42" name="Editable path 104">
            <a:extLst>
              <a:ext uri="{FF2B5EF4-FFF2-40B4-BE49-F238E27FC236}">
                <ns2:creationId id="{5D765FD5-E725-425D-AA8D-A4E939043762}"/>
              </a:ext>
            </a:extLst>
          </p:cNvPr>
          <p:cNvSpPr>
            <a:spLocks noGrp="1"/>
          </p:cNvSpPr>
          <p:nvPr/>
        </p:nvSpPr>
        <p:spPr>
          <a:xfrm>
            <a:off x="5753100" y="3819525"/>
            <a:ext cx="953" cy="361950"/>
          </a:xfrm>
          <a:custGeom>
            <a:pathLst>
              <a:path w="953" h="361950">
                <a:moveTo>
                  <a:pt x="0" y="0"/>
                </a:moveTo>
                <a:lnTo>
                  <a:pt x="0" y="361950"/>
                </a:lnTo>
              </a:path>
            </a:pathLst>
          </a:custGeom>
          <a:noFill/>
          <a:ln w="23813">
            <a:solidFill>
              <a:srgbClr val="111111"/>
            </a:solidFill>
            <a:prstDash val="solid"/>
          </a:ln>
        </p:spPr>
      </p:sp>
      <p:sp>
        <p:nvSpPr>
          <p:cNvPr id="43" name="Editable arrowhead 105">
            <a:extLst>
              <a:ext uri="{FF2B5EF4-FFF2-40B4-BE49-F238E27FC236}">
                <ns2:creationId id="{EDB636F7-0869-4C86-BB10-5B40F60EE950}"/>
              </a:ext>
            </a:extLst>
          </p:cNvPr>
          <p:cNvSpPr>
            <a:spLocks noGrp="1"/>
          </p:cNvSpPr>
          <p:nvPr/>
        </p:nvSpPr>
        <p:spPr>
          <a:xfrm>
            <a:off x="5705475" y="4086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106">
            <a:extLst>
              <a:ext uri="{FF2B5EF4-FFF2-40B4-BE49-F238E27FC236}">
                <ns2:creationId id="{0F196135-AE8B-446E-9C4B-3CE90CD2097D}"/>
              </a:ext>
            </a:extLst>
          </p:cNvPr>
          <p:cNvSpPr>
            <a:spLocks noGrp="1"/>
          </p:cNvSpPr>
          <p:nvPr/>
        </p:nvSpPr>
        <p:spPr>
          <a:xfrm>
            <a:off x="6810375" y="3819525"/>
            <a:ext cx="953" cy="361950"/>
          </a:xfrm>
          <a:custGeom>
            <a:pathLst>
              <a:path w="953" h="361950">
                <a:moveTo>
                  <a:pt x="0" y="361950"/>
                </a:moveTo>
                <a:lnTo>
                  <a:pt x="0" y="0"/>
                </a:lnTo>
              </a:path>
            </a:pathLst>
          </a:custGeom>
          <a:noFill/>
          <a:ln w="23813">
            <a:solidFill>
              <a:srgbClr val="111111"/>
            </a:solidFill>
            <a:prstDash val="solid"/>
          </a:ln>
        </p:spPr>
      </p:sp>
      <p:sp>
        <p:nvSpPr>
          <p:cNvPr id="45" name="Editable arrowhead 107">
            <a:extLst>
              <a:ext uri="{FF2B5EF4-FFF2-40B4-BE49-F238E27FC236}">
                <ns2:creationId id="{609694A0-8585-41BB-BC1E-36AA0BD42C1C}"/>
              </a:ext>
            </a:extLst>
          </p:cNvPr>
          <p:cNvSpPr>
            <a:spLocks noGrp="1"/>
          </p:cNvSpPr>
          <p:nvPr/>
        </p:nvSpPr>
        <p:spPr>
          <a:xfrm>
            <a:off x="6762750" y="38195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6" name="DP1 object 108">
            <a:extLst>
              <a:ext uri="{FF2B5EF4-FFF2-40B4-BE49-F238E27FC236}">
                <ns2:creationId id="{A9D6C974-B7CB-4E22-9840-69A89A523F93}"/>
              </a:ext>
            </a:extLst>
          </p:cNvPr>
          <p:cNvSpPr>
            <a:spLocks noGrp="1"/>
          </p:cNvSpPr>
          <p:nvPr/>
        </p:nvSpPr>
        <p:spPr>
          <a:xfrm>
            <a:off x="4629150" y="386715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7" name="DP1 object 109">
            <a:extLst>
              <a:ext uri="{FF2B5EF4-FFF2-40B4-BE49-F238E27FC236}">
                <ns2:creationId id="{999F4F19-ECE4-48BD-AFF1-630659AEF3B6}"/>
              </a:ext>
            </a:extLst>
          </p:cNvPr>
          <p:cNvSpPr>
            <a:spLocks noGrp="1"/>
          </p:cNvSpPr>
          <p:nvPr/>
        </p:nvSpPr>
        <p:spPr>
          <a:xfrm>
            <a:off x="5810250" y="3867150"/>
            <a:ext cx="923925"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근거</a:t>
            </a:r>
            <a:endParaRPr lang="ko-KR">
              <a:latin typeface="Calibri"/>
              <a:ea typeface="Calibri"/>
              <a:cs typeface="Calibri"/>
            </a:endParaRPr>
          </a:p>
        </p:txBody>
      </p:sp>
      <p:sp>
        <p:nvSpPr>
          <p:cNvPr id="48" name="Editable path 110">
            <a:extLst>
              <a:ext uri="{FF2B5EF4-FFF2-40B4-BE49-F238E27FC236}">
                <ns2:creationId id="{08F53C63-A6AD-4046-BC0B-FC955D4AE6C1}"/>
              </a:ext>
            </a:extLst>
          </p:cNvPr>
          <p:cNvSpPr>
            <a:spLocks noGrp="1"/>
          </p:cNvSpPr>
          <p:nvPr/>
        </p:nvSpPr>
        <p:spPr>
          <a:xfrm>
            <a:off x="3200400" y="412432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49" name="Editable arrowhead 111">
            <a:extLst>
              <a:ext uri="{FF2B5EF4-FFF2-40B4-BE49-F238E27FC236}">
                <ns2:creationId id="{296E07DD-1A92-493B-AE0C-EB29CDBABD8B}"/>
              </a:ext>
            </a:extLst>
          </p:cNvPr>
          <p:cNvSpPr>
            <a:spLocks noGrp="1"/>
          </p:cNvSpPr>
          <p:nvPr/>
        </p:nvSpPr>
        <p:spPr>
          <a:xfrm>
            <a:off x="3152775" y="41243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0" name="DP1 object 112">
            <a:extLst>
              <a:ext uri="{FF2B5EF4-FFF2-40B4-BE49-F238E27FC236}">
                <ns2:creationId id="{B5BB523E-6E83-4C5A-84CD-34966E30A95B}"/>
              </a:ext>
            </a:extLst>
          </p:cNvPr>
          <p:cNvSpPr>
            <a:spLocks noGrp="1"/>
          </p:cNvSpPr>
          <p:nvPr/>
        </p:nvSpPr>
        <p:spPr>
          <a:xfrm>
            <a:off x="2085975" y="478155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1" name="허용 원본">
            <a:extLst>
              <a:ext uri="{FF2B5EF4-FFF2-40B4-BE49-F238E27FC236}">
                <ns2:creationId id="{7ECCBDB2-3A6A-4345-AD3F-A20806B16F1C}"/>
              </a:ext>
            </a:extLst>
          </p:cNvPr>
          <p:cNvSpPr>
            <a:spLocks noGrp="1"/>
          </p:cNvSpPr>
          <p:nvPr/>
        </p:nvSpPr>
        <p:spPr>
          <a:xfrm>
            <a:off x="2133600" y="5219700"/>
            <a:ext cx="1638300" cy="400050"/>
          </a:xfrm>
          <a:prstGeom prst="can">
            <a:avLst>
              <a:gd name="adj" fmla="val 16000"/>
            </a:avLst>
          </a:prstGeom>
          <a:solidFill>
            <a:srgbClr val="FFFFFF"/>
          </a:solidFill>
          <a:ln w="17145">
            <a:solidFill>
              <a:srgbClr val="111111"/>
            </a:solidFill>
            <a:prstDash val="solid"/>
          </a:ln>
        </p:spPr>
      </p:sp>
      <p:sp>
        <p:nvSpPr>
          <p:cNvPr id="52" name="DP1 object 113">
            <a:extLst>
              <a:ext uri="{FF2B5EF4-FFF2-40B4-BE49-F238E27FC236}">
                <ns2:creationId id="{CEFC9B93-1B8E-4D1B-A279-9C47174771C4}"/>
              </a:ext>
            </a:extLst>
          </p:cNvPr>
          <p:cNvSpPr>
            <a:spLocks noGrp="1"/>
          </p:cNvSpPr>
          <p:nvPr/>
        </p:nvSpPr>
        <p:spPr>
          <a:xfrm>
            <a:off x="2181225" y="532447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3" name="Editable path 114">
            <a:extLst>
              <a:ext uri="{FF2B5EF4-FFF2-40B4-BE49-F238E27FC236}">
                <ns2:creationId id="{6BB35039-6ED6-4DAD-BDDF-030DD70F6BF6}"/>
              </a:ext>
            </a:extLst>
          </p:cNvPr>
          <p:cNvSpPr>
            <a:spLocks noGrp="1"/>
          </p:cNvSpPr>
          <p:nvPr/>
        </p:nvSpPr>
        <p:spPr>
          <a:xfrm>
            <a:off x="3771900" y="5191125"/>
            <a:ext cx="1981200" cy="238125"/>
          </a:xfrm>
          <a:custGeom>
            <a:pathLst>
              <a:path w="1981200" h="238125">
                <a:moveTo>
                  <a:pt x="0" y="238125"/>
                </a:moveTo>
                <a:lnTo>
                  <a:pt x="1981200" y="238125"/>
                </a:lnTo>
                <a:lnTo>
                  <a:pt x="1981200" y="0"/>
                </a:lnTo>
              </a:path>
            </a:pathLst>
          </a:custGeom>
          <a:noFill/>
          <a:ln w="19050">
            <a:solidFill>
              <a:srgbClr val="111111"/>
            </a:solidFill>
            <a:prstDash val="dash"/>
          </a:ln>
        </p:spPr>
      </p:sp>
      <p:sp>
        <p:nvSpPr>
          <p:cNvPr id="54" name="Editable arrowhead 115">
            <a:extLst>
              <a:ext uri="{FF2B5EF4-FFF2-40B4-BE49-F238E27FC236}">
                <ns2:creationId id="{AE60CAF5-EA84-4F6E-B5F4-3311718D18D8}"/>
              </a:ext>
            </a:extLst>
          </p:cNvPr>
          <p:cNvSpPr>
            <a:spLocks noGrp="1"/>
          </p:cNvSpPr>
          <p:nvPr/>
        </p:nvSpPr>
        <p:spPr>
          <a:xfrm>
            <a:off x="5705475" y="51911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5" name="DP1 object 116">
            <a:extLst>
              <a:ext uri="{FF2B5EF4-FFF2-40B4-BE49-F238E27FC236}">
                <ns2:creationId id="{4837EDDB-EEDD-4EC1-9519-7F8C57713173}"/>
              </a:ext>
            </a:extLst>
          </p:cNvPr>
          <p:cNvSpPr>
            <a:spLocks noGrp="1"/>
          </p:cNvSpPr>
          <p:nvPr/>
        </p:nvSpPr>
        <p:spPr>
          <a:xfrm>
            <a:off x="3838575" y="5172075"/>
            <a:ext cx="1857375" cy="2571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부족·변경 시 읽기</a:t>
            </a:r>
            <a:endParaRPr lang="ko-KR">
              <a:latin typeface="Calibri"/>
              <a:ea typeface="Calibri"/>
              <a:cs typeface="Calibri"/>
            </a:endParaRPr>
          </a:p>
        </p:txBody>
      </p:sp>
      <p:sp>
        <p:nvSpPr>
          <p:cNvPr id="56" name="DP1 object 117">
            <a:extLst>
              <a:ext uri="{FF2B5EF4-FFF2-40B4-BE49-F238E27FC236}">
                <ns2:creationId id="{6D3EF240-2EB2-4E55-BBCE-FB16380077D1}"/>
              </a:ext>
            </a:extLst>
          </p:cNvPr>
          <p:cNvSpPr>
            <a:spLocks noGrp="1"/>
          </p:cNvSpPr>
          <p:nvPr/>
        </p:nvSpPr>
        <p:spPr>
          <a:xfrm>
            <a:off x="7353300" y="229552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7" name="DP1 object 118">
            <a:extLst>
              <a:ext uri="{FF2B5EF4-FFF2-40B4-BE49-F238E27FC236}">
                <ns2:creationId id="{CE934B98-A3D0-4ADB-A879-9EE4346A7515}"/>
              </a:ext>
            </a:extLst>
          </p:cNvPr>
          <p:cNvSpPr>
            <a:spLocks noGrp="1"/>
          </p:cNvSpPr>
          <p:nvPr/>
        </p:nvSpPr>
        <p:spPr>
          <a:xfrm>
            <a:off x="9401175" y="2600325"/>
            <a:ext cx="3105150" cy="3048000"/>
          </a:xfrm>
          <a:prstGeom prst="rect">
            <a:avLst/>
          </a:prstGeom>
          <a:noFill/>
          <a:ln w="12383">
            <a:solidFill>
              <a:srgbClr val="98999B"/>
            </a:solidFill>
            <a:prstDash val="dash"/>
          </a:ln>
        </p:spPr>
      </p:sp>
      <p:sp>
        <p:nvSpPr>
          <p:cNvPr id="58" name="Request Interpreter Component">
            <a:extLst>
              <a:ext uri="{FF2B5EF4-FFF2-40B4-BE49-F238E27FC236}">
                <ns2:creationId id="{6666EB5F-5DB7-4916-A725-527889F319D1}"/>
              </a:ext>
            </a:extLst>
          </p:cNvPr>
          <p:cNvSpPr>
            <a:spLocks noGrp="1"/>
          </p:cNvSpPr>
          <p:nvPr/>
        </p:nvSpPr>
        <p:spPr>
          <a:xfrm>
            <a:off x="9582150" y="2647950"/>
            <a:ext cx="2771775" cy="742950"/>
          </a:xfrm>
          <a:prstGeom prst="rect">
            <a:avLst/>
          </a:prstGeom>
          <a:solidFill>
            <a:srgbClr val="FFF6DD"/>
          </a:solidFill>
          <a:ln w="25718">
            <a:solidFill>
              <a:srgbClr val="111111"/>
            </a:solidFill>
            <a:prstDash val="solid"/>
          </a:ln>
        </p:spPr>
      </p:sp>
      <p:sp>
        <p:nvSpPr>
          <p:cNvPr id="59" name="DP1 object 119">
            <a:extLst>
              <a:ext uri="{FF2B5EF4-FFF2-40B4-BE49-F238E27FC236}">
                <ns2:creationId id="{FF435964-E93F-4A92-92D6-62509913C77C}"/>
              </a:ext>
            </a:extLst>
          </p:cNvPr>
          <p:cNvSpPr>
            <a:spLocks noGrp="1"/>
          </p:cNvSpPr>
          <p:nvPr/>
        </p:nvSpPr>
        <p:spPr>
          <a:xfrm>
            <a:off x="9639300" y="2667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0" name="Editable path 120">
            <a:extLst>
              <a:ext uri="{FF2B5EF4-FFF2-40B4-BE49-F238E27FC236}">
                <ns2:creationId id="{4680DEDF-1935-4CDE-B6E2-F90A538EFCA4}"/>
              </a:ext>
            </a:extLst>
          </p:cNvPr>
          <p:cNvSpPr>
            <a:spLocks noGrp="1"/>
          </p:cNvSpPr>
          <p:nvPr/>
        </p:nvSpPr>
        <p:spPr>
          <a:xfrm>
            <a:off x="9582150" y="2905125"/>
            <a:ext cx="2771775" cy="953"/>
          </a:xfrm>
          <a:custGeom>
            <a:pathLst>
              <a:path w="2771775" h="953">
                <a:moveTo>
                  <a:pt x="0" y="0"/>
                </a:moveTo>
                <a:lnTo>
                  <a:pt x="2771775" y="0"/>
                </a:lnTo>
              </a:path>
            </a:pathLst>
          </a:custGeom>
          <a:noFill/>
          <a:ln w="14288">
            <a:solidFill>
              <a:srgbClr val="111111"/>
            </a:solidFill>
            <a:prstDash val="solid"/>
          </a:ln>
        </p:spPr>
      </p:sp>
      <p:sp>
        <p:nvSpPr>
          <p:cNvPr id="61" name="Request Interpreter internal operation">
            <a:extLst>
              <a:ext uri="{FF2B5EF4-FFF2-40B4-BE49-F238E27FC236}">
                <ns2:creationId id="{6C972889-AA57-4C29-80DB-C75A9FB3000D}"/>
              </a:ext>
            </a:extLst>
          </p:cNvPr>
          <p:cNvSpPr>
            <a:spLocks noGrp="1"/>
          </p:cNvSpPr>
          <p:nvPr/>
        </p:nvSpPr>
        <p:spPr>
          <a:xfrm>
            <a:off x="9677400" y="2971800"/>
            <a:ext cx="2581275" cy="342900"/>
          </a:xfrm>
          <a:prstGeom prst="rect">
            <a:avLst/>
          </a:prstGeom>
          <a:solidFill>
            <a:srgbClr val="FFFFFF"/>
          </a:solidFill>
          <a:ln w="14288">
            <a:solidFill>
              <a:srgbClr val="111111"/>
            </a:solidFill>
            <a:prstDash val="solid"/>
          </a:ln>
        </p:spPr>
      </p:sp>
      <p:sp>
        <p:nvSpPr>
          <p:cNvPr id="62" name="DP1 object 121">
            <a:extLst>
              <a:ext uri="{FF2B5EF4-FFF2-40B4-BE49-F238E27FC236}">
                <ns2:creationId id="{F1BAB08B-0410-4FA1-BFEF-294228F4BE30}"/>
              </a:ext>
            </a:extLst>
          </p:cNvPr>
          <p:cNvSpPr>
            <a:spLocks noGrp="1"/>
          </p:cNvSpPr>
          <p:nvPr/>
        </p:nvSpPr>
        <p:spPr>
          <a:xfrm>
            <a:off x="9725025" y="299085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3" name="Editable path 122">
            <a:extLst>
              <a:ext uri="{FF2B5EF4-FFF2-40B4-BE49-F238E27FC236}">
                <ns2:creationId id="{6374DD28-B188-44D4-995F-9CEBB3F0D86C}"/>
              </a:ext>
            </a:extLst>
          </p:cNvPr>
          <p:cNvSpPr>
            <a:spLocks noGrp="1"/>
          </p:cNvSpPr>
          <p:nvPr/>
        </p:nvSpPr>
        <p:spPr>
          <a:xfrm>
            <a:off x="10972800" y="3390900"/>
            <a:ext cx="953" cy="171450"/>
          </a:xfrm>
          <a:custGeom>
            <a:pathLst>
              <a:path w="953" h="171450">
                <a:moveTo>
                  <a:pt x="0" y="0"/>
                </a:moveTo>
                <a:lnTo>
                  <a:pt x="0" y="171450"/>
                </a:lnTo>
              </a:path>
            </a:pathLst>
          </a:custGeom>
          <a:noFill/>
          <a:ln w="21908">
            <a:solidFill>
              <a:srgbClr val="111111"/>
            </a:solidFill>
            <a:prstDash val="solid"/>
          </a:ln>
        </p:spPr>
      </p:sp>
      <p:sp>
        <p:nvSpPr>
          <p:cNvPr id="64" name="Editable arrowhead 123">
            <a:extLst>
              <a:ext uri="{FF2B5EF4-FFF2-40B4-BE49-F238E27FC236}">
                <ns2:creationId id="{92E218A8-F02F-4F6F-A5A7-E22476A43330}"/>
              </a:ext>
            </a:extLst>
          </p:cNvPr>
          <p:cNvSpPr>
            <a:spLocks noGrp="1"/>
          </p:cNvSpPr>
          <p:nvPr/>
        </p:nvSpPr>
        <p:spPr>
          <a:xfrm>
            <a:off x="10925175" y="34671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5" name="Context Manager Component">
            <a:extLst>
              <a:ext uri="{FF2B5EF4-FFF2-40B4-BE49-F238E27FC236}">
                <ns2:creationId id="{AB56504A-7887-4CC6-90E8-F94E345DABE9}"/>
              </a:ext>
            </a:extLst>
          </p:cNvPr>
          <p:cNvSpPr>
            <a:spLocks noGrp="1"/>
          </p:cNvSpPr>
          <p:nvPr/>
        </p:nvSpPr>
        <p:spPr>
          <a:xfrm>
            <a:off x="9582150" y="3562350"/>
            <a:ext cx="2771775" cy="742950"/>
          </a:xfrm>
          <a:prstGeom prst="rect">
            <a:avLst/>
          </a:prstGeom>
          <a:solidFill>
            <a:srgbClr val="FFF6DD"/>
          </a:solidFill>
          <a:ln w="25718">
            <a:solidFill>
              <a:srgbClr val="111111"/>
            </a:solidFill>
            <a:prstDash val="solid"/>
          </a:ln>
        </p:spPr>
      </p:sp>
      <p:sp>
        <p:nvSpPr>
          <p:cNvPr id="66" name="DP1 object 124">
            <a:extLst>
              <a:ext uri="{FF2B5EF4-FFF2-40B4-BE49-F238E27FC236}">
                <ns2:creationId id="{F396DB78-B8CA-410A-8D5E-8527B68AD6B8}"/>
              </a:ext>
            </a:extLst>
          </p:cNvPr>
          <p:cNvSpPr>
            <a:spLocks noGrp="1"/>
          </p:cNvSpPr>
          <p:nvPr/>
        </p:nvSpPr>
        <p:spPr>
          <a:xfrm>
            <a:off x="9639300" y="35814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7" name="Editable path 125">
            <a:extLst>
              <a:ext uri="{FF2B5EF4-FFF2-40B4-BE49-F238E27FC236}">
                <ns2:creationId id="{0F4CCBB9-A804-429F-8088-7D8683436D66}"/>
              </a:ext>
            </a:extLst>
          </p:cNvPr>
          <p:cNvSpPr>
            <a:spLocks noGrp="1"/>
          </p:cNvSpPr>
          <p:nvPr/>
        </p:nvSpPr>
        <p:spPr>
          <a:xfrm>
            <a:off x="9582150" y="3819525"/>
            <a:ext cx="2771775" cy="953"/>
          </a:xfrm>
          <a:custGeom>
            <a:pathLst>
              <a:path w="2771775" h="953">
                <a:moveTo>
                  <a:pt x="0" y="0"/>
                </a:moveTo>
                <a:lnTo>
                  <a:pt x="2771775" y="0"/>
                </a:lnTo>
              </a:path>
            </a:pathLst>
          </a:custGeom>
          <a:noFill/>
          <a:ln w="14288">
            <a:solidFill>
              <a:srgbClr val="111111"/>
            </a:solidFill>
            <a:prstDash val="solid"/>
          </a:ln>
        </p:spPr>
      </p:sp>
      <p:sp>
        <p:nvSpPr>
          <p:cNvPr id="68" name="Context Manager internal operation">
            <a:extLst>
              <a:ext uri="{FF2B5EF4-FFF2-40B4-BE49-F238E27FC236}">
                <ns2:creationId id="{8537B6AA-9662-4FBA-8329-8FB9620E9370}"/>
              </a:ext>
            </a:extLst>
          </p:cNvPr>
          <p:cNvSpPr>
            <a:spLocks noGrp="1"/>
          </p:cNvSpPr>
          <p:nvPr/>
        </p:nvSpPr>
        <p:spPr>
          <a:xfrm>
            <a:off x="9677400" y="3886200"/>
            <a:ext cx="2581275" cy="342900"/>
          </a:xfrm>
          <a:prstGeom prst="rect">
            <a:avLst/>
          </a:prstGeom>
          <a:solidFill>
            <a:srgbClr val="FFFFFF"/>
          </a:solidFill>
          <a:ln w="14288">
            <a:solidFill>
              <a:srgbClr val="111111"/>
            </a:solidFill>
            <a:prstDash val="solid"/>
          </a:ln>
        </p:spPr>
      </p:sp>
      <p:sp>
        <p:nvSpPr>
          <p:cNvPr id="69" name="DP1 object 126">
            <a:extLst>
              <a:ext uri="{FF2B5EF4-FFF2-40B4-BE49-F238E27FC236}">
                <ns2:creationId id="{C4ACC6A7-607A-448C-800C-BABC0B1822AC}"/>
              </a:ext>
            </a:extLst>
          </p:cNvPr>
          <p:cNvSpPr>
            <a:spLocks noGrp="1"/>
          </p:cNvSpPr>
          <p:nvPr/>
        </p:nvSpPr>
        <p:spPr>
          <a:xfrm>
            <a:off x="9725025" y="390525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0" name="허용 원본&#10;공통 기록">
            <a:extLst>
              <a:ext uri="{FF2B5EF4-FFF2-40B4-BE49-F238E27FC236}">
                <ns2:creationId id="{DBBBA428-1215-4EBD-AD52-B7D7408BC41A}"/>
              </a:ext>
            </a:extLst>
          </p:cNvPr>
          <p:cNvSpPr>
            <a:spLocks noGrp="1"/>
          </p:cNvSpPr>
          <p:nvPr/>
        </p:nvSpPr>
        <p:spPr>
          <a:xfrm>
            <a:off x="7467600" y="3571875"/>
            <a:ext cx="1647825" cy="685800"/>
          </a:xfrm>
          <a:prstGeom prst="can">
            <a:avLst>
              <a:gd name="adj" fmla="val 16000"/>
            </a:avLst>
          </a:prstGeom>
          <a:solidFill>
            <a:srgbClr val="FFFFFF"/>
          </a:solidFill>
          <a:ln w="17145">
            <a:solidFill>
              <a:srgbClr val="111111"/>
            </a:solidFill>
            <a:prstDash val="solid"/>
          </a:ln>
        </p:spPr>
      </p:sp>
      <p:sp>
        <p:nvSpPr>
          <p:cNvPr id="71" name="DP1 object 127">
            <a:extLst>
              <a:ext uri="{FF2B5EF4-FFF2-40B4-BE49-F238E27FC236}">
                <ns2:creationId id="{353E7541-A648-4709-A5A0-15A39880B71B}"/>
              </a:ext>
            </a:extLst>
          </p:cNvPr>
          <p:cNvSpPr>
            <a:spLocks noGrp="1"/>
          </p:cNvSpPr>
          <p:nvPr/>
        </p:nvSpPr>
        <p:spPr>
          <a:xfrm>
            <a:off x="7515225" y="367665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2" name="Editable path 128">
            <a:extLst>
              <a:ext uri="{FF2B5EF4-FFF2-40B4-BE49-F238E27FC236}">
                <ns2:creationId id="{2631D451-11C4-412D-A625-F211E0C8CEC0}"/>
              </a:ext>
            </a:extLst>
          </p:cNvPr>
          <p:cNvSpPr>
            <a:spLocks noGrp="1"/>
          </p:cNvSpPr>
          <p:nvPr/>
        </p:nvSpPr>
        <p:spPr>
          <a:xfrm>
            <a:off x="9115425" y="3905250"/>
            <a:ext cx="466725" cy="953"/>
          </a:xfrm>
          <a:custGeom>
            <a:pathLst>
              <a:path w="466725" h="953">
                <a:moveTo>
                  <a:pt x="0" y="0"/>
                </a:moveTo>
                <a:lnTo>
                  <a:pt x="466725" y="0"/>
                </a:lnTo>
              </a:path>
            </a:pathLst>
          </a:custGeom>
          <a:noFill/>
          <a:ln w="22860">
            <a:solidFill>
              <a:srgbClr val="111111"/>
            </a:solidFill>
            <a:prstDash val="solid"/>
          </a:ln>
        </p:spPr>
      </p:sp>
      <p:sp>
        <p:nvSpPr>
          <p:cNvPr id="73" name="Editable arrowhead 129">
            <a:extLst>
              <a:ext uri="{FF2B5EF4-FFF2-40B4-BE49-F238E27FC236}">
                <ns2:creationId id="{17405675-44FD-434E-A7E9-01B666E3E798}"/>
              </a:ext>
            </a:extLst>
          </p:cNvPr>
          <p:cNvSpPr>
            <a:spLocks noGrp="1"/>
          </p:cNvSpPr>
          <p:nvPr/>
        </p:nvSpPr>
        <p:spPr>
          <a:xfrm>
            <a:off x="9486900" y="38576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4" name="Editable path 130">
            <a:extLst>
              <a:ext uri="{FF2B5EF4-FFF2-40B4-BE49-F238E27FC236}">
                <ns2:creationId id="{5134C025-836A-495B-BE57-CA1E9F4D96E6}"/>
              </a:ext>
            </a:extLst>
          </p:cNvPr>
          <p:cNvSpPr>
            <a:spLocks noGrp="1"/>
          </p:cNvSpPr>
          <p:nvPr/>
        </p:nvSpPr>
        <p:spPr>
          <a:xfrm>
            <a:off x="10972800" y="4305300"/>
            <a:ext cx="953" cy="133350"/>
          </a:xfrm>
          <a:custGeom>
            <a:pathLst>
              <a:path w="953" h="133350">
                <a:moveTo>
                  <a:pt x="0" y="0"/>
                </a:moveTo>
                <a:lnTo>
                  <a:pt x="0" y="133350"/>
                </a:lnTo>
              </a:path>
            </a:pathLst>
          </a:custGeom>
          <a:noFill/>
          <a:ln w="21908">
            <a:solidFill>
              <a:srgbClr val="111111"/>
            </a:solidFill>
            <a:prstDash val="solid"/>
          </a:ln>
        </p:spPr>
      </p:sp>
      <p:sp>
        <p:nvSpPr>
          <p:cNvPr id="75" name="Editable arrowhead 131">
            <a:extLst>
              <a:ext uri="{FF2B5EF4-FFF2-40B4-BE49-F238E27FC236}">
                <ns2:creationId id="{0F7C9E71-B0C4-4349-8151-3B16B8FE5AF2}"/>
              </a:ext>
            </a:extLst>
          </p:cNvPr>
          <p:cNvSpPr>
            <a:spLocks noGrp="1"/>
          </p:cNvSpPr>
          <p:nvPr/>
        </p:nvSpPr>
        <p:spPr>
          <a:xfrm>
            <a:off x="10925175" y="4343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임시 근거 묶음 (요청 수명)">
            <a:extLst>
              <a:ext uri="{FF2B5EF4-FFF2-40B4-BE49-F238E27FC236}">
                <ns2:creationId id="{6B36BA80-6FA2-42BF-9EEB-599C2E839980}"/>
              </a:ext>
            </a:extLst>
          </p:cNvPr>
          <p:cNvSpPr>
            <a:spLocks noGrp="1"/>
          </p:cNvSpPr>
          <p:nvPr/>
        </p:nvSpPr>
        <p:spPr>
          <a:xfrm>
            <a:off x="9582150" y="4438650"/>
            <a:ext cx="2771775" cy="457200"/>
          </a:xfrm>
          <a:prstGeom prst="can">
            <a:avLst>
              <a:gd name="adj" fmla="val 16000"/>
            </a:avLst>
          </a:prstGeom>
          <a:solidFill>
            <a:srgbClr val="FFF6DD"/>
          </a:solidFill>
          <a:ln w="17145">
            <a:solidFill>
              <a:srgbClr val="111111"/>
            </a:solidFill>
            <a:prstDash val="solid"/>
          </a:ln>
        </p:spPr>
      </p:sp>
      <p:sp>
        <p:nvSpPr>
          <p:cNvPr id="77" name="DP1 object 132">
            <a:extLst>
              <a:ext uri="{FF2B5EF4-FFF2-40B4-BE49-F238E27FC236}">
                <ns2:creationId id="{B6ABB608-E9CD-481B-8A60-D36A2692C0BF}"/>
              </a:ext>
            </a:extLst>
          </p:cNvPr>
          <p:cNvSpPr>
            <a:spLocks noGrp="1"/>
          </p:cNvSpPr>
          <p:nvPr/>
        </p:nvSpPr>
        <p:spPr>
          <a:xfrm>
            <a:off x="9629775" y="454342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8" name="Editable path 133">
            <a:extLst>
              <a:ext uri="{FF2B5EF4-FFF2-40B4-BE49-F238E27FC236}">
                <ns2:creationId id="{68C24CE0-CEBA-4A9A-BA81-ACCAF89537AD}"/>
              </a:ext>
            </a:extLst>
          </p:cNvPr>
          <p:cNvSpPr>
            <a:spLocks noGrp="1"/>
          </p:cNvSpPr>
          <p:nvPr/>
        </p:nvSpPr>
        <p:spPr>
          <a:xfrm>
            <a:off x="10972800" y="4895850"/>
            <a:ext cx="953" cy="133350"/>
          </a:xfrm>
          <a:custGeom>
            <a:pathLst>
              <a:path w="953" h="133350">
                <a:moveTo>
                  <a:pt x="0" y="0"/>
                </a:moveTo>
                <a:lnTo>
                  <a:pt x="0" y="133350"/>
                </a:lnTo>
              </a:path>
            </a:pathLst>
          </a:custGeom>
          <a:noFill/>
          <a:ln w="21908">
            <a:solidFill>
              <a:srgbClr val="111111"/>
            </a:solidFill>
            <a:prstDash val="solid"/>
          </a:ln>
        </p:spPr>
      </p:sp>
      <p:sp>
        <p:nvSpPr>
          <p:cNvPr id="79" name="Editable arrowhead 134">
            <a:extLst>
              <a:ext uri="{FF2B5EF4-FFF2-40B4-BE49-F238E27FC236}">
                <ns2:creationId id="{87D341EC-9123-4C83-B4F9-793F96170458}"/>
              </a:ext>
            </a:extLst>
          </p:cNvPr>
          <p:cNvSpPr>
            <a:spLocks noGrp="1"/>
          </p:cNvSpPr>
          <p:nvPr/>
        </p:nvSpPr>
        <p:spPr>
          <a:xfrm>
            <a:off x="10925175" y="49339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Request Interpreter Component">
            <a:extLst>
              <a:ext uri="{FF2B5EF4-FFF2-40B4-BE49-F238E27FC236}">
                <ns2:creationId id="{1B7B6423-A5FE-4C1A-BFFC-ECAE4508CF76}"/>
              </a:ext>
            </a:extLst>
          </p:cNvPr>
          <p:cNvSpPr>
            <a:spLocks noGrp="1"/>
          </p:cNvSpPr>
          <p:nvPr/>
        </p:nvSpPr>
        <p:spPr>
          <a:xfrm>
            <a:off x="9582150" y="5029200"/>
            <a:ext cx="2771775" cy="609600"/>
          </a:xfrm>
          <a:prstGeom prst="rect">
            <a:avLst/>
          </a:prstGeom>
          <a:solidFill>
            <a:srgbClr val="FFF6DD"/>
          </a:solidFill>
          <a:ln w="25718">
            <a:solidFill>
              <a:srgbClr val="111111"/>
            </a:solidFill>
            <a:prstDash val="solid"/>
          </a:ln>
        </p:spPr>
      </p:sp>
      <p:sp>
        <p:nvSpPr>
          <p:cNvPr id="81" name="DP1 object 135">
            <a:extLst>
              <a:ext uri="{FF2B5EF4-FFF2-40B4-BE49-F238E27FC236}">
                <ns2:creationId id="{8904C925-CE8A-4643-B202-2E98397203FE}"/>
              </a:ext>
            </a:extLst>
          </p:cNvPr>
          <p:cNvSpPr>
            <a:spLocks noGrp="1"/>
          </p:cNvSpPr>
          <p:nvPr/>
        </p:nvSpPr>
        <p:spPr>
          <a:xfrm>
            <a:off x="9639300" y="50482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2" name="Editable path 136">
            <a:extLst>
              <a:ext uri="{FF2B5EF4-FFF2-40B4-BE49-F238E27FC236}">
                <ns2:creationId id="{98919318-E3D8-4C11-8149-8DE5AFAECD6B}"/>
              </a:ext>
            </a:extLst>
          </p:cNvPr>
          <p:cNvSpPr>
            <a:spLocks noGrp="1"/>
          </p:cNvSpPr>
          <p:nvPr/>
        </p:nvSpPr>
        <p:spPr>
          <a:xfrm>
            <a:off x="9582150" y="5286375"/>
            <a:ext cx="2771775" cy="953"/>
          </a:xfrm>
          <a:custGeom>
            <a:pathLst>
              <a:path w="2771775" h="953">
                <a:moveTo>
                  <a:pt x="0" y="0"/>
                </a:moveTo>
                <a:lnTo>
                  <a:pt x="2771775" y="0"/>
                </a:lnTo>
              </a:path>
            </a:pathLst>
          </a:custGeom>
          <a:noFill/>
          <a:ln w="14288">
            <a:solidFill>
              <a:srgbClr val="111111"/>
            </a:solidFill>
            <a:prstDash val="solid"/>
          </a:ln>
        </p:spPr>
      </p:sp>
      <p:sp>
        <p:nvSpPr>
          <p:cNvPr id="83" name="Request Interpreter internal operation">
            <a:extLst>
              <a:ext uri="{FF2B5EF4-FFF2-40B4-BE49-F238E27FC236}">
                <ns2:creationId id="{2B31920C-FCBF-47C2-AF28-9504A97C8F76}"/>
              </a:ext>
            </a:extLst>
          </p:cNvPr>
          <p:cNvSpPr>
            <a:spLocks noGrp="1"/>
          </p:cNvSpPr>
          <p:nvPr/>
        </p:nvSpPr>
        <p:spPr>
          <a:xfrm>
            <a:off x="9677400" y="5353050"/>
            <a:ext cx="2581275" cy="209550"/>
          </a:xfrm>
          <a:prstGeom prst="rect">
            <a:avLst/>
          </a:prstGeom>
          <a:solidFill>
            <a:srgbClr val="FFFFFF"/>
          </a:solidFill>
          <a:ln w="14288">
            <a:solidFill>
              <a:srgbClr val="111111"/>
            </a:solidFill>
            <a:prstDash val="solid"/>
          </a:ln>
        </p:spPr>
      </p:sp>
      <p:sp>
        <p:nvSpPr>
          <p:cNvPr id="84" name="DP1 object 137">
            <a:extLst>
              <a:ext uri="{FF2B5EF4-FFF2-40B4-BE49-F238E27FC236}">
                <ns2:creationId id="{9D918F80-9E8F-4A3E-9005-DFD897F0299C}"/>
              </a:ext>
            </a:extLst>
          </p:cNvPr>
          <p:cNvSpPr>
            <a:spLocks noGrp="1"/>
          </p:cNvSpPr>
          <p:nvPr/>
        </p:nvSpPr>
        <p:spPr>
          <a:xfrm>
            <a:off x="9725025" y="537210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5" name="Editable path 138">
            <a:extLst>
              <a:ext uri="{FF2B5EF4-FFF2-40B4-BE49-F238E27FC236}">
                <ns2:creationId id="{CBAB5BE1-5FD1-46B2-A38A-ADF16C0D29AB}"/>
              </a:ext>
            </a:extLst>
          </p:cNvPr>
          <p:cNvSpPr>
            <a:spLocks noGrp="1"/>
          </p:cNvSpPr>
          <p:nvPr/>
        </p:nvSpPr>
        <p:spPr>
          <a:xfrm>
            <a:off x="9248775" y="301942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6" name="Editable arrowhead 139">
            <a:extLst>
              <a:ext uri="{FF2B5EF4-FFF2-40B4-BE49-F238E27FC236}">
                <ns2:creationId id="{8ACC7FA2-7D47-4FB4-A9B4-330AA96F41CF}"/>
              </a:ext>
            </a:extLst>
          </p:cNvPr>
          <p:cNvSpPr>
            <a:spLocks noGrp="1"/>
          </p:cNvSpPr>
          <p:nvPr/>
        </p:nvSpPr>
        <p:spPr>
          <a:xfrm>
            <a:off x="9486900" y="297180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7" name="DP1 object 140">
            <a:extLst>
              <a:ext uri="{FF2B5EF4-FFF2-40B4-BE49-F238E27FC236}">
                <ns2:creationId id="{6451DEB0-69EF-4ADB-83BC-E31F454BEABE}"/>
              </a:ext>
            </a:extLst>
          </p:cNvPr>
          <p:cNvSpPr>
            <a:spLocks noGrp="1"/>
          </p:cNvSpPr>
          <p:nvPr/>
        </p:nvSpPr>
        <p:spPr>
          <a:xfrm>
            <a:off x="7477125" y="442912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8" name="DP1 object 141">
            <a:extLst>
              <a:ext uri="{FF2B5EF4-FFF2-40B4-BE49-F238E27FC236}">
                <ns2:creationId id="{37E7C607-711C-4B04-8832-A1B0F6F05B84}"/>
              </a:ext>
            </a:extLst>
          </p:cNvPr>
          <p:cNvSpPr>
            <a:spLocks noGrp="1"/>
          </p:cNvSpPr>
          <p:nvPr/>
        </p:nvSpPr>
        <p:spPr>
          <a:xfrm>
            <a:off x="7477125" y="516255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89" name="DP1 object 142">
            <a:extLst>
              <a:ext uri="{FF2B5EF4-FFF2-40B4-BE49-F238E27FC236}">
                <ns2:creationId id="{A4AEECE4-58A1-46D0-A8B3-BFB85AB328CB}"/>
              </a:ext>
            </a:extLst>
          </p:cNvPr>
          <p:cNvSpPr>
            <a:spLocks noGrp="1"/>
          </p:cNvSpPr>
          <p:nvPr/>
        </p:nvSpPr>
        <p:spPr>
          <a:xfrm>
            <a:off x="12744450" y="229552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0" name="허용 원본&#10;확정 변경">
            <a:extLst>
              <a:ext uri="{FF2B5EF4-FFF2-40B4-BE49-F238E27FC236}">
                <ns2:creationId id="{13500903-0055-46B9-A275-49E164A1E23B}"/>
              </a:ext>
            </a:extLst>
          </p:cNvPr>
          <p:cNvSpPr>
            <a:spLocks noGrp="1"/>
          </p:cNvSpPr>
          <p:nvPr/>
        </p:nvSpPr>
        <p:spPr>
          <a:xfrm>
            <a:off x="12839700" y="3086100"/>
            <a:ext cx="1543050" cy="657225"/>
          </a:xfrm>
          <a:prstGeom prst="can">
            <a:avLst>
              <a:gd name="adj" fmla="val 16000"/>
            </a:avLst>
          </a:prstGeom>
          <a:solidFill>
            <a:srgbClr val="FFFFFF"/>
          </a:solidFill>
          <a:ln w="17145">
            <a:solidFill>
              <a:srgbClr val="111111"/>
            </a:solidFill>
            <a:prstDash val="solid"/>
          </a:ln>
        </p:spPr>
      </p:sp>
      <p:sp>
        <p:nvSpPr>
          <p:cNvPr id="91" name="DP1 object 143">
            <a:extLst>
              <a:ext uri="{FF2B5EF4-FFF2-40B4-BE49-F238E27FC236}">
                <ns2:creationId id="{8DD04900-DAB3-4413-9AFB-131CAA055A9B}"/>
              </a:ext>
            </a:extLst>
          </p:cNvPr>
          <p:cNvSpPr>
            <a:spLocks noGrp="1"/>
          </p:cNvSpPr>
          <p:nvPr/>
        </p:nvSpPr>
        <p:spPr>
          <a:xfrm>
            <a:off x="12887325" y="319087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2" name="Context Manager production Component">
            <a:extLst>
              <a:ext uri="{FF2B5EF4-FFF2-40B4-BE49-F238E27FC236}">
                <ns2:creationId id="{BE243C9B-4574-4BBE-A64C-3338E5A43C44}"/>
              </a:ext>
            </a:extLst>
          </p:cNvPr>
          <p:cNvSpPr>
            <a:spLocks noGrp="1"/>
          </p:cNvSpPr>
          <p:nvPr/>
        </p:nvSpPr>
        <p:spPr>
          <a:xfrm>
            <a:off x="14658975" y="2647950"/>
            <a:ext cx="3190875" cy="1657350"/>
          </a:xfrm>
          <a:prstGeom prst="rect">
            <a:avLst/>
          </a:prstGeom>
          <a:solidFill>
            <a:srgbClr val="FFF6DD"/>
          </a:solidFill>
          <a:ln w="25718">
            <a:solidFill>
              <a:srgbClr val="111111"/>
            </a:solidFill>
            <a:prstDash val="solid"/>
          </a:ln>
        </p:spPr>
      </p:sp>
      <p:sp>
        <p:nvSpPr>
          <p:cNvPr id="93" name="DP1 object 144">
            <a:extLst>
              <a:ext uri="{FF2B5EF4-FFF2-40B4-BE49-F238E27FC236}">
                <ns2:creationId id="{F14528AB-B600-45A9-86B0-753D86FC8DED}"/>
              </a:ext>
            </a:extLst>
          </p:cNvPr>
          <p:cNvSpPr>
            <a:spLocks noGrp="1"/>
          </p:cNvSpPr>
          <p:nvPr/>
        </p:nvSpPr>
        <p:spPr>
          <a:xfrm>
            <a:off x="14735175" y="268605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4" name="Editable path 145">
            <a:extLst>
              <a:ext uri="{FF2B5EF4-FFF2-40B4-BE49-F238E27FC236}">
                <ns2:creationId id="{6AED1009-12A1-4ED6-9F73-C98512CF69FF}"/>
              </a:ext>
            </a:extLst>
          </p:cNvPr>
          <p:cNvSpPr>
            <a:spLocks noGrp="1"/>
          </p:cNvSpPr>
          <p:nvPr/>
        </p:nvSpPr>
        <p:spPr>
          <a:xfrm>
            <a:off x="14658975" y="3009900"/>
            <a:ext cx="3190875" cy="953"/>
          </a:xfrm>
          <a:custGeom>
            <a:pathLst>
              <a:path w="3190875" h="953">
                <a:moveTo>
                  <a:pt x="0" y="0"/>
                </a:moveTo>
                <a:lnTo>
                  <a:pt x="3190875" y="0"/>
                </a:lnTo>
              </a:path>
            </a:pathLst>
          </a:custGeom>
          <a:noFill/>
          <a:ln w="14288">
            <a:solidFill>
              <a:srgbClr val="111111"/>
            </a:solidFill>
            <a:prstDash val="solid"/>
          </a:ln>
        </p:spPr>
      </p:sp>
      <p:sp>
        <p:nvSpPr>
          <p:cNvPr id="95" name="DP1 object 146">
            <a:extLst>
              <a:ext uri="{FF2B5EF4-FFF2-40B4-BE49-F238E27FC236}">
                <ns2:creationId id="{BF7343C2-BA49-4ABD-AAB6-9F3335C90016}"/>
              </a:ext>
            </a:extLst>
          </p:cNvPr>
          <p:cNvSpPr>
            <a:spLocks noGrp="1"/>
          </p:cNvSpPr>
          <p:nvPr/>
        </p:nvSpPr>
        <p:spPr>
          <a:xfrm>
            <a:off x="14744700" y="304800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6" name="Independent evidence production internal operation">
            <a:extLst>
              <a:ext uri="{FF2B5EF4-FFF2-40B4-BE49-F238E27FC236}">
                <ns2:creationId id="{2481A670-D84B-4794-B049-F2F47652DE04}"/>
              </a:ext>
            </a:extLst>
          </p:cNvPr>
          <p:cNvSpPr>
            <a:spLocks noGrp="1"/>
          </p:cNvSpPr>
          <p:nvPr/>
        </p:nvSpPr>
        <p:spPr>
          <a:xfrm>
            <a:off x="14773275" y="3371850"/>
            <a:ext cx="1628775" cy="752475"/>
          </a:xfrm>
          <a:prstGeom prst="rect">
            <a:avLst/>
          </a:prstGeom>
          <a:solidFill>
            <a:srgbClr val="FFFFFF"/>
          </a:solidFill>
          <a:ln w="14288">
            <a:solidFill>
              <a:srgbClr val="111111"/>
            </a:solidFill>
            <a:prstDash val="solid"/>
          </a:ln>
        </p:spPr>
      </p:sp>
      <p:sp>
        <p:nvSpPr>
          <p:cNvPr id="97" name="DP1 object 147">
            <a:extLst>
              <a:ext uri="{FF2B5EF4-FFF2-40B4-BE49-F238E27FC236}">
                <ns2:creationId id="{04E50EE5-C15D-4069-A4B1-8A9360405289}"/>
              </a:ext>
            </a:extLst>
          </p:cNvPr>
          <p:cNvSpPr>
            <a:spLocks noGrp="1"/>
          </p:cNvSpPr>
          <p:nvPr/>
        </p:nvSpPr>
        <p:spPr>
          <a:xfrm>
            <a:off x="14830425" y="343852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8" name="게시 근거">
            <a:extLst>
              <a:ext uri="{FF2B5EF4-FFF2-40B4-BE49-F238E27FC236}">
                <ns2:creationId id="{E5F66406-AF79-40CE-AC98-A9D42EB8C7BE}"/>
              </a:ext>
            </a:extLst>
          </p:cNvPr>
          <p:cNvSpPr>
            <a:spLocks noGrp="1"/>
          </p:cNvSpPr>
          <p:nvPr/>
        </p:nvSpPr>
        <p:spPr>
          <a:xfrm>
            <a:off x="16602075" y="3429000"/>
            <a:ext cx="1133475" cy="619125"/>
          </a:xfrm>
          <a:prstGeom prst="can">
            <a:avLst>
              <a:gd name="adj" fmla="val 16000"/>
            </a:avLst>
          </a:prstGeom>
          <a:solidFill>
            <a:srgbClr val="FFFFFF"/>
          </a:solidFill>
          <a:ln w="17145">
            <a:solidFill>
              <a:srgbClr val="111111"/>
            </a:solidFill>
            <a:prstDash val="solid"/>
          </a:ln>
        </p:spPr>
      </p:sp>
      <p:sp>
        <p:nvSpPr>
          <p:cNvPr id="99" name="DP1 object 148">
            <a:extLst>
              <a:ext uri="{FF2B5EF4-FFF2-40B4-BE49-F238E27FC236}">
                <ns2:creationId id="{E1DB2AA4-4975-4DA6-89E5-70B8CEDB669D}"/>
              </a:ext>
            </a:extLst>
          </p:cNvPr>
          <p:cNvSpPr>
            <a:spLocks noGrp="1"/>
          </p:cNvSpPr>
          <p:nvPr/>
        </p:nvSpPr>
        <p:spPr>
          <a:xfrm>
            <a:off x="16649700" y="353377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0" name="Editable path 149">
            <a:extLst>
              <a:ext uri="{FF2B5EF4-FFF2-40B4-BE49-F238E27FC236}">
                <ns2:creationId id="{E9804CCD-180C-42A4-AFBA-8E6372DBBD01}"/>
              </a:ext>
            </a:extLst>
          </p:cNvPr>
          <p:cNvSpPr>
            <a:spLocks noGrp="1"/>
          </p:cNvSpPr>
          <p:nvPr/>
        </p:nvSpPr>
        <p:spPr>
          <a:xfrm>
            <a:off x="14382750" y="3419475"/>
            <a:ext cx="276225" cy="953"/>
          </a:xfrm>
          <a:custGeom>
            <a:pathLst>
              <a:path w="276225" h="953">
                <a:moveTo>
                  <a:pt x="0" y="0"/>
                </a:moveTo>
                <a:lnTo>
                  <a:pt x="276225" y="0"/>
                </a:lnTo>
              </a:path>
            </a:pathLst>
          </a:custGeom>
          <a:noFill/>
          <a:ln w="21908">
            <a:solidFill>
              <a:srgbClr val="111111"/>
            </a:solidFill>
            <a:prstDash val="solid"/>
          </a:ln>
        </p:spPr>
      </p:sp>
      <p:sp>
        <p:nvSpPr>
          <p:cNvPr id="101" name="Editable arrowhead 150">
            <a:extLst>
              <a:ext uri="{FF2B5EF4-FFF2-40B4-BE49-F238E27FC236}">
                <ns2:creationId id="{0B83108A-CA73-4BC6-9CA9-AAF12081F5F7}"/>
              </a:ext>
            </a:extLst>
          </p:cNvPr>
          <p:cNvSpPr>
            <a:spLocks noGrp="1"/>
          </p:cNvSpPr>
          <p:nvPr/>
        </p:nvSpPr>
        <p:spPr>
          <a:xfrm>
            <a:off x="14563725" y="33718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2" name="Editable path 151">
            <a:extLst>
              <a:ext uri="{FF2B5EF4-FFF2-40B4-BE49-F238E27FC236}">
                <ns2:creationId id="{0DC75F81-A59A-4513-9FBF-6A77BFDA2D0D}"/>
              </a:ext>
            </a:extLst>
          </p:cNvPr>
          <p:cNvSpPr>
            <a:spLocks noGrp="1"/>
          </p:cNvSpPr>
          <p:nvPr/>
        </p:nvSpPr>
        <p:spPr>
          <a:xfrm>
            <a:off x="16402050" y="3743325"/>
            <a:ext cx="200025" cy="953"/>
          </a:xfrm>
          <a:custGeom>
            <a:pathLst>
              <a:path w="200025" h="953">
                <a:moveTo>
                  <a:pt x="0" y="0"/>
                </a:moveTo>
                <a:lnTo>
                  <a:pt x="200025" y="0"/>
                </a:lnTo>
              </a:path>
            </a:pathLst>
          </a:custGeom>
          <a:noFill/>
          <a:ln w="21908">
            <a:solidFill>
              <a:srgbClr val="111111"/>
            </a:solidFill>
            <a:prstDash val="solid"/>
          </a:ln>
        </p:spPr>
      </p:sp>
      <p:sp>
        <p:nvSpPr>
          <p:cNvPr id="103" name="Editable arrowhead 152">
            <a:extLst>
              <a:ext uri="{FF2B5EF4-FFF2-40B4-BE49-F238E27FC236}">
                <ns2:creationId id="{3F95EEB5-49AA-435E-89EE-A9335D22FE8D}"/>
              </a:ext>
            </a:extLst>
          </p:cNvPr>
          <p:cNvSpPr>
            <a:spLocks noGrp="1"/>
          </p:cNvSpPr>
          <p:nvPr/>
        </p:nvSpPr>
        <p:spPr>
          <a:xfrm>
            <a:off x="16506825" y="36957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4" name="Context Manager Component">
            <a:extLst>
              <a:ext uri="{FF2B5EF4-FFF2-40B4-BE49-F238E27FC236}">
                <ns2:creationId id="{1613E599-DEC4-4B74-A216-2872D570886E}"/>
              </a:ext>
            </a:extLst>
          </p:cNvPr>
          <p:cNvSpPr>
            <a:spLocks noGrp="1"/>
          </p:cNvSpPr>
          <p:nvPr/>
        </p:nvSpPr>
        <p:spPr>
          <a:xfrm>
            <a:off x="12839700" y="4686300"/>
            <a:ext cx="2333625" cy="933450"/>
          </a:xfrm>
          <a:prstGeom prst="rect">
            <a:avLst/>
          </a:prstGeom>
          <a:solidFill>
            <a:srgbClr val="FFF6DD"/>
          </a:solidFill>
          <a:ln w="25718">
            <a:solidFill>
              <a:srgbClr val="111111"/>
            </a:solidFill>
            <a:prstDash val="solid"/>
          </a:ln>
        </p:spPr>
      </p:sp>
      <p:sp>
        <p:nvSpPr>
          <p:cNvPr id="105" name="DP1 object 153">
            <a:extLst>
              <a:ext uri="{FF2B5EF4-FFF2-40B4-BE49-F238E27FC236}">
                <ns2:creationId id="{62439C29-9A81-4247-BC36-934E3ABBA5FC}"/>
              </a:ext>
            </a:extLst>
          </p:cNvPr>
          <p:cNvSpPr>
            <a:spLocks noGrp="1"/>
          </p:cNvSpPr>
          <p:nvPr/>
        </p:nvSpPr>
        <p:spPr>
          <a:xfrm>
            <a:off x="12896850" y="470535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6" name="Editable path 154">
            <a:extLst>
              <a:ext uri="{FF2B5EF4-FFF2-40B4-BE49-F238E27FC236}">
                <ns2:creationId id="{AE5415B6-FE12-42B3-8BF4-D673552DF451}"/>
              </a:ext>
            </a:extLst>
          </p:cNvPr>
          <p:cNvSpPr>
            <a:spLocks noGrp="1"/>
          </p:cNvSpPr>
          <p:nvPr/>
        </p:nvSpPr>
        <p:spPr>
          <a:xfrm>
            <a:off x="12839700" y="5010150"/>
            <a:ext cx="2333625" cy="953"/>
          </a:xfrm>
          <a:custGeom>
            <a:pathLst>
              <a:path w="2333625" h="953">
                <a:moveTo>
                  <a:pt x="0" y="0"/>
                </a:moveTo>
                <a:lnTo>
                  <a:pt x="2333625" y="0"/>
                </a:lnTo>
              </a:path>
            </a:pathLst>
          </a:custGeom>
          <a:noFill/>
          <a:ln w="14288">
            <a:solidFill>
              <a:srgbClr val="111111"/>
            </a:solidFill>
            <a:prstDash val="solid"/>
          </a:ln>
        </p:spPr>
      </p:sp>
      <p:sp>
        <p:nvSpPr>
          <p:cNvPr id="107" name="Context Manager internal operation">
            <a:extLst>
              <a:ext uri="{FF2B5EF4-FFF2-40B4-BE49-F238E27FC236}">
                <ns2:creationId id="{316D9F51-E238-4B07-8FC8-117CDB8A3122}"/>
              </a:ext>
            </a:extLst>
          </p:cNvPr>
          <p:cNvSpPr>
            <a:spLocks noGrp="1"/>
          </p:cNvSpPr>
          <p:nvPr/>
        </p:nvSpPr>
        <p:spPr>
          <a:xfrm>
            <a:off x="12934950" y="5076825"/>
            <a:ext cx="2143125" cy="466725"/>
          </a:xfrm>
          <a:prstGeom prst="rect">
            <a:avLst/>
          </a:prstGeom>
          <a:solidFill>
            <a:srgbClr val="FFFFFF"/>
          </a:solidFill>
          <a:ln w="14288">
            <a:solidFill>
              <a:srgbClr val="111111"/>
            </a:solidFill>
            <a:prstDash val="solid"/>
          </a:ln>
        </p:spPr>
      </p:sp>
      <p:sp>
        <p:nvSpPr>
          <p:cNvPr id="108" name="DP1 object 155">
            <a:extLst>
              <a:ext uri="{FF2B5EF4-FFF2-40B4-BE49-F238E27FC236}">
                <ns2:creationId id="{435F7C5A-7F73-4B61-B8D4-DBBC26F8CD47}"/>
              </a:ext>
            </a:extLst>
          </p:cNvPr>
          <p:cNvSpPr>
            <a:spLocks noGrp="1"/>
          </p:cNvSpPr>
          <p:nvPr/>
        </p:nvSpPr>
        <p:spPr>
          <a:xfrm>
            <a:off x="12982575" y="509587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09" name="Request Interpreter Component">
            <a:extLst>
              <a:ext uri="{FF2B5EF4-FFF2-40B4-BE49-F238E27FC236}">
                <ns2:creationId id="{01D03F1D-A199-402C-87B5-3046E7CF3C94}"/>
              </a:ext>
            </a:extLst>
          </p:cNvPr>
          <p:cNvSpPr>
            <a:spLocks noGrp="1"/>
          </p:cNvSpPr>
          <p:nvPr/>
        </p:nvSpPr>
        <p:spPr>
          <a:xfrm>
            <a:off x="15563850" y="4686300"/>
            <a:ext cx="2286000" cy="933450"/>
          </a:xfrm>
          <a:prstGeom prst="rect">
            <a:avLst/>
          </a:prstGeom>
          <a:solidFill>
            <a:srgbClr val="FFF6DD"/>
          </a:solidFill>
          <a:ln w="25718">
            <a:solidFill>
              <a:srgbClr val="111111"/>
            </a:solidFill>
            <a:prstDash val="solid"/>
          </a:ln>
        </p:spPr>
      </p:sp>
      <p:sp>
        <p:nvSpPr>
          <p:cNvPr id="110" name="DP1 object 156">
            <a:extLst>
              <a:ext uri="{FF2B5EF4-FFF2-40B4-BE49-F238E27FC236}">
                <ns2:creationId id="{7498AC6A-7642-4B09-ACA8-A52A43EDA80C}"/>
              </a:ext>
            </a:extLst>
          </p:cNvPr>
          <p:cNvSpPr>
            <a:spLocks noGrp="1"/>
          </p:cNvSpPr>
          <p:nvPr/>
        </p:nvSpPr>
        <p:spPr>
          <a:xfrm>
            <a:off x="15621000" y="470535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1" name="Editable path 157">
            <a:extLst>
              <a:ext uri="{FF2B5EF4-FFF2-40B4-BE49-F238E27FC236}">
                <ns2:creationId id="{E0ED7464-FB0C-47BB-822B-332744577A12}"/>
              </a:ext>
            </a:extLst>
          </p:cNvPr>
          <p:cNvSpPr>
            <a:spLocks noGrp="1"/>
          </p:cNvSpPr>
          <p:nvPr/>
        </p:nvSpPr>
        <p:spPr>
          <a:xfrm>
            <a:off x="15563850" y="5010150"/>
            <a:ext cx="2286000" cy="953"/>
          </a:xfrm>
          <a:custGeom>
            <a:pathLst>
              <a:path w="2286000" h="953">
                <a:moveTo>
                  <a:pt x="0" y="0"/>
                </a:moveTo>
                <a:lnTo>
                  <a:pt x="2286000" y="0"/>
                </a:lnTo>
              </a:path>
            </a:pathLst>
          </a:custGeom>
          <a:noFill/>
          <a:ln w="14288">
            <a:solidFill>
              <a:srgbClr val="111111"/>
            </a:solidFill>
            <a:prstDash val="solid"/>
          </a:ln>
        </p:spPr>
      </p:sp>
      <p:sp>
        <p:nvSpPr>
          <p:cNvPr id="112" name="Request Interpreter internal operation">
            <a:extLst>
              <a:ext uri="{FF2B5EF4-FFF2-40B4-BE49-F238E27FC236}">
                <ns2:creationId id="{280DDEE1-3FAD-4DCA-BFD5-CE3C844AB56D}"/>
              </a:ext>
            </a:extLst>
          </p:cNvPr>
          <p:cNvSpPr>
            <a:spLocks noGrp="1"/>
          </p:cNvSpPr>
          <p:nvPr/>
        </p:nvSpPr>
        <p:spPr>
          <a:xfrm>
            <a:off x="15659100" y="5076825"/>
            <a:ext cx="2095500" cy="466725"/>
          </a:xfrm>
          <a:prstGeom prst="rect">
            <a:avLst/>
          </a:prstGeom>
          <a:solidFill>
            <a:srgbClr val="FFFFFF"/>
          </a:solidFill>
          <a:ln w="14288">
            <a:solidFill>
              <a:srgbClr val="111111"/>
            </a:solidFill>
            <a:prstDash val="solid"/>
          </a:ln>
        </p:spPr>
      </p:sp>
      <p:sp>
        <p:nvSpPr>
          <p:cNvPr id="113" name="DP1 object 158">
            <a:extLst>
              <a:ext uri="{FF2B5EF4-FFF2-40B4-BE49-F238E27FC236}">
                <ns2:creationId id="{BBE5DD94-C26A-4654-B0D9-76B037A5BF9B}"/>
              </a:ext>
            </a:extLst>
          </p:cNvPr>
          <p:cNvSpPr>
            <a:spLocks noGrp="1"/>
          </p:cNvSpPr>
          <p:nvPr/>
        </p:nvSpPr>
        <p:spPr>
          <a:xfrm>
            <a:off x="15706725" y="509587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4" name="Editable path 159">
            <a:extLst>
              <a:ext uri="{FF2B5EF4-FFF2-40B4-BE49-F238E27FC236}">
                <ns2:creationId id="{644E6156-25D0-43D7-A452-6A9CF45147E5}"/>
              </a:ext>
            </a:extLst>
          </p:cNvPr>
          <p:cNvSpPr>
            <a:spLocks noGrp="1"/>
          </p:cNvSpPr>
          <p:nvPr/>
        </p:nvSpPr>
        <p:spPr>
          <a:xfrm>
            <a:off x="14011275" y="404812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5" name="Editable arrowhead 160">
            <a:extLst>
              <a:ext uri="{FF2B5EF4-FFF2-40B4-BE49-F238E27FC236}">
                <ns2:creationId id="{22998813-B869-4C5B-A0A4-0ED12F4E6A22}"/>
              </a:ext>
            </a:extLst>
          </p:cNvPr>
          <p:cNvSpPr>
            <a:spLocks noGrp="1"/>
          </p:cNvSpPr>
          <p:nvPr/>
        </p:nvSpPr>
        <p:spPr>
          <a:xfrm>
            <a:off x="13963650" y="45910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6" name="Editable path 161">
            <a:extLst>
              <a:ext uri="{FF2B5EF4-FFF2-40B4-BE49-F238E27FC236}">
                <ns2:creationId id="{82857DFD-B7A5-404E-9A91-E15F40E784DB}"/>
              </a:ext>
            </a:extLst>
          </p:cNvPr>
          <p:cNvSpPr>
            <a:spLocks noGrp="1"/>
          </p:cNvSpPr>
          <p:nvPr/>
        </p:nvSpPr>
        <p:spPr>
          <a:xfrm>
            <a:off x="15173325" y="5238750"/>
            <a:ext cx="390525" cy="953"/>
          </a:xfrm>
          <a:custGeom>
            <a:pathLst>
              <a:path w="390525" h="953">
                <a:moveTo>
                  <a:pt x="0" y="0"/>
                </a:moveTo>
                <a:lnTo>
                  <a:pt x="390525" y="0"/>
                </a:lnTo>
              </a:path>
            </a:pathLst>
          </a:custGeom>
          <a:noFill/>
          <a:ln w="21908">
            <a:solidFill>
              <a:srgbClr val="111111"/>
            </a:solidFill>
            <a:prstDash val="solid"/>
          </a:ln>
        </p:spPr>
      </p:sp>
      <p:sp>
        <p:nvSpPr>
          <p:cNvPr id="117" name="Editable arrowhead 162">
            <a:extLst>
              <a:ext uri="{FF2B5EF4-FFF2-40B4-BE49-F238E27FC236}">
                <ns2:creationId id="{77EEF47D-D777-4DC3-AC48-EBDA8A90BD49}"/>
              </a:ext>
            </a:extLst>
          </p:cNvPr>
          <p:cNvSpPr>
            <a:spLocks noGrp="1"/>
          </p:cNvSpPr>
          <p:nvPr/>
        </p:nvSpPr>
        <p:spPr>
          <a:xfrm>
            <a:off x="15468600" y="51911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8" name="DP1 object 163">
            <a:extLst>
              <a:ext uri="{FF2B5EF4-FFF2-40B4-BE49-F238E27FC236}">
                <ns2:creationId id="{FAD4FCDD-6885-407B-9E81-1E3874D6CF57}"/>
              </a:ext>
            </a:extLst>
          </p:cNvPr>
          <p:cNvSpPr>
            <a:spLocks noGrp="1"/>
          </p:cNvSpPr>
          <p:nvPr/>
        </p:nvSpPr>
        <p:spPr>
          <a:xfrm>
            <a:off x="15744825" y="441960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19" name="Editable path 164">
            <a:extLst>
              <a:ext uri="{FF2B5EF4-FFF2-40B4-BE49-F238E27FC236}">
                <ns2:creationId id="{E8D3B7A6-F548-4043-B407-F1896DCA9EB1}"/>
              </a:ext>
            </a:extLst>
          </p:cNvPr>
          <p:cNvSpPr>
            <a:spLocks noGrp="1"/>
          </p:cNvSpPr>
          <p:nvPr/>
        </p:nvSpPr>
        <p:spPr>
          <a:xfrm>
            <a:off x="16716375" y="4629150"/>
            <a:ext cx="953" cy="57150"/>
          </a:xfrm>
          <a:custGeom>
            <a:pathLst>
              <a:path w="953" h="57150">
                <a:moveTo>
                  <a:pt x="0" y="0"/>
                </a:moveTo>
                <a:lnTo>
                  <a:pt x="0" y="57150"/>
                </a:lnTo>
              </a:path>
            </a:pathLst>
          </a:custGeom>
          <a:noFill/>
          <a:ln w="17145">
            <a:solidFill>
              <a:srgbClr val="111111"/>
            </a:solidFill>
            <a:prstDash val="solid"/>
          </a:ln>
        </p:spPr>
      </p:sp>
      <p:sp>
        <p:nvSpPr>
          <p:cNvPr id="120" name="Editable arrowhead 165">
            <a:extLst>
              <a:ext uri="{FF2B5EF4-FFF2-40B4-BE49-F238E27FC236}">
                <ns2:creationId id="{096A6231-AD0F-4072-9B2F-5B63838B09C1}"/>
              </a:ext>
            </a:extLst>
          </p:cNvPr>
          <p:cNvSpPr>
            <a:spLocks noGrp="1"/>
          </p:cNvSpPr>
          <p:nvPr/>
        </p:nvSpPr>
        <p:spPr>
          <a:xfrm>
            <a:off x="16668750" y="45910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Editable path 166">
            <a:extLst>
              <a:ext uri="{FF2B5EF4-FFF2-40B4-BE49-F238E27FC236}">
                <ns2:creationId id="{516864FB-3C4F-4B2A-8890-30A1CC7275FB}"/>
              </a:ext>
            </a:extLst>
          </p:cNvPr>
          <p:cNvSpPr>
            <a:spLocks noGrp="1"/>
          </p:cNvSpPr>
          <p:nvPr/>
        </p:nvSpPr>
        <p:spPr>
          <a:xfrm>
            <a:off x="12715875" y="341947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2" name="Editable arrowhead 167">
            <a:extLst>
              <a:ext uri="{FF2B5EF4-FFF2-40B4-BE49-F238E27FC236}">
                <ns2:creationId id="{E996DAB2-0F7F-4C11-9D90-B578161A975D}"/>
              </a:ext>
            </a:extLst>
          </p:cNvPr>
          <p:cNvSpPr>
            <a:spLocks noGrp="1"/>
          </p:cNvSpPr>
          <p:nvPr/>
        </p:nvSpPr>
        <p:spPr>
          <a:xfrm>
            <a:off x="12744450" y="33718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3" name="DP1 object 168">
            <a:extLst>
              <a:ext uri="{FF2B5EF4-FFF2-40B4-BE49-F238E27FC236}">
                <ns2:creationId id="{0D3CAE92-11EB-43E6-9A27-DACAB8310D5F}"/>
              </a:ext>
            </a:extLst>
          </p:cNvPr>
          <p:cNvSpPr>
            <a:spLocks noGrp="1"/>
          </p:cNvSpPr>
          <p:nvPr/>
        </p:nvSpPr>
        <p:spPr>
          <a:xfrm>
            <a:off x="12849225" y="381000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4" name="DP1 object 169">
            <a:extLst>
              <a:ext uri="{FF2B5EF4-FFF2-40B4-BE49-F238E27FC236}">
                <ns2:creationId id="{45CA21AE-5CCD-47FB-8E23-29C953E3855D}"/>
              </a:ext>
            </a:extLst>
          </p:cNvPr>
          <p:cNvSpPr>
            <a:spLocks noGrp="1"/>
          </p:cNvSpPr>
          <p:nvPr/>
        </p:nvSpPr>
        <p:spPr>
          <a:xfrm>
            <a:off x="266700" y="9496425"/>
            <a:ext cx="17430750" cy="2571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근거 공급 구간 확대도. 읽기 제어와 의미 채택은 Request Controller가 담당. 동일 이름은 같은 Component의 단계별 표시.</a:t>
            </a:r>
            <a:endParaRPr lang="ko-KR">
              <a:latin typeface="Calibri"/>
              <a:ea typeface="Calibri"/>
              <a:cs typeface="Calibri"/>
            </a:endParaRPr>
          </a:p>
        </p:txBody>
      </p:sp>
      <p:sp>
        <p:nvSpPr>
          <p:cNvPr id="125" name="DP1 object 170">
            <a:extLst>
              <a:ext uri="{FF2B5EF4-FFF2-40B4-BE49-F238E27FC236}">
                <ns2:creationId id="{BD4EC690-2D36-47CD-8A97-1E859C98A8BA}"/>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시간 괄호: 관측/예정 건수 / 기본안별 12episode / QA04 별도 4과제 / 비용은 사전 생산 포함 / RSS는 로컬 실행기 / QA01 A/B 우열 미확정</a:t>
            </a:r>
            <a:endParaRPr lang="ko-KR">
              <a:latin typeface="Calibri"/>
              <a:ea typeface="Calibri"/>
              <a:cs typeface="Calibri"/>
            </a:endParaRPr>
          </a:p>
        </p:txBody>
      </p:sp>
    </p:spTree>
    <p:extLst>
      <p:ext uri="{BB962C8B-B14F-4D97-AF65-F5344CB8AC3E}">
        <p14:creationId val="1023302085"/>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9" name="DP1 object 171">
            <a:extLst>
              <a:ext uri="{FF2B5EF4-FFF2-40B4-BE49-F238E27FC236}">
                <ns2:creationId id="{9A9C2FA8-CA98-48F6-B7C6-7F5EBA3A78B9}"/>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(선택 및 보완)</a:t>
            </a:r>
            <a:endParaRPr lang="ko-KR">
              <a:latin typeface="Calibri"/>
              <a:ea typeface="Calibri"/>
              <a:cs typeface="Calibri"/>
            </a:endParaRPr>
          </a:p>
        </p:txBody>
      </p:sp>
      <p:sp>
        <p:nvSpPr>
          <p:cNvPr id="2" name="DP1 object 172">
            <a:extLst>
              <a:ext uri="{FF2B5EF4-FFF2-40B4-BE49-F238E27FC236}">
                <ns2:creationId id="{45BC884A-D095-481B-8CB7-3AD949234FA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1 object 173">
            <a:extLst>
              <a:ext uri="{FF2B5EF4-FFF2-40B4-BE49-F238E27FC236}">
                <ns2:creationId id="{EDF3B349-43AD-4057-A1AC-3B046C8062B7}"/>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1 object 174">
            <a:extLst>
              <a:ext uri="{FF2B5EF4-FFF2-40B4-BE49-F238E27FC236}">
                <ns2:creationId id="{7A28549B-98C5-4B3E-8276-4008B5BF931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1 object 175">
            <a:extLst>
              <a:ext uri="{FF2B5EF4-FFF2-40B4-BE49-F238E27FC236}">
                <ns2:creationId id="{C5E7B578-E69A-498C-BF05-098BA6024079}"/>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1 object 176">
            <a:extLst>
              <a:ext uri="{FF2B5EF4-FFF2-40B4-BE49-F238E27FC236}">
                <ns2:creationId id="{772C093B-469A-4D92-9686-E50EB6BF84C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1 object 177">
            <a:extLst>
              <a:ext uri="{FF2B5EF4-FFF2-40B4-BE49-F238E27FC236}">
                <ns2:creationId id="{2D1D711C-5126-4F25-AFE7-D201BBFCC366}"/>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1 object 178">
            <a:extLst>
              <a:ext uri="{FF2B5EF4-FFF2-40B4-BE49-F238E27FC236}">
                <ns2:creationId id="{D5E29792-1E74-4F70-8512-E84783F20D0F}"/>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1 object 179">
            <a:extLst>
              <a:ext uri="{FF2B5EF4-FFF2-40B4-BE49-F238E27FC236}">
                <ns2:creationId id="{6CD632D2-143E-4470-B5C8-81F172234E7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1 object 180">
            <a:extLst>
              <a:ext uri="{FF2B5EF4-FFF2-40B4-BE49-F238E27FC236}">
                <ns2:creationId id="{065D04AF-9EB2-4AB7-A8A5-1A0E0FC121C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1 object 181">
            <a:extLst>
              <a:ext uri="{FF2B5EF4-FFF2-40B4-BE49-F238E27FC236}">
                <ns2:creationId id="{0CA82F0C-CBCC-467C-BDCB-B99D3F6139D0}"/>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82">
            <a:extLst>
              <a:ext uri="{FF2B5EF4-FFF2-40B4-BE49-F238E27FC236}">
                <ns2:creationId id="{8426DCBA-5BB6-4325-90D1-80C53DA2B90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1 object 183">
            <a:extLst>
              <a:ext uri="{FF2B5EF4-FFF2-40B4-BE49-F238E27FC236}">
                <ns2:creationId id="{1BC5DCD0-C261-4FDA-8056-9D02E7B0160B}"/>
              </a:ext>
            </a:extLst>
          </p:cNvPr>
          <p:cNvSpPr>
            <a:spLocks noGrp="1"/>
          </p:cNvSpPr>
          <p:nvPr/>
        </p:nvSpPr>
        <p:spPr>
          <a:xfrm>
            <a:off x="17478375" y="9991725"/>
            <a:ext cx="361950" cy="190500"/>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a:t>
            </a:r>
            <a:endParaRPr lang="ko-KR">
              <a:latin typeface="Calibri"/>
              <a:ea typeface="Calibri"/>
              <a:cs typeface="Calibri"/>
            </a:endParaRPr>
          </a:p>
        </p:txBody>
      </p:sp>
      <p:sp>
        <p:nvSpPr>
          <p:cNvPr id="14" name="DP1 object 184">
            <a:extLst>
              <a:ext uri="{FF2B5EF4-FFF2-40B4-BE49-F238E27FC236}">
                <ns2:creationId id="{37D7AC50-CFD5-408B-B060-D10A3D570360}"/>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같은 자료를 이어 묻는 조건에서 기본 A 선택 / A2는 재조회 감소를 확인한 보완 후보</a:t>
            </a:r>
            <a:endParaRPr lang="ko-KR">
              <a:latin typeface="Calibri"/>
              <a:ea typeface="Calibri"/>
              <a:cs typeface="Calibri"/>
            </a:endParaRPr>
          </a:p>
        </p:txBody>
      </p:sp>
      <p:graphicFrame>
        <p:nvGraphicFramePr>
          <p:cNvPr id="15" name="">
            <a:extLst>
              <a:ext uri="{FF2B5EF4-FFF2-40B4-BE49-F238E27FC236}">
                <ns2:creationId id="{FA9D0CD8-DD1E-4390-B8C4-4940EEE6F2D6}"/>
              </a:ext>
            </a:extLst>
          </p:cNvPr>
          <p:cNvGraphicFramePr/>
          <p:nvPr/>
        </p:nvGraphicFramePr>
        <p:xfrm>
          <a:off x="228600" y="175260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원문 정정에 따른 문맥 갱신</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[QA03 보완] A2 변경 조각 갱신 (영향 불명 시 전체 재구성)</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13.617 (36/36)</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[별도 정정 3회] 21.822 → 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185">
            <a:extLst>
              <a:ext uri="{FF2B5EF4-FFF2-40B4-BE49-F238E27FC236}">
                <ns2:creationId id="{78FD3985-F931-451F-8F8E-6F2AE523BC2C}"/>
              </a:ext>
            </a:extLst>
          </p:cNvPr>
          <p:cNvSpPr>
            <a:spLocks noGrp="1"/>
          </p:cNvSpPr>
          <p:nvPr/>
        </p:nvSpPr>
        <p:spPr>
          <a:xfrm>
            <a:off x="381000" y="2981325"/>
            <a:ext cx="1323975" cy="647700"/>
          </a:xfrm>
          <a:prstGeom prst="rect">
            <a:avLst/>
          </a:prstGeom>
          <a:solidFill>
            <a:srgbClr val="FFF6DD"/>
          </a:solidFill>
          <a:ln w="25718">
            <a:solidFill>
              <a:srgbClr val="111111"/>
            </a:solidFill>
            <a:prstDash val="solid"/>
          </a:ln>
        </p:spPr>
      </p:sp>
      <p:sp>
        <p:nvSpPr>
          <p:cNvPr id="17" name="DP1 object 186">
            <a:extLst>
              <a:ext uri="{FF2B5EF4-FFF2-40B4-BE49-F238E27FC236}">
                <ns2:creationId id="{15CACC6A-4D9F-41D3-B7D9-0D375A8522C4}"/>
              </a:ext>
            </a:extLst>
          </p:cNvPr>
          <p:cNvSpPr>
            <a:spLocks noGrp="1"/>
          </p:cNvSpPr>
          <p:nvPr/>
        </p:nvSpPr>
        <p:spPr>
          <a:xfrm>
            <a:off x="419100" y="300037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187">
            <a:extLst>
              <a:ext uri="{FF2B5EF4-FFF2-40B4-BE49-F238E27FC236}">
                <ns2:creationId id="{9FC4781C-C36A-4125-91E5-FA10E230C412}"/>
              </a:ext>
            </a:extLst>
          </p:cNvPr>
          <p:cNvSpPr>
            <a:spLocks noGrp="1"/>
          </p:cNvSpPr>
          <p:nvPr/>
        </p:nvSpPr>
        <p:spPr>
          <a:xfrm>
            <a:off x="466725" y="3305175"/>
            <a:ext cx="1152525" cy="238125"/>
          </a:xfrm>
          <a:prstGeom prst="rect">
            <a:avLst/>
          </a:prstGeom>
          <a:solidFill>
            <a:srgbClr val="FFFFFF"/>
          </a:solidFill>
          <a:ln w="12383">
            <a:solidFill>
              <a:srgbClr val="111111"/>
            </a:solidFill>
            <a:prstDash val="solid"/>
          </a:ln>
        </p:spPr>
      </p:sp>
      <p:sp>
        <p:nvSpPr>
          <p:cNvPr id="19" name="DP1 object 188">
            <a:extLst>
              <a:ext uri="{FF2B5EF4-FFF2-40B4-BE49-F238E27FC236}">
                <ns2:creationId id="{87DBD9A7-DAB4-40D7-9212-9085AE7E7DB6}"/>
              </a:ext>
            </a:extLst>
          </p:cNvPr>
          <p:cNvSpPr>
            <a:spLocks noGrp="1"/>
          </p:cNvSpPr>
          <p:nvPr/>
        </p:nvSpPr>
        <p:spPr>
          <a:xfrm>
            <a:off x="485775" y="330517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2778DACC-B8AB-451E-941C-EADDE8A508D3}"/>
              </a:ext>
            </a:extLst>
          </p:cNvPr>
          <p:cNvSpPr>
            <a:spLocks noGrp="1"/>
          </p:cNvSpPr>
          <p:nvPr/>
        </p:nvSpPr>
        <p:spPr>
          <a:xfrm>
            <a:off x="400050" y="3876675"/>
            <a:ext cx="1285875" cy="523875"/>
          </a:xfrm>
          <a:prstGeom prst="can">
            <a:avLst>
              <a:gd name="adj" fmla="val 16000"/>
            </a:avLst>
          </a:prstGeom>
          <a:solidFill>
            <a:srgbClr val="FFF6DD"/>
          </a:solidFill>
          <a:ln w="17145">
            <a:solidFill>
              <a:srgbClr val="111111"/>
            </a:solidFill>
            <a:prstDash val="solid"/>
          </a:ln>
        </p:spPr>
      </p:sp>
      <p:sp>
        <p:nvSpPr>
          <p:cNvPr id="21" name="DP1 object 189">
            <a:extLst>
              <a:ext uri="{FF2B5EF4-FFF2-40B4-BE49-F238E27FC236}">
                <ns2:creationId id="{D1C34D88-5DDA-443E-A5FA-76B9AB647278}"/>
              </a:ext>
            </a:extLst>
          </p:cNvPr>
          <p:cNvSpPr>
            <a:spLocks noGrp="1"/>
          </p:cNvSpPr>
          <p:nvPr/>
        </p:nvSpPr>
        <p:spPr>
          <a:xfrm>
            <a:off x="447675" y="398145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유지 데이터</a:t>
            </a:r>
            <a:endParaRPr lang="ko-KR">
              <a:latin typeface="Calibri"/>
              <a:ea typeface="Calibri"/>
              <a:cs typeface="Calibri"/>
            </a:endParaRPr>
          </a:p>
        </p:txBody>
      </p:sp>
      <p:sp>
        <p:nvSpPr>
          <p:cNvPr id="22" name="DP1 object 190">
            <a:extLst>
              <a:ext uri="{FF2B5EF4-FFF2-40B4-BE49-F238E27FC236}">
                <ns2:creationId id="{B0A82BDB-5EDC-4438-B976-CCF49DF9D7B3}"/>
              </a:ext>
            </a:extLst>
          </p:cNvPr>
          <p:cNvSpPr>
            <a:spLocks noGrp="1"/>
          </p:cNvSpPr>
          <p:nvPr/>
        </p:nvSpPr>
        <p:spPr>
          <a:xfrm>
            <a:off x="371475" y="452437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191">
            <a:extLst>
              <a:ext uri="{FF2B5EF4-FFF2-40B4-BE49-F238E27FC236}">
                <ns2:creationId id="{9BBEF4F7-88C6-47F4-AD1D-146B013873F0}"/>
              </a:ext>
            </a:extLst>
          </p:cNvPr>
          <p:cNvSpPr>
            <a:spLocks noGrp="1"/>
          </p:cNvSpPr>
          <p:nvPr/>
        </p:nvSpPr>
        <p:spPr>
          <a:xfrm>
            <a:off x="400050" y="5295900"/>
            <a:ext cx="228600" cy="209550"/>
          </a:xfrm>
          <a:prstGeom prst="rect">
            <a:avLst/>
          </a:prstGeom>
          <a:solidFill>
            <a:srgbClr val="FFFFFF"/>
          </a:solidFill>
          <a:ln w="28575">
            <a:solidFill>
              <a:srgbClr val="4676CB"/>
            </a:solidFill>
            <a:prstDash val="solid"/>
          </a:ln>
        </p:spPr>
      </p:sp>
      <p:sp>
        <p:nvSpPr>
          <p:cNvPr id="24" name="DP1 object 192">
            <a:extLst>
              <a:ext uri="{FF2B5EF4-FFF2-40B4-BE49-F238E27FC236}">
                <ns2:creationId id="{388404D2-9AA4-4329-8D9D-489F0B84086C}"/>
              </a:ext>
            </a:extLst>
          </p:cNvPr>
          <p:cNvSpPr>
            <a:spLocks noGrp="1"/>
          </p:cNvSpPr>
          <p:nvPr/>
        </p:nvSpPr>
        <p:spPr>
          <a:xfrm>
            <a:off x="714375" y="5248275"/>
            <a:ext cx="1076325" cy="304800"/>
          </a:xfrm>
          <a:prstGeom prst="rect">
            <a:avLst/>
          </a:prstGeom>
          <a:noFill/>
          <a:ln w="0">
            <a:noFill/>
            <a:prstDash val="solid"/>
          </a:ln>
        </p:spPr>
        <p:txBody>
          <a:bodyPr wrap="none" lIns="0" tIns="0" rIns="0" bIns="0" anchor="ctr">
            <a:noAutofit/>
          </a:bodyPr>
          <a:lstStyle>
            <a:defPPr algn="l">
              <a:defRPr sz="1500" b="1" lang="ko-KR">
                <a:solidFill>
                  <a:srgbClr val="4676CB"/>
                </a:solidFill>
                <a:latin typeface="Calibri"/>
                <a:ea typeface="Calibri"/>
                <a:cs typeface="Calibri"/>
              </a:defRPr>
            </a:defPPr>
            <a:lvl1pPr algn="l">
              <a:defRPr sz="1500" b="1" lang="ko-KR">
                <a:solidFill>
                  <a:srgbClr val="4676CB"/>
                </a:solidFill>
                <a:latin typeface="Calibri"/>
                <a:ea typeface="Calibri"/>
                <a:cs typeface="Calibri"/>
              </a:defRPr>
            </a:lvl1pPr>
            <a:lvl2pPr algn="l">
              <a:defRPr sz="1500" b="1" lang="ko-KR">
                <a:solidFill>
                  <a:srgbClr val="4676CB"/>
                </a:solidFill>
                <a:latin typeface="Calibri"/>
                <a:ea typeface="Calibri"/>
                <a:cs typeface="Calibri"/>
              </a:defRPr>
            </a:lvl2pPr>
            <a:lvl3pPr algn="l">
              <a:defRPr sz="1500" b="1" lang="ko-KR">
                <a:solidFill>
                  <a:srgbClr val="4676CB"/>
                </a:solidFill>
                <a:latin typeface="Calibri"/>
                <a:ea typeface="Calibri"/>
                <a:cs typeface="Calibri"/>
              </a:defRPr>
            </a:lvl3pPr>
            <a:lvl4pPr algn="l">
              <a:defRPr sz="1500" b="1" lang="ko-KR">
                <a:solidFill>
                  <a:srgbClr val="4676CB"/>
                </a:solidFill>
                <a:latin typeface="Calibri"/>
                <a:ea typeface="Calibri"/>
                <a:cs typeface="Calibri"/>
              </a:defRPr>
            </a:lvl4pPr>
            <a:lvl5pPr algn="l">
              <a:defRPr sz="1500" b="1" lang="ko-KR">
                <a:solidFill>
                  <a:srgbClr val="4676CB"/>
                </a:solidFill>
                <a:latin typeface="Calibri"/>
                <a:ea typeface="Calibri"/>
                <a:cs typeface="Calibri"/>
              </a:defRPr>
            </a:lvl5pPr>
            <a:lvl6pPr algn="l">
              <a:defRPr sz="1500" b="1" lang="ko-KR">
                <a:solidFill>
                  <a:srgbClr val="4676CB"/>
                </a:solidFill>
                <a:latin typeface="Calibri"/>
                <a:ea typeface="Calibri"/>
                <a:cs typeface="Calibri"/>
              </a:defRPr>
            </a:lvl6pPr>
            <a:lvl7pPr algn="l">
              <a:defRPr sz="1500" b="1" lang="ko-KR">
                <a:solidFill>
                  <a:srgbClr val="4676CB"/>
                </a:solidFill>
                <a:latin typeface="Calibri"/>
                <a:ea typeface="Calibri"/>
                <a:cs typeface="Calibri"/>
              </a:defRPr>
            </a:lvl7pPr>
            <a:lvl8pPr algn="l">
              <a:defRPr sz="1500" b="1" lang="ko-KR">
                <a:solidFill>
                  <a:srgbClr val="4676CB"/>
                </a:solidFill>
                <a:latin typeface="Calibri"/>
                <a:ea typeface="Calibri"/>
                <a:cs typeface="Calibri"/>
              </a:defRPr>
            </a:lvl8pPr>
            <a:lvl9pPr algn="l">
              <a:defRPr sz="1500" b="1" lang="ko-KR">
                <a:solidFill>
                  <a:srgbClr val="4676CB"/>
                </a:solidFill>
                <a:latin typeface="Calibri"/>
                <a:ea typeface="Calibri"/>
                <a:cs typeface="Calibri"/>
              </a:defRPr>
            </a:lvl9pPr>
          </a:lstStyle>
          <a:p>
            <a:pPr algn="l">
              <a:defRPr sz="1500" b="1" lang="ko-KR">
                <a:solidFill>
                  <a:srgbClr val="4676CB"/>
                </a:solidFill>
                <a:latin typeface="Calibri"/>
                <a:ea typeface="Calibri"/>
                <a:cs typeface="Calibri"/>
              </a:defRPr>
            </a:pPr>
            <a:r>
              <a:rPr sz="1500" b="1" lang="ko-KR">
                <a:solidFill>
                  <a:srgbClr val="4676CB"/>
                </a:solidFill>
                <a:latin typeface="Calibri"/>
                <a:ea typeface="Calibri"/>
                <a:cs typeface="Calibri"/>
              </a:rPr>
              <a:t>보완 A2</a:t>
            </a:r>
            <a:endParaRPr lang="ko-KR">
              <a:latin typeface="Calibri"/>
              <a:ea typeface="Calibri"/>
              <a:cs typeface="Calibri"/>
            </a:endParaRPr>
          </a:p>
        </p:txBody>
      </p:sp>
      <p:sp>
        <p:nvSpPr>
          <p:cNvPr id="25" name="DP1 object 193">
            <a:extLst>
              <a:ext uri="{FF2B5EF4-FFF2-40B4-BE49-F238E27FC236}">
                <ns2:creationId id="{81B95D09-5252-431D-9859-0DE42BB1A5B7}"/>
              </a:ext>
            </a:extLst>
          </p:cNvPr>
          <p:cNvSpPr>
            <a:spLocks noGrp="1"/>
          </p:cNvSpPr>
          <p:nvPr/>
        </p:nvSpPr>
        <p:spPr>
          <a:xfrm>
            <a:off x="1962150" y="229552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6" name="유효 작업 문맥&#10;이전 근거 · 대화 수명">
            <a:extLst>
              <a:ext uri="{FF2B5EF4-FFF2-40B4-BE49-F238E27FC236}">
                <ns2:creationId id="{6B4BBEF4-BE46-4FD1-9CDB-7914547DFE4A}"/>
              </a:ext>
            </a:extLst>
          </p:cNvPr>
          <p:cNvSpPr>
            <a:spLocks noGrp="1"/>
          </p:cNvSpPr>
          <p:nvPr/>
        </p:nvSpPr>
        <p:spPr>
          <a:xfrm>
            <a:off x="2133600" y="3209925"/>
            <a:ext cx="2143125" cy="914400"/>
          </a:xfrm>
          <a:prstGeom prst="can">
            <a:avLst>
              <a:gd name="adj" fmla="val 16000"/>
            </a:avLst>
          </a:prstGeom>
          <a:solidFill>
            <a:srgbClr val="FFF6DD"/>
          </a:solidFill>
          <a:ln w="17145">
            <a:solidFill>
              <a:srgbClr val="111111"/>
            </a:solidFill>
            <a:prstDash val="solid"/>
          </a:ln>
        </p:spPr>
      </p:sp>
      <p:sp>
        <p:nvSpPr>
          <p:cNvPr id="27" name="DP1 object 194">
            <a:extLst>
              <a:ext uri="{FF2B5EF4-FFF2-40B4-BE49-F238E27FC236}">
                <ns2:creationId id="{FD9ABA11-1A90-4596-ABA8-E0DB57A67447}"/>
              </a:ext>
            </a:extLst>
          </p:cNvPr>
          <p:cNvSpPr>
            <a:spLocks noGrp="1"/>
          </p:cNvSpPr>
          <p:nvPr/>
        </p:nvSpPr>
        <p:spPr>
          <a:xfrm>
            <a:off x="2181225" y="331470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8" name="Request Interpreter Component">
            <a:extLst>
              <a:ext uri="{FF2B5EF4-FFF2-40B4-BE49-F238E27FC236}">
                <ns2:creationId id="{4A22031B-85AF-46F2-B413-05BB9FA43D26}"/>
              </a:ext>
            </a:extLst>
          </p:cNvPr>
          <p:cNvSpPr>
            <a:spLocks noGrp="1"/>
          </p:cNvSpPr>
          <p:nvPr/>
        </p:nvSpPr>
        <p:spPr>
          <a:xfrm>
            <a:off x="4552950" y="2847975"/>
            <a:ext cx="2400300" cy="971550"/>
          </a:xfrm>
          <a:prstGeom prst="rect">
            <a:avLst/>
          </a:prstGeom>
          <a:solidFill>
            <a:srgbClr val="FFF6DD"/>
          </a:solidFill>
          <a:ln w="25718">
            <a:solidFill>
              <a:srgbClr val="111111"/>
            </a:solidFill>
            <a:prstDash val="solid"/>
          </a:ln>
        </p:spPr>
      </p:sp>
      <p:sp>
        <p:nvSpPr>
          <p:cNvPr id="29" name="DP1 object 195">
            <a:extLst>
              <a:ext uri="{FF2B5EF4-FFF2-40B4-BE49-F238E27FC236}">
                <ns2:creationId id="{00A9C7FB-C75E-4FD5-A2CF-2F09D41347DE}"/>
              </a:ext>
            </a:extLst>
          </p:cNvPr>
          <p:cNvSpPr>
            <a:spLocks noGrp="1"/>
          </p:cNvSpPr>
          <p:nvPr/>
        </p:nvSpPr>
        <p:spPr>
          <a:xfrm>
            <a:off x="4610100" y="286702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0" name="Editable path 196">
            <a:extLst>
              <a:ext uri="{FF2B5EF4-FFF2-40B4-BE49-F238E27FC236}">
                <ns2:creationId id="{0E98A2CC-3FFA-4CD6-950D-A33F5957D0A6}"/>
              </a:ext>
            </a:extLst>
          </p:cNvPr>
          <p:cNvSpPr>
            <a:spLocks noGrp="1"/>
          </p:cNvSpPr>
          <p:nvPr/>
        </p:nvSpPr>
        <p:spPr>
          <a:xfrm>
            <a:off x="4552950" y="3171825"/>
            <a:ext cx="2400300" cy="953"/>
          </a:xfrm>
          <a:custGeom>
            <a:pathLst>
              <a:path w="2400300" h="953">
                <a:moveTo>
                  <a:pt x="0" y="0"/>
                </a:moveTo>
                <a:lnTo>
                  <a:pt x="2400300" y="0"/>
                </a:lnTo>
              </a:path>
            </a:pathLst>
          </a:custGeom>
          <a:noFill/>
          <a:ln w="14288">
            <a:solidFill>
              <a:srgbClr val="111111"/>
            </a:solidFill>
            <a:prstDash val="solid"/>
          </a:ln>
        </p:spPr>
      </p:sp>
      <p:sp>
        <p:nvSpPr>
          <p:cNvPr id="31" name="Request Interpreter internal operation">
            <a:extLst>
              <a:ext uri="{FF2B5EF4-FFF2-40B4-BE49-F238E27FC236}">
                <ns2:creationId id="{8BCA4AC4-A4EF-4EA2-ABD9-DE7E4C619B01}"/>
              </a:ext>
            </a:extLst>
          </p:cNvPr>
          <p:cNvSpPr>
            <a:spLocks noGrp="1"/>
          </p:cNvSpPr>
          <p:nvPr/>
        </p:nvSpPr>
        <p:spPr>
          <a:xfrm>
            <a:off x="4648200" y="3238500"/>
            <a:ext cx="2209800" cy="504825"/>
          </a:xfrm>
          <a:prstGeom prst="rect">
            <a:avLst/>
          </a:prstGeom>
          <a:solidFill>
            <a:srgbClr val="FFFFFF"/>
          </a:solidFill>
          <a:ln w="14288">
            <a:solidFill>
              <a:srgbClr val="111111"/>
            </a:solidFill>
            <a:prstDash val="solid"/>
          </a:ln>
        </p:spPr>
      </p:sp>
      <p:sp>
        <p:nvSpPr>
          <p:cNvPr id="32" name="DP1 object 197">
            <a:extLst>
              <a:ext uri="{FF2B5EF4-FFF2-40B4-BE49-F238E27FC236}">
                <ns2:creationId id="{8503117B-0DC7-4BCF-8845-FBEE177775B8}"/>
              </a:ext>
            </a:extLst>
          </p:cNvPr>
          <p:cNvSpPr>
            <a:spLocks noGrp="1"/>
          </p:cNvSpPr>
          <p:nvPr/>
        </p:nvSpPr>
        <p:spPr>
          <a:xfrm>
            <a:off x="4695825" y="325755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3" name="DP1 object 198">
            <a:extLst>
              <a:ext uri="{FF2B5EF4-FFF2-40B4-BE49-F238E27FC236}">
                <ns2:creationId id="{A293934F-BCB0-4C30-8EE1-E4F549071E98}"/>
              </a:ext>
            </a:extLst>
          </p:cNvPr>
          <p:cNvSpPr>
            <a:spLocks noGrp="1"/>
          </p:cNvSpPr>
          <p:nvPr/>
        </p:nvSpPr>
        <p:spPr>
          <a:xfrm>
            <a:off x="4772025" y="258127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4" name="Editable path 199">
            <a:extLst>
              <a:ext uri="{FF2B5EF4-FFF2-40B4-BE49-F238E27FC236}">
                <ns2:creationId id="{5E92DAC4-764D-47B9-B042-F5964DA12B7A}"/>
              </a:ext>
            </a:extLst>
          </p:cNvPr>
          <p:cNvSpPr>
            <a:spLocks noGrp="1"/>
          </p:cNvSpPr>
          <p:nvPr/>
        </p:nvSpPr>
        <p:spPr>
          <a:xfrm>
            <a:off x="5753100" y="2819400"/>
            <a:ext cx="953" cy="28575"/>
          </a:xfrm>
          <a:custGeom>
            <a:pathLst>
              <a:path w="953" h="28575">
                <a:moveTo>
                  <a:pt x="0" y="0"/>
                </a:moveTo>
                <a:lnTo>
                  <a:pt x="0" y="28575"/>
                </a:lnTo>
              </a:path>
            </a:pathLst>
          </a:custGeom>
          <a:noFill/>
          <a:ln w="19050">
            <a:solidFill>
              <a:srgbClr val="111111"/>
            </a:solidFill>
            <a:prstDash val="solid"/>
          </a:ln>
        </p:spPr>
      </p:sp>
      <p:sp>
        <p:nvSpPr>
          <p:cNvPr id="35" name="Editable arrowhead 200">
            <a:extLst>
              <a:ext uri="{FF2B5EF4-FFF2-40B4-BE49-F238E27FC236}">
                <ns2:creationId id="{A0583481-A4C4-4BC6-A5FB-E07B8770A1D7}"/>
              </a:ext>
            </a:extLst>
          </p:cNvPr>
          <p:cNvSpPr>
            <a:spLocks noGrp="1"/>
          </p:cNvSpPr>
          <p:nvPr/>
        </p:nvSpPr>
        <p:spPr>
          <a:xfrm>
            <a:off x="5705475" y="2752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6" name="Editable path 201">
            <a:extLst>
              <a:ext uri="{FF2B5EF4-FFF2-40B4-BE49-F238E27FC236}">
                <ns2:creationId id="{5304934A-49CB-4BD1-9DA8-89778A4B7DF7}"/>
              </a:ext>
            </a:extLst>
          </p:cNvPr>
          <p:cNvSpPr>
            <a:spLocks noGrp="1"/>
          </p:cNvSpPr>
          <p:nvPr/>
        </p:nvSpPr>
        <p:spPr>
          <a:xfrm>
            <a:off x="4276725" y="3476625"/>
            <a:ext cx="276225" cy="953"/>
          </a:xfrm>
          <a:custGeom>
            <a:pathLst>
              <a:path w="276225" h="953">
                <a:moveTo>
                  <a:pt x="0" y="0"/>
                </a:moveTo>
                <a:lnTo>
                  <a:pt x="276225" y="0"/>
                </a:lnTo>
              </a:path>
            </a:pathLst>
          </a:custGeom>
          <a:noFill/>
          <a:ln w="23813">
            <a:solidFill>
              <a:srgbClr val="111111"/>
            </a:solidFill>
            <a:prstDash val="solid"/>
          </a:ln>
        </p:spPr>
      </p:sp>
      <p:sp>
        <p:nvSpPr>
          <p:cNvPr id="37" name="Editable arrowhead 202">
            <a:extLst>
              <a:ext uri="{FF2B5EF4-FFF2-40B4-BE49-F238E27FC236}">
                <ns2:creationId id="{45A942FB-327A-45E4-8353-1B68BFB35CCC}"/>
              </a:ext>
            </a:extLst>
          </p:cNvPr>
          <p:cNvSpPr>
            <a:spLocks noGrp="1"/>
          </p:cNvSpPr>
          <p:nvPr/>
        </p:nvSpPr>
        <p:spPr>
          <a:xfrm>
            <a:off x="4457700" y="34290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Context Manager Component">
            <a:extLst>
              <a:ext uri="{FF2B5EF4-FFF2-40B4-BE49-F238E27FC236}">
                <ns2:creationId id="{55BA6342-F910-440B-B0A1-9E78238347C2}"/>
              </a:ext>
            </a:extLst>
          </p:cNvPr>
          <p:cNvSpPr>
            <a:spLocks noGrp="1"/>
          </p:cNvSpPr>
          <p:nvPr/>
        </p:nvSpPr>
        <p:spPr>
          <a:xfrm>
            <a:off x="4552950" y="4181475"/>
            <a:ext cx="2400300" cy="1009650"/>
          </a:xfrm>
          <a:prstGeom prst="rect">
            <a:avLst/>
          </a:prstGeom>
          <a:solidFill>
            <a:srgbClr val="FFF6DD"/>
          </a:solidFill>
          <a:ln w="25718">
            <a:solidFill>
              <a:srgbClr val="111111"/>
            </a:solidFill>
            <a:prstDash val="solid"/>
          </a:ln>
        </p:spPr>
      </p:sp>
      <p:sp>
        <p:nvSpPr>
          <p:cNvPr id="39" name="DP1 object 203">
            <a:extLst>
              <a:ext uri="{FF2B5EF4-FFF2-40B4-BE49-F238E27FC236}">
                <ns2:creationId id="{CCC3A03F-82AA-4781-8B29-19CEA7334D14}"/>
              </a:ext>
            </a:extLst>
          </p:cNvPr>
          <p:cNvSpPr>
            <a:spLocks noGrp="1"/>
          </p:cNvSpPr>
          <p:nvPr/>
        </p:nvSpPr>
        <p:spPr>
          <a:xfrm>
            <a:off x="4610100" y="420052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40" name="Editable path 204">
            <a:extLst>
              <a:ext uri="{FF2B5EF4-FFF2-40B4-BE49-F238E27FC236}">
                <ns2:creationId id="{EF218757-4D23-4295-8F7C-758EEE041C4C}"/>
              </a:ext>
            </a:extLst>
          </p:cNvPr>
          <p:cNvSpPr>
            <a:spLocks noGrp="1"/>
          </p:cNvSpPr>
          <p:nvPr/>
        </p:nvSpPr>
        <p:spPr>
          <a:xfrm>
            <a:off x="4552950" y="4505325"/>
            <a:ext cx="2400300" cy="953"/>
          </a:xfrm>
          <a:custGeom>
            <a:pathLst>
              <a:path w="2400300" h="953">
                <a:moveTo>
                  <a:pt x="0" y="0"/>
                </a:moveTo>
                <a:lnTo>
                  <a:pt x="2400300" y="0"/>
                </a:lnTo>
              </a:path>
            </a:pathLst>
          </a:custGeom>
          <a:noFill/>
          <a:ln w="14288">
            <a:solidFill>
              <a:srgbClr val="111111"/>
            </a:solidFill>
            <a:prstDash val="solid"/>
          </a:ln>
        </p:spPr>
      </p:sp>
      <p:sp>
        <p:nvSpPr>
          <p:cNvPr id="41" name="Context Manager internal operation">
            <a:extLst>
              <a:ext uri="{FF2B5EF4-FFF2-40B4-BE49-F238E27FC236}">
                <ns2:creationId id="{CDDB2115-D6EB-4E36-BE89-5C207B397E4F}"/>
              </a:ext>
            </a:extLst>
          </p:cNvPr>
          <p:cNvSpPr>
            <a:spLocks noGrp="1"/>
          </p:cNvSpPr>
          <p:nvPr/>
        </p:nvSpPr>
        <p:spPr>
          <a:xfrm>
            <a:off x="4648200" y="4572000"/>
            <a:ext cx="2209800" cy="542925"/>
          </a:xfrm>
          <a:prstGeom prst="rect">
            <a:avLst/>
          </a:prstGeom>
          <a:solidFill>
            <a:srgbClr val="FFFFFF"/>
          </a:solidFill>
          <a:ln w="28575">
            <a:solidFill>
              <a:srgbClr val="4676CB"/>
            </a:solidFill>
            <a:prstDash val="solid"/>
          </a:ln>
        </p:spPr>
      </p:sp>
      <p:sp>
        <p:nvSpPr>
          <p:cNvPr id="42" name="DP1 object 205">
            <a:extLst>
              <a:ext uri="{FF2B5EF4-FFF2-40B4-BE49-F238E27FC236}">
                <ns2:creationId id="{E051E45D-18F8-41A0-942F-F55B96DDBB49}"/>
              </a:ext>
            </a:extLst>
          </p:cNvPr>
          <p:cNvSpPr>
            <a:spLocks noGrp="1"/>
          </p:cNvSpPr>
          <p:nvPr/>
        </p:nvSpPr>
        <p:spPr>
          <a:xfrm>
            <a:off x="4695825" y="4591050"/>
            <a:ext cx="2114550" cy="5048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A2 변경 조각 조회·갱신</a:t>
            </a:r>
            <a:endParaRPr lang="ko-KR">
              <a:latin typeface="Calibri"/>
              <a:ea typeface="Calibri"/>
              <a:cs typeface="Calibri"/>
            </a:endParaRPr>
          </a:p>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3" name="Editable path 206">
            <a:extLst>
              <a:ext uri="{FF2B5EF4-FFF2-40B4-BE49-F238E27FC236}">
                <ns2:creationId id="{18C8DB6E-359A-408B-A053-540592FFCC09}"/>
              </a:ext>
            </a:extLst>
          </p:cNvPr>
          <p:cNvSpPr>
            <a:spLocks noGrp="1"/>
          </p:cNvSpPr>
          <p:nvPr/>
        </p:nvSpPr>
        <p:spPr>
          <a:xfrm>
            <a:off x="5753100" y="3819525"/>
            <a:ext cx="953" cy="361950"/>
          </a:xfrm>
          <a:custGeom>
            <a:pathLst>
              <a:path w="953" h="361950">
                <a:moveTo>
                  <a:pt x="0" y="0"/>
                </a:moveTo>
                <a:lnTo>
                  <a:pt x="0" y="361950"/>
                </a:lnTo>
              </a:path>
            </a:pathLst>
          </a:custGeom>
          <a:noFill/>
          <a:ln w="23813">
            <a:solidFill>
              <a:srgbClr val="111111"/>
            </a:solidFill>
            <a:prstDash val="solid"/>
          </a:ln>
        </p:spPr>
      </p:sp>
      <p:sp>
        <p:nvSpPr>
          <p:cNvPr id="44" name="Editable arrowhead 207">
            <a:extLst>
              <a:ext uri="{FF2B5EF4-FFF2-40B4-BE49-F238E27FC236}">
                <ns2:creationId id="{C3BC0366-3445-4A86-A358-80ADA0B486BE}"/>
              </a:ext>
            </a:extLst>
          </p:cNvPr>
          <p:cNvSpPr>
            <a:spLocks noGrp="1"/>
          </p:cNvSpPr>
          <p:nvPr/>
        </p:nvSpPr>
        <p:spPr>
          <a:xfrm>
            <a:off x="5705475" y="4086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208">
            <a:extLst>
              <a:ext uri="{FF2B5EF4-FFF2-40B4-BE49-F238E27FC236}">
                <ns2:creationId id="{579C3A15-9825-4F69-A469-44F9B6AFE446}"/>
              </a:ext>
            </a:extLst>
          </p:cNvPr>
          <p:cNvSpPr>
            <a:spLocks noGrp="1"/>
          </p:cNvSpPr>
          <p:nvPr/>
        </p:nvSpPr>
        <p:spPr>
          <a:xfrm>
            <a:off x="6810375" y="3819525"/>
            <a:ext cx="953" cy="361950"/>
          </a:xfrm>
          <a:custGeom>
            <a:pathLst>
              <a:path w="953" h="361950">
                <a:moveTo>
                  <a:pt x="0" y="361950"/>
                </a:moveTo>
                <a:lnTo>
                  <a:pt x="0" y="0"/>
                </a:lnTo>
              </a:path>
            </a:pathLst>
          </a:custGeom>
          <a:noFill/>
          <a:ln w="23813">
            <a:solidFill>
              <a:srgbClr val="4676CB"/>
            </a:solidFill>
            <a:prstDash val="solid"/>
          </a:ln>
        </p:spPr>
      </p:sp>
      <p:sp>
        <p:nvSpPr>
          <p:cNvPr id="46" name="Editable arrowhead 209">
            <a:extLst>
              <a:ext uri="{FF2B5EF4-FFF2-40B4-BE49-F238E27FC236}">
                <ns2:creationId id="{8E0476B7-1C7C-4D19-93CE-B679C6B556A1}"/>
              </a:ext>
            </a:extLst>
          </p:cNvPr>
          <p:cNvSpPr>
            <a:spLocks noGrp="1"/>
          </p:cNvSpPr>
          <p:nvPr/>
        </p:nvSpPr>
        <p:spPr>
          <a:xfrm>
            <a:off x="6762750" y="381952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47" name="DP1 object 210">
            <a:extLst>
              <a:ext uri="{FF2B5EF4-FFF2-40B4-BE49-F238E27FC236}">
                <ns2:creationId id="{823D6613-2D18-4B26-B657-C7879419B99B}"/>
              </a:ext>
            </a:extLst>
          </p:cNvPr>
          <p:cNvSpPr>
            <a:spLocks noGrp="1"/>
          </p:cNvSpPr>
          <p:nvPr/>
        </p:nvSpPr>
        <p:spPr>
          <a:xfrm>
            <a:off x="4629150" y="386715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8" name="DP1 object 211">
            <a:extLst>
              <a:ext uri="{FF2B5EF4-FFF2-40B4-BE49-F238E27FC236}">
                <ns2:creationId id="{9678D0A0-2D52-4A83-BE9C-43FCF7CE8FFB}"/>
              </a:ext>
            </a:extLst>
          </p:cNvPr>
          <p:cNvSpPr>
            <a:spLocks noGrp="1"/>
          </p:cNvSpPr>
          <p:nvPr/>
        </p:nvSpPr>
        <p:spPr>
          <a:xfrm>
            <a:off x="5810250" y="3867150"/>
            <a:ext cx="923925" cy="2667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보완 근거</a:t>
            </a:r>
            <a:endParaRPr lang="ko-KR">
              <a:latin typeface="Calibri"/>
              <a:ea typeface="Calibri"/>
              <a:cs typeface="Calibri"/>
            </a:endParaRPr>
          </a:p>
        </p:txBody>
      </p:sp>
      <p:sp>
        <p:nvSpPr>
          <p:cNvPr id="49" name="Editable path 212">
            <a:extLst>
              <a:ext uri="{FF2B5EF4-FFF2-40B4-BE49-F238E27FC236}">
                <ns2:creationId id="{6F28D97B-2D8C-4934-A5D9-1489BA35DA5C}"/>
              </a:ext>
            </a:extLst>
          </p:cNvPr>
          <p:cNvSpPr>
            <a:spLocks noGrp="1"/>
          </p:cNvSpPr>
          <p:nvPr/>
        </p:nvSpPr>
        <p:spPr>
          <a:xfrm>
            <a:off x="3200400" y="412432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50" name="Editable arrowhead 213">
            <a:extLst>
              <a:ext uri="{FF2B5EF4-FFF2-40B4-BE49-F238E27FC236}">
                <ns2:creationId id="{F53FCBD7-3AC1-4E31-8499-B7BF5E7482A7}"/>
              </a:ext>
            </a:extLst>
          </p:cNvPr>
          <p:cNvSpPr>
            <a:spLocks noGrp="1"/>
          </p:cNvSpPr>
          <p:nvPr/>
        </p:nvSpPr>
        <p:spPr>
          <a:xfrm>
            <a:off x="3152775" y="41243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1" name="DP1 object 214">
            <a:extLst>
              <a:ext uri="{FF2B5EF4-FFF2-40B4-BE49-F238E27FC236}">
                <ns2:creationId id="{41957888-FD4A-4A7E-A1C4-65BDEC9D06E0}"/>
              </a:ext>
            </a:extLst>
          </p:cNvPr>
          <p:cNvSpPr>
            <a:spLocks noGrp="1"/>
          </p:cNvSpPr>
          <p:nvPr/>
        </p:nvSpPr>
        <p:spPr>
          <a:xfrm>
            <a:off x="2085975" y="478155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2" name="허용 원본">
            <a:extLst>
              <a:ext uri="{FF2B5EF4-FFF2-40B4-BE49-F238E27FC236}">
                <ns2:creationId id="{DA8F7883-D861-4D4B-9558-9AF6DF1522B5}"/>
              </a:ext>
            </a:extLst>
          </p:cNvPr>
          <p:cNvSpPr>
            <a:spLocks noGrp="1"/>
          </p:cNvSpPr>
          <p:nvPr/>
        </p:nvSpPr>
        <p:spPr>
          <a:xfrm>
            <a:off x="2133600" y="5219700"/>
            <a:ext cx="1638300" cy="400050"/>
          </a:xfrm>
          <a:prstGeom prst="can">
            <a:avLst>
              <a:gd name="adj" fmla="val 16000"/>
            </a:avLst>
          </a:prstGeom>
          <a:solidFill>
            <a:srgbClr val="FFFFFF"/>
          </a:solidFill>
          <a:ln w="17145">
            <a:solidFill>
              <a:srgbClr val="111111"/>
            </a:solidFill>
            <a:prstDash val="solid"/>
          </a:ln>
        </p:spPr>
      </p:sp>
      <p:sp>
        <p:nvSpPr>
          <p:cNvPr id="53" name="DP1 object 215">
            <a:extLst>
              <a:ext uri="{FF2B5EF4-FFF2-40B4-BE49-F238E27FC236}">
                <ns2:creationId id="{6F3BF203-8D75-453A-8E6E-40B1F53BDD27}"/>
              </a:ext>
            </a:extLst>
          </p:cNvPr>
          <p:cNvSpPr>
            <a:spLocks noGrp="1"/>
          </p:cNvSpPr>
          <p:nvPr/>
        </p:nvSpPr>
        <p:spPr>
          <a:xfrm>
            <a:off x="2181225" y="532447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4" name="Editable path 216">
            <a:extLst>
              <a:ext uri="{FF2B5EF4-FFF2-40B4-BE49-F238E27FC236}">
                <ns2:creationId id="{4A67F889-6E19-4201-80DE-4DF620491AB2}"/>
              </a:ext>
            </a:extLst>
          </p:cNvPr>
          <p:cNvSpPr>
            <a:spLocks noGrp="1"/>
          </p:cNvSpPr>
          <p:nvPr/>
        </p:nvSpPr>
        <p:spPr>
          <a:xfrm>
            <a:off x="3771900" y="5191125"/>
            <a:ext cx="1981200" cy="238125"/>
          </a:xfrm>
          <a:custGeom>
            <a:pathLst>
              <a:path w="1981200" h="238125">
                <a:moveTo>
                  <a:pt x="0" y="238125"/>
                </a:moveTo>
                <a:lnTo>
                  <a:pt x="1981200" y="238125"/>
                </a:lnTo>
                <a:lnTo>
                  <a:pt x="1981200" y="0"/>
                </a:lnTo>
              </a:path>
            </a:pathLst>
          </a:custGeom>
          <a:noFill/>
          <a:ln w="19050">
            <a:solidFill>
              <a:srgbClr val="4676CB"/>
            </a:solidFill>
            <a:prstDash val="dash"/>
          </a:ln>
        </p:spPr>
      </p:sp>
      <p:sp>
        <p:nvSpPr>
          <p:cNvPr id="55" name="Editable arrowhead 217">
            <a:extLst>
              <a:ext uri="{FF2B5EF4-FFF2-40B4-BE49-F238E27FC236}">
                <ns2:creationId id="{A584C681-A9A6-47BE-B134-37CB7B776A8A}"/>
              </a:ext>
            </a:extLst>
          </p:cNvPr>
          <p:cNvSpPr>
            <a:spLocks noGrp="1"/>
          </p:cNvSpPr>
          <p:nvPr/>
        </p:nvSpPr>
        <p:spPr>
          <a:xfrm>
            <a:off x="5705475" y="519112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56" name="DP1 object 218">
            <a:extLst>
              <a:ext uri="{FF2B5EF4-FFF2-40B4-BE49-F238E27FC236}">
                <ns2:creationId id="{12F6809C-B8FC-40B1-A89F-9E901C3C2C0B}"/>
              </a:ext>
            </a:extLst>
          </p:cNvPr>
          <p:cNvSpPr>
            <a:spLocks noGrp="1"/>
          </p:cNvSpPr>
          <p:nvPr/>
        </p:nvSpPr>
        <p:spPr>
          <a:xfrm>
            <a:off x="3838575" y="5172075"/>
            <a:ext cx="1857375" cy="257175"/>
          </a:xfrm>
          <a:prstGeom prst="rect">
            <a:avLst/>
          </a:prstGeom>
          <a:noFill/>
          <a:ln w="0">
            <a:noFill/>
            <a:prstDash val="solid"/>
          </a:ln>
        </p:spPr>
        <p:txBody>
          <a:bodyPr wrap="none" lIns="0" tIns="0" rIns="0" bIns="0" anchor="ctr">
            <a:noAutofit/>
          </a:bodyPr>
          <a:lstStyle>
            <a:defPPr algn="ctr">
              <a:defRPr sz="1500" b="0" lang="ko-KR">
                <a:solidFill>
                  <a:srgbClr val="4676CB"/>
                </a:solidFill>
                <a:latin typeface="Calibri"/>
                <a:ea typeface="Calibri"/>
                <a:cs typeface="Calibri"/>
              </a:defRPr>
            </a:defPPr>
            <a:lvl1pPr algn="ctr">
              <a:defRPr sz="1500" b="0" lang="ko-KR">
                <a:solidFill>
                  <a:srgbClr val="4676CB"/>
                </a:solidFill>
                <a:latin typeface="Calibri"/>
                <a:ea typeface="Calibri"/>
                <a:cs typeface="Calibri"/>
              </a:defRPr>
            </a:lvl1pPr>
            <a:lvl2pPr algn="ctr">
              <a:defRPr sz="1500" b="0" lang="ko-KR">
                <a:solidFill>
                  <a:srgbClr val="4676CB"/>
                </a:solidFill>
                <a:latin typeface="Calibri"/>
                <a:ea typeface="Calibri"/>
                <a:cs typeface="Calibri"/>
              </a:defRPr>
            </a:lvl2pPr>
            <a:lvl3pPr algn="ctr">
              <a:defRPr sz="1500" b="0" lang="ko-KR">
                <a:solidFill>
                  <a:srgbClr val="4676CB"/>
                </a:solidFill>
                <a:latin typeface="Calibri"/>
                <a:ea typeface="Calibri"/>
                <a:cs typeface="Calibri"/>
              </a:defRPr>
            </a:lvl3pPr>
            <a:lvl4pPr algn="ctr">
              <a:defRPr sz="1500" b="0" lang="ko-KR">
                <a:solidFill>
                  <a:srgbClr val="4676CB"/>
                </a:solidFill>
                <a:latin typeface="Calibri"/>
                <a:ea typeface="Calibri"/>
                <a:cs typeface="Calibri"/>
              </a:defRPr>
            </a:lvl4pPr>
            <a:lvl5pPr algn="ctr">
              <a:defRPr sz="1500" b="0" lang="ko-KR">
                <a:solidFill>
                  <a:srgbClr val="4676CB"/>
                </a:solidFill>
                <a:latin typeface="Calibri"/>
                <a:ea typeface="Calibri"/>
                <a:cs typeface="Calibri"/>
              </a:defRPr>
            </a:lvl5pPr>
            <a:lvl6pPr algn="ctr">
              <a:defRPr sz="1500" b="0" lang="ko-KR">
                <a:solidFill>
                  <a:srgbClr val="4676CB"/>
                </a:solidFill>
                <a:latin typeface="Calibri"/>
                <a:ea typeface="Calibri"/>
                <a:cs typeface="Calibri"/>
              </a:defRPr>
            </a:lvl6pPr>
            <a:lvl7pPr algn="ctr">
              <a:defRPr sz="1500" b="0" lang="ko-KR">
                <a:solidFill>
                  <a:srgbClr val="4676CB"/>
                </a:solidFill>
                <a:latin typeface="Calibri"/>
                <a:ea typeface="Calibri"/>
                <a:cs typeface="Calibri"/>
              </a:defRPr>
            </a:lvl7pPr>
            <a:lvl8pPr algn="ctr">
              <a:defRPr sz="1500" b="0" lang="ko-KR">
                <a:solidFill>
                  <a:srgbClr val="4676CB"/>
                </a:solidFill>
                <a:latin typeface="Calibri"/>
                <a:ea typeface="Calibri"/>
                <a:cs typeface="Calibri"/>
              </a:defRPr>
            </a:lvl8pPr>
            <a:lvl9pPr algn="ctr">
              <a:defRPr sz="1500" b="0" lang="ko-KR">
                <a:solidFill>
                  <a:srgbClr val="4676CB"/>
                </a:solidFill>
                <a:latin typeface="Calibri"/>
                <a:ea typeface="Calibri"/>
                <a:cs typeface="Calibri"/>
              </a:defRPr>
            </a:lvl9pPr>
          </a:lstStyle>
          <a:p>
            <a:pPr algn="ctr">
              <a:defRPr sz="1500" b="0" lang="ko-KR">
                <a:solidFill>
                  <a:srgbClr val="4676CB"/>
                </a:solidFill>
                <a:latin typeface="Calibri"/>
                <a:ea typeface="Calibri"/>
                <a:cs typeface="Calibri"/>
              </a:defRPr>
            </a:pPr>
            <a:r>
              <a:rPr sz="1500" b="0" lang="ko-KR">
                <a:solidFill>
                  <a:srgbClr val="4676CB"/>
                </a:solidFill>
                <a:latin typeface="Calibri"/>
                <a:ea typeface="Calibri"/>
                <a:cs typeface="Calibri"/>
              </a:rPr>
              <a:t>A2 변경 부분 읽기</a:t>
            </a:r>
            <a:endParaRPr lang="ko-KR">
              <a:latin typeface="Calibri"/>
              <a:ea typeface="Calibri"/>
              <a:cs typeface="Calibri"/>
            </a:endParaRPr>
          </a:p>
        </p:txBody>
      </p:sp>
      <p:sp>
        <p:nvSpPr>
          <p:cNvPr id="57" name="DP1 object 219">
            <a:extLst>
              <a:ext uri="{FF2B5EF4-FFF2-40B4-BE49-F238E27FC236}">
                <ns2:creationId id="{BDA7B253-6E56-4610-8C2D-CE4592DC5A9B}"/>
              </a:ext>
            </a:extLst>
          </p:cNvPr>
          <p:cNvSpPr>
            <a:spLocks noGrp="1"/>
          </p:cNvSpPr>
          <p:nvPr/>
        </p:nvSpPr>
        <p:spPr>
          <a:xfrm>
            <a:off x="7353300" y="229552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8" name="DP1 object 220">
            <a:extLst>
              <a:ext uri="{FF2B5EF4-FFF2-40B4-BE49-F238E27FC236}">
                <ns2:creationId id="{676A8555-407E-43C1-8548-8DC863BF714F}"/>
              </a:ext>
            </a:extLst>
          </p:cNvPr>
          <p:cNvSpPr>
            <a:spLocks noGrp="1"/>
          </p:cNvSpPr>
          <p:nvPr/>
        </p:nvSpPr>
        <p:spPr>
          <a:xfrm>
            <a:off x="9401175" y="2600325"/>
            <a:ext cx="3105150" cy="3048000"/>
          </a:xfrm>
          <a:prstGeom prst="rect">
            <a:avLst/>
          </a:prstGeom>
          <a:noFill/>
          <a:ln w="12383">
            <a:solidFill>
              <a:srgbClr val="98999B"/>
            </a:solidFill>
            <a:prstDash val="dash"/>
          </a:ln>
        </p:spPr>
      </p:sp>
      <p:sp>
        <p:nvSpPr>
          <p:cNvPr id="59" name="Request Interpreter Component">
            <a:extLst>
              <a:ext uri="{FF2B5EF4-FFF2-40B4-BE49-F238E27FC236}">
                <ns2:creationId id="{67D9FA6A-0D18-4110-A9FB-B308DF9B5BC0}"/>
              </a:ext>
            </a:extLst>
          </p:cNvPr>
          <p:cNvSpPr>
            <a:spLocks noGrp="1"/>
          </p:cNvSpPr>
          <p:nvPr/>
        </p:nvSpPr>
        <p:spPr>
          <a:xfrm>
            <a:off x="9582150" y="2647950"/>
            <a:ext cx="2771775" cy="742950"/>
          </a:xfrm>
          <a:prstGeom prst="rect">
            <a:avLst/>
          </a:prstGeom>
          <a:solidFill>
            <a:srgbClr val="FFF6DD"/>
          </a:solidFill>
          <a:ln w="25718">
            <a:solidFill>
              <a:srgbClr val="111111"/>
            </a:solidFill>
            <a:prstDash val="solid"/>
          </a:ln>
        </p:spPr>
      </p:sp>
      <p:sp>
        <p:nvSpPr>
          <p:cNvPr id="60" name="DP1 object 221">
            <a:extLst>
              <a:ext uri="{FF2B5EF4-FFF2-40B4-BE49-F238E27FC236}">
                <ns2:creationId id="{19E829DF-12DD-462A-A2D2-E115D78F0535}"/>
              </a:ext>
            </a:extLst>
          </p:cNvPr>
          <p:cNvSpPr>
            <a:spLocks noGrp="1"/>
          </p:cNvSpPr>
          <p:nvPr/>
        </p:nvSpPr>
        <p:spPr>
          <a:xfrm>
            <a:off x="9639300" y="2667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1" name="Editable path 222">
            <a:extLst>
              <a:ext uri="{FF2B5EF4-FFF2-40B4-BE49-F238E27FC236}">
                <ns2:creationId id="{AE9FE96A-AACA-41DC-9387-7570AB79AE96}"/>
              </a:ext>
            </a:extLst>
          </p:cNvPr>
          <p:cNvSpPr>
            <a:spLocks noGrp="1"/>
          </p:cNvSpPr>
          <p:nvPr/>
        </p:nvSpPr>
        <p:spPr>
          <a:xfrm>
            <a:off x="9582150" y="2905125"/>
            <a:ext cx="2771775" cy="953"/>
          </a:xfrm>
          <a:custGeom>
            <a:pathLst>
              <a:path w="2771775" h="953">
                <a:moveTo>
                  <a:pt x="0" y="0"/>
                </a:moveTo>
                <a:lnTo>
                  <a:pt x="2771775" y="0"/>
                </a:lnTo>
              </a:path>
            </a:pathLst>
          </a:custGeom>
          <a:noFill/>
          <a:ln w="14288">
            <a:solidFill>
              <a:srgbClr val="111111"/>
            </a:solidFill>
            <a:prstDash val="solid"/>
          </a:ln>
        </p:spPr>
      </p:sp>
      <p:sp>
        <p:nvSpPr>
          <p:cNvPr id="62" name="Request Interpreter internal operation">
            <a:extLst>
              <a:ext uri="{FF2B5EF4-FFF2-40B4-BE49-F238E27FC236}">
                <ns2:creationId id="{964FD25D-AA5A-4861-A4D6-2B371E3E363F}"/>
              </a:ext>
            </a:extLst>
          </p:cNvPr>
          <p:cNvSpPr>
            <a:spLocks noGrp="1"/>
          </p:cNvSpPr>
          <p:nvPr/>
        </p:nvSpPr>
        <p:spPr>
          <a:xfrm>
            <a:off x="9677400" y="2971800"/>
            <a:ext cx="2581275" cy="342900"/>
          </a:xfrm>
          <a:prstGeom prst="rect">
            <a:avLst/>
          </a:prstGeom>
          <a:solidFill>
            <a:srgbClr val="FFFFFF"/>
          </a:solidFill>
          <a:ln w="14288">
            <a:solidFill>
              <a:srgbClr val="111111"/>
            </a:solidFill>
            <a:prstDash val="solid"/>
          </a:ln>
        </p:spPr>
      </p:sp>
      <p:sp>
        <p:nvSpPr>
          <p:cNvPr id="63" name="DP1 object 223">
            <a:extLst>
              <a:ext uri="{FF2B5EF4-FFF2-40B4-BE49-F238E27FC236}">
                <ns2:creationId id="{F4CA9974-1744-4493-8ED1-308FA5FCCE31}"/>
              </a:ext>
            </a:extLst>
          </p:cNvPr>
          <p:cNvSpPr>
            <a:spLocks noGrp="1"/>
          </p:cNvSpPr>
          <p:nvPr/>
        </p:nvSpPr>
        <p:spPr>
          <a:xfrm>
            <a:off x="9725025" y="299085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4" name="Editable path 224">
            <a:extLst>
              <a:ext uri="{FF2B5EF4-FFF2-40B4-BE49-F238E27FC236}">
                <ns2:creationId id="{3B04A58F-A536-451A-8099-187CD80D88A8}"/>
              </a:ext>
            </a:extLst>
          </p:cNvPr>
          <p:cNvSpPr>
            <a:spLocks noGrp="1"/>
          </p:cNvSpPr>
          <p:nvPr/>
        </p:nvSpPr>
        <p:spPr>
          <a:xfrm>
            <a:off x="10972800" y="3390900"/>
            <a:ext cx="953" cy="171450"/>
          </a:xfrm>
          <a:custGeom>
            <a:pathLst>
              <a:path w="953" h="171450">
                <a:moveTo>
                  <a:pt x="0" y="0"/>
                </a:moveTo>
                <a:lnTo>
                  <a:pt x="0" y="171450"/>
                </a:lnTo>
              </a:path>
            </a:pathLst>
          </a:custGeom>
          <a:noFill/>
          <a:ln w="21908">
            <a:solidFill>
              <a:srgbClr val="111111"/>
            </a:solidFill>
            <a:prstDash val="solid"/>
          </a:ln>
        </p:spPr>
      </p:sp>
      <p:sp>
        <p:nvSpPr>
          <p:cNvPr id="65" name="Editable arrowhead 225">
            <a:extLst>
              <a:ext uri="{FF2B5EF4-FFF2-40B4-BE49-F238E27FC236}">
                <ns2:creationId id="{82A237C2-9D12-4482-94BC-8AD196BAF08D}"/>
              </a:ext>
            </a:extLst>
          </p:cNvPr>
          <p:cNvSpPr>
            <a:spLocks noGrp="1"/>
          </p:cNvSpPr>
          <p:nvPr/>
        </p:nvSpPr>
        <p:spPr>
          <a:xfrm>
            <a:off x="10925175" y="34671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6" name="Context Manager Component">
            <a:extLst>
              <a:ext uri="{FF2B5EF4-FFF2-40B4-BE49-F238E27FC236}">
                <ns2:creationId id="{10ACAAA1-0446-4F7E-A78A-CFA61E99E853}"/>
              </a:ext>
            </a:extLst>
          </p:cNvPr>
          <p:cNvSpPr>
            <a:spLocks noGrp="1"/>
          </p:cNvSpPr>
          <p:nvPr/>
        </p:nvSpPr>
        <p:spPr>
          <a:xfrm>
            <a:off x="9582150" y="3562350"/>
            <a:ext cx="2771775" cy="742950"/>
          </a:xfrm>
          <a:prstGeom prst="rect">
            <a:avLst/>
          </a:prstGeom>
          <a:solidFill>
            <a:srgbClr val="FFF6DD"/>
          </a:solidFill>
          <a:ln w="25718">
            <a:solidFill>
              <a:srgbClr val="111111"/>
            </a:solidFill>
            <a:prstDash val="solid"/>
          </a:ln>
        </p:spPr>
      </p:sp>
      <p:sp>
        <p:nvSpPr>
          <p:cNvPr id="67" name="DP1 object 226">
            <a:extLst>
              <a:ext uri="{FF2B5EF4-FFF2-40B4-BE49-F238E27FC236}">
                <ns2:creationId id="{4F1897A1-A60D-4C32-A0B9-A92976C3C0AA}"/>
              </a:ext>
            </a:extLst>
          </p:cNvPr>
          <p:cNvSpPr>
            <a:spLocks noGrp="1"/>
          </p:cNvSpPr>
          <p:nvPr/>
        </p:nvSpPr>
        <p:spPr>
          <a:xfrm>
            <a:off x="9639300" y="35814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8" name="Editable path 227">
            <a:extLst>
              <a:ext uri="{FF2B5EF4-FFF2-40B4-BE49-F238E27FC236}">
                <ns2:creationId id="{B5D03AE6-4213-429E-9330-D91BB6742EA4}"/>
              </a:ext>
            </a:extLst>
          </p:cNvPr>
          <p:cNvSpPr>
            <a:spLocks noGrp="1"/>
          </p:cNvSpPr>
          <p:nvPr/>
        </p:nvSpPr>
        <p:spPr>
          <a:xfrm>
            <a:off x="9582150" y="3819525"/>
            <a:ext cx="2771775" cy="953"/>
          </a:xfrm>
          <a:custGeom>
            <a:pathLst>
              <a:path w="2771775" h="953">
                <a:moveTo>
                  <a:pt x="0" y="0"/>
                </a:moveTo>
                <a:lnTo>
                  <a:pt x="2771775" y="0"/>
                </a:lnTo>
              </a:path>
            </a:pathLst>
          </a:custGeom>
          <a:noFill/>
          <a:ln w="14288">
            <a:solidFill>
              <a:srgbClr val="111111"/>
            </a:solidFill>
            <a:prstDash val="solid"/>
          </a:ln>
        </p:spPr>
      </p:sp>
      <p:sp>
        <p:nvSpPr>
          <p:cNvPr id="69" name="Context Manager internal operation">
            <a:extLst>
              <a:ext uri="{FF2B5EF4-FFF2-40B4-BE49-F238E27FC236}">
                <ns2:creationId id="{E59BAC17-8A67-4510-A628-38A9DF5643F8}"/>
              </a:ext>
            </a:extLst>
          </p:cNvPr>
          <p:cNvSpPr>
            <a:spLocks noGrp="1"/>
          </p:cNvSpPr>
          <p:nvPr/>
        </p:nvSpPr>
        <p:spPr>
          <a:xfrm>
            <a:off x="9677400" y="3886200"/>
            <a:ext cx="2581275" cy="342900"/>
          </a:xfrm>
          <a:prstGeom prst="rect">
            <a:avLst/>
          </a:prstGeom>
          <a:solidFill>
            <a:srgbClr val="FFFFFF"/>
          </a:solidFill>
          <a:ln w="14288">
            <a:solidFill>
              <a:srgbClr val="111111"/>
            </a:solidFill>
            <a:prstDash val="solid"/>
          </a:ln>
        </p:spPr>
      </p:sp>
      <p:sp>
        <p:nvSpPr>
          <p:cNvPr id="70" name="DP1 object 228">
            <a:extLst>
              <a:ext uri="{FF2B5EF4-FFF2-40B4-BE49-F238E27FC236}">
                <ns2:creationId id="{C6140222-D039-47BE-B40E-BCE1BB49F47F}"/>
              </a:ext>
            </a:extLst>
          </p:cNvPr>
          <p:cNvSpPr>
            <a:spLocks noGrp="1"/>
          </p:cNvSpPr>
          <p:nvPr/>
        </p:nvSpPr>
        <p:spPr>
          <a:xfrm>
            <a:off x="9725025" y="390525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1" name="허용 원본&#10;공통 기록">
            <a:extLst>
              <a:ext uri="{FF2B5EF4-FFF2-40B4-BE49-F238E27FC236}">
                <ns2:creationId id="{513F1A74-EF9A-4248-9D08-F150663A6C51}"/>
              </a:ext>
            </a:extLst>
          </p:cNvPr>
          <p:cNvSpPr>
            <a:spLocks noGrp="1"/>
          </p:cNvSpPr>
          <p:nvPr/>
        </p:nvSpPr>
        <p:spPr>
          <a:xfrm>
            <a:off x="7467600" y="3571875"/>
            <a:ext cx="1647825" cy="685800"/>
          </a:xfrm>
          <a:prstGeom prst="can">
            <a:avLst>
              <a:gd name="adj" fmla="val 16000"/>
            </a:avLst>
          </a:prstGeom>
          <a:solidFill>
            <a:srgbClr val="FFFFFF"/>
          </a:solidFill>
          <a:ln w="17145">
            <a:solidFill>
              <a:srgbClr val="111111"/>
            </a:solidFill>
            <a:prstDash val="solid"/>
          </a:ln>
        </p:spPr>
      </p:sp>
      <p:sp>
        <p:nvSpPr>
          <p:cNvPr id="72" name="DP1 object 229">
            <a:extLst>
              <a:ext uri="{FF2B5EF4-FFF2-40B4-BE49-F238E27FC236}">
                <ns2:creationId id="{F1EF4A14-0735-4EA9-AB48-7A32B5B523E2}"/>
              </a:ext>
            </a:extLst>
          </p:cNvPr>
          <p:cNvSpPr>
            <a:spLocks noGrp="1"/>
          </p:cNvSpPr>
          <p:nvPr/>
        </p:nvSpPr>
        <p:spPr>
          <a:xfrm>
            <a:off x="7515225" y="367665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3" name="Editable path 230">
            <a:extLst>
              <a:ext uri="{FF2B5EF4-FFF2-40B4-BE49-F238E27FC236}">
                <ns2:creationId id="{063B6613-6736-42DC-BE32-A8E160D2D49A}"/>
              </a:ext>
            </a:extLst>
          </p:cNvPr>
          <p:cNvSpPr>
            <a:spLocks noGrp="1"/>
          </p:cNvSpPr>
          <p:nvPr/>
        </p:nvSpPr>
        <p:spPr>
          <a:xfrm>
            <a:off x="9115425" y="3905250"/>
            <a:ext cx="466725" cy="953"/>
          </a:xfrm>
          <a:custGeom>
            <a:pathLst>
              <a:path w="466725" h="953">
                <a:moveTo>
                  <a:pt x="0" y="0"/>
                </a:moveTo>
                <a:lnTo>
                  <a:pt x="466725" y="0"/>
                </a:lnTo>
              </a:path>
            </a:pathLst>
          </a:custGeom>
          <a:noFill/>
          <a:ln w="22860">
            <a:solidFill>
              <a:srgbClr val="111111"/>
            </a:solidFill>
            <a:prstDash val="solid"/>
          </a:ln>
        </p:spPr>
      </p:sp>
      <p:sp>
        <p:nvSpPr>
          <p:cNvPr id="74" name="Editable arrowhead 231">
            <a:extLst>
              <a:ext uri="{FF2B5EF4-FFF2-40B4-BE49-F238E27FC236}">
                <ns2:creationId id="{B4AC141A-AEF8-4838-B931-FCE44BECF446}"/>
              </a:ext>
            </a:extLst>
          </p:cNvPr>
          <p:cNvSpPr>
            <a:spLocks noGrp="1"/>
          </p:cNvSpPr>
          <p:nvPr/>
        </p:nvSpPr>
        <p:spPr>
          <a:xfrm>
            <a:off x="9486900" y="38576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5" name="Editable path 232">
            <a:extLst>
              <a:ext uri="{FF2B5EF4-FFF2-40B4-BE49-F238E27FC236}">
                <ns2:creationId id="{571A1E4C-1072-455D-B520-1319684666F2}"/>
              </a:ext>
            </a:extLst>
          </p:cNvPr>
          <p:cNvSpPr>
            <a:spLocks noGrp="1"/>
          </p:cNvSpPr>
          <p:nvPr/>
        </p:nvSpPr>
        <p:spPr>
          <a:xfrm>
            <a:off x="10972800" y="4305300"/>
            <a:ext cx="953" cy="133350"/>
          </a:xfrm>
          <a:custGeom>
            <a:pathLst>
              <a:path w="953" h="133350">
                <a:moveTo>
                  <a:pt x="0" y="0"/>
                </a:moveTo>
                <a:lnTo>
                  <a:pt x="0" y="133350"/>
                </a:lnTo>
              </a:path>
            </a:pathLst>
          </a:custGeom>
          <a:noFill/>
          <a:ln w="21908">
            <a:solidFill>
              <a:srgbClr val="111111"/>
            </a:solidFill>
            <a:prstDash val="solid"/>
          </a:ln>
        </p:spPr>
      </p:sp>
      <p:sp>
        <p:nvSpPr>
          <p:cNvPr id="76" name="Editable arrowhead 233">
            <a:extLst>
              <a:ext uri="{FF2B5EF4-FFF2-40B4-BE49-F238E27FC236}">
                <ns2:creationId id="{E7C91E1B-D2FA-4FC4-BF0C-D9682331184B}"/>
              </a:ext>
            </a:extLst>
          </p:cNvPr>
          <p:cNvSpPr>
            <a:spLocks noGrp="1"/>
          </p:cNvSpPr>
          <p:nvPr/>
        </p:nvSpPr>
        <p:spPr>
          <a:xfrm>
            <a:off x="10925175" y="4343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임시 근거 묶음 (요청 수명)">
            <a:extLst>
              <a:ext uri="{FF2B5EF4-FFF2-40B4-BE49-F238E27FC236}">
                <ns2:creationId id="{FBCC3BA3-186E-4E91-A011-6D9BA1A736B9}"/>
              </a:ext>
            </a:extLst>
          </p:cNvPr>
          <p:cNvSpPr>
            <a:spLocks noGrp="1"/>
          </p:cNvSpPr>
          <p:nvPr/>
        </p:nvSpPr>
        <p:spPr>
          <a:xfrm>
            <a:off x="9582150" y="4438650"/>
            <a:ext cx="2771775" cy="457200"/>
          </a:xfrm>
          <a:prstGeom prst="can">
            <a:avLst>
              <a:gd name="adj" fmla="val 16000"/>
            </a:avLst>
          </a:prstGeom>
          <a:solidFill>
            <a:srgbClr val="FFF6DD"/>
          </a:solidFill>
          <a:ln w="17145">
            <a:solidFill>
              <a:srgbClr val="111111"/>
            </a:solidFill>
            <a:prstDash val="solid"/>
          </a:ln>
        </p:spPr>
      </p:sp>
      <p:sp>
        <p:nvSpPr>
          <p:cNvPr id="78" name="DP1 object 234">
            <a:extLst>
              <a:ext uri="{FF2B5EF4-FFF2-40B4-BE49-F238E27FC236}">
                <ns2:creationId id="{FBC57080-DC48-4FE4-85D9-60DAD6F3053E}"/>
              </a:ext>
            </a:extLst>
          </p:cNvPr>
          <p:cNvSpPr>
            <a:spLocks noGrp="1"/>
          </p:cNvSpPr>
          <p:nvPr/>
        </p:nvSpPr>
        <p:spPr>
          <a:xfrm>
            <a:off x="9629775" y="454342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9" name="Editable path 235">
            <a:extLst>
              <a:ext uri="{FF2B5EF4-FFF2-40B4-BE49-F238E27FC236}">
                <ns2:creationId id="{F5C56FE6-6451-4880-9923-93A1DB81933C}"/>
              </a:ext>
            </a:extLst>
          </p:cNvPr>
          <p:cNvSpPr>
            <a:spLocks noGrp="1"/>
          </p:cNvSpPr>
          <p:nvPr/>
        </p:nvSpPr>
        <p:spPr>
          <a:xfrm>
            <a:off x="10972800" y="4895850"/>
            <a:ext cx="953" cy="133350"/>
          </a:xfrm>
          <a:custGeom>
            <a:pathLst>
              <a:path w="953" h="133350">
                <a:moveTo>
                  <a:pt x="0" y="0"/>
                </a:moveTo>
                <a:lnTo>
                  <a:pt x="0" y="133350"/>
                </a:lnTo>
              </a:path>
            </a:pathLst>
          </a:custGeom>
          <a:noFill/>
          <a:ln w="21908">
            <a:solidFill>
              <a:srgbClr val="111111"/>
            </a:solidFill>
            <a:prstDash val="solid"/>
          </a:ln>
        </p:spPr>
      </p:sp>
      <p:sp>
        <p:nvSpPr>
          <p:cNvPr id="80" name="Editable arrowhead 236">
            <a:extLst>
              <a:ext uri="{FF2B5EF4-FFF2-40B4-BE49-F238E27FC236}">
                <ns2:creationId id="{61A6E5E8-74F8-474C-AA3A-552EA1F28071}"/>
              </a:ext>
            </a:extLst>
          </p:cNvPr>
          <p:cNvSpPr>
            <a:spLocks noGrp="1"/>
          </p:cNvSpPr>
          <p:nvPr/>
        </p:nvSpPr>
        <p:spPr>
          <a:xfrm>
            <a:off x="10925175" y="49339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1" name="Request Interpreter Component">
            <a:extLst>
              <a:ext uri="{FF2B5EF4-FFF2-40B4-BE49-F238E27FC236}">
                <ns2:creationId id="{B245E231-0146-492F-B088-F5CBB8531BB7}"/>
              </a:ext>
            </a:extLst>
          </p:cNvPr>
          <p:cNvSpPr>
            <a:spLocks noGrp="1"/>
          </p:cNvSpPr>
          <p:nvPr/>
        </p:nvSpPr>
        <p:spPr>
          <a:xfrm>
            <a:off x="9582150" y="5029200"/>
            <a:ext cx="2771775" cy="609600"/>
          </a:xfrm>
          <a:prstGeom prst="rect">
            <a:avLst/>
          </a:prstGeom>
          <a:solidFill>
            <a:srgbClr val="FFF6DD"/>
          </a:solidFill>
          <a:ln w="25718">
            <a:solidFill>
              <a:srgbClr val="111111"/>
            </a:solidFill>
            <a:prstDash val="solid"/>
          </a:ln>
        </p:spPr>
      </p:sp>
      <p:sp>
        <p:nvSpPr>
          <p:cNvPr id="82" name="DP1 object 237">
            <a:extLst>
              <a:ext uri="{FF2B5EF4-FFF2-40B4-BE49-F238E27FC236}">
                <ns2:creationId id="{B79F33F8-2074-4C04-A5E8-072D8373BFD5}"/>
              </a:ext>
            </a:extLst>
          </p:cNvPr>
          <p:cNvSpPr>
            <a:spLocks noGrp="1"/>
          </p:cNvSpPr>
          <p:nvPr/>
        </p:nvSpPr>
        <p:spPr>
          <a:xfrm>
            <a:off x="9639300" y="50482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3" name="Editable path 238">
            <a:extLst>
              <a:ext uri="{FF2B5EF4-FFF2-40B4-BE49-F238E27FC236}">
                <ns2:creationId id="{A3912C3F-2A7A-4AE6-8ED5-484BF1F4ADA3}"/>
              </a:ext>
            </a:extLst>
          </p:cNvPr>
          <p:cNvSpPr>
            <a:spLocks noGrp="1"/>
          </p:cNvSpPr>
          <p:nvPr/>
        </p:nvSpPr>
        <p:spPr>
          <a:xfrm>
            <a:off x="9582150" y="5286375"/>
            <a:ext cx="2771775" cy="953"/>
          </a:xfrm>
          <a:custGeom>
            <a:pathLst>
              <a:path w="2771775" h="953">
                <a:moveTo>
                  <a:pt x="0" y="0"/>
                </a:moveTo>
                <a:lnTo>
                  <a:pt x="2771775" y="0"/>
                </a:lnTo>
              </a:path>
            </a:pathLst>
          </a:custGeom>
          <a:noFill/>
          <a:ln w="14288">
            <a:solidFill>
              <a:srgbClr val="111111"/>
            </a:solidFill>
            <a:prstDash val="solid"/>
          </a:ln>
        </p:spPr>
      </p:sp>
      <p:sp>
        <p:nvSpPr>
          <p:cNvPr id="84" name="Request Interpreter internal operation">
            <a:extLst>
              <a:ext uri="{FF2B5EF4-FFF2-40B4-BE49-F238E27FC236}">
                <ns2:creationId id="{FDC8D9D1-24C9-4ED1-8E7B-4BA9CCED5FE3}"/>
              </a:ext>
            </a:extLst>
          </p:cNvPr>
          <p:cNvSpPr>
            <a:spLocks noGrp="1"/>
          </p:cNvSpPr>
          <p:nvPr/>
        </p:nvSpPr>
        <p:spPr>
          <a:xfrm>
            <a:off x="9677400" y="5353050"/>
            <a:ext cx="2581275" cy="209550"/>
          </a:xfrm>
          <a:prstGeom prst="rect">
            <a:avLst/>
          </a:prstGeom>
          <a:solidFill>
            <a:srgbClr val="FFFFFF"/>
          </a:solidFill>
          <a:ln w="14288">
            <a:solidFill>
              <a:srgbClr val="111111"/>
            </a:solidFill>
            <a:prstDash val="solid"/>
          </a:ln>
        </p:spPr>
      </p:sp>
      <p:sp>
        <p:nvSpPr>
          <p:cNvPr id="85" name="DP1 object 239">
            <a:extLst>
              <a:ext uri="{FF2B5EF4-FFF2-40B4-BE49-F238E27FC236}">
                <ns2:creationId id="{7D6B4D26-1BE0-4922-8EFF-7E6ACA5B9E45}"/>
              </a:ext>
            </a:extLst>
          </p:cNvPr>
          <p:cNvSpPr>
            <a:spLocks noGrp="1"/>
          </p:cNvSpPr>
          <p:nvPr/>
        </p:nvSpPr>
        <p:spPr>
          <a:xfrm>
            <a:off x="9725025" y="537210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6" name="Editable path 240">
            <a:extLst>
              <a:ext uri="{FF2B5EF4-FFF2-40B4-BE49-F238E27FC236}">
                <ns2:creationId id="{69DD6EBD-DA90-4E37-975E-7631C00BEFB1}"/>
              </a:ext>
            </a:extLst>
          </p:cNvPr>
          <p:cNvSpPr>
            <a:spLocks noGrp="1"/>
          </p:cNvSpPr>
          <p:nvPr/>
        </p:nvSpPr>
        <p:spPr>
          <a:xfrm>
            <a:off x="9248775" y="301942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7" name="Editable arrowhead 241">
            <a:extLst>
              <a:ext uri="{FF2B5EF4-FFF2-40B4-BE49-F238E27FC236}">
                <ns2:creationId id="{C99AB119-0EDD-40A4-974D-27650032F958}"/>
              </a:ext>
            </a:extLst>
          </p:cNvPr>
          <p:cNvSpPr>
            <a:spLocks noGrp="1"/>
          </p:cNvSpPr>
          <p:nvPr/>
        </p:nvSpPr>
        <p:spPr>
          <a:xfrm>
            <a:off x="9486900" y="297180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8" name="DP1 object 242">
            <a:extLst>
              <a:ext uri="{FF2B5EF4-FFF2-40B4-BE49-F238E27FC236}">
                <ns2:creationId id="{1C46F5DD-C1AE-42FC-8ED3-FA0116271222}"/>
              </a:ext>
            </a:extLst>
          </p:cNvPr>
          <p:cNvSpPr>
            <a:spLocks noGrp="1"/>
          </p:cNvSpPr>
          <p:nvPr/>
        </p:nvSpPr>
        <p:spPr>
          <a:xfrm>
            <a:off x="7477125" y="442912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9" name="DP1 object 243">
            <a:extLst>
              <a:ext uri="{FF2B5EF4-FFF2-40B4-BE49-F238E27FC236}">
                <ns2:creationId id="{12A46CA1-C8E6-4DB8-A9B7-5378FCF69F48}"/>
              </a:ext>
            </a:extLst>
          </p:cNvPr>
          <p:cNvSpPr>
            <a:spLocks noGrp="1"/>
          </p:cNvSpPr>
          <p:nvPr/>
        </p:nvSpPr>
        <p:spPr>
          <a:xfrm>
            <a:off x="7477125" y="516255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90" name="DP1 object 244">
            <a:extLst>
              <a:ext uri="{FF2B5EF4-FFF2-40B4-BE49-F238E27FC236}">
                <ns2:creationId id="{62E11C9B-ADC1-486B-ACAE-6F4C36038F85}"/>
              </a:ext>
            </a:extLst>
          </p:cNvPr>
          <p:cNvSpPr>
            <a:spLocks noGrp="1"/>
          </p:cNvSpPr>
          <p:nvPr/>
        </p:nvSpPr>
        <p:spPr>
          <a:xfrm>
            <a:off x="12744450" y="229552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1" name="허용 원본&#10;확정 변경">
            <a:extLst>
              <a:ext uri="{FF2B5EF4-FFF2-40B4-BE49-F238E27FC236}">
                <ns2:creationId id="{9D41CC91-BF15-4CAE-8212-C2D01CD23179}"/>
              </a:ext>
            </a:extLst>
          </p:cNvPr>
          <p:cNvSpPr>
            <a:spLocks noGrp="1"/>
          </p:cNvSpPr>
          <p:nvPr/>
        </p:nvSpPr>
        <p:spPr>
          <a:xfrm>
            <a:off x="12839700" y="3086100"/>
            <a:ext cx="1543050" cy="657225"/>
          </a:xfrm>
          <a:prstGeom prst="can">
            <a:avLst>
              <a:gd name="adj" fmla="val 16000"/>
            </a:avLst>
          </a:prstGeom>
          <a:solidFill>
            <a:srgbClr val="FFFFFF"/>
          </a:solidFill>
          <a:ln w="17145">
            <a:solidFill>
              <a:srgbClr val="111111"/>
            </a:solidFill>
            <a:prstDash val="solid"/>
          </a:ln>
        </p:spPr>
      </p:sp>
      <p:sp>
        <p:nvSpPr>
          <p:cNvPr id="92" name="DP1 object 245">
            <a:extLst>
              <a:ext uri="{FF2B5EF4-FFF2-40B4-BE49-F238E27FC236}">
                <ns2:creationId id="{EEEEC638-E297-4428-882D-06B187EF72E9}"/>
              </a:ext>
            </a:extLst>
          </p:cNvPr>
          <p:cNvSpPr>
            <a:spLocks noGrp="1"/>
          </p:cNvSpPr>
          <p:nvPr/>
        </p:nvSpPr>
        <p:spPr>
          <a:xfrm>
            <a:off x="12887325" y="319087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3" name="Context Manager production Component">
            <a:extLst>
              <a:ext uri="{FF2B5EF4-FFF2-40B4-BE49-F238E27FC236}">
                <ns2:creationId id="{1C7515E6-209B-475B-BE3B-C9A56C5C3931}"/>
              </a:ext>
            </a:extLst>
          </p:cNvPr>
          <p:cNvSpPr>
            <a:spLocks noGrp="1"/>
          </p:cNvSpPr>
          <p:nvPr/>
        </p:nvSpPr>
        <p:spPr>
          <a:xfrm>
            <a:off x="14658975" y="2647950"/>
            <a:ext cx="3190875" cy="1657350"/>
          </a:xfrm>
          <a:prstGeom prst="rect">
            <a:avLst/>
          </a:prstGeom>
          <a:solidFill>
            <a:srgbClr val="FFF6DD"/>
          </a:solidFill>
          <a:ln w="25718">
            <a:solidFill>
              <a:srgbClr val="111111"/>
            </a:solidFill>
            <a:prstDash val="solid"/>
          </a:ln>
        </p:spPr>
      </p:sp>
      <p:sp>
        <p:nvSpPr>
          <p:cNvPr id="94" name="DP1 object 246">
            <a:extLst>
              <a:ext uri="{FF2B5EF4-FFF2-40B4-BE49-F238E27FC236}">
                <ns2:creationId id="{CEC222D2-A22B-4F34-84A6-B40A1D3D3716}"/>
              </a:ext>
            </a:extLst>
          </p:cNvPr>
          <p:cNvSpPr>
            <a:spLocks noGrp="1"/>
          </p:cNvSpPr>
          <p:nvPr/>
        </p:nvSpPr>
        <p:spPr>
          <a:xfrm>
            <a:off x="14735175" y="268605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5" name="Editable path 247">
            <a:extLst>
              <a:ext uri="{FF2B5EF4-FFF2-40B4-BE49-F238E27FC236}">
                <ns2:creationId id="{789D3EB6-6662-4D8B-9228-886308CB3FF2}"/>
              </a:ext>
            </a:extLst>
          </p:cNvPr>
          <p:cNvSpPr>
            <a:spLocks noGrp="1"/>
          </p:cNvSpPr>
          <p:nvPr/>
        </p:nvSpPr>
        <p:spPr>
          <a:xfrm>
            <a:off x="14658975" y="3009900"/>
            <a:ext cx="3190875" cy="953"/>
          </a:xfrm>
          <a:custGeom>
            <a:pathLst>
              <a:path w="3190875" h="953">
                <a:moveTo>
                  <a:pt x="0" y="0"/>
                </a:moveTo>
                <a:lnTo>
                  <a:pt x="3190875" y="0"/>
                </a:lnTo>
              </a:path>
            </a:pathLst>
          </a:custGeom>
          <a:noFill/>
          <a:ln w="14288">
            <a:solidFill>
              <a:srgbClr val="111111"/>
            </a:solidFill>
            <a:prstDash val="solid"/>
          </a:ln>
        </p:spPr>
      </p:sp>
      <p:sp>
        <p:nvSpPr>
          <p:cNvPr id="96" name="DP1 object 248">
            <a:extLst>
              <a:ext uri="{FF2B5EF4-FFF2-40B4-BE49-F238E27FC236}">
                <ns2:creationId id="{E37A6920-E8E3-481F-96AF-D2C0FA7E3F63}"/>
              </a:ext>
            </a:extLst>
          </p:cNvPr>
          <p:cNvSpPr>
            <a:spLocks noGrp="1"/>
          </p:cNvSpPr>
          <p:nvPr/>
        </p:nvSpPr>
        <p:spPr>
          <a:xfrm>
            <a:off x="14744700" y="304800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7" name="Independent evidence production internal operation">
            <a:extLst>
              <a:ext uri="{FF2B5EF4-FFF2-40B4-BE49-F238E27FC236}">
                <ns2:creationId id="{4B758DC0-A41D-430C-B05F-B9CB8FFE7133}"/>
              </a:ext>
            </a:extLst>
          </p:cNvPr>
          <p:cNvSpPr>
            <a:spLocks noGrp="1"/>
          </p:cNvSpPr>
          <p:nvPr/>
        </p:nvSpPr>
        <p:spPr>
          <a:xfrm>
            <a:off x="14773275" y="3371850"/>
            <a:ext cx="1628775" cy="752475"/>
          </a:xfrm>
          <a:prstGeom prst="rect">
            <a:avLst/>
          </a:prstGeom>
          <a:solidFill>
            <a:srgbClr val="FFFFFF"/>
          </a:solidFill>
          <a:ln w="14288">
            <a:solidFill>
              <a:srgbClr val="111111"/>
            </a:solidFill>
            <a:prstDash val="solid"/>
          </a:ln>
        </p:spPr>
      </p:sp>
      <p:sp>
        <p:nvSpPr>
          <p:cNvPr id="98" name="DP1 object 249">
            <a:extLst>
              <a:ext uri="{FF2B5EF4-FFF2-40B4-BE49-F238E27FC236}">
                <ns2:creationId id="{EE3EEB0D-090D-4F1E-BCBB-A207D9B4F87A}"/>
              </a:ext>
            </a:extLst>
          </p:cNvPr>
          <p:cNvSpPr>
            <a:spLocks noGrp="1"/>
          </p:cNvSpPr>
          <p:nvPr/>
        </p:nvSpPr>
        <p:spPr>
          <a:xfrm>
            <a:off x="14830425" y="343852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9" name="게시 근거">
            <a:extLst>
              <a:ext uri="{FF2B5EF4-FFF2-40B4-BE49-F238E27FC236}">
                <ns2:creationId id="{1D8A3FFC-8FBB-4C39-962F-650DD2456BE7}"/>
              </a:ext>
            </a:extLst>
          </p:cNvPr>
          <p:cNvSpPr>
            <a:spLocks noGrp="1"/>
          </p:cNvSpPr>
          <p:nvPr/>
        </p:nvSpPr>
        <p:spPr>
          <a:xfrm>
            <a:off x="16602075" y="3429000"/>
            <a:ext cx="1133475" cy="619125"/>
          </a:xfrm>
          <a:prstGeom prst="can">
            <a:avLst>
              <a:gd name="adj" fmla="val 16000"/>
            </a:avLst>
          </a:prstGeom>
          <a:solidFill>
            <a:srgbClr val="FFFFFF"/>
          </a:solidFill>
          <a:ln w="17145">
            <a:solidFill>
              <a:srgbClr val="111111"/>
            </a:solidFill>
            <a:prstDash val="solid"/>
          </a:ln>
        </p:spPr>
      </p:sp>
      <p:sp>
        <p:nvSpPr>
          <p:cNvPr id="100" name="DP1 object 250">
            <a:extLst>
              <a:ext uri="{FF2B5EF4-FFF2-40B4-BE49-F238E27FC236}">
                <ns2:creationId id="{5E9CB462-890E-4E0A-84FF-3B43F6716B7F}"/>
              </a:ext>
            </a:extLst>
          </p:cNvPr>
          <p:cNvSpPr>
            <a:spLocks noGrp="1"/>
          </p:cNvSpPr>
          <p:nvPr/>
        </p:nvSpPr>
        <p:spPr>
          <a:xfrm>
            <a:off x="16649700" y="353377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1" name="Editable path 251">
            <a:extLst>
              <a:ext uri="{FF2B5EF4-FFF2-40B4-BE49-F238E27FC236}">
                <ns2:creationId id="{2F5B10FB-6C22-47F2-9033-0E5EF338EE87}"/>
              </a:ext>
            </a:extLst>
          </p:cNvPr>
          <p:cNvSpPr>
            <a:spLocks noGrp="1"/>
          </p:cNvSpPr>
          <p:nvPr/>
        </p:nvSpPr>
        <p:spPr>
          <a:xfrm>
            <a:off x="14382750" y="3419475"/>
            <a:ext cx="276225" cy="953"/>
          </a:xfrm>
          <a:custGeom>
            <a:pathLst>
              <a:path w="276225" h="953">
                <a:moveTo>
                  <a:pt x="0" y="0"/>
                </a:moveTo>
                <a:lnTo>
                  <a:pt x="276225" y="0"/>
                </a:lnTo>
              </a:path>
            </a:pathLst>
          </a:custGeom>
          <a:noFill/>
          <a:ln w="21908">
            <a:solidFill>
              <a:srgbClr val="111111"/>
            </a:solidFill>
            <a:prstDash val="solid"/>
          </a:ln>
        </p:spPr>
      </p:sp>
      <p:sp>
        <p:nvSpPr>
          <p:cNvPr id="102" name="Editable arrowhead 252">
            <a:extLst>
              <a:ext uri="{FF2B5EF4-FFF2-40B4-BE49-F238E27FC236}">
                <ns2:creationId id="{A0B16DD8-A0FC-4CC9-8623-823A19A9A23C}"/>
              </a:ext>
            </a:extLst>
          </p:cNvPr>
          <p:cNvSpPr>
            <a:spLocks noGrp="1"/>
          </p:cNvSpPr>
          <p:nvPr/>
        </p:nvSpPr>
        <p:spPr>
          <a:xfrm>
            <a:off x="14563725" y="33718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3" name="Editable path 253">
            <a:extLst>
              <a:ext uri="{FF2B5EF4-FFF2-40B4-BE49-F238E27FC236}">
                <ns2:creationId id="{34B3371B-6C23-4574-A55F-040DE4160C70}"/>
              </a:ext>
            </a:extLst>
          </p:cNvPr>
          <p:cNvSpPr>
            <a:spLocks noGrp="1"/>
          </p:cNvSpPr>
          <p:nvPr/>
        </p:nvSpPr>
        <p:spPr>
          <a:xfrm>
            <a:off x="16402050" y="3743325"/>
            <a:ext cx="200025" cy="953"/>
          </a:xfrm>
          <a:custGeom>
            <a:pathLst>
              <a:path w="200025" h="953">
                <a:moveTo>
                  <a:pt x="0" y="0"/>
                </a:moveTo>
                <a:lnTo>
                  <a:pt x="200025" y="0"/>
                </a:lnTo>
              </a:path>
            </a:pathLst>
          </a:custGeom>
          <a:noFill/>
          <a:ln w="21908">
            <a:solidFill>
              <a:srgbClr val="111111"/>
            </a:solidFill>
            <a:prstDash val="solid"/>
          </a:ln>
        </p:spPr>
      </p:sp>
      <p:sp>
        <p:nvSpPr>
          <p:cNvPr id="104" name="Editable arrowhead 254">
            <a:extLst>
              <a:ext uri="{FF2B5EF4-FFF2-40B4-BE49-F238E27FC236}">
                <ns2:creationId id="{F04FCB5C-7932-476A-BD0F-0467A8F21D88}"/>
              </a:ext>
            </a:extLst>
          </p:cNvPr>
          <p:cNvSpPr>
            <a:spLocks noGrp="1"/>
          </p:cNvSpPr>
          <p:nvPr/>
        </p:nvSpPr>
        <p:spPr>
          <a:xfrm>
            <a:off x="16506825" y="36957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5" name="Context Manager Component">
            <a:extLst>
              <a:ext uri="{FF2B5EF4-FFF2-40B4-BE49-F238E27FC236}">
                <ns2:creationId id="{18CDD26B-26D2-4332-A5D3-5963B4598CE4}"/>
              </a:ext>
            </a:extLst>
          </p:cNvPr>
          <p:cNvSpPr>
            <a:spLocks noGrp="1"/>
          </p:cNvSpPr>
          <p:nvPr/>
        </p:nvSpPr>
        <p:spPr>
          <a:xfrm>
            <a:off x="12839700" y="4686300"/>
            <a:ext cx="2333625" cy="933450"/>
          </a:xfrm>
          <a:prstGeom prst="rect">
            <a:avLst/>
          </a:prstGeom>
          <a:solidFill>
            <a:srgbClr val="FFF6DD"/>
          </a:solidFill>
          <a:ln w="25718">
            <a:solidFill>
              <a:srgbClr val="111111"/>
            </a:solidFill>
            <a:prstDash val="solid"/>
          </a:ln>
        </p:spPr>
      </p:sp>
      <p:sp>
        <p:nvSpPr>
          <p:cNvPr id="106" name="DP1 object 255">
            <a:extLst>
              <a:ext uri="{FF2B5EF4-FFF2-40B4-BE49-F238E27FC236}">
                <ns2:creationId id="{6866FCDB-C61F-4E4A-9796-CF05C155ABC2}"/>
              </a:ext>
            </a:extLst>
          </p:cNvPr>
          <p:cNvSpPr>
            <a:spLocks noGrp="1"/>
          </p:cNvSpPr>
          <p:nvPr/>
        </p:nvSpPr>
        <p:spPr>
          <a:xfrm>
            <a:off x="12896850" y="470535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7" name="Editable path 256">
            <a:extLst>
              <a:ext uri="{FF2B5EF4-FFF2-40B4-BE49-F238E27FC236}">
                <ns2:creationId id="{F7E91BFA-8870-431C-8F89-2B2505844C8A}"/>
              </a:ext>
            </a:extLst>
          </p:cNvPr>
          <p:cNvSpPr>
            <a:spLocks noGrp="1"/>
          </p:cNvSpPr>
          <p:nvPr/>
        </p:nvSpPr>
        <p:spPr>
          <a:xfrm>
            <a:off x="12839700" y="5010150"/>
            <a:ext cx="2333625" cy="953"/>
          </a:xfrm>
          <a:custGeom>
            <a:pathLst>
              <a:path w="2333625" h="953">
                <a:moveTo>
                  <a:pt x="0" y="0"/>
                </a:moveTo>
                <a:lnTo>
                  <a:pt x="2333625" y="0"/>
                </a:lnTo>
              </a:path>
            </a:pathLst>
          </a:custGeom>
          <a:noFill/>
          <a:ln w="14288">
            <a:solidFill>
              <a:srgbClr val="111111"/>
            </a:solidFill>
            <a:prstDash val="solid"/>
          </a:ln>
        </p:spPr>
      </p:sp>
      <p:sp>
        <p:nvSpPr>
          <p:cNvPr id="108" name="Context Manager internal operation">
            <a:extLst>
              <a:ext uri="{FF2B5EF4-FFF2-40B4-BE49-F238E27FC236}">
                <ns2:creationId id="{BA8DF963-3F0B-4012-B694-43B625E68951}"/>
              </a:ext>
            </a:extLst>
          </p:cNvPr>
          <p:cNvSpPr>
            <a:spLocks noGrp="1"/>
          </p:cNvSpPr>
          <p:nvPr/>
        </p:nvSpPr>
        <p:spPr>
          <a:xfrm>
            <a:off x="12934950" y="5076825"/>
            <a:ext cx="2143125" cy="466725"/>
          </a:xfrm>
          <a:prstGeom prst="rect">
            <a:avLst/>
          </a:prstGeom>
          <a:solidFill>
            <a:srgbClr val="FFFFFF"/>
          </a:solidFill>
          <a:ln w="14288">
            <a:solidFill>
              <a:srgbClr val="111111"/>
            </a:solidFill>
            <a:prstDash val="solid"/>
          </a:ln>
        </p:spPr>
      </p:sp>
      <p:sp>
        <p:nvSpPr>
          <p:cNvPr id="109" name="DP1 object 257">
            <a:extLst>
              <a:ext uri="{FF2B5EF4-FFF2-40B4-BE49-F238E27FC236}">
                <ns2:creationId id="{A7E04217-47A4-417E-A8D7-FC00C4184507}"/>
              </a:ext>
            </a:extLst>
          </p:cNvPr>
          <p:cNvSpPr>
            <a:spLocks noGrp="1"/>
          </p:cNvSpPr>
          <p:nvPr/>
        </p:nvSpPr>
        <p:spPr>
          <a:xfrm>
            <a:off x="12982575" y="509587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10" name="Request Interpreter Component">
            <a:extLst>
              <a:ext uri="{FF2B5EF4-FFF2-40B4-BE49-F238E27FC236}">
                <ns2:creationId id="{B32DD4C1-1114-499F-886C-1F18B15B4EB9}"/>
              </a:ext>
            </a:extLst>
          </p:cNvPr>
          <p:cNvSpPr>
            <a:spLocks noGrp="1"/>
          </p:cNvSpPr>
          <p:nvPr/>
        </p:nvSpPr>
        <p:spPr>
          <a:xfrm>
            <a:off x="15563850" y="4686300"/>
            <a:ext cx="2286000" cy="933450"/>
          </a:xfrm>
          <a:prstGeom prst="rect">
            <a:avLst/>
          </a:prstGeom>
          <a:solidFill>
            <a:srgbClr val="FFF6DD"/>
          </a:solidFill>
          <a:ln w="25718">
            <a:solidFill>
              <a:srgbClr val="111111"/>
            </a:solidFill>
            <a:prstDash val="solid"/>
          </a:ln>
        </p:spPr>
      </p:sp>
      <p:sp>
        <p:nvSpPr>
          <p:cNvPr id="111" name="DP1 object 258">
            <a:extLst>
              <a:ext uri="{FF2B5EF4-FFF2-40B4-BE49-F238E27FC236}">
                <ns2:creationId id="{93FCC1AA-3FF4-4D3A-B56E-D5B734D5B678}"/>
              </a:ext>
            </a:extLst>
          </p:cNvPr>
          <p:cNvSpPr>
            <a:spLocks noGrp="1"/>
          </p:cNvSpPr>
          <p:nvPr/>
        </p:nvSpPr>
        <p:spPr>
          <a:xfrm>
            <a:off x="15621000" y="470535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2" name="Editable path 259">
            <a:extLst>
              <a:ext uri="{FF2B5EF4-FFF2-40B4-BE49-F238E27FC236}">
                <ns2:creationId id="{882F9865-FF59-47FE-B694-F616BA1734C7}"/>
              </a:ext>
            </a:extLst>
          </p:cNvPr>
          <p:cNvSpPr>
            <a:spLocks noGrp="1"/>
          </p:cNvSpPr>
          <p:nvPr/>
        </p:nvSpPr>
        <p:spPr>
          <a:xfrm>
            <a:off x="15563850" y="5010150"/>
            <a:ext cx="2286000" cy="953"/>
          </a:xfrm>
          <a:custGeom>
            <a:pathLst>
              <a:path w="2286000" h="953">
                <a:moveTo>
                  <a:pt x="0" y="0"/>
                </a:moveTo>
                <a:lnTo>
                  <a:pt x="2286000" y="0"/>
                </a:lnTo>
              </a:path>
            </a:pathLst>
          </a:custGeom>
          <a:noFill/>
          <a:ln w="14288">
            <a:solidFill>
              <a:srgbClr val="111111"/>
            </a:solidFill>
            <a:prstDash val="solid"/>
          </a:ln>
        </p:spPr>
      </p:sp>
      <p:sp>
        <p:nvSpPr>
          <p:cNvPr id="113" name="Request Interpreter internal operation">
            <a:extLst>
              <a:ext uri="{FF2B5EF4-FFF2-40B4-BE49-F238E27FC236}">
                <ns2:creationId id="{F1B38F90-C510-45D4-9981-7D931BB44A36}"/>
              </a:ext>
            </a:extLst>
          </p:cNvPr>
          <p:cNvSpPr>
            <a:spLocks noGrp="1"/>
          </p:cNvSpPr>
          <p:nvPr/>
        </p:nvSpPr>
        <p:spPr>
          <a:xfrm>
            <a:off x="15659100" y="5076825"/>
            <a:ext cx="2095500" cy="466725"/>
          </a:xfrm>
          <a:prstGeom prst="rect">
            <a:avLst/>
          </a:prstGeom>
          <a:solidFill>
            <a:srgbClr val="FFFFFF"/>
          </a:solidFill>
          <a:ln w="14288">
            <a:solidFill>
              <a:srgbClr val="111111"/>
            </a:solidFill>
            <a:prstDash val="solid"/>
          </a:ln>
        </p:spPr>
      </p:sp>
      <p:sp>
        <p:nvSpPr>
          <p:cNvPr id="114" name="DP1 object 260">
            <a:extLst>
              <a:ext uri="{FF2B5EF4-FFF2-40B4-BE49-F238E27FC236}">
                <ns2:creationId id="{6627E194-DA13-4FE8-B54F-8C576B133DEF}"/>
              </a:ext>
            </a:extLst>
          </p:cNvPr>
          <p:cNvSpPr>
            <a:spLocks noGrp="1"/>
          </p:cNvSpPr>
          <p:nvPr/>
        </p:nvSpPr>
        <p:spPr>
          <a:xfrm>
            <a:off x="15706725" y="509587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5" name="Editable path 261">
            <a:extLst>
              <a:ext uri="{FF2B5EF4-FFF2-40B4-BE49-F238E27FC236}">
                <ns2:creationId id="{85624BE5-7922-452D-A36B-0CBBF7C71F99}"/>
              </a:ext>
            </a:extLst>
          </p:cNvPr>
          <p:cNvSpPr>
            <a:spLocks noGrp="1"/>
          </p:cNvSpPr>
          <p:nvPr/>
        </p:nvSpPr>
        <p:spPr>
          <a:xfrm>
            <a:off x="14011275" y="404812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6" name="Editable arrowhead 262">
            <a:extLst>
              <a:ext uri="{FF2B5EF4-FFF2-40B4-BE49-F238E27FC236}">
                <ns2:creationId id="{CC747DE5-CEA6-4C6B-BA2F-0E2303E06299}"/>
              </a:ext>
            </a:extLst>
          </p:cNvPr>
          <p:cNvSpPr>
            <a:spLocks noGrp="1"/>
          </p:cNvSpPr>
          <p:nvPr/>
        </p:nvSpPr>
        <p:spPr>
          <a:xfrm>
            <a:off x="13963650" y="45910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Editable path 263">
            <a:extLst>
              <a:ext uri="{FF2B5EF4-FFF2-40B4-BE49-F238E27FC236}">
                <ns2:creationId id="{7C7DA0CA-623B-428E-A369-790B7E44ABDC}"/>
              </a:ext>
            </a:extLst>
          </p:cNvPr>
          <p:cNvSpPr>
            <a:spLocks noGrp="1"/>
          </p:cNvSpPr>
          <p:nvPr/>
        </p:nvSpPr>
        <p:spPr>
          <a:xfrm>
            <a:off x="15173325" y="5238750"/>
            <a:ext cx="390525" cy="953"/>
          </a:xfrm>
          <a:custGeom>
            <a:pathLst>
              <a:path w="390525" h="953">
                <a:moveTo>
                  <a:pt x="0" y="0"/>
                </a:moveTo>
                <a:lnTo>
                  <a:pt x="390525" y="0"/>
                </a:lnTo>
              </a:path>
            </a:pathLst>
          </a:custGeom>
          <a:noFill/>
          <a:ln w="21908">
            <a:solidFill>
              <a:srgbClr val="111111"/>
            </a:solidFill>
            <a:prstDash val="solid"/>
          </a:ln>
        </p:spPr>
      </p:sp>
      <p:sp>
        <p:nvSpPr>
          <p:cNvPr id="118" name="Editable arrowhead 264">
            <a:extLst>
              <a:ext uri="{FF2B5EF4-FFF2-40B4-BE49-F238E27FC236}">
                <ns2:creationId id="{4247F35A-B475-4440-9D9B-D92DE89D727B}"/>
              </a:ext>
            </a:extLst>
          </p:cNvPr>
          <p:cNvSpPr>
            <a:spLocks noGrp="1"/>
          </p:cNvSpPr>
          <p:nvPr/>
        </p:nvSpPr>
        <p:spPr>
          <a:xfrm>
            <a:off x="15468600" y="51911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9" name="DP1 object 265">
            <a:extLst>
              <a:ext uri="{FF2B5EF4-FFF2-40B4-BE49-F238E27FC236}">
                <ns2:creationId id="{1BDABE24-DA6B-4187-9E0F-70E18CF2ACB6}"/>
              </a:ext>
            </a:extLst>
          </p:cNvPr>
          <p:cNvSpPr>
            <a:spLocks noGrp="1"/>
          </p:cNvSpPr>
          <p:nvPr/>
        </p:nvSpPr>
        <p:spPr>
          <a:xfrm>
            <a:off x="15744825" y="441960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20" name="Editable path 266">
            <a:extLst>
              <a:ext uri="{FF2B5EF4-FFF2-40B4-BE49-F238E27FC236}">
                <ns2:creationId id="{176F13AF-73D6-4458-A07B-681336756005}"/>
              </a:ext>
            </a:extLst>
          </p:cNvPr>
          <p:cNvSpPr>
            <a:spLocks noGrp="1"/>
          </p:cNvSpPr>
          <p:nvPr/>
        </p:nvSpPr>
        <p:spPr>
          <a:xfrm>
            <a:off x="16716375" y="4629150"/>
            <a:ext cx="953" cy="57150"/>
          </a:xfrm>
          <a:custGeom>
            <a:pathLst>
              <a:path w="953" h="57150">
                <a:moveTo>
                  <a:pt x="0" y="0"/>
                </a:moveTo>
                <a:lnTo>
                  <a:pt x="0" y="57150"/>
                </a:lnTo>
              </a:path>
            </a:pathLst>
          </a:custGeom>
          <a:noFill/>
          <a:ln w="17145">
            <a:solidFill>
              <a:srgbClr val="111111"/>
            </a:solidFill>
            <a:prstDash val="solid"/>
          </a:ln>
        </p:spPr>
      </p:sp>
      <p:sp>
        <p:nvSpPr>
          <p:cNvPr id="121" name="Editable arrowhead 267">
            <a:extLst>
              <a:ext uri="{FF2B5EF4-FFF2-40B4-BE49-F238E27FC236}">
                <ns2:creationId id="{A91A6AD5-7780-47DA-B88D-886B8A02AD42}"/>
              </a:ext>
            </a:extLst>
          </p:cNvPr>
          <p:cNvSpPr>
            <a:spLocks noGrp="1"/>
          </p:cNvSpPr>
          <p:nvPr/>
        </p:nvSpPr>
        <p:spPr>
          <a:xfrm>
            <a:off x="16668750" y="45910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2" name="Editable path 268">
            <a:extLst>
              <a:ext uri="{FF2B5EF4-FFF2-40B4-BE49-F238E27FC236}">
                <ns2:creationId id="{2974ED2A-D5A8-4B61-8956-3D55CCC07D22}"/>
              </a:ext>
            </a:extLst>
          </p:cNvPr>
          <p:cNvSpPr>
            <a:spLocks noGrp="1"/>
          </p:cNvSpPr>
          <p:nvPr/>
        </p:nvSpPr>
        <p:spPr>
          <a:xfrm>
            <a:off x="12715875" y="341947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3" name="Editable arrowhead 269">
            <a:extLst>
              <a:ext uri="{FF2B5EF4-FFF2-40B4-BE49-F238E27FC236}">
                <ns2:creationId id="{C26EF50A-B68E-40C2-8645-EAB0009C606A}"/>
              </a:ext>
            </a:extLst>
          </p:cNvPr>
          <p:cNvSpPr>
            <a:spLocks noGrp="1"/>
          </p:cNvSpPr>
          <p:nvPr/>
        </p:nvSpPr>
        <p:spPr>
          <a:xfrm>
            <a:off x="12744450" y="33718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4" name="DP1 object 270">
            <a:extLst>
              <a:ext uri="{FF2B5EF4-FFF2-40B4-BE49-F238E27FC236}">
                <ns2:creationId id="{274CC08B-F25B-4FC0-8609-4DDB5ED7C883}"/>
              </a:ext>
            </a:extLst>
          </p:cNvPr>
          <p:cNvSpPr>
            <a:spLocks noGrp="1"/>
          </p:cNvSpPr>
          <p:nvPr/>
        </p:nvSpPr>
        <p:spPr>
          <a:xfrm>
            <a:off x="12849225" y="381000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5" name="Selected A column">
            <a:extLst>
              <a:ext uri="{FF2B5EF4-FFF2-40B4-BE49-F238E27FC236}">
                <ns2:creationId id="{0023050F-B49B-4F3B-B40A-6230EA1BA6BF}"/>
              </a:ext>
            </a:extLst>
          </p:cNvPr>
          <p:cNvSpPr>
            <a:spLocks noGrp="1"/>
          </p:cNvSpPr>
          <p:nvPr/>
        </p:nvSpPr>
        <p:spPr>
          <a:xfrm>
            <a:off x="1866900" y="1752600"/>
            <a:ext cx="5391150" cy="7620000"/>
          </a:xfrm>
          <a:prstGeom prst="rect">
            <a:avLst/>
          </a:prstGeom>
          <a:noFill/>
          <a:ln w="40005">
            <a:solidFill>
              <a:srgbClr val="4676CB"/>
            </a:solidFill>
            <a:prstDash val="solid"/>
          </a:ln>
        </p:spPr>
      </p:sp>
      <p:sp>
        <p:nvSpPr>
          <p:cNvPr id="126" name="DP1 object 271">
            <a:extLst>
              <a:ext uri="{FF2B5EF4-FFF2-40B4-BE49-F238E27FC236}">
                <ns2:creationId id="{B8D23B8A-8EA1-4B24-89DA-011611274B8B}"/>
              </a:ext>
            </a:extLst>
          </p:cNvPr>
          <p:cNvSpPr>
            <a:spLocks noGrp="1"/>
          </p:cNvSpPr>
          <p:nvPr/>
        </p:nvSpPr>
        <p:spPr>
          <a:xfrm>
            <a:off x="1924050" y="152400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7" name="DP1 object 272">
            <a:extLst>
              <a:ext uri="{FF2B5EF4-FFF2-40B4-BE49-F238E27FC236}">
                <ns2:creationId id="{B71D0138-CB22-47A9-A8FA-05B7894E103C}"/>
              </a:ext>
            </a:extLst>
          </p:cNvPr>
          <p:cNvSpPr>
            <a:spLocks noGrp="1"/>
          </p:cNvSpPr>
          <p:nvPr/>
        </p:nvSpPr>
        <p:spPr>
          <a:xfrm>
            <a:off x="266700" y="9496425"/>
            <a:ext cx="17240250" cy="257175"/>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파란색: 보완 반영 부분과 별도 관측값. A2는 읽기 12→9회, 호출 12→12회이며 전체 A/C 재비교는 미실시.</a:t>
            </a:r>
            <a:endParaRPr lang="ko-KR">
              <a:latin typeface="Calibri"/>
              <a:ea typeface="Calibri"/>
              <a:cs typeface="Calibri"/>
            </a:endParaRPr>
          </a:p>
        </p:txBody>
      </p:sp>
      <p:sp>
        <p:nvSpPr>
          <p:cNvPr id="128" name="DP1 object 273">
            <a:extLst>
              <a:ext uri="{FF2B5EF4-FFF2-40B4-BE49-F238E27FC236}">
                <ns2:creationId id="{7FF525E0-8341-4F4B-A353-DE3FBF85EE10}"/>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시간 괄호: 관측/예정 건수. 기본 PoC 수치 유지. QA01 우열 미확정. 보완 효과와 비용은 4장에 상세 표시.</a:t>
            </a:r>
            <a:endParaRPr lang="ko-KR">
              <a:latin typeface="Calibri"/>
              <a:ea typeface="Calibri"/>
              <a:cs typeface="Calibri"/>
            </a:endParaRPr>
          </a:p>
        </p:txBody>
      </p:sp>
    </p:spTree>
    <p:extLst>
      <p:ext uri="{BB962C8B-B14F-4D97-AF65-F5344CB8AC3E}">
        <p14:creationId val="497484382"/>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0" name="DP1 object 274">
            <a:extLst>
              <a:ext uri="{FF2B5EF4-FFF2-40B4-BE49-F238E27FC236}">
                <ns2:creationId id="{5AA0E9B8-70F8-4693-8FA3-647A6F6CFA6A}"/>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(보완 효과 상세)</a:t>
            </a:r>
            <a:endParaRPr lang="ko-KR">
              <a:latin typeface="Calibri"/>
              <a:ea typeface="Calibri"/>
              <a:cs typeface="Calibri"/>
            </a:endParaRPr>
          </a:p>
        </p:txBody>
      </p:sp>
      <p:sp>
        <p:nvSpPr>
          <p:cNvPr id="2" name="DP1 object 275">
            <a:extLst>
              <a:ext uri="{FF2B5EF4-FFF2-40B4-BE49-F238E27FC236}">
                <ns2:creationId id="{8F89CC4F-47A0-4D3D-85C7-5B5396A7611F}"/>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1 object 276">
            <a:extLst>
              <a:ext uri="{FF2B5EF4-FFF2-40B4-BE49-F238E27FC236}">
                <ns2:creationId id="{E1B4D4F0-2E39-407A-BF62-FBF1B2960C3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1 object 277">
            <a:extLst>
              <a:ext uri="{FF2B5EF4-FFF2-40B4-BE49-F238E27FC236}">
                <ns2:creationId id="{14C3D1A6-C282-45AB-8652-23189D643F6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1 object 278">
            <a:extLst>
              <a:ext uri="{FF2B5EF4-FFF2-40B4-BE49-F238E27FC236}">
                <ns2:creationId id="{2CEF3025-D214-4FA1-8C05-AAECF297500F}"/>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1 object 279">
            <a:extLst>
              <a:ext uri="{FF2B5EF4-FFF2-40B4-BE49-F238E27FC236}">
                <ns2:creationId id="{CB074767-805C-4E53-9089-0768753DCB6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1 object 280">
            <a:extLst>
              <a:ext uri="{FF2B5EF4-FFF2-40B4-BE49-F238E27FC236}">
                <ns2:creationId id="{B25736C9-BE75-4DB4-B29C-45701DCD33D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1 object 281">
            <a:extLst>
              <a:ext uri="{FF2B5EF4-FFF2-40B4-BE49-F238E27FC236}">
                <ns2:creationId id="{24FC67CC-99CE-4997-A767-6B5CC2A43B9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1 object 282">
            <a:extLst>
              <a:ext uri="{FF2B5EF4-FFF2-40B4-BE49-F238E27FC236}">
                <ns2:creationId id="{AF153160-2071-4373-BFD9-C86570682ED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1 object 283">
            <a:extLst>
              <a:ext uri="{FF2B5EF4-FFF2-40B4-BE49-F238E27FC236}">
                <ns2:creationId id="{60606499-415C-4D45-ABD0-43489A4D795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1 object 284">
            <a:extLst>
              <a:ext uri="{FF2B5EF4-FFF2-40B4-BE49-F238E27FC236}">
                <ns2:creationId id="{A3F580D7-45D4-4C40-B4EB-DCDAFEB7F38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85">
            <a:extLst>
              <a:ext uri="{FF2B5EF4-FFF2-40B4-BE49-F238E27FC236}">
                <ns2:creationId id="{E3383BA0-E67B-4382-973D-5C863D36790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1 object 286">
            <a:extLst>
              <a:ext uri="{FF2B5EF4-FFF2-40B4-BE49-F238E27FC236}">
                <ns2:creationId id="{4360B942-6155-44BF-867D-982325394B5E}"/>
              </a:ext>
            </a:extLst>
          </p:cNvPr>
          <p:cNvSpPr>
            <a:spLocks noGrp="1"/>
          </p:cNvSpPr>
          <p:nvPr/>
        </p:nvSpPr>
        <p:spPr>
          <a:xfrm>
            <a:off x="17478375" y="9991725"/>
            <a:ext cx="361950" cy="190500"/>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4</a:t>
            </a:r>
            <a:endParaRPr lang="ko-KR">
              <a:latin typeface="Calibri"/>
              <a:ea typeface="Calibri"/>
              <a:cs typeface="Calibri"/>
            </a:endParaRPr>
          </a:p>
        </p:txBody>
      </p:sp>
      <p:sp>
        <p:nvSpPr>
          <p:cNvPr id="14" name="DP1 object 287">
            <a:extLst>
              <a:ext uri="{FF2B5EF4-FFF2-40B4-BE49-F238E27FC236}">
                <ns2:creationId id="{A575A904-4871-485C-92DE-67E5E29164AA}"/>
              </a:ext>
            </a:extLst>
          </p:cNvPr>
          <p:cNvSpPr>
            <a:spLocks noGrp="1"/>
          </p:cNvSpPr>
          <p:nvPr/>
        </p:nvSpPr>
        <p:spPr>
          <a:xfrm>
            <a:off x="266700" y="1181100"/>
            <a:ext cx="12477750" cy="40957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같은 자료를 이어 묻는 사용에서 A 선택</a:t>
            </a:r>
            <a:endParaRPr lang="ko-KR">
              <a:latin typeface="Calibri"/>
              <a:ea typeface="Calibri"/>
              <a:cs typeface="Calibri"/>
            </a:endParaRPr>
          </a:p>
        </p:txBody>
      </p:sp>
      <p:sp>
        <p:nvSpPr>
          <p:cNvPr id="15" name="DP1 object 288">
            <a:extLst>
              <a:ext uri="{FF2B5EF4-FFF2-40B4-BE49-F238E27FC236}">
                <ns2:creationId id="{56E801C0-FABC-414B-A246-B21A7C7FED59}"/>
              </a:ext>
            </a:extLst>
          </p:cNvPr>
          <p:cNvSpPr>
            <a:spLocks noGrp="1"/>
          </p:cNvSpPr>
          <p:nvPr/>
        </p:nvSpPr>
        <p:spPr>
          <a:xfrm>
            <a:off x="266700" y="1619250"/>
            <a:ext cx="17526000" cy="29527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B 대비 동일 자료 답변 호출 6회 감소  /  C의 사전 생산 포함 총 모델 비용은 A의 2.42배</a:t>
            </a:r>
            <a:endParaRPr lang="ko-KR">
              <a:latin typeface="Calibri"/>
              <a:ea typeface="Calibri"/>
              <a:cs typeface="Calibri"/>
            </a:endParaRPr>
          </a:p>
        </p:txBody>
      </p:sp>
      <p:sp>
        <p:nvSpPr>
          <p:cNvPr id="16" name="DP1 object 289">
            <a:extLst>
              <a:ext uri="{FF2B5EF4-FFF2-40B4-BE49-F238E27FC236}">
                <ns2:creationId id="{4481AE67-68DD-41A4-B60E-FAC2760EBAC6}"/>
              </a:ext>
            </a:extLst>
          </p:cNvPr>
          <p:cNvSpPr>
            <a:spLocks noGrp="1"/>
          </p:cNvSpPr>
          <p:nvPr/>
        </p:nvSpPr>
        <p:spPr>
          <a:xfrm>
            <a:off x="228600" y="2085975"/>
            <a:ext cx="5810250" cy="7229475"/>
          </a:xfrm>
          <a:prstGeom prst="rect">
            <a:avLst/>
          </a:prstGeom>
          <a:noFill/>
          <a:ln w="36195">
            <a:solidFill>
              <a:srgbClr val="4676CB"/>
            </a:solidFill>
            <a:prstDash val="solid"/>
          </a:ln>
        </p:spPr>
      </p:sp>
      <p:sp>
        <p:nvSpPr>
          <p:cNvPr id="17" name="DP1 object 290">
            <a:extLst>
              <a:ext uri="{FF2B5EF4-FFF2-40B4-BE49-F238E27FC236}">
                <ns2:creationId id="{115CD686-A16D-459E-9B67-10F0D7DF8316}"/>
              </a:ext>
            </a:extLst>
          </p:cNvPr>
          <p:cNvSpPr>
            <a:spLocks noGrp="1"/>
          </p:cNvSpPr>
          <p:nvPr/>
        </p:nvSpPr>
        <p:spPr>
          <a:xfrm>
            <a:off x="228600" y="2085975"/>
            <a:ext cx="5810250" cy="495300"/>
          </a:xfrm>
          <a:prstGeom prst="rect">
            <a:avLst/>
          </a:prstGeom>
          <a:solidFill>
            <a:srgbClr val="C9E1B3"/>
          </a:solidFill>
          <a:ln w="0">
            <a:noFill/>
            <a:prstDash val="solid"/>
          </a:ln>
        </p:spPr>
      </p:sp>
      <p:sp>
        <p:nvSpPr>
          <p:cNvPr id="18" name="DP1 object 291">
            <a:extLst>
              <a:ext uri="{FF2B5EF4-FFF2-40B4-BE49-F238E27FC236}">
                <ns2:creationId id="{9C11073E-04A6-45ED-87B1-CD88E2DC04C0}"/>
              </a:ext>
            </a:extLst>
          </p:cNvPr>
          <p:cNvSpPr>
            <a:spLocks noGrp="1"/>
          </p:cNvSpPr>
          <p:nvPr/>
        </p:nvSpPr>
        <p:spPr>
          <a:xfrm>
            <a:off x="342900" y="1971675"/>
            <a:ext cx="571500" cy="628650"/>
          </a:xfrm>
          <a:prstGeom prst="rect">
            <a:avLst/>
          </a:prstGeom>
          <a:noFill/>
          <a:ln w="0">
            <a:noFill/>
            <a:prstDash val="solid"/>
          </a:ln>
        </p:spPr>
        <p:txBody>
          <a:bodyPr wrap="none" lIns="0" tIns="0" rIns="0" bIns="0" anchor="ctr">
            <a:noAutofit/>
          </a:bodyPr>
          <a:lstStyle>
            <a:defPPr algn="l">
              <a:defRPr sz="4100" b="1" lang="ko-KR">
                <a:solidFill>
                  <a:srgbClr val="C00000"/>
                </a:solidFill>
                <a:latin typeface="Calibri"/>
                <a:ea typeface="Calibri"/>
                <a:cs typeface="Calibri"/>
              </a:defRPr>
            </a:defPPr>
            <a:lvl1pPr algn="l">
              <a:defRPr sz="4100" b="1" lang="ko-KR">
                <a:solidFill>
                  <a:srgbClr val="C00000"/>
                </a:solidFill>
                <a:latin typeface="Calibri"/>
                <a:ea typeface="Calibri"/>
                <a:cs typeface="Calibri"/>
              </a:defRPr>
            </a:lvl1pPr>
            <a:lvl2pPr algn="l">
              <a:defRPr sz="4100" b="1" lang="ko-KR">
                <a:solidFill>
                  <a:srgbClr val="C00000"/>
                </a:solidFill>
                <a:latin typeface="Calibri"/>
                <a:ea typeface="Calibri"/>
                <a:cs typeface="Calibri"/>
              </a:defRPr>
            </a:lvl2pPr>
            <a:lvl3pPr algn="l">
              <a:defRPr sz="4100" b="1" lang="ko-KR">
                <a:solidFill>
                  <a:srgbClr val="C00000"/>
                </a:solidFill>
                <a:latin typeface="Calibri"/>
                <a:ea typeface="Calibri"/>
                <a:cs typeface="Calibri"/>
              </a:defRPr>
            </a:lvl3pPr>
            <a:lvl4pPr algn="l">
              <a:defRPr sz="4100" b="1" lang="ko-KR">
                <a:solidFill>
                  <a:srgbClr val="C00000"/>
                </a:solidFill>
                <a:latin typeface="Calibri"/>
                <a:ea typeface="Calibri"/>
                <a:cs typeface="Calibri"/>
              </a:defRPr>
            </a:lvl4pPr>
            <a:lvl5pPr algn="l">
              <a:defRPr sz="4100" b="1" lang="ko-KR">
                <a:solidFill>
                  <a:srgbClr val="C00000"/>
                </a:solidFill>
                <a:latin typeface="Calibri"/>
                <a:ea typeface="Calibri"/>
                <a:cs typeface="Calibri"/>
              </a:defRPr>
            </a:lvl5pPr>
            <a:lvl6pPr algn="l">
              <a:defRPr sz="4100" b="1" lang="ko-KR">
                <a:solidFill>
                  <a:srgbClr val="C00000"/>
                </a:solidFill>
                <a:latin typeface="Calibri"/>
                <a:ea typeface="Calibri"/>
                <a:cs typeface="Calibri"/>
              </a:defRPr>
            </a:lvl6pPr>
            <a:lvl7pPr algn="l">
              <a:defRPr sz="4100" b="1" lang="ko-KR">
                <a:solidFill>
                  <a:srgbClr val="C00000"/>
                </a:solidFill>
                <a:latin typeface="Calibri"/>
                <a:ea typeface="Calibri"/>
                <a:cs typeface="Calibri"/>
              </a:defRPr>
            </a:lvl7pPr>
            <a:lvl8pPr algn="l">
              <a:defRPr sz="4100" b="1" lang="ko-KR">
                <a:solidFill>
                  <a:srgbClr val="C00000"/>
                </a:solidFill>
                <a:latin typeface="Calibri"/>
                <a:ea typeface="Calibri"/>
                <a:cs typeface="Calibri"/>
              </a:defRPr>
            </a:lvl8pPr>
            <a:lvl9pPr algn="l">
              <a:defRPr sz="4100" b="1" lang="ko-KR">
                <a:solidFill>
                  <a:srgbClr val="C00000"/>
                </a:solidFill>
                <a:latin typeface="Calibri"/>
                <a:ea typeface="Calibri"/>
                <a:cs typeface="Calibri"/>
              </a:defRPr>
            </a:lvl9pPr>
          </a:lstStyle>
          <a:p>
            <a:pPr algn="l">
              <a:defRPr sz="4100" b="1" lang="ko-KR">
                <a:solidFill>
                  <a:srgbClr val="C00000"/>
                </a:solidFill>
                <a:latin typeface="Calibri"/>
                <a:ea typeface="Calibri"/>
                <a:cs typeface="Calibri"/>
              </a:defRPr>
            </a:pPr>
            <a:r>
              <a:rPr sz="4100" b="1" lang="ko-KR">
                <a:solidFill>
                  <a:srgbClr val="C00000"/>
                </a:solidFill>
                <a:latin typeface="Calibri"/>
                <a:ea typeface="Calibri"/>
                <a:cs typeface="Calibri"/>
              </a:rPr>
              <a:t>✓</a:t>
            </a:r>
            <a:endParaRPr lang="ko-KR">
              <a:latin typeface="Calibri"/>
              <a:ea typeface="Calibri"/>
              <a:cs typeface="Calibri"/>
            </a:endParaRPr>
          </a:p>
        </p:txBody>
      </p:sp>
      <p:sp>
        <p:nvSpPr>
          <p:cNvPr id="19" name="DP1 object 292">
            <a:extLst>
              <a:ext uri="{FF2B5EF4-FFF2-40B4-BE49-F238E27FC236}">
                <ns2:creationId id="{C6FE8BF1-90F6-4245-B58E-DA15C9F9F7EF}"/>
              </a:ext>
            </a:extLst>
          </p:cNvPr>
          <p:cNvSpPr>
            <a:spLocks noGrp="1"/>
          </p:cNvSpPr>
          <p:nvPr/>
        </p:nvSpPr>
        <p:spPr>
          <a:xfrm>
            <a:off x="1019175" y="2114550"/>
            <a:ext cx="47625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유효 작업 문맥 유지</a:t>
            </a:r>
            <a:endParaRPr lang="ko-KR">
              <a:latin typeface="Calibri"/>
              <a:ea typeface="Calibri"/>
              <a:cs typeface="Calibri"/>
            </a:endParaRPr>
          </a:p>
        </p:txBody>
      </p:sp>
      <p:sp>
        <p:nvSpPr>
          <p:cNvPr id="20" name="DP1 object 293">
            <a:extLst>
              <a:ext uri="{FF2B5EF4-FFF2-40B4-BE49-F238E27FC236}">
                <ns2:creationId id="{3D063800-DD09-4E66-BB3D-BB170411BCA4}"/>
              </a:ext>
            </a:extLst>
          </p:cNvPr>
          <p:cNvSpPr>
            <a:spLocks noGrp="1"/>
          </p:cNvSpPr>
          <p:nvPr/>
        </p:nvSpPr>
        <p:spPr>
          <a:xfrm>
            <a:off x="419100" y="2705100"/>
            <a:ext cx="54292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기본 구조: 읽은 근거를 다음 요청에 유지</a:t>
            </a:r>
            <a:endParaRPr lang="ko-KR">
              <a:latin typeface="Calibri"/>
              <a:ea typeface="Calibri"/>
              <a:cs typeface="Calibri"/>
            </a:endParaRPr>
          </a:p>
        </p:txBody>
      </p:sp>
      <p:sp>
        <p:nvSpPr>
          <p:cNvPr id="21" name="유효 작업 문맥&#10;출처와 의존 판본">
            <a:extLst>
              <a:ext uri="{FF2B5EF4-FFF2-40B4-BE49-F238E27FC236}">
                <ns2:creationId id="{F2AE8CC2-2730-48AF-A04E-2E37A9D27BC7}"/>
              </a:ext>
            </a:extLst>
          </p:cNvPr>
          <p:cNvSpPr>
            <a:spLocks noGrp="1"/>
          </p:cNvSpPr>
          <p:nvPr/>
        </p:nvSpPr>
        <p:spPr>
          <a:xfrm>
            <a:off x="542925" y="3409950"/>
            <a:ext cx="2266950" cy="962025"/>
          </a:xfrm>
          <a:prstGeom prst="can">
            <a:avLst>
              <a:gd name="adj" fmla="val 16000"/>
            </a:avLst>
          </a:prstGeom>
          <a:solidFill>
            <a:srgbClr val="FFF6DD"/>
          </a:solidFill>
          <a:ln w="17145">
            <a:solidFill>
              <a:srgbClr val="111111"/>
            </a:solidFill>
            <a:prstDash val="solid"/>
          </a:ln>
        </p:spPr>
      </p:sp>
      <p:sp>
        <p:nvSpPr>
          <p:cNvPr id="22" name="DP1 object 294">
            <a:extLst>
              <a:ext uri="{FF2B5EF4-FFF2-40B4-BE49-F238E27FC236}">
                <ns2:creationId id="{B3EC8CB5-E049-4205-B04D-91DE3042DB71}"/>
              </a:ext>
            </a:extLst>
          </p:cNvPr>
          <p:cNvSpPr>
            <a:spLocks noGrp="1"/>
          </p:cNvSpPr>
          <p:nvPr/>
        </p:nvSpPr>
        <p:spPr>
          <a:xfrm>
            <a:off x="590550" y="3514725"/>
            <a:ext cx="2171700" cy="800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유효 작업 문맥</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출처와 의존 판본</a:t>
            </a:r>
            <a:endParaRPr lang="ko-KR">
              <a:latin typeface="Calibri"/>
              <a:ea typeface="Calibri"/>
              <a:cs typeface="Calibri"/>
            </a:endParaRPr>
          </a:p>
        </p:txBody>
      </p:sp>
      <p:sp>
        <p:nvSpPr>
          <p:cNvPr id="23" name="Request Interpreter&#10;현재 의미 판단">
            <a:extLst>
              <a:ext uri="{FF2B5EF4-FFF2-40B4-BE49-F238E27FC236}">
                <ns2:creationId id="{7ABAEA42-4D8C-4D3D-8D95-B3523D81575E}"/>
              </a:ext>
            </a:extLst>
          </p:cNvPr>
          <p:cNvSpPr>
            <a:spLocks noGrp="1"/>
          </p:cNvSpPr>
          <p:nvPr/>
        </p:nvSpPr>
        <p:spPr>
          <a:xfrm>
            <a:off x="3209925" y="3219450"/>
            <a:ext cx="2447925" cy="809625"/>
          </a:xfrm>
          <a:prstGeom prst="rect">
            <a:avLst/>
          </a:prstGeom>
          <a:solidFill>
            <a:srgbClr val="FFF6DD"/>
          </a:solidFill>
          <a:ln w="17145">
            <a:solidFill>
              <a:srgbClr val="111111"/>
            </a:solidFill>
            <a:prstDash val="solid"/>
          </a:ln>
        </p:spPr>
      </p:sp>
      <p:sp>
        <p:nvSpPr>
          <p:cNvPr id="24" name="DP1 object 295">
            <a:extLst>
              <a:ext uri="{FF2B5EF4-FFF2-40B4-BE49-F238E27FC236}">
                <ns2:creationId id="{50F5265A-91CF-4809-9DFE-03E35AFA6DDE}"/>
              </a:ext>
            </a:extLst>
          </p:cNvPr>
          <p:cNvSpPr>
            <a:spLocks noGrp="1"/>
          </p:cNvSpPr>
          <p:nvPr/>
        </p:nvSpPr>
        <p:spPr>
          <a:xfrm>
            <a:off x="3276600" y="3257550"/>
            <a:ext cx="2314575" cy="73342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현재 의미 판단</a:t>
            </a:r>
            <a:endParaRPr lang="ko-KR">
              <a:latin typeface="Calibri"/>
              <a:ea typeface="Calibri"/>
              <a:cs typeface="Calibri"/>
            </a:endParaRPr>
          </a:p>
        </p:txBody>
      </p:sp>
      <p:sp>
        <p:nvSpPr>
          <p:cNvPr id="25" name="DP1 object 296">
            <a:extLst>
              <a:ext uri="{FF2B5EF4-FFF2-40B4-BE49-F238E27FC236}">
                <ns2:creationId id="{85CF34F7-C4C5-4BFE-BE52-4AB753208E4C}"/>
              </a:ext>
            </a:extLst>
          </p:cNvPr>
          <p:cNvSpPr>
            <a:spLocks noGrp="1"/>
          </p:cNvSpPr>
          <p:nvPr/>
        </p:nvSpPr>
        <p:spPr>
          <a:xfrm>
            <a:off x="3400425" y="2943225"/>
            <a:ext cx="200025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요청</a:t>
            </a:r>
            <a:endParaRPr lang="ko-KR">
              <a:latin typeface="Calibri"/>
              <a:ea typeface="Calibri"/>
              <a:cs typeface="Calibri"/>
            </a:endParaRPr>
          </a:p>
        </p:txBody>
      </p:sp>
      <p:sp>
        <p:nvSpPr>
          <p:cNvPr id="26" name="Editable path 297">
            <a:extLst>
              <a:ext uri="{FF2B5EF4-FFF2-40B4-BE49-F238E27FC236}">
                <ns2:creationId id="{48C65A27-3A3B-43C9-83F1-A0000F0D503A}"/>
              </a:ext>
            </a:extLst>
          </p:cNvPr>
          <p:cNvSpPr>
            <a:spLocks noGrp="1"/>
          </p:cNvSpPr>
          <p:nvPr/>
        </p:nvSpPr>
        <p:spPr>
          <a:xfrm>
            <a:off x="4429125" y="3200400"/>
            <a:ext cx="953" cy="19050"/>
          </a:xfrm>
          <a:custGeom>
            <a:pathLst>
              <a:path w="953" h="19050">
                <a:moveTo>
                  <a:pt x="0" y="0"/>
                </a:moveTo>
                <a:lnTo>
                  <a:pt x="0" y="19050"/>
                </a:lnTo>
              </a:path>
            </a:pathLst>
          </a:custGeom>
          <a:noFill/>
          <a:ln w="19050">
            <a:solidFill>
              <a:srgbClr val="111111"/>
            </a:solidFill>
            <a:prstDash val="solid"/>
          </a:ln>
        </p:spPr>
      </p:sp>
      <p:sp>
        <p:nvSpPr>
          <p:cNvPr id="27" name="Editable arrowhead 298">
            <a:extLst>
              <a:ext uri="{FF2B5EF4-FFF2-40B4-BE49-F238E27FC236}">
                <ns2:creationId id="{538BCAB0-5EB1-4444-AE25-FE59DBB1C4FA}"/>
              </a:ext>
            </a:extLst>
          </p:cNvPr>
          <p:cNvSpPr>
            <a:spLocks noGrp="1"/>
          </p:cNvSpPr>
          <p:nvPr/>
        </p:nvSpPr>
        <p:spPr>
          <a:xfrm>
            <a:off x="4381500" y="31242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8" name="Editable path 299">
            <a:extLst>
              <a:ext uri="{FF2B5EF4-FFF2-40B4-BE49-F238E27FC236}">
                <ns2:creationId id="{D4609567-DF81-401A-B72B-99D2DEC3B773}"/>
              </a:ext>
            </a:extLst>
          </p:cNvPr>
          <p:cNvSpPr>
            <a:spLocks noGrp="1"/>
          </p:cNvSpPr>
          <p:nvPr/>
        </p:nvSpPr>
        <p:spPr>
          <a:xfrm>
            <a:off x="2809875" y="3705225"/>
            <a:ext cx="400050" cy="953"/>
          </a:xfrm>
          <a:custGeom>
            <a:pathLst>
              <a:path w="400050" h="953">
                <a:moveTo>
                  <a:pt x="0" y="0"/>
                </a:moveTo>
                <a:lnTo>
                  <a:pt x="400050" y="0"/>
                </a:lnTo>
              </a:path>
            </a:pathLst>
          </a:custGeom>
          <a:noFill/>
          <a:ln w="23813">
            <a:solidFill>
              <a:srgbClr val="111111"/>
            </a:solidFill>
            <a:prstDash val="solid"/>
          </a:ln>
        </p:spPr>
      </p:sp>
      <p:sp>
        <p:nvSpPr>
          <p:cNvPr id="29" name="Editable arrowhead 300">
            <a:extLst>
              <a:ext uri="{FF2B5EF4-FFF2-40B4-BE49-F238E27FC236}">
                <ns2:creationId id="{AD914FD2-86B0-4DB7-A2F2-7B04C898E572}"/>
              </a:ext>
            </a:extLst>
          </p:cNvPr>
          <p:cNvSpPr>
            <a:spLocks noGrp="1"/>
          </p:cNvSpPr>
          <p:nvPr/>
        </p:nvSpPr>
        <p:spPr>
          <a:xfrm>
            <a:off x="3114675" y="3657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0" name="Context Manager&#10;유효 문맥 갱신">
            <a:extLst>
              <a:ext uri="{FF2B5EF4-FFF2-40B4-BE49-F238E27FC236}">
                <ns2:creationId id="{27E5EF3D-0E5D-4D79-8C29-F8FCDCB9AB6D}"/>
              </a:ext>
            </a:extLst>
          </p:cNvPr>
          <p:cNvSpPr>
            <a:spLocks noGrp="1"/>
          </p:cNvSpPr>
          <p:nvPr/>
        </p:nvSpPr>
        <p:spPr>
          <a:xfrm>
            <a:off x="3209925" y="4486275"/>
            <a:ext cx="2447925" cy="647700"/>
          </a:xfrm>
          <a:prstGeom prst="rect">
            <a:avLst/>
          </a:prstGeom>
          <a:solidFill>
            <a:srgbClr val="FFF6DD"/>
          </a:solidFill>
          <a:ln w="17145">
            <a:solidFill>
              <a:srgbClr val="111111"/>
            </a:solidFill>
            <a:prstDash val="solid"/>
          </a:ln>
        </p:spPr>
      </p:sp>
      <p:sp>
        <p:nvSpPr>
          <p:cNvPr id="31" name="DP1 object 301">
            <a:extLst>
              <a:ext uri="{FF2B5EF4-FFF2-40B4-BE49-F238E27FC236}">
                <ns2:creationId id="{942AF3AA-5B38-4024-9DC8-E21BD0342B00}"/>
              </a:ext>
            </a:extLst>
          </p:cNvPr>
          <p:cNvSpPr>
            <a:spLocks noGrp="1"/>
          </p:cNvSpPr>
          <p:nvPr/>
        </p:nvSpPr>
        <p:spPr>
          <a:xfrm>
            <a:off x="3276600" y="4524375"/>
            <a:ext cx="2314575" cy="5715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Context Manager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유효 문맥 갱신</a:t>
            </a:r>
            <a:endParaRPr lang="ko-KR">
              <a:latin typeface="Calibri"/>
              <a:ea typeface="Calibri"/>
              <a:cs typeface="Calibri"/>
            </a:endParaRPr>
          </a:p>
        </p:txBody>
      </p:sp>
      <p:sp>
        <p:nvSpPr>
          <p:cNvPr id="32" name="Editable path 302">
            <a:extLst>
              <a:ext uri="{FF2B5EF4-FFF2-40B4-BE49-F238E27FC236}">
                <ns2:creationId id="{AAB617EB-FB69-4B43-9D1D-A07F835FF119}"/>
              </a:ext>
            </a:extLst>
          </p:cNvPr>
          <p:cNvSpPr>
            <a:spLocks noGrp="1"/>
          </p:cNvSpPr>
          <p:nvPr/>
        </p:nvSpPr>
        <p:spPr>
          <a:xfrm>
            <a:off x="4429125" y="4029075"/>
            <a:ext cx="953" cy="457200"/>
          </a:xfrm>
          <a:custGeom>
            <a:pathLst>
              <a:path w="953" h="457200">
                <a:moveTo>
                  <a:pt x="0" y="0"/>
                </a:moveTo>
                <a:lnTo>
                  <a:pt x="0" y="457200"/>
                </a:lnTo>
              </a:path>
            </a:pathLst>
          </a:custGeom>
          <a:noFill/>
          <a:ln w="23813">
            <a:solidFill>
              <a:srgbClr val="111111"/>
            </a:solidFill>
            <a:prstDash val="solid"/>
          </a:ln>
        </p:spPr>
      </p:sp>
      <p:sp>
        <p:nvSpPr>
          <p:cNvPr id="33" name="Editable arrowhead 303">
            <a:extLst>
              <a:ext uri="{FF2B5EF4-FFF2-40B4-BE49-F238E27FC236}">
                <ns2:creationId id="{F2AF4997-03CC-475D-BED0-4354887449DB}"/>
              </a:ext>
            </a:extLst>
          </p:cNvPr>
          <p:cNvSpPr>
            <a:spLocks noGrp="1"/>
          </p:cNvSpPr>
          <p:nvPr/>
        </p:nvSpPr>
        <p:spPr>
          <a:xfrm>
            <a:off x="4381500" y="4391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4" name="Editable path 304">
            <a:extLst>
              <a:ext uri="{FF2B5EF4-FFF2-40B4-BE49-F238E27FC236}">
                <ns2:creationId id="{4DFA697A-1F43-45C9-B2D1-64C460C1EBE8}"/>
              </a:ext>
            </a:extLst>
          </p:cNvPr>
          <p:cNvSpPr>
            <a:spLocks noGrp="1"/>
          </p:cNvSpPr>
          <p:nvPr/>
        </p:nvSpPr>
        <p:spPr>
          <a:xfrm>
            <a:off x="1666875" y="4371975"/>
            <a:ext cx="1543050" cy="438150"/>
          </a:xfrm>
          <a:custGeom>
            <a:pathLst>
              <a:path w="1543050" h="438150">
                <a:moveTo>
                  <a:pt x="1543050" y="438150"/>
                </a:moveTo>
                <a:lnTo>
                  <a:pt x="0" y="438150"/>
                </a:lnTo>
                <a:lnTo>
                  <a:pt x="0" y="0"/>
                </a:lnTo>
              </a:path>
            </a:pathLst>
          </a:custGeom>
          <a:noFill/>
          <a:ln w="23813">
            <a:solidFill>
              <a:srgbClr val="111111"/>
            </a:solidFill>
            <a:prstDash val="solid"/>
          </a:ln>
        </p:spPr>
      </p:sp>
      <p:sp>
        <p:nvSpPr>
          <p:cNvPr id="35" name="Editable arrowhead 305">
            <a:extLst>
              <a:ext uri="{FF2B5EF4-FFF2-40B4-BE49-F238E27FC236}">
                <ns2:creationId id="{B19DB0A0-A906-468C-8C12-9092F3202B11}"/>
              </a:ext>
            </a:extLst>
          </p:cNvPr>
          <p:cNvSpPr>
            <a:spLocks noGrp="1"/>
          </p:cNvSpPr>
          <p:nvPr/>
        </p:nvSpPr>
        <p:spPr>
          <a:xfrm>
            <a:off x="1619250" y="43719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36" name="DP1 object 306">
            <a:extLst>
              <a:ext uri="{FF2B5EF4-FFF2-40B4-BE49-F238E27FC236}">
                <ns2:creationId id="{B407E52F-9B4D-4F58-8527-A77DCE6224E6}"/>
              </a:ext>
            </a:extLst>
          </p:cNvPr>
          <p:cNvSpPr>
            <a:spLocks noGrp="1"/>
          </p:cNvSpPr>
          <p:nvPr/>
        </p:nvSpPr>
        <p:spPr>
          <a:xfrm>
            <a:off x="647700" y="5172075"/>
            <a:ext cx="5010150" cy="3333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채택 후 갱신 → 다음 요청</a:t>
            </a:r>
            <a:endParaRPr lang="ko-KR">
              <a:latin typeface="Calibri"/>
              <a:ea typeface="Calibri"/>
              <a:cs typeface="Calibri"/>
            </a:endParaRPr>
          </a:p>
        </p:txBody>
      </p:sp>
      <p:sp>
        <p:nvSpPr>
          <p:cNvPr id="37" name="Editable path 307">
            <a:extLst>
              <a:ext uri="{FF2B5EF4-FFF2-40B4-BE49-F238E27FC236}">
                <ns2:creationId id="{A095DBBA-DCCC-45E4-AA05-2F0DEFF5CB20}"/>
              </a:ext>
            </a:extLst>
          </p:cNvPr>
          <p:cNvSpPr>
            <a:spLocks noGrp="1"/>
          </p:cNvSpPr>
          <p:nvPr/>
        </p:nvSpPr>
        <p:spPr>
          <a:xfrm>
            <a:off x="447675" y="5667375"/>
            <a:ext cx="5381625" cy="953"/>
          </a:xfrm>
          <a:custGeom>
            <a:pathLst>
              <a:path w="5381625" h="953">
                <a:moveTo>
                  <a:pt x="0" y="0"/>
                </a:moveTo>
                <a:lnTo>
                  <a:pt x="5381625" y="0"/>
                </a:lnTo>
              </a:path>
            </a:pathLst>
          </a:custGeom>
          <a:noFill/>
          <a:ln w="16193">
            <a:solidFill>
              <a:srgbClr val="4676CB"/>
            </a:solidFill>
            <a:prstDash val="solid"/>
          </a:ln>
        </p:spPr>
      </p:sp>
      <p:sp>
        <p:nvSpPr>
          <p:cNvPr id="38" name="DP1 object 308">
            <a:extLst>
              <a:ext uri="{FF2B5EF4-FFF2-40B4-BE49-F238E27FC236}">
                <ns2:creationId id="{7E1AE2C9-EE08-4FDB-B5BF-9D52ABACE69E}"/>
              </a:ext>
            </a:extLst>
          </p:cNvPr>
          <p:cNvSpPr>
            <a:spLocks noGrp="1"/>
          </p:cNvSpPr>
          <p:nvPr/>
        </p:nvSpPr>
        <p:spPr>
          <a:xfrm>
            <a:off x="504825" y="5819775"/>
            <a:ext cx="5238750" cy="40957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A2  정정 시 변경 조각 갱신</a:t>
            </a:r>
            <a:endParaRPr lang="ko-KR">
              <a:latin typeface="Calibri"/>
              <a:ea typeface="Calibri"/>
              <a:cs typeface="Calibri"/>
            </a:endParaRPr>
          </a:p>
        </p:txBody>
      </p:sp>
      <p:sp>
        <p:nvSpPr>
          <p:cNvPr id="39" name="원문 변경&#10;v1 → v2">
            <a:extLst>
              <a:ext uri="{FF2B5EF4-FFF2-40B4-BE49-F238E27FC236}">
                <ns2:creationId id="{FED01FE6-3D40-4829-90DE-4E4799BB5091}"/>
              </a:ext>
            </a:extLst>
          </p:cNvPr>
          <p:cNvSpPr>
            <a:spLocks noGrp="1"/>
          </p:cNvSpPr>
          <p:nvPr/>
        </p:nvSpPr>
        <p:spPr>
          <a:xfrm>
            <a:off x="552450" y="6638925"/>
            <a:ext cx="1628775" cy="819150"/>
          </a:xfrm>
          <a:prstGeom prst="can">
            <a:avLst>
              <a:gd name="adj" fmla="val 16000"/>
            </a:avLst>
          </a:prstGeom>
          <a:solidFill>
            <a:srgbClr val="FFFFFF"/>
          </a:solidFill>
          <a:ln w="17145">
            <a:solidFill>
              <a:srgbClr val="111111"/>
            </a:solidFill>
            <a:prstDash val="solid"/>
          </a:ln>
        </p:spPr>
      </p:sp>
      <p:sp>
        <p:nvSpPr>
          <p:cNvPr id="40" name="DP1 object 309">
            <a:extLst>
              <a:ext uri="{FF2B5EF4-FFF2-40B4-BE49-F238E27FC236}">
                <ns2:creationId id="{20BAF4FD-4DF5-43D7-B6C1-5DC51D266AAA}"/>
              </a:ext>
            </a:extLst>
          </p:cNvPr>
          <p:cNvSpPr>
            <a:spLocks noGrp="1"/>
          </p:cNvSpPr>
          <p:nvPr/>
        </p:nvSpPr>
        <p:spPr>
          <a:xfrm>
            <a:off x="600075" y="6743700"/>
            <a:ext cx="153352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원문 변경</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v1 → v2</a:t>
            </a:r>
            <a:endParaRPr lang="ko-KR">
              <a:latin typeface="Calibri"/>
              <a:ea typeface="Calibri"/>
              <a:cs typeface="Calibri"/>
            </a:endParaRPr>
          </a:p>
        </p:txBody>
      </p:sp>
      <p:sp>
        <p:nvSpPr>
          <p:cNvPr id="41" name="영향 근거 식별&#10;변경 부분만 읽기">
            <a:extLst>
              <a:ext uri="{FF2B5EF4-FFF2-40B4-BE49-F238E27FC236}">
                <ns2:creationId id="{A6B6F8DF-65B4-4489-BC65-3A71F0BDE6F3}"/>
              </a:ext>
            </a:extLst>
          </p:cNvPr>
          <p:cNvSpPr>
            <a:spLocks noGrp="1"/>
          </p:cNvSpPr>
          <p:nvPr/>
        </p:nvSpPr>
        <p:spPr>
          <a:xfrm>
            <a:off x="2800350" y="6467475"/>
            <a:ext cx="2857500" cy="723900"/>
          </a:xfrm>
          <a:prstGeom prst="rect">
            <a:avLst/>
          </a:prstGeom>
          <a:solidFill>
            <a:srgbClr val="FFF6DD"/>
          </a:solidFill>
          <a:ln w="28575">
            <a:solidFill>
              <a:srgbClr val="4676CB"/>
            </a:solidFill>
            <a:prstDash val="solid"/>
          </a:ln>
        </p:spPr>
      </p:sp>
      <p:sp>
        <p:nvSpPr>
          <p:cNvPr id="42" name="DP1 object 310">
            <a:extLst>
              <a:ext uri="{FF2B5EF4-FFF2-40B4-BE49-F238E27FC236}">
                <ns2:creationId id="{E735890A-3A62-458D-9876-F6021F334A67}"/>
              </a:ext>
            </a:extLst>
          </p:cNvPr>
          <p:cNvSpPr>
            <a:spLocks noGrp="1"/>
          </p:cNvSpPr>
          <p:nvPr/>
        </p:nvSpPr>
        <p:spPr>
          <a:xfrm>
            <a:off x="2867025" y="6505575"/>
            <a:ext cx="2724150" cy="64770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영향 근거 식별</a:t>
            </a:r>
            <a:endParaRPr lang="ko-KR">
              <a:latin typeface="Calibri"/>
              <a:ea typeface="Calibri"/>
              <a:cs typeface="Calibri"/>
            </a:endParaRPr>
          </a:p>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변경 부분만 읽기</a:t>
            </a:r>
            <a:endParaRPr lang="ko-KR">
              <a:latin typeface="Calibri"/>
              <a:ea typeface="Calibri"/>
              <a:cs typeface="Calibri"/>
            </a:endParaRPr>
          </a:p>
        </p:txBody>
      </p:sp>
      <p:sp>
        <p:nvSpPr>
          <p:cNvPr id="43" name="전체 현재성 재검증">
            <a:extLst>
              <a:ext uri="{FF2B5EF4-FFF2-40B4-BE49-F238E27FC236}">
                <ns2:creationId id="{3B8F4C6C-2F48-4F97-8406-F95288AD7EA2}"/>
              </a:ext>
            </a:extLst>
          </p:cNvPr>
          <p:cNvSpPr>
            <a:spLocks noGrp="1"/>
          </p:cNvSpPr>
          <p:nvPr/>
        </p:nvSpPr>
        <p:spPr>
          <a:xfrm>
            <a:off x="2800350" y="7610475"/>
            <a:ext cx="2857500" cy="542925"/>
          </a:xfrm>
          <a:prstGeom prst="rect">
            <a:avLst/>
          </a:prstGeom>
          <a:solidFill>
            <a:srgbClr val="FFF6DD"/>
          </a:solidFill>
          <a:ln w="28575">
            <a:solidFill>
              <a:srgbClr val="4676CB"/>
            </a:solidFill>
            <a:prstDash val="solid"/>
          </a:ln>
        </p:spPr>
      </p:sp>
      <p:sp>
        <p:nvSpPr>
          <p:cNvPr id="44" name="DP1 object 311">
            <a:extLst>
              <a:ext uri="{FF2B5EF4-FFF2-40B4-BE49-F238E27FC236}">
                <ns2:creationId id="{8AEC0E1C-CBC2-4AF8-B19E-484083E90AE7}"/>
              </a:ext>
            </a:extLst>
          </p:cNvPr>
          <p:cNvSpPr>
            <a:spLocks noGrp="1"/>
          </p:cNvSpPr>
          <p:nvPr/>
        </p:nvSpPr>
        <p:spPr>
          <a:xfrm>
            <a:off x="2867025" y="7648575"/>
            <a:ext cx="2724150" cy="46672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5" name="Editable path 312">
            <a:extLst>
              <a:ext uri="{FF2B5EF4-FFF2-40B4-BE49-F238E27FC236}">
                <ns2:creationId id="{78B71D1C-E698-4E29-8A86-22B1912C4685}"/>
              </a:ext>
            </a:extLst>
          </p:cNvPr>
          <p:cNvSpPr>
            <a:spLocks noGrp="1"/>
          </p:cNvSpPr>
          <p:nvPr/>
        </p:nvSpPr>
        <p:spPr>
          <a:xfrm>
            <a:off x="2181225" y="6829425"/>
            <a:ext cx="619125" cy="190500"/>
          </a:xfrm>
          <a:custGeom>
            <a:pathLst>
              <a:path w="619125" h="190500">
                <a:moveTo>
                  <a:pt x="0" y="190500"/>
                </a:moveTo>
                <a:lnTo>
                  <a:pt x="619125" y="0"/>
                </a:lnTo>
              </a:path>
            </a:pathLst>
          </a:custGeom>
          <a:noFill/>
          <a:ln w="23813">
            <a:solidFill>
              <a:srgbClr val="4676CB"/>
            </a:solidFill>
            <a:prstDash val="solid"/>
          </a:ln>
        </p:spPr>
      </p:sp>
      <p:sp>
        <p:nvSpPr>
          <p:cNvPr id="46" name="Editable arrowhead 313">
            <a:extLst>
              <a:ext uri="{FF2B5EF4-FFF2-40B4-BE49-F238E27FC236}">
                <ns2:creationId id="{5B299DB9-0063-49AB-B12E-899F52A00526}"/>
              </a:ext>
            </a:extLst>
          </p:cNvPr>
          <p:cNvSpPr>
            <a:spLocks noGrp="1"/>
          </p:cNvSpPr>
          <p:nvPr/>
        </p:nvSpPr>
        <p:spPr>
          <a:xfrm>
            <a:off x="2695306" y="6811918"/>
            <a:ext cx="105044" cy="91038"/>
          </a:xfrm>
          <a:custGeom>
            <a:pathLst>
              <a:path w="105044" h="91038">
                <a:moveTo>
                  <a:pt x="105044" y="17507"/>
                </a:moveTo>
                <a:lnTo>
                  <a:pt x="0" y="0"/>
                </a:lnTo>
                <a:lnTo>
                  <a:pt x="28012" y="91038"/>
                </a:lnTo>
                <a:close/>
              </a:path>
            </a:pathLst>
          </a:custGeom>
          <a:solidFill>
            <a:srgbClr val="4676CB"/>
          </a:solidFill>
          <a:ln w="5715">
            <a:solidFill>
              <a:srgbClr val="4676CB"/>
            </a:solidFill>
            <a:prstDash val="solid"/>
          </a:ln>
        </p:spPr>
      </p:sp>
      <p:sp>
        <p:nvSpPr>
          <p:cNvPr id="47" name="Editable path 314">
            <a:extLst>
              <a:ext uri="{FF2B5EF4-FFF2-40B4-BE49-F238E27FC236}">
                <ns2:creationId id="{FCF555ED-063A-4EFE-B654-77376C2F8C8A}"/>
              </a:ext>
            </a:extLst>
          </p:cNvPr>
          <p:cNvSpPr>
            <a:spLocks noGrp="1"/>
          </p:cNvSpPr>
          <p:nvPr/>
        </p:nvSpPr>
        <p:spPr>
          <a:xfrm>
            <a:off x="4229100" y="7191375"/>
            <a:ext cx="953" cy="419100"/>
          </a:xfrm>
          <a:custGeom>
            <a:pathLst>
              <a:path w="953" h="419100">
                <a:moveTo>
                  <a:pt x="0" y="0"/>
                </a:moveTo>
                <a:lnTo>
                  <a:pt x="0" y="419100"/>
                </a:lnTo>
              </a:path>
            </a:pathLst>
          </a:custGeom>
          <a:noFill/>
          <a:ln w="23813">
            <a:solidFill>
              <a:srgbClr val="4676CB"/>
            </a:solidFill>
            <a:prstDash val="solid"/>
          </a:ln>
        </p:spPr>
      </p:sp>
      <p:sp>
        <p:nvSpPr>
          <p:cNvPr id="48" name="Editable arrowhead 315">
            <a:extLst>
              <a:ext uri="{FF2B5EF4-FFF2-40B4-BE49-F238E27FC236}">
                <ns2:creationId id="{72F66662-6961-4CAB-AC13-2A8978B019A6}"/>
              </a:ext>
            </a:extLst>
          </p:cNvPr>
          <p:cNvSpPr>
            <a:spLocks noGrp="1"/>
          </p:cNvSpPr>
          <p:nvPr/>
        </p:nvSpPr>
        <p:spPr>
          <a:xfrm>
            <a:off x="4181475" y="75152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Editable path 316">
            <a:extLst>
              <a:ext uri="{FF2B5EF4-FFF2-40B4-BE49-F238E27FC236}">
                <ns2:creationId id="{21AD1AAC-1EE8-451E-B17D-6A3F25D6ABAA}"/>
              </a:ext>
            </a:extLst>
          </p:cNvPr>
          <p:cNvSpPr>
            <a:spLocks noGrp="1"/>
          </p:cNvSpPr>
          <p:nvPr/>
        </p:nvSpPr>
        <p:spPr>
          <a:xfrm>
            <a:off x="5657850" y="4810125"/>
            <a:ext cx="200025" cy="3067050"/>
          </a:xfrm>
          <a:custGeom>
            <a:pathLst>
              <a:path w="200025" h="3067050">
                <a:moveTo>
                  <a:pt x="0" y="3067050"/>
                </a:moveTo>
                <a:lnTo>
                  <a:pt x="200025" y="3067050"/>
                </a:lnTo>
                <a:lnTo>
                  <a:pt x="200025" y="0"/>
                </a:lnTo>
                <a:lnTo>
                  <a:pt x="0" y="0"/>
                </a:lnTo>
              </a:path>
            </a:pathLst>
          </a:custGeom>
          <a:noFill/>
          <a:ln w="20955">
            <a:solidFill>
              <a:srgbClr val="4676CB"/>
            </a:solidFill>
            <a:prstDash val="solid"/>
          </a:ln>
        </p:spPr>
      </p:sp>
      <p:sp>
        <p:nvSpPr>
          <p:cNvPr id="50" name="Editable arrowhead 317">
            <a:extLst>
              <a:ext uri="{FF2B5EF4-FFF2-40B4-BE49-F238E27FC236}">
                <ns2:creationId id="{F1487E1C-D23C-4537-A397-AA7494D8EA6E}"/>
              </a:ext>
            </a:extLst>
          </p:cNvPr>
          <p:cNvSpPr>
            <a:spLocks noGrp="1"/>
          </p:cNvSpPr>
          <p:nvPr/>
        </p:nvSpPr>
        <p:spPr>
          <a:xfrm>
            <a:off x="5657850" y="4762500"/>
            <a:ext cx="95250" cy="95250"/>
          </a:xfrm>
          <a:custGeom>
            <a:pathLst>
              <a:path w="95250" h="95250">
                <a:moveTo>
                  <a:pt x="0" y="47625"/>
                </a:moveTo>
                <a:lnTo>
                  <a:pt x="95250" y="95250"/>
                </a:lnTo>
                <a:lnTo>
                  <a:pt x="95250" y="0"/>
                </a:lnTo>
                <a:close/>
              </a:path>
            </a:pathLst>
          </a:custGeom>
          <a:solidFill>
            <a:srgbClr val="4676CB"/>
          </a:solidFill>
          <a:ln w="5715">
            <a:solidFill>
              <a:srgbClr val="4676CB"/>
            </a:solidFill>
            <a:prstDash val="solid"/>
          </a:ln>
        </p:spPr>
      </p:sp>
      <p:sp>
        <p:nvSpPr>
          <p:cNvPr id="51" name="DP1 object 318">
            <a:extLst>
              <a:ext uri="{FF2B5EF4-FFF2-40B4-BE49-F238E27FC236}">
                <ns2:creationId id="{138CE4B0-0083-40DC-845F-CA80B423BFC7}"/>
              </a:ext>
            </a:extLst>
          </p:cNvPr>
          <p:cNvSpPr>
            <a:spLocks noGrp="1"/>
          </p:cNvSpPr>
          <p:nvPr/>
        </p:nvSpPr>
        <p:spPr>
          <a:xfrm>
            <a:off x="514350" y="8362950"/>
            <a:ext cx="5191125" cy="323850"/>
          </a:xfrm>
          <a:prstGeom prst="rect">
            <a:avLst/>
          </a:prstGeom>
          <a:noFill/>
          <a:ln w="0">
            <a:noFill/>
            <a:prstDash val="solid"/>
          </a:ln>
        </p:spPr>
        <p:txBody>
          <a:bodyPr wrap="none" lIns="0" tIns="0" rIns="0" bIns="0" anchor="ctr">
            <a:noAutofit/>
          </a:bodyPr>
          <a:lstStyle>
            <a:defPPr algn="ctr">
              <a:defRPr sz="1700" b="1" lang="ko-KR">
                <a:solidFill>
                  <a:srgbClr val="4676CB"/>
                </a:solidFill>
                <a:latin typeface="Calibri"/>
                <a:ea typeface="Calibri"/>
                <a:cs typeface="Calibri"/>
              </a:defRPr>
            </a:defPPr>
            <a:lvl1pPr algn="ctr">
              <a:defRPr sz="1700" b="1" lang="ko-KR">
                <a:solidFill>
                  <a:srgbClr val="4676CB"/>
                </a:solidFill>
                <a:latin typeface="Calibri"/>
                <a:ea typeface="Calibri"/>
                <a:cs typeface="Calibri"/>
              </a:defRPr>
            </a:lvl1pPr>
            <a:lvl2pPr algn="ctr">
              <a:defRPr sz="1700" b="1" lang="ko-KR">
                <a:solidFill>
                  <a:srgbClr val="4676CB"/>
                </a:solidFill>
                <a:latin typeface="Calibri"/>
                <a:ea typeface="Calibri"/>
                <a:cs typeface="Calibri"/>
              </a:defRPr>
            </a:lvl2pPr>
            <a:lvl3pPr algn="ctr">
              <a:defRPr sz="1700" b="1" lang="ko-KR">
                <a:solidFill>
                  <a:srgbClr val="4676CB"/>
                </a:solidFill>
                <a:latin typeface="Calibri"/>
                <a:ea typeface="Calibri"/>
                <a:cs typeface="Calibri"/>
              </a:defRPr>
            </a:lvl3pPr>
            <a:lvl4pPr algn="ctr">
              <a:defRPr sz="1700" b="1" lang="ko-KR">
                <a:solidFill>
                  <a:srgbClr val="4676CB"/>
                </a:solidFill>
                <a:latin typeface="Calibri"/>
                <a:ea typeface="Calibri"/>
                <a:cs typeface="Calibri"/>
              </a:defRPr>
            </a:lvl4pPr>
            <a:lvl5pPr algn="ctr">
              <a:defRPr sz="1700" b="1" lang="ko-KR">
                <a:solidFill>
                  <a:srgbClr val="4676CB"/>
                </a:solidFill>
                <a:latin typeface="Calibri"/>
                <a:ea typeface="Calibri"/>
                <a:cs typeface="Calibri"/>
              </a:defRPr>
            </a:lvl5pPr>
            <a:lvl6pPr algn="ctr">
              <a:defRPr sz="1700" b="1" lang="ko-KR">
                <a:solidFill>
                  <a:srgbClr val="4676CB"/>
                </a:solidFill>
                <a:latin typeface="Calibri"/>
                <a:ea typeface="Calibri"/>
                <a:cs typeface="Calibri"/>
              </a:defRPr>
            </a:lvl6pPr>
            <a:lvl7pPr algn="ctr">
              <a:defRPr sz="1700" b="1" lang="ko-KR">
                <a:solidFill>
                  <a:srgbClr val="4676CB"/>
                </a:solidFill>
                <a:latin typeface="Calibri"/>
                <a:ea typeface="Calibri"/>
                <a:cs typeface="Calibri"/>
              </a:defRPr>
            </a:lvl7pPr>
            <a:lvl8pPr algn="ctr">
              <a:defRPr sz="1700" b="1" lang="ko-KR">
                <a:solidFill>
                  <a:srgbClr val="4676CB"/>
                </a:solidFill>
                <a:latin typeface="Calibri"/>
                <a:ea typeface="Calibri"/>
                <a:cs typeface="Calibri"/>
              </a:defRPr>
            </a:lvl8pPr>
            <a:lvl9pPr algn="ctr">
              <a:defRPr sz="1700" b="1" lang="ko-KR">
                <a:solidFill>
                  <a:srgbClr val="4676CB"/>
                </a:solidFill>
                <a:latin typeface="Calibri"/>
                <a:ea typeface="Calibri"/>
                <a:cs typeface="Calibri"/>
              </a:defRPr>
            </a:lvl9pPr>
          </a:lstStyle>
          <a:p>
            <a:pPr algn="ctr">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영향 범위가 불명확하면 전체 재구성</a:t>
            </a:r>
            <a:endParaRPr lang="ko-KR">
              <a:latin typeface="Calibri"/>
              <a:ea typeface="Calibri"/>
              <a:cs typeface="Calibri"/>
            </a:endParaRPr>
          </a:p>
        </p:txBody>
      </p:sp>
      <p:sp>
        <p:nvSpPr>
          <p:cNvPr id="52" name="DP1 object 319">
            <a:extLst>
              <a:ext uri="{FF2B5EF4-FFF2-40B4-BE49-F238E27FC236}">
                <ns2:creationId id="{577EB96A-7712-4E01-890D-2A7C45C225C1}"/>
              </a:ext>
            </a:extLst>
          </p:cNvPr>
          <p:cNvSpPr>
            <a:spLocks noGrp="1"/>
          </p:cNvSpPr>
          <p:nvPr/>
        </p:nvSpPr>
        <p:spPr>
          <a:xfrm>
            <a:off x="533400" y="8791575"/>
            <a:ext cx="5153025" cy="41910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파란 경로: 보완안 A2</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대규모 성능 개선으로는 채택하지 않음</a:t>
            </a:r>
            <a:endParaRPr lang="ko-KR">
              <a:latin typeface="Calibri"/>
              <a:ea typeface="Calibri"/>
              <a:cs typeface="Calibri"/>
            </a:endParaRPr>
          </a:p>
        </p:txBody>
      </p:sp>
      <p:sp>
        <p:nvSpPr>
          <p:cNvPr id="53" name="DP1 object 320">
            <a:extLst>
              <a:ext uri="{FF2B5EF4-FFF2-40B4-BE49-F238E27FC236}">
                <ns2:creationId id="{5F659115-3129-4D3D-BF25-EB44A1BC706A}"/>
              </a:ext>
            </a:extLst>
          </p:cNvPr>
          <p:cNvSpPr>
            <a:spLocks noGrp="1"/>
          </p:cNvSpPr>
          <p:nvPr/>
        </p:nvSpPr>
        <p:spPr>
          <a:xfrm>
            <a:off x="6410325" y="2066925"/>
            <a:ext cx="11430000" cy="390525"/>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기본 PoC에서 관측한 A의 QA 약점</a:t>
            </a:r>
            <a:endParaRPr lang="ko-KR">
              <a:latin typeface="Calibri"/>
              <a:ea typeface="Calibri"/>
              <a:cs typeface="Calibri"/>
            </a:endParaRPr>
          </a:p>
        </p:txBody>
      </p:sp>
      <p:graphicFrame>
        <p:nvGraphicFramePr>
          <p:cNvPr id="54" name="">
            <a:extLst>
              <a:ext uri="{FF2B5EF4-FFF2-40B4-BE49-F238E27FC236}">
                <ns2:creationId id="{C4C23543-2335-4AA3-8AC6-3B06037A7451}"/>
              </a:ext>
            </a:extLst>
          </p:cNvPr>
          <p:cNvGraphicFramePr/>
          <p:nvPr/>
        </p:nvGraphicFramePr>
        <p:xfrm>
          <a:off x="6391275" y="2543175"/>
          <a:ext cx="11677650" cy="1381125"/>
        </p:xfrm>
        <a:graphic>
          <a:graphicData uri="http://schemas.openxmlformats.org/drawingml/2006/table">
            <a:tbl>
              <a:tblPr firstRow="0" bandRow="0" bandCol="0"/>
              <a:tblGrid>
                <a:gridCol w="2505075"/>
                <a:gridCol w="2047875"/>
                <a:gridCol w="2476500"/>
                <a:gridCol w="46482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비교안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처리시간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13.617초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111111"/>
                          </a:solidFill>
                          <a:latin typeface="Calibri"/>
                          <a:ea typeface="Calibri"/>
                          <a:cs typeface="Calibri"/>
                        </a:rPr>
                        <a:t>C 12.364초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관측: A가 1.253초 더 걸림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6.609초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 6.267초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50555B"/>
                          </a:solidFill>
                          <a:latin typeface="Calibri"/>
                          <a:ea typeface="Calibri"/>
                          <a:cs typeface="Calibri"/>
                        </a:rPr>
                        <a:t>관측 차이 0.342초 / 우열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321">
            <a:extLst>
              <a:ext uri="{FF2B5EF4-FFF2-40B4-BE49-F238E27FC236}">
                <ns2:creationId id="{04C64430-6134-4140-8E59-20649107D16F}"/>
              </a:ext>
            </a:extLst>
          </p:cNvPr>
          <p:cNvSpPr>
            <a:spLocks noGrp="1"/>
          </p:cNvSpPr>
          <p:nvPr/>
        </p:nvSpPr>
        <p:spPr>
          <a:xfrm>
            <a:off x="6419850" y="4162425"/>
            <a:ext cx="11525250" cy="3905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보완 ①  QA03 — 변경 조각만 읽고 갱신</a:t>
            </a:r>
            <a:endParaRPr lang="ko-KR">
              <a:latin typeface="Calibri"/>
              <a:ea typeface="Calibri"/>
              <a:cs typeface="Calibri"/>
            </a:endParaRPr>
          </a:p>
        </p:txBody>
      </p:sp>
      <p:sp>
        <p:nvSpPr>
          <p:cNvPr id="56" name="DP1 object 322">
            <a:extLst>
              <a:ext uri="{FF2B5EF4-FFF2-40B4-BE49-F238E27FC236}">
                <ns2:creationId id="{A475550F-8181-4D3D-A83A-9E1CC638997D}"/>
              </a:ext>
            </a:extLst>
          </p:cNvPr>
          <p:cNvSpPr>
            <a:spLocks noGrp="1"/>
          </p:cNvSpPr>
          <p:nvPr/>
        </p:nvSpPr>
        <p:spPr>
          <a:xfrm>
            <a:off x="6419850" y="45815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3회에서 기본 A와 A+A2를 비교</a:t>
            </a:r>
            <a:endParaRPr lang="ko-KR">
              <a:latin typeface="Calibri"/>
              <a:ea typeface="Calibri"/>
              <a:cs typeface="Calibri"/>
            </a:endParaRPr>
          </a:p>
        </p:txBody>
      </p:sp>
      <p:graphicFrame>
        <p:nvGraphicFramePr>
          <p:cNvPr id="57" name="">
            <a:extLst>
              <a:ext uri="{FF2B5EF4-FFF2-40B4-BE49-F238E27FC236}">
                <ns2:creationId id="{86671301-9B9E-4CA4-8007-1E0EE11561BB}"/>
              </a:ext>
            </a:extLst>
          </p:cNvPr>
          <p:cNvGraphicFramePr/>
          <p:nvPr/>
        </p:nvGraphicFramePr>
        <p:xfrm>
          <a:off x="6391275" y="4953000"/>
          <a:ext cx="11677650" cy="1333500"/>
        </p:xfrm>
        <a:graphic>
          <a:graphicData uri="http://schemas.openxmlformats.org/drawingml/2006/table">
            <a:tbl>
              <a:tblPr firstRow="0" bandRow="0" bandCol="0"/>
              <a:tblGrid>
                <a:gridCol w="4229100"/>
                <a:gridCol w="3724275"/>
                <a:gridCol w="3724275"/>
              </a:tblGrid>
              <a:tr h="3810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항목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 A2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처리시간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111111"/>
                          </a:solidFill>
                          <a:latin typeface="Calibri"/>
                          <a:ea typeface="Calibri"/>
                          <a:cs typeface="Calibri"/>
                        </a:rPr>
                        <a:t>21.822초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4676CB"/>
                          </a:solidFill>
                          <a:latin typeface="Calibri"/>
                          <a:ea typeface="Calibri"/>
                          <a:cs typeface="Calibri"/>
                        </a:rPr>
                        <a:t>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원본 읽기 / 모델 호출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12회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323">
            <a:extLst>
              <a:ext uri="{FF2B5EF4-FFF2-40B4-BE49-F238E27FC236}">
                <ns2:creationId id="{7971E827-73A9-47E2-8C85-505DE44B8930}"/>
              </a:ext>
            </a:extLst>
          </p:cNvPr>
          <p:cNvSpPr>
            <a:spLocks noGrp="1"/>
          </p:cNvSpPr>
          <p:nvPr/>
        </p:nvSpPr>
        <p:spPr>
          <a:xfrm>
            <a:off x="6419850" y="6353175"/>
            <a:ext cx="11525250" cy="295275"/>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관측: 0.389초 감소. 재조회 감소만 확인했으며 전체 A/C 재비교는 미실시.</a:t>
            </a:r>
            <a:endParaRPr lang="ko-KR">
              <a:latin typeface="Calibri"/>
              <a:ea typeface="Calibri"/>
              <a:cs typeface="Calibri"/>
            </a:endParaRPr>
          </a:p>
        </p:txBody>
      </p:sp>
      <p:sp>
        <p:nvSpPr>
          <p:cNvPr id="59" name="DP1 object 324">
            <a:extLst>
              <a:ext uri="{FF2B5EF4-FFF2-40B4-BE49-F238E27FC236}">
                <ns2:creationId id="{3372DC4F-625E-411A-897B-1CF02003F11C}"/>
              </a:ext>
            </a:extLst>
          </p:cNvPr>
          <p:cNvSpPr>
            <a:spLocks noGrp="1"/>
          </p:cNvSpPr>
          <p:nvPr/>
        </p:nvSpPr>
        <p:spPr>
          <a:xfrm>
            <a:off x="6419850" y="6886575"/>
            <a:ext cx="11525250" cy="3905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보완 ②  QA01 — 채택한 근거·처리 의도를 먼저 안내</a:t>
            </a:r>
            <a:endParaRPr lang="ko-KR">
              <a:latin typeface="Calibri"/>
              <a:ea typeface="Calibri"/>
              <a:cs typeface="Calibri"/>
            </a:endParaRPr>
          </a:p>
        </p:txBody>
      </p:sp>
      <p:sp>
        <p:nvSpPr>
          <p:cNvPr id="60" name="DP1 object 325">
            <a:extLst>
              <a:ext uri="{FF2B5EF4-FFF2-40B4-BE49-F238E27FC236}">
                <ns2:creationId id="{E081CBFB-ECB9-484B-B90D-88AA8308BA18}"/>
              </a:ext>
            </a:extLst>
          </p:cNvPr>
          <p:cNvSpPr>
            <a:spLocks noGrp="1"/>
          </p:cNvSpPr>
          <p:nvPr/>
        </p:nvSpPr>
        <p:spPr>
          <a:xfrm>
            <a:off x="6419850" y="72866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A/B/C 공통 보완을 A에 적용한 별도 E3 비교</a:t>
            </a:r>
            <a:endParaRPr lang="ko-KR">
              <a:latin typeface="Calibri"/>
              <a:ea typeface="Calibri"/>
              <a:cs typeface="Calibri"/>
            </a:endParaRPr>
          </a:p>
        </p:txBody>
      </p:sp>
      <p:sp>
        <p:nvSpPr>
          <p:cNvPr id="61" name="DP1 object 326">
            <a:extLst>
              <a:ext uri="{FF2B5EF4-FFF2-40B4-BE49-F238E27FC236}">
                <ns2:creationId id="{887D2380-5290-41AD-BE01-89D51B0BD524}"/>
              </a:ext>
            </a:extLst>
          </p:cNvPr>
          <p:cNvSpPr>
            <a:spLocks noGrp="1"/>
          </p:cNvSpPr>
          <p:nvPr/>
        </p:nvSpPr>
        <p:spPr>
          <a:xfrm>
            <a:off x="6419850" y="7734300"/>
            <a:ext cx="2333625"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첫 응답</a:t>
            </a:r>
            <a:endParaRPr lang="ko-KR">
              <a:latin typeface="Calibri"/>
              <a:ea typeface="Calibri"/>
              <a:cs typeface="Calibri"/>
            </a:endParaRPr>
          </a:p>
        </p:txBody>
      </p:sp>
      <p:sp>
        <p:nvSpPr>
          <p:cNvPr id="62" name="DP1 object 327">
            <a:extLst>
              <a:ext uri="{FF2B5EF4-FFF2-40B4-BE49-F238E27FC236}">
                <ns2:creationId id="{D0D2CCA5-D30A-4399-9131-45CFCB09FCB1}"/>
              </a:ext>
            </a:extLst>
          </p:cNvPr>
          <p:cNvSpPr>
            <a:spLocks noGrp="1"/>
          </p:cNvSpPr>
          <p:nvPr/>
        </p:nvSpPr>
        <p:spPr>
          <a:xfrm>
            <a:off x="8801100" y="7629525"/>
            <a:ext cx="2800350" cy="628650"/>
          </a:xfrm>
          <a:prstGeom prst="rect">
            <a:avLst/>
          </a:prstGeom>
          <a:noFill/>
          <a:ln w="0">
            <a:noFill/>
            <a:prstDash val="solid"/>
          </a:ln>
        </p:spPr>
        <p:txBody>
          <a:bodyPr wrap="none" lIns="0" tIns="0" rIns="0" bIns="0" anchor="ctr">
            <a:noAutofit/>
          </a:bodyPr>
          <a:lstStyle>
            <a:defPPr algn="l">
              <a:defRPr sz="3400" b="1" lang="ko-KR">
                <a:solidFill>
                  <a:srgbClr val="111111"/>
                </a:solidFill>
                <a:latin typeface="Calibri"/>
                <a:ea typeface="Calibri"/>
                <a:cs typeface="Calibri"/>
              </a:defRPr>
            </a:defPPr>
            <a:lvl1pPr algn="l">
              <a:defRPr sz="3400" b="1" lang="ko-KR">
                <a:solidFill>
                  <a:srgbClr val="111111"/>
                </a:solidFill>
                <a:latin typeface="Calibri"/>
                <a:ea typeface="Calibri"/>
                <a:cs typeface="Calibri"/>
              </a:defRPr>
            </a:lvl1pPr>
            <a:lvl2pPr algn="l">
              <a:defRPr sz="3400" b="1" lang="ko-KR">
                <a:solidFill>
                  <a:srgbClr val="111111"/>
                </a:solidFill>
                <a:latin typeface="Calibri"/>
                <a:ea typeface="Calibri"/>
                <a:cs typeface="Calibri"/>
              </a:defRPr>
            </a:lvl2pPr>
            <a:lvl3pPr algn="l">
              <a:defRPr sz="3400" b="1" lang="ko-KR">
                <a:solidFill>
                  <a:srgbClr val="111111"/>
                </a:solidFill>
                <a:latin typeface="Calibri"/>
                <a:ea typeface="Calibri"/>
                <a:cs typeface="Calibri"/>
              </a:defRPr>
            </a:lvl3pPr>
            <a:lvl4pPr algn="l">
              <a:defRPr sz="3400" b="1" lang="ko-KR">
                <a:solidFill>
                  <a:srgbClr val="111111"/>
                </a:solidFill>
                <a:latin typeface="Calibri"/>
                <a:ea typeface="Calibri"/>
                <a:cs typeface="Calibri"/>
              </a:defRPr>
            </a:lvl4pPr>
            <a:lvl5pPr algn="l">
              <a:defRPr sz="3400" b="1" lang="ko-KR">
                <a:solidFill>
                  <a:srgbClr val="111111"/>
                </a:solidFill>
                <a:latin typeface="Calibri"/>
                <a:ea typeface="Calibri"/>
                <a:cs typeface="Calibri"/>
              </a:defRPr>
            </a:lvl5pPr>
            <a:lvl6pPr algn="l">
              <a:defRPr sz="3400" b="1" lang="ko-KR">
                <a:solidFill>
                  <a:srgbClr val="111111"/>
                </a:solidFill>
                <a:latin typeface="Calibri"/>
                <a:ea typeface="Calibri"/>
                <a:cs typeface="Calibri"/>
              </a:defRPr>
            </a:lvl6pPr>
            <a:lvl7pPr algn="l">
              <a:defRPr sz="3400" b="1" lang="ko-KR">
                <a:solidFill>
                  <a:srgbClr val="111111"/>
                </a:solidFill>
                <a:latin typeface="Calibri"/>
                <a:ea typeface="Calibri"/>
                <a:cs typeface="Calibri"/>
              </a:defRPr>
            </a:lvl7pPr>
            <a:lvl8pPr algn="l">
              <a:defRPr sz="3400" b="1" lang="ko-KR">
                <a:solidFill>
                  <a:srgbClr val="111111"/>
                </a:solidFill>
                <a:latin typeface="Calibri"/>
                <a:ea typeface="Calibri"/>
                <a:cs typeface="Calibri"/>
              </a:defRPr>
            </a:lvl8pPr>
            <a:lvl9pPr algn="l">
              <a:defRPr sz="3400" b="1" lang="ko-KR">
                <a:solidFill>
                  <a:srgbClr val="111111"/>
                </a:solidFill>
                <a:latin typeface="Calibri"/>
                <a:ea typeface="Calibri"/>
                <a:cs typeface="Calibri"/>
              </a:defRPr>
            </a:lvl9pPr>
          </a:lstStyle>
          <a:p>
            <a:pPr algn="l">
              <a:defRPr sz="3400" b="1" lang="ko-KR">
                <a:solidFill>
                  <a:srgbClr val="111111"/>
                </a:solidFill>
                <a:latin typeface="Calibri"/>
                <a:ea typeface="Calibri"/>
                <a:cs typeface="Calibri"/>
              </a:defRPr>
            </a:pPr>
            <a:r>
              <a:rPr sz="3400" b="1" lang="ko-KR">
                <a:solidFill>
                  <a:srgbClr val="111111"/>
                </a:solidFill>
                <a:latin typeface="Calibri"/>
                <a:ea typeface="Calibri"/>
                <a:cs typeface="Calibri"/>
              </a:rPr>
              <a:t>7.092초</a:t>
            </a:r>
            <a:endParaRPr lang="ko-KR">
              <a:latin typeface="Calibri"/>
              <a:ea typeface="Calibri"/>
              <a:cs typeface="Calibri"/>
            </a:endParaRPr>
          </a:p>
        </p:txBody>
      </p:sp>
      <p:sp>
        <p:nvSpPr>
          <p:cNvPr id="63" name="DP1 object 328">
            <a:extLst>
              <a:ext uri="{FF2B5EF4-FFF2-40B4-BE49-F238E27FC236}">
                <ns2:creationId id="{5296572A-E196-4BB2-8B99-0042BCB33D09}"/>
              </a:ext>
            </a:extLst>
          </p:cNvPr>
          <p:cNvSpPr>
            <a:spLocks noGrp="1"/>
          </p:cNvSpPr>
          <p:nvPr/>
        </p:nvSpPr>
        <p:spPr>
          <a:xfrm>
            <a:off x="11725275" y="7629525"/>
            <a:ext cx="904875" cy="628650"/>
          </a:xfrm>
          <a:prstGeom prst="rect">
            <a:avLst/>
          </a:prstGeom>
          <a:noFill/>
          <a:ln w="0">
            <a:noFill/>
            <a:prstDash val="solid"/>
          </a:ln>
        </p:spPr>
        <p:txBody>
          <a:bodyPr wrap="none" lIns="0" tIns="0" rIns="0" bIns="0" anchor="ctr">
            <a:noAutofit/>
          </a:bodyPr>
          <a:lstStyle>
            <a:defPPr algn="ctr">
              <a:defRPr sz="3500" b="0" lang="ko-KR">
                <a:solidFill>
                  <a:srgbClr val="4676CB"/>
                </a:solidFill>
                <a:latin typeface="Calibri"/>
                <a:ea typeface="Calibri"/>
                <a:cs typeface="Calibri"/>
              </a:defRPr>
            </a:defPPr>
            <a:lvl1pPr algn="ctr">
              <a:defRPr sz="3500" b="0" lang="ko-KR">
                <a:solidFill>
                  <a:srgbClr val="4676CB"/>
                </a:solidFill>
                <a:latin typeface="Calibri"/>
                <a:ea typeface="Calibri"/>
                <a:cs typeface="Calibri"/>
              </a:defRPr>
            </a:lvl1pPr>
            <a:lvl2pPr algn="ctr">
              <a:defRPr sz="3500" b="0" lang="ko-KR">
                <a:solidFill>
                  <a:srgbClr val="4676CB"/>
                </a:solidFill>
                <a:latin typeface="Calibri"/>
                <a:ea typeface="Calibri"/>
                <a:cs typeface="Calibri"/>
              </a:defRPr>
            </a:lvl2pPr>
            <a:lvl3pPr algn="ctr">
              <a:defRPr sz="3500" b="0" lang="ko-KR">
                <a:solidFill>
                  <a:srgbClr val="4676CB"/>
                </a:solidFill>
                <a:latin typeface="Calibri"/>
                <a:ea typeface="Calibri"/>
                <a:cs typeface="Calibri"/>
              </a:defRPr>
            </a:lvl3pPr>
            <a:lvl4pPr algn="ctr">
              <a:defRPr sz="3500" b="0" lang="ko-KR">
                <a:solidFill>
                  <a:srgbClr val="4676CB"/>
                </a:solidFill>
                <a:latin typeface="Calibri"/>
                <a:ea typeface="Calibri"/>
                <a:cs typeface="Calibri"/>
              </a:defRPr>
            </a:lvl4pPr>
            <a:lvl5pPr algn="ctr">
              <a:defRPr sz="3500" b="0" lang="ko-KR">
                <a:solidFill>
                  <a:srgbClr val="4676CB"/>
                </a:solidFill>
                <a:latin typeface="Calibri"/>
                <a:ea typeface="Calibri"/>
                <a:cs typeface="Calibri"/>
              </a:defRPr>
            </a:lvl5pPr>
            <a:lvl6pPr algn="ctr">
              <a:defRPr sz="3500" b="0" lang="ko-KR">
                <a:solidFill>
                  <a:srgbClr val="4676CB"/>
                </a:solidFill>
                <a:latin typeface="Calibri"/>
                <a:ea typeface="Calibri"/>
                <a:cs typeface="Calibri"/>
              </a:defRPr>
            </a:lvl6pPr>
            <a:lvl7pPr algn="ctr">
              <a:defRPr sz="3500" b="0" lang="ko-KR">
                <a:solidFill>
                  <a:srgbClr val="4676CB"/>
                </a:solidFill>
                <a:latin typeface="Calibri"/>
                <a:ea typeface="Calibri"/>
                <a:cs typeface="Calibri"/>
              </a:defRPr>
            </a:lvl7pPr>
            <a:lvl8pPr algn="ctr">
              <a:defRPr sz="3500" b="0" lang="ko-KR">
                <a:solidFill>
                  <a:srgbClr val="4676CB"/>
                </a:solidFill>
                <a:latin typeface="Calibri"/>
                <a:ea typeface="Calibri"/>
                <a:cs typeface="Calibri"/>
              </a:defRPr>
            </a:lvl8pPr>
            <a:lvl9pPr algn="ctr">
              <a:defRPr sz="3500" b="0" lang="ko-KR">
                <a:solidFill>
                  <a:srgbClr val="4676CB"/>
                </a:solidFill>
                <a:latin typeface="Calibri"/>
                <a:ea typeface="Calibri"/>
                <a:cs typeface="Calibri"/>
              </a:defRPr>
            </a:lvl9pPr>
          </a:lstStyle>
          <a:p>
            <a:pPr algn="ctr">
              <a:defRPr sz="3500" b="0" lang="ko-KR">
                <a:solidFill>
                  <a:srgbClr val="4676CB"/>
                </a:solidFill>
                <a:latin typeface="Calibri"/>
                <a:ea typeface="Calibri"/>
                <a:cs typeface="Calibri"/>
              </a:defRPr>
            </a:pPr>
            <a:r>
              <a:rPr sz="3500" b="0" lang="ko-KR">
                <a:solidFill>
                  <a:srgbClr val="4676CB"/>
                </a:solidFill>
                <a:latin typeface="Calibri"/>
                <a:ea typeface="Calibri"/>
                <a:cs typeface="Calibri"/>
              </a:rPr>
              <a:t>→</a:t>
            </a:r>
            <a:endParaRPr lang="ko-KR">
              <a:latin typeface="Calibri"/>
              <a:ea typeface="Calibri"/>
              <a:cs typeface="Calibri"/>
            </a:endParaRPr>
          </a:p>
        </p:txBody>
      </p:sp>
      <p:sp>
        <p:nvSpPr>
          <p:cNvPr id="64" name="DP1 object 329">
            <a:extLst>
              <a:ext uri="{FF2B5EF4-FFF2-40B4-BE49-F238E27FC236}">
                <ns2:creationId id="{EF05000A-2C49-41CE-AC91-BF2186078EC0}"/>
              </a:ext>
            </a:extLst>
          </p:cNvPr>
          <p:cNvSpPr>
            <a:spLocks noGrp="1"/>
          </p:cNvSpPr>
          <p:nvPr/>
        </p:nvSpPr>
        <p:spPr>
          <a:xfrm>
            <a:off x="12858750" y="7629525"/>
            <a:ext cx="4162425" cy="628650"/>
          </a:xfrm>
          <a:prstGeom prst="rect">
            <a:avLst/>
          </a:prstGeom>
          <a:noFill/>
          <a:ln w="0">
            <a:noFill/>
            <a:prstDash val="solid"/>
          </a:ln>
        </p:spPr>
        <p:txBody>
          <a:bodyPr wrap="none" lIns="0" tIns="0" rIns="0" bIns="0" anchor="ctr">
            <a:noAutofit/>
          </a:bodyPr>
          <a:lstStyle>
            <a:defPPr algn="l">
              <a:defRPr sz="3600" b="1" lang="ko-KR">
                <a:solidFill>
                  <a:srgbClr val="4676CB"/>
                </a:solidFill>
                <a:latin typeface="Calibri"/>
                <a:ea typeface="Calibri"/>
                <a:cs typeface="Calibri"/>
              </a:defRPr>
            </a:defPPr>
            <a:lvl1pPr algn="l">
              <a:defRPr sz="3600" b="1" lang="ko-KR">
                <a:solidFill>
                  <a:srgbClr val="4676CB"/>
                </a:solidFill>
                <a:latin typeface="Calibri"/>
                <a:ea typeface="Calibri"/>
                <a:cs typeface="Calibri"/>
              </a:defRPr>
            </a:lvl1pPr>
            <a:lvl2pPr algn="l">
              <a:defRPr sz="3600" b="1" lang="ko-KR">
                <a:solidFill>
                  <a:srgbClr val="4676CB"/>
                </a:solidFill>
                <a:latin typeface="Calibri"/>
                <a:ea typeface="Calibri"/>
                <a:cs typeface="Calibri"/>
              </a:defRPr>
            </a:lvl2pPr>
            <a:lvl3pPr algn="l">
              <a:defRPr sz="3600" b="1" lang="ko-KR">
                <a:solidFill>
                  <a:srgbClr val="4676CB"/>
                </a:solidFill>
                <a:latin typeface="Calibri"/>
                <a:ea typeface="Calibri"/>
                <a:cs typeface="Calibri"/>
              </a:defRPr>
            </a:lvl3pPr>
            <a:lvl4pPr algn="l">
              <a:defRPr sz="3600" b="1" lang="ko-KR">
                <a:solidFill>
                  <a:srgbClr val="4676CB"/>
                </a:solidFill>
                <a:latin typeface="Calibri"/>
                <a:ea typeface="Calibri"/>
                <a:cs typeface="Calibri"/>
              </a:defRPr>
            </a:lvl4pPr>
            <a:lvl5pPr algn="l">
              <a:defRPr sz="3600" b="1" lang="ko-KR">
                <a:solidFill>
                  <a:srgbClr val="4676CB"/>
                </a:solidFill>
                <a:latin typeface="Calibri"/>
                <a:ea typeface="Calibri"/>
                <a:cs typeface="Calibri"/>
              </a:defRPr>
            </a:lvl5pPr>
            <a:lvl6pPr algn="l">
              <a:defRPr sz="3600" b="1" lang="ko-KR">
                <a:solidFill>
                  <a:srgbClr val="4676CB"/>
                </a:solidFill>
                <a:latin typeface="Calibri"/>
                <a:ea typeface="Calibri"/>
                <a:cs typeface="Calibri"/>
              </a:defRPr>
            </a:lvl6pPr>
            <a:lvl7pPr algn="l">
              <a:defRPr sz="3600" b="1" lang="ko-KR">
                <a:solidFill>
                  <a:srgbClr val="4676CB"/>
                </a:solidFill>
                <a:latin typeface="Calibri"/>
                <a:ea typeface="Calibri"/>
                <a:cs typeface="Calibri"/>
              </a:defRPr>
            </a:lvl7pPr>
            <a:lvl8pPr algn="l">
              <a:defRPr sz="3600" b="1" lang="ko-KR">
                <a:solidFill>
                  <a:srgbClr val="4676CB"/>
                </a:solidFill>
                <a:latin typeface="Calibri"/>
                <a:ea typeface="Calibri"/>
                <a:cs typeface="Calibri"/>
              </a:defRPr>
            </a:lvl8pPr>
            <a:lvl9pPr algn="l">
              <a:defRPr sz="3600" b="1" lang="ko-KR">
                <a:solidFill>
                  <a:srgbClr val="4676CB"/>
                </a:solidFill>
                <a:latin typeface="Calibri"/>
                <a:ea typeface="Calibri"/>
                <a:cs typeface="Calibri"/>
              </a:defRPr>
            </a:lvl9pPr>
          </a:lstStyle>
          <a:p>
            <a:pPr algn="l">
              <a:defRPr sz="3600" b="1" lang="ko-KR">
                <a:solidFill>
                  <a:srgbClr val="4676CB"/>
                </a:solidFill>
                <a:latin typeface="Calibri"/>
                <a:ea typeface="Calibri"/>
                <a:cs typeface="Calibri"/>
              </a:defRPr>
            </a:pPr>
            <a:r>
              <a:rPr sz="3600" b="1" lang="ko-KR">
                <a:solidFill>
                  <a:srgbClr val="4676CB"/>
                </a:solidFill>
                <a:latin typeface="Calibri"/>
                <a:ea typeface="Calibri"/>
                <a:cs typeface="Calibri"/>
              </a:rPr>
              <a:t>1.905초</a:t>
            </a:r>
            <a:endParaRPr lang="ko-KR">
              <a:latin typeface="Calibri"/>
              <a:ea typeface="Calibri"/>
              <a:cs typeface="Calibri"/>
            </a:endParaRPr>
          </a:p>
        </p:txBody>
      </p:sp>
      <p:sp>
        <p:nvSpPr>
          <p:cNvPr id="65" name="DP1 object 330">
            <a:extLst>
              <a:ext uri="{FF2B5EF4-FFF2-40B4-BE49-F238E27FC236}">
                <ns2:creationId id="{D37AD74D-6A53-4B31-81DF-290C7B2204DC}"/>
              </a:ext>
            </a:extLst>
          </p:cNvPr>
          <p:cNvSpPr>
            <a:spLocks noGrp="1"/>
          </p:cNvSpPr>
          <p:nvPr/>
        </p:nvSpPr>
        <p:spPr>
          <a:xfrm>
            <a:off x="6419850" y="8391525"/>
            <a:ext cx="11525250" cy="33337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대가  QA03 21.508 → 23.118초   /   모델 호출 12 → 18회</a:t>
            </a:r>
            <a:endParaRPr lang="ko-KR">
              <a:latin typeface="Calibri"/>
              <a:ea typeface="Calibri"/>
              <a:cs typeface="Calibri"/>
            </a:endParaRPr>
          </a:p>
        </p:txBody>
      </p:sp>
      <p:sp>
        <p:nvSpPr>
          <p:cNvPr id="66" name="DP1 object 331">
            <a:extLst>
              <a:ext uri="{FF2B5EF4-FFF2-40B4-BE49-F238E27FC236}">
                <ns2:creationId id="{0F19730E-2EEB-4765-9501-DCF76C571034}"/>
              </a:ext>
            </a:extLst>
          </p:cNvPr>
          <p:cNvSpPr>
            <a:spLocks noGrp="1"/>
          </p:cNvSpPr>
          <p:nvPr/>
        </p:nvSpPr>
        <p:spPr>
          <a:xfrm>
            <a:off x="6419850" y="8791575"/>
            <a:ext cx="1152525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모델 비용 $0.01466 → $0.01574. 본문 조건 충족 3/6은 그대로.</a:t>
            </a:r>
            <a:endParaRPr lang="ko-KR">
              <a:latin typeface="Calibri"/>
              <a:ea typeface="Calibri"/>
              <a:cs typeface="Calibri"/>
            </a:endParaRPr>
          </a:p>
        </p:txBody>
      </p:sp>
      <p:sp>
        <p:nvSpPr>
          <p:cNvPr id="67" name="Editable path 332">
            <a:extLst>
              <a:ext uri="{FF2B5EF4-FFF2-40B4-BE49-F238E27FC236}">
                <ns2:creationId id="{33E72B2D-B0D9-4EFE-BFE7-EE42C3206AB6}"/>
              </a:ext>
            </a:extLst>
          </p:cNvPr>
          <p:cNvSpPr>
            <a:spLocks noGrp="1"/>
          </p:cNvSpPr>
          <p:nvPr/>
        </p:nvSpPr>
        <p:spPr>
          <a:xfrm>
            <a:off x="257175" y="9496425"/>
            <a:ext cx="17783175" cy="953"/>
          </a:xfrm>
          <a:custGeom>
            <a:pathLst>
              <a:path w="17783175" h="953">
                <a:moveTo>
                  <a:pt x="0" y="0"/>
                </a:moveTo>
                <a:lnTo>
                  <a:pt x="17783175" y="0"/>
                </a:lnTo>
              </a:path>
            </a:pathLst>
          </a:custGeom>
          <a:noFill/>
          <a:ln w="14288">
            <a:solidFill>
              <a:srgbClr val="4676CB"/>
            </a:solidFill>
            <a:prstDash val="solid"/>
          </a:ln>
        </p:spPr>
      </p:sp>
      <p:sp>
        <p:nvSpPr>
          <p:cNvPr id="68" name="DP1 object 333">
            <a:extLst>
              <a:ext uri="{FF2B5EF4-FFF2-40B4-BE49-F238E27FC236}">
                <ns2:creationId id="{80D7E6D2-65D6-4B1D-90CC-78766CA3F917}"/>
              </a:ext>
            </a:extLst>
          </p:cNvPr>
          <p:cNvSpPr>
            <a:spLocks noGrp="1"/>
          </p:cNvSpPr>
          <p:nvPr/>
        </p:nvSpPr>
        <p:spPr>
          <a:xfrm>
            <a:off x="266700" y="9620250"/>
            <a:ext cx="17287875" cy="2952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보완 전후는 각각 동일 조건의 별도 비교값이며 기본 비교표의 A 수치를 교체하지 않는다. 두 보완의 결합 효과는 미측정.</a:t>
            </a:r>
            <a:endParaRPr lang="ko-KR">
              <a:latin typeface="Calibri"/>
              <a:ea typeface="Calibri"/>
              <a:cs typeface="Calibri"/>
            </a:endParaRPr>
          </a:p>
        </p:txBody>
      </p:sp>
      <p:sp>
        <p:nvSpPr>
          <p:cNvPr id="69" name="DP1 object 334">
            <a:extLst>
              <a:ext uri="{FF2B5EF4-FFF2-40B4-BE49-F238E27FC236}">
                <ns2:creationId id="{A3BC0488-9B41-450C-ADA1-AD23C34C3E72}"/>
              </a:ext>
            </a:extLst>
          </p:cNvPr>
          <p:cNvSpPr>
            <a:spLocks noGrp="1"/>
          </p:cNvSpPr>
          <p:nvPr/>
        </p:nvSpPr>
        <p:spPr>
          <a:xfrm>
            <a:off x="266700" y="9963150"/>
            <a:ext cx="16954500" cy="23812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원격 모델 PoC의 제한된 관측값. 첫 안내는 callback proxy 기준이며 제품 UI 끝단 성능을 뜻하지 않는다.</a:t>
            </a:r>
            <a:endParaRPr lang="ko-KR">
              <a:latin typeface="Calibri"/>
              <a:ea typeface="Calibri"/>
              <a:cs typeface="Calibri"/>
            </a:endParaRPr>
          </a:p>
        </p:txBody>
      </p:sp>
    </p:spTree>
    <p:extLst>
      <p:ext uri="{BB962C8B-B14F-4D97-AF65-F5344CB8AC3E}">
        <p14:creationId val="13702343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0</ns0:Slides>
  <ns0:Notes>0</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2026-10-19T08:07:31.1440000Z</ns2:created>
  <ns2:modified xsi:type="dcterms:W3CDTF">2026-10-19T08:07:31.1440000Z</ns2:modified>
  <dc:language>ko-KR</dc:language>
</ns0:coreProperties>
</file>