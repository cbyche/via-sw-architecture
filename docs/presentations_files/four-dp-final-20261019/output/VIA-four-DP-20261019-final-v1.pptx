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930a2f595d43e0" /><Relationship Type="http://schemas.openxmlformats.org/officeDocument/2006/relationships/extended-properties" Target="/docProps/app.xml" Id="R5ded52eace314855" /><Relationship Type="http://schemas.openxmlformats.org/officeDocument/2006/relationships/officeDocument" Target="/ppt/presentation.xml" Id="R58916a95c0d748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0e08c04b6b469a"/>
  </p:sldMasterIdLst>
  <p:notesMasterIdLst>
    <p:notesMasterId xmlns:r="http://schemas.openxmlformats.org/officeDocument/2006/relationships" r:id="R872f1c3071734630"/>
  </p:notesMasterIdLst>
  <p:sldIdLst>
    <p:sldId xmlns:r="http://schemas.openxmlformats.org/officeDocument/2006/relationships" id="256" r:id="R1810f7b95fcf4696"/>
    <p:sldId xmlns:r="http://schemas.openxmlformats.org/officeDocument/2006/relationships" id="257" r:id="Rf6599d89f8a144f7"/>
    <p:sldId xmlns:r="http://schemas.openxmlformats.org/officeDocument/2006/relationships" id="258" r:id="Rb61194e728684055"/>
    <p:sldId xmlns:r="http://schemas.openxmlformats.org/officeDocument/2006/relationships" id="259" r:id="R1fa3015c9a3c45b7"/>
    <p:sldId xmlns:r="http://schemas.openxmlformats.org/officeDocument/2006/relationships" id="260" r:id="R30e1af021b494055"/>
    <p:sldId xmlns:r="http://schemas.openxmlformats.org/officeDocument/2006/relationships" id="261" r:id="R6d9b4f5188c8496c"/>
    <p:sldId xmlns:r="http://schemas.openxmlformats.org/officeDocument/2006/relationships" id="262" r:id="R28ec1da25a3b45ad"/>
    <p:sldId xmlns:r="http://schemas.openxmlformats.org/officeDocument/2006/relationships" id="263" r:id="R9064c840ca9e4c20"/>
    <p:sldId xmlns:r="http://schemas.openxmlformats.org/officeDocument/2006/relationships" id="264" r:id="R9c359f7f88a84868"/>
    <p:sldId xmlns:r="http://schemas.openxmlformats.org/officeDocument/2006/relationships" id="265" r:id="R7f799cacee5748d8"/>
    <p:sldId xmlns:r="http://schemas.openxmlformats.org/officeDocument/2006/relationships" id="266" r:id="R24e30f0eeb2e448b"/>
    <p:sldId xmlns:r="http://schemas.openxmlformats.org/officeDocument/2006/relationships" id="267" r:id="Rde75749ad51e4e48"/>
    <p:sldId xmlns:r="http://schemas.openxmlformats.org/officeDocument/2006/relationships" id="268" r:id="R7a921aa965f94001"/>
    <p:sldId xmlns:r="http://schemas.openxmlformats.org/officeDocument/2006/relationships" id="269" r:id="R4371560d10914252"/>
    <p:sldId xmlns:r="http://schemas.openxmlformats.org/officeDocument/2006/relationships" id="270" r:id="Rcde2037744484beb"/>
    <p:sldId xmlns:r="http://schemas.openxmlformats.org/officeDocument/2006/relationships" id="271" r:id="R7c4e261f5be04943"/>
    <p:sldId xmlns:r="http://schemas.openxmlformats.org/officeDocument/2006/relationships" id="272" r:id="R7f9080a8797b471d"/>
    <p:sldId xmlns:r="http://schemas.openxmlformats.org/officeDocument/2006/relationships" id="273" r:id="Rf90f561a39144fa8"/>
    <p:sldId xmlns:r="http://schemas.openxmlformats.org/officeDocument/2006/relationships" id="274" r:id="Rf43636878ceb49cf"/>
    <p:sldId xmlns:r="http://schemas.openxmlformats.org/officeDocument/2006/relationships" id="275" r:id="R227b18dbe7e84e2f"/>
    <p:sldId xmlns:r="http://schemas.openxmlformats.org/officeDocument/2006/relationships" id="276" r:id="R76fd01d67d5e452b"/>
    <p:sldId xmlns:r="http://schemas.openxmlformats.org/officeDocument/2006/relationships" id="277" r:id="R34251689f1dd4b1c"/>
    <p:sldId xmlns:r="http://schemas.openxmlformats.org/officeDocument/2006/relationships" id="278" r:id="Ra35742029a604df3"/>
    <p:sldId xmlns:r="http://schemas.openxmlformats.org/officeDocument/2006/relationships" id="279" r:id="Rdbcc9756ea1e4c7e"/>
    <p:sldId xmlns:r="http://schemas.openxmlformats.org/officeDocument/2006/relationships" id="280" r:id="R02d3e32cc9ff431b"/>
    <p:sldId xmlns:r="http://schemas.openxmlformats.org/officeDocument/2006/relationships" id="281" r:id="R777b8b1b64ec453a"/>
    <p:sldId xmlns:r="http://schemas.openxmlformats.org/officeDocument/2006/relationships" id="282" r:id="R805a56e3fdc242a6"/>
    <p:sldId xmlns:r="http://schemas.openxmlformats.org/officeDocument/2006/relationships" id="283" r:id="Rb62c024ef5c64ee7"/>
    <p:sldId xmlns:r="http://schemas.openxmlformats.org/officeDocument/2006/relationships" id="284" r:id="R2135c173b5554146"/>
    <p:sldId xmlns:r="http://schemas.openxmlformats.org/officeDocument/2006/relationships" id="285" r:id="R349ff91b283d44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2eb204a3e74f90" /><Relationship Type="http://schemas.openxmlformats.org/officeDocument/2006/relationships/slideMaster" Target="/ppt/slideMasters/slideMaster1.xml" Id="R510e08c04b6b469a" /><Relationship Type="http://schemas.openxmlformats.org/officeDocument/2006/relationships/notesMaster" Target="/ppt/notesMasters/notesMaster1.xml" Id="R872f1c3071734630" /><Relationship Type="http://schemas.openxmlformats.org/officeDocument/2006/relationships/presProps" Target="/ppt/presProps.xml" Id="Rfbee90202feb4f12" /><Relationship Type="http://schemas.openxmlformats.org/officeDocument/2006/relationships/tableStyles" Target="/ppt/tableStyles.xml" Id="R1afdfb6f1a9e4e40" /><Relationship Type="http://schemas.openxmlformats.org/officeDocument/2006/relationships/slide" Target="/ppt/slides/slide1.xml" Id="R1810f7b95fcf4696" /><Relationship Type="http://schemas.openxmlformats.org/officeDocument/2006/relationships/slide" Target="/ppt/slides/slide2.xml" Id="Rf6599d89f8a144f7" /><Relationship Type="http://schemas.openxmlformats.org/officeDocument/2006/relationships/slide" Target="/ppt/slides/slide3.xml" Id="Rb61194e728684055" /><Relationship Type="http://schemas.openxmlformats.org/officeDocument/2006/relationships/slide" Target="/ppt/slides/slide4.xml" Id="R1fa3015c9a3c45b7" /><Relationship Type="http://schemas.openxmlformats.org/officeDocument/2006/relationships/slide" Target="/ppt/slides/slide5.xml" Id="R30e1af021b494055" /><Relationship Type="http://schemas.openxmlformats.org/officeDocument/2006/relationships/slide" Target="/ppt/slides/slide6.xml" Id="R6d9b4f5188c8496c" /><Relationship Type="http://schemas.openxmlformats.org/officeDocument/2006/relationships/slide" Target="/ppt/slides/slide7.xml" Id="R28ec1da25a3b45ad" /><Relationship Type="http://schemas.openxmlformats.org/officeDocument/2006/relationships/slide" Target="/ppt/slides/slide8.xml" Id="R9064c840ca9e4c20" /><Relationship Type="http://schemas.openxmlformats.org/officeDocument/2006/relationships/slide" Target="/ppt/slides/slide9.xml" Id="R9c359f7f88a84868" /><Relationship Type="http://schemas.openxmlformats.org/officeDocument/2006/relationships/slide" Target="/ppt/slides/slide10.xml" Id="R7f799cacee5748d8" /><Relationship Type="http://schemas.openxmlformats.org/officeDocument/2006/relationships/slide" Target="/ppt/slides/slide11.xml" Id="R24e30f0eeb2e448b" /><Relationship Type="http://schemas.openxmlformats.org/officeDocument/2006/relationships/slide" Target="/ppt/slides/slide12.xml" Id="Rde75749ad51e4e48" /><Relationship Type="http://schemas.openxmlformats.org/officeDocument/2006/relationships/slide" Target="/ppt/slides/slide13.xml" Id="R7a921aa965f94001" /><Relationship Type="http://schemas.openxmlformats.org/officeDocument/2006/relationships/slide" Target="/ppt/slides/slide14.xml" Id="R4371560d10914252" /><Relationship Type="http://schemas.openxmlformats.org/officeDocument/2006/relationships/slide" Target="/ppt/slides/slide15.xml" Id="Rcde2037744484beb" /><Relationship Type="http://schemas.openxmlformats.org/officeDocument/2006/relationships/slide" Target="/ppt/slides/slide16.xml" Id="R7c4e261f5be04943" /><Relationship Type="http://schemas.openxmlformats.org/officeDocument/2006/relationships/slide" Target="/ppt/slides/slide17.xml" Id="R7f9080a8797b471d" /><Relationship Type="http://schemas.openxmlformats.org/officeDocument/2006/relationships/slide" Target="/ppt/slides/slide18.xml" Id="Rf90f561a39144fa8" /><Relationship Type="http://schemas.openxmlformats.org/officeDocument/2006/relationships/slide" Target="/ppt/slides/slide19.xml" Id="Rf43636878ceb49cf" /><Relationship Type="http://schemas.openxmlformats.org/officeDocument/2006/relationships/slide" Target="/ppt/slides/slide20.xml" Id="R227b18dbe7e84e2f" /><Relationship Type="http://schemas.openxmlformats.org/officeDocument/2006/relationships/slide" Target="/ppt/slides/slide21.xml" Id="R76fd01d67d5e452b" /><Relationship Type="http://schemas.openxmlformats.org/officeDocument/2006/relationships/slide" Target="/ppt/slides/slide22.xml" Id="R34251689f1dd4b1c" /><Relationship Type="http://schemas.openxmlformats.org/officeDocument/2006/relationships/slide" Target="/ppt/slides/slide23.xml" Id="Ra35742029a604df3" /><Relationship Type="http://schemas.openxmlformats.org/officeDocument/2006/relationships/slide" Target="/ppt/slides/slide24.xml" Id="Rdbcc9756ea1e4c7e" /><Relationship Type="http://schemas.openxmlformats.org/officeDocument/2006/relationships/slide" Target="/ppt/slides/slide25.xml" Id="R02d3e32cc9ff431b" /><Relationship Type="http://schemas.openxmlformats.org/officeDocument/2006/relationships/slide" Target="/ppt/slides/slide26.xml" Id="R777b8b1b64ec453a" /><Relationship Type="http://schemas.openxmlformats.org/officeDocument/2006/relationships/slide" Target="/ppt/slides/slide27.xml" Id="R805a56e3fdc242a6" /><Relationship Type="http://schemas.openxmlformats.org/officeDocument/2006/relationships/slide" Target="/ppt/slides/slide28.xml" Id="Rb62c024ef5c64ee7" /><Relationship Type="http://schemas.openxmlformats.org/officeDocument/2006/relationships/slide" Target="/ppt/slides/slide29.xml" Id="R2135c173b5554146" /><Relationship Type="http://schemas.openxmlformats.org/officeDocument/2006/relationships/slide" Target="/ppt/slides/slide30.xml" Id="R349ff91b283d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cedae0027544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9de03cf52c4cae" /><Relationship Type="http://schemas.openxmlformats.org/officeDocument/2006/relationships/notesMaster" Target="/ppt/notesMasters/notesMaster1.xml" Id="Rab8d9d4cf27444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f29150baf4ccf" /><Relationship Type="http://schemas.openxmlformats.org/officeDocument/2006/relationships/notesMaster" Target="/ppt/notesMasters/notesMaster1.xml" Id="R8ea7f898f88149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7a2ea6698e431b" /><Relationship Type="http://schemas.openxmlformats.org/officeDocument/2006/relationships/notesMaster" Target="/ppt/notesMasters/notesMaster1.xml" Id="Ra5b48bec02fb45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cd50c783674ab2" /><Relationship Type="http://schemas.openxmlformats.org/officeDocument/2006/relationships/notesMaster" Target="/ppt/notesMasters/notesMaster1.xml" Id="R41ef3487a9a44b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d4dcc3a2bf4370" /><Relationship Type="http://schemas.openxmlformats.org/officeDocument/2006/relationships/notesMaster" Target="/ppt/notesMasters/notesMaster1.xml" Id="R714932d3685f4d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b8739e255949aa" /><Relationship Type="http://schemas.openxmlformats.org/officeDocument/2006/relationships/notesMaster" Target="/ppt/notesMasters/notesMaster1.xml" Id="Rd5458fe8e0ea42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ee2f0c18db4058" /><Relationship Type="http://schemas.openxmlformats.org/officeDocument/2006/relationships/notesMaster" Target="/ppt/notesMasters/notesMaster1.xml" Id="R41c6bddd2f6b4e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c3d07fa3a24635" /><Relationship Type="http://schemas.openxmlformats.org/officeDocument/2006/relationships/notesMaster" Target="/ppt/notesMasters/notesMaster1.xml" Id="Rfce65379911d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ec717dc83d489e" /><Relationship Type="http://schemas.openxmlformats.org/officeDocument/2006/relationships/notesMaster" Target="/ppt/notesMasters/notesMaster1.xml" Id="Rfbc7692cf2a544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a3ab0fcd3145f4" /><Relationship Type="http://schemas.openxmlformats.org/officeDocument/2006/relationships/notesMaster" Target="/ppt/notesMasters/notesMaster1.xml" Id="R9cf4140adce541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6cd7f4e94d4d21" /><Relationship Type="http://schemas.openxmlformats.org/officeDocument/2006/relationships/notesMaster" Target="/ppt/notesMasters/notesMaster1.xml" Id="Rb79f6020d83d44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c7ab72adec45b2" /><Relationship Type="http://schemas.openxmlformats.org/officeDocument/2006/relationships/notesMaster" Target="/ppt/notesMasters/notesMaster1.xml" Id="R5f5e24588e7f4d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fc216fd5e94ea1" /><Relationship Type="http://schemas.openxmlformats.org/officeDocument/2006/relationships/notesMaster" Target="/ppt/notesMasters/notesMaster1.xml" Id="Rcc5b94f0824d4c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9f11a95a3e407b" /><Relationship Type="http://schemas.openxmlformats.org/officeDocument/2006/relationships/notesMaster" Target="/ppt/notesMasters/notesMaster1.xml" Id="R1253d943d56749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c651c670924c6c" /><Relationship Type="http://schemas.openxmlformats.org/officeDocument/2006/relationships/notesMaster" Target="/ppt/notesMasters/notesMaster1.xml" Id="R5c9c43af2c994a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e67ed090f44cb2" /><Relationship Type="http://schemas.openxmlformats.org/officeDocument/2006/relationships/notesMaster" Target="/ppt/notesMasters/notesMaster1.xml" Id="R3445526cc0244f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5c42c1694c41bf" /><Relationship Type="http://schemas.openxmlformats.org/officeDocument/2006/relationships/notesMaster" Target="/ppt/notesMasters/notesMaster1.xml" Id="Rcc1e959d950f4a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821b3d3fa24642" /><Relationship Type="http://schemas.openxmlformats.org/officeDocument/2006/relationships/notesMaster" Target="/ppt/notesMasters/notesMaster1.xml" Id="R4a745f94014b4d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023c95d44f4ba9" /><Relationship Type="http://schemas.openxmlformats.org/officeDocument/2006/relationships/notesMaster" Target="/ppt/notesMasters/notesMaster1.xml" Id="Re8f69420298b48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d1699ad8664e01" /><Relationship Type="http://schemas.openxmlformats.org/officeDocument/2006/relationships/notesMaster" Target="/ppt/notesMasters/notesMaster1.xml" Id="Ref3a874f9f914c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775b6611214e76" /><Relationship Type="http://schemas.openxmlformats.org/officeDocument/2006/relationships/notesMaster" Target="/ppt/notesMasters/notesMaster1.xml" Id="Rb982794f5c034d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715cf91de64e34" /><Relationship Type="http://schemas.openxmlformats.org/officeDocument/2006/relationships/notesMaster" Target="/ppt/notesMasters/notesMaster1.xml" Id="Rb2ae39e408094b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ba801848364f97" /><Relationship Type="http://schemas.openxmlformats.org/officeDocument/2006/relationships/notesMaster" Target="/ppt/notesMasters/notesMaster1.xml" Id="R95ad61841b324cc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c3dbcc081e4601" /><Relationship Type="http://schemas.openxmlformats.org/officeDocument/2006/relationships/notesMaster" Target="/ppt/notesMasters/notesMaster1.xml" Id="Rfc653e0ee52e44d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631e17e1a849b8" /><Relationship Type="http://schemas.openxmlformats.org/officeDocument/2006/relationships/notesMaster" Target="/ppt/notesMasters/notesMaster1.xml" Id="R4daa32d1f42a41d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9321ff1b05344bb" /><Relationship Type="http://schemas.openxmlformats.org/officeDocument/2006/relationships/notesMaster" Target="/ppt/notesMasters/notesMaster1.xml" Id="Rea995256c0844e0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87254e0f3c24e79" /><Relationship Type="http://schemas.openxmlformats.org/officeDocument/2006/relationships/notesMaster" Target="/ppt/notesMasters/notesMaster1.xml" Id="Rbf95a3509e684a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dc98529f0c74e1f" /><Relationship Type="http://schemas.openxmlformats.org/officeDocument/2006/relationships/notesMaster" Target="/ppt/notesMasters/notesMaster1.xml" Id="R9aaf05bd05d841d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d03c78dd4e34578" /><Relationship Type="http://schemas.openxmlformats.org/officeDocument/2006/relationships/notesMaster" Target="/ppt/notesMasters/notesMaster1.xml" Id="R4d2cb6fc155d4dd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d917f2610bf4b16" /><Relationship Type="http://schemas.openxmlformats.org/officeDocument/2006/relationships/notesMaster" Target="/ppt/notesMasters/notesMaster1.xml" Id="R41782f07b1724f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이 장면은 발표 설명 예시이며 새 측정 사례가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DP01 E3 × ABC × original/adoption-only ×3 =18 fresh episodes. 각 정책/안의 first6/6, host종료6/6, QA02 6/6. A/B 첫 payload12쌍 동일; C는 별도 사전생산 변동 포함.</a:t>
            </a:r>
          </a:p>
          <a:p xmlns:a="http://schemas.openxmlformats.org/drawingml/2006/main">
            <a:r>
              <a:t>원문: dp01/fresh-summary.json,first-call-policy-breakdown.json,first-handling-examples.json.</a:t>
            </a:r>
          </a:p>
          <a:p xmlns:a="http://schemas.openxmlformats.org/drawingml/2006/main">
            <a:r>
              <a:t>별도 본문: 저자/동치 A3/6,B3/6,C6/6 각정책 동일. C literal3/6→2/6와 분리. QA04새정책 미측정, RSS소규모 관측변동.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B1은 의미 오류 보완이 아니다. 기존 B N-R26/27 오류도 고정응답 재생에 그대로 남는다.</a:t>
            </a:r>
          </a:p>
          <a:p xmlns:a="http://schemas.openxmlformats.org/drawingml/2006/main">
            <a:r>
              <a:t>DP02 추가실험 dp02/strict-control-v2/summary.json,report.md,trials.csv</a:t>
            </a:r>
          </a:p>
          <a:p xmlns:a="http://schemas.openxmlformats.org/drawingml/2006/main">
            <a:r>
              <a:t>168 session의 actual input/instruction/max_tokens 비교는 독립 HashMap/HashSet 순서만 정규화했다. 원문/의미 데이터/응답은 변경하지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A2+A5는 원본 PNG와 raw pointer/path overlay를 계속 제공하며, 검증 거절 뒤 좌표 view를 보조 입력으로 추가한다. 원본을 정답 crop으로 교체하거나 최초 호출부터 확대 bbox를 주지 않는다. 기본 B 생산은 순차이며 B4에서만 같은 K 안의 병행을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A joint/B screen에 같은 qwen_normalized_0_1000 bbox_2d→original frame pixel 경계를 사용한다. raw pointer/path는 원래pixel그대로. no clamp/oracle,동일guard/ownerboundedrecovery. A2/A5/B4없음. normalized-comparison.json의 고정24실행/57요청/사용량확정57/UNKNOWN0. 이번QA04미측정(이전A/B각2.5별도).</a:t>
            </a:r>
          </a:p>
          <a:p xmlns:a="http://schemas.openxmlformats.org/drawingml/2006/main">
            <a:r>
              <a:t>A만이번판본 first15/15,goal12/12,QA02 24/24. B dense3회는 초기올바른라벨을제안했으나 bbox와rawpointer기하불일치, 원생산자확장뒤need_evidence/unknown으로끝났다. normalized A+A2/A5 조합실험은없다.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새 C/C1 E3 × 3, 각9목표. 기존 condition_source_refs가 양쪽에 있는 동일조건이며 provenance 생성비용 미측정. C1은 입력이전 현재 원문1–2행을 실제 읽어 첨부. read3회/1,848bytes/0.200750ms, 첨부직렬화peak323bytes; 미래위임목적/정답요약없음. QA04이번판본 미측정.</a:t>
            </a:r>
          </a:p>
          <a:p xmlns:a="http://schemas.openxmlformats.org/drawingml/2006/main">
            <a:r>
              <a:t>고정18본문 저자검토: C4PASS/2FAIL/2UNRESOLVED/1미표시, C1 9PASS. literal/동치4/9→7/9. 독립mail6 일부검토 일치. C r2 deck는 facts15&gt;hostcap14로 미표시; numeric14가 prompt에 없던 계약제약이며 오류와원시보존. 첫prefix9쌍요청동일이나 C조건강화안내1건으로 올바른첫내용9/9확정불가.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새 dp01/native/summary.json,dp01/replay-summary.json,dp05/replay-summary.json</a:t>
            </a:r>
          </a:p>
          <a:p xmlns:a="http://schemas.openxmlformats.org/drawingml/2006/main">
            <a:r>
              <a:t>A3 한계: 작은 실제view12쌍에서는 보존경계에 닿지 않아 A3 미발동. 큰 view→locator 전환 후 실제 Qwen 판단이 직접완료에서 READ+answer로 바뀌면 호출/QA03/QA05가 늘 수 있다. 이 큰 원문 경계는 native 검사뿐이며 전체 모델 경로 이익은 미측정.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  <a:p xmlns:a="http://schemas.openxmlformats.org/drawingml/2006/main">
            <a:r>
              <a:t>원인 대조: analysis/dp02-explanation.md,dp05-final-provenance-failure-audit.json,dp05-final-provenance-failure-audit-C-r1.json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비용은 실제 provider 사용량에 입력 $0.40/출력 $1.60 per1M token의 고정 비교 단가를 적용한 환산이며 청구서가 아니다.</a:t>
            </a:r>
          </a:p>
          <a:p xmlns:a="http://schemas.openxmlformats.org/drawingml/2006/main">
            <a:r>
              <a:t>모든 semantic/화면/발화 producer는 같은 원격 Qwen3.7-plus와 공통 Model Access를 사용한다. 별도 학습 모델/가중치 복제는 없다.</a:t>
            </a:r>
          </a:p>
          <a:p xmlns:a="http://schemas.openxmlformats.org/drawingml/2006/main">
            <a:r>
              <a:t>설계: docs/architecture/12-decisions/decision-packages/seven-problem-review/01-evidence-supply.md,02-interpretation-execution.md,04-screen-speech-grounding.md,05-agent-handoff.md</a:t>
            </a:r>
          </a:p>
          <a:p xmlns:a="http://schemas.openxmlformats.org/drawingml/2006/main">
            <a:r>
              <a:t>계약:14-corrected-poc-contract.md,16-presentation-selection-contract.md</a:t>
            </a:r>
          </a:p>
          <a:p xmlns:a="http://schemas.openxmlformats.org/drawingml/2006/main">
            <a:r>
              <a:t>기존 결과:15-corrected-poc-results.md / 새 검토:17-presentation-results.md</a:t>
            </a:r>
          </a:p>
          <a:p xmlns:a="http://schemas.openxmlformats.org/drawingml/2006/main">
            <a:r>
              <a:t>원시:results/architecture-evaluation/current/four-dp-qwen37-review-v2-20261018/ 및 four-dp-presentation-20261019/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1d7594e9142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9b788b46645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a13629c5c46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11010b1f94a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c623caa7245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eaa902bff4f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5A21AE-5984-4057-BEFA-90FC8D49CA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95C523-5117-4953-832E-810B3D427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489117-34E3-4ADD-827D-0CCC0DBD0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EE35EF-A9EF-47B4-AA60-062458D60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9F40D9-54A1-4A7D-97AE-325B795B18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EC35F9-5231-4264-806A-F07DF4BB6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839F41-1EBF-4020-8B72-126A10F15B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099176-8BE9-45E1-9F76-4FD6F4F418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A85FD-83DF-481F-8C2F-A4E8584B3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32D6B0-9DD5-42C0-849E-07879A9950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7c9f86c7aa49af" /><Relationship Type="http://schemas.openxmlformats.org/officeDocument/2006/relationships/slideLayout" Target="/ppt/slideLayouts/slideLayout1.xml" Id="R3ae691309195418f" /><Relationship Type="http://schemas.openxmlformats.org/officeDocument/2006/relationships/slideLayout" Target="/ppt/slideLayouts/slideLayout2.xml" Id="R2243f0dcc7bd4774" /><Relationship Type="http://schemas.openxmlformats.org/officeDocument/2006/relationships/slideLayout" Target="/ppt/slideLayouts/slideLayout3.xml" Id="R03d629e4f65c47f6" /><Relationship Type="http://schemas.openxmlformats.org/officeDocument/2006/relationships/slideLayout" Target="/ppt/slideLayouts/slideLayout4.xml" Id="Rfbea0cf97c4a4e93" /><Relationship Type="http://schemas.openxmlformats.org/officeDocument/2006/relationships/slideLayout" Target="/ppt/slideLayouts/slideLayout5.xml" Id="R5dd07f84222c4c30" /><Relationship Type="http://schemas.openxmlformats.org/officeDocument/2006/relationships/slideLayout" Target="/ppt/slideLayouts/slideLayout6.xml" Id="Rd0a3a9736e074b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e691309195418f"/>
    <p:sldLayoutId xmlns:r="http://schemas.openxmlformats.org/officeDocument/2006/relationships" id="2147483650" r:id="R2243f0dcc7bd4774"/>
    <p:sldLayoutId xmlns:r="http://schemas.openxmlformats.org/officeDocument/2006/relationships" id="2147483651" r:id="R03d629e4f65c47f6"/>
    <p:sldLayoutId xmlns:r="http://schemas.openxmlformats.org/officeDocument/2006/relationships" id="2147483652" r:id="Rfbea0cf97c4a4e93"/>
    <p:sldLayoutId xmlns:r="http://schemas.openxmlformats.org/officeDocument/2006/relationships" id="2147483653" r:id="R5dd07f84222c4c30"/>
    <p:sldLayoutId xmlns:r="http://schemas.openxmlformats.org/officeDocument/2006/relationships" id="2147483654" r:id="Rd0a3a9736e074b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2d69760294774" /><Relationship Type="http://schemas.openxmlformats.org/officeDocument/2006/relationships/notesSlide" Target="/ppt/notesSlides/notesSlide1.xml" Id="R5bbd6f793f764f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c06913ba2474c" /><Relationship Type="http://schemas.openxmlformats.org/officeDocument/2006/relationships/notesSlide" Target="/ppt/notesSlides/notesSlide2.xml" Id="Raf9f502c9fca42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42aa31db264952" /><Relationship Type="http://schemas.openxmlformats.org/officeDocument/2006/relationships/notesSlide" Target="/ppt/notesSlides/notesSlide3.xml" Id="R6a7d496648aa43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e83da7d3c4eb6" /><Relationship Type="http://schemas.openxmlformats.org/officeDocument/2006/relationships/notesSlide" Target="/ppt/notesSlides/notesSlide4.xml" Id="Rca0e52b4058248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6a44c0c524abb" /><Relationship Type="http://schemas.openxmlformats.org/officeDocument/2006/relationships/notesSlide" Target="/ppt/notesSlides/notesSlide5.xml" Id="R1c2d71f809ed41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8a34e710c450e" /><Relationship Type="http://schemas.openxmlformats.org/officeDocument/2006/relationships/notesSlide" Target="/ppt/notesSlides/notesSlide6.xml" Id="R53bf63d9d5394a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2984a26fb4e8e" /><Relationship Type="http://schemas.openxmlformats.org/officeDocument/2006/relationships/notesSlide" Target="/ppt/notesSlides/notesSlide7.xml" Id="R1eafb836a8a541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fed7773a34835" /><Relationship Type="http://schemas.openxmlformats.org/officeDocument/2006/relationships/notesSlide" Target="/ppt/notesSlides/notesSlide8.xml" Id="R3526b21a97de4f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08573a26e4818" /><Relationship Type="http://schemas.openxmlformats.org/officeDocument/2006/relationships/notesSlide" Target="/ppt/notesSlides/notesSlide9.xml" Id="Rbfe7d625a2ba41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b7979f139f4811" /><Relationship Type="http://schemas.openxmlformats.org/officeDocument/2006/relationships/notesSlide" Target="/ppt/notesSlides/notesSlide10.xml" Id="Rd5b754a00efa4e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e6a9c6670465f" /><Relationship Type="http://schemas.openxmlformats.org/officeDocument/2006/relationships/notesSlide" Target="/ppt/notesSlides/notesSlide11.xml" Id="R45bb3299bafe4e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1d5539dec4748" /><Relationship Type="http://schemas.openxmlformats.org/officeDocument/2006/relationships/notesSlide" Target="/ppt/notesSlides/notesSlide12.xml" Id="Ra5c2a229389943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f5e03105841d8" /><Relationship Type="http://schemas.openxmlformats.org/officeDocument/2006/relationships/notesSlide" Target="/ppt/notesSlides/notesSlide13.xml" Id="R934b2277a41441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ead3396e4443b" /><Relationship Type="http://schemas.openxmlformats.org/officeDocument/2006/relationships/notesSlide" Target="/ppt/notesSlides/notesSlide14.xml" Id="Rd0c6f4a9308649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912aec9564d42" /><Relationship Type="http://schemas.openxmlformats.org/officeDocument/2006/relationships/notesSlide" Target="/ppt/notesSlides/notesSlide15.xml" Id="R282dbcfa053040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55346065945a7" /><Relationship Type="http://schemas.openxmlformats.org/officeDocument/2006/relationships/notesSlide" Target="/ppt/notesSlides/notesSlide16.xml" Id="R4d4b5fcca8c540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f337316b54806" /><Relationship Type="http://schemas.openxmlformats.org/officeDocument/2006/relationships/notesSlide" Target="/ppt/notesSlides/notesSlide17.xml" Id="R8a693f70c1a244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3404d3bbe43a6" /><Relationship Type="http://schemas.openxmlformats.org/officeDocument/2006/relationships/notesSlide" Target="/ppt/notesSlides/notesSlide18.xml" Id="R1dcef1d0775f4d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21a45a22b40fa" /><Relationship Type="http://schemas.openxmlformats.org/officeDocument/2006/relationships/notesSlide" Target="/ppt/notesSlides/notesSlide19.xml" Id="R3d64d48126944c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acd413a6c4351" /><Relationship Type="http://schemas.openxmlformats.org/officeDocument/2006/relationships/notesSlide" Target="/ppt/notesSlides/notesSlide20.xml" Id="Rf125715249954d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bf87d769a641b6" /><Relationship Type="http://schemas.openxmlformats.org/officeDocument/2006/relationships/notesSlide" Target="/ppt/notesSlides/notesSlide21.xml" Id="R0005b0ecfb6e44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ad45b596e420a" /><Relationship Type="http://schemas.openxmlformats.org/officeDocument/2006/relationships/notesSlide" Target="/ppt/notesSlides/notesSlide22.xml" Id="Re53795900e1147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478b509094d89" /><Relationship Type="http://schemas.openxmlformats.org/officeDocument/2006/relationships/notesSlide" Target="/ppt/notesSlides/notesSlide23.xml" Id="Rc45588b5981b49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9e76e2b86b43fb" /><Relationship Type="http://schemas.openxmlformats.org/officeDocument/2006/relationships/notesSlide" Target="/ppt/notesSlides/notesSlide24.xml" Id="R397fac230ade41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25809b30e7419e" /><Relationship Type="http://schemas.openxmlformats.org/officeDocument/2006/relationships/notesSlide" Target="/ppt/notesSlides/notesSlide25.xml" Id="R132595e133154d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857ebc648490d" /><Relationship Type="http://schemas.openxmlformats.org/officeDocument/2006/relationships/notesSlide" Target="/ppt/notesSlides/notesSlide26.xml" Id="Rad5021af15e6400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a0822811004d48" /><Relationship Type="http://schemas.openxmlformats.org/officeDocument/2006/relationships/notesSlide" Target="/ppt/notesSlides/notesSlide27.xml" Id="R6f8ca9c9b54243a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cd84aedc342a0" /><Relationship Type="http://schemas.openxmlformats.org/officeDocument/2006/relationships/notesSlide" Target="/ppt/notesSlides/notesSlide28.xml" Id="Rb45d76d622624ba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f7fa197b04bde" /><Relationship Type="http://schemas.openxmlformats.org/officeDocument/2006/relationships/notesSlide" Target="/ppt/notesSlides/notesSlide29.xml" Id="R00346e6ab847447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0241edb1b4cac" /><Relationship Type="http://schemas.openxmlformats.org/officeDocument/2006/relationships/notesSlide" Target="/ppt/notesSlides/notesSlide30.xml" Id="R1da9a0d6755343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7D0EA-1E90-4144-BB6D-DC1305F3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VIA의 네 주요 설계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AAA46-6FFE-4857-A4AA-6E76F995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7DF6C-0D59-42AE-A5DA-89D66B66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4F557-095C-4040-A592-896FE78C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04975"/>
            <a:ext cx="11144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75" b="1">
                <a:solidFill>
                  <a:srgbClr val="387C5B"/>
                </a:solidFill>
                <a:latin typeface="Apple SD Gothic Neo"/>
                <a:ea typeface="Apple SD Gothic Neo"/>
                <a:cs typeface="Apple SD Gothic Neo"/>
              </a:rPr>
              <a:t>연속 대화의 근거와 실행 책임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E524D-80B8-478A-B895-009C45C8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11049000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 현재 요청에 어떤 근거를 공급할까</a:t>
            </a:r>
          </a:p>
          <a:p xmlns:a="http://schemas.openxmlformats.org/drawingml/2006/main">
            <a: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DP2  새 입력의 의미 판단을 언제 실행할까</a:t>
            </a:r>
          </a:p>
          <a:p xmlns:a="http://schemas.openxmlformats.org/drawingml/2006/main">
            <a: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 화면과 발화의 지칭을 어떻게 결합할까</a:t>
            </a:r>
          </a:p>
          <a:p xmlns:a="http://schemas.openxmlformats.org/drawingml/2006/main">
            <a:pPr>
              <a:def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DP4  Agent에게 무엇을 넘기고 누가 상세 자료를 읽을까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FB2DD-4455-4323-9A95-CFBD5BE3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구조상 예상과 실제 관측을 구별한 설계 권고. 승인 ADR 또는 제품 검증 결과를 바꾸지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49498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A3B88-6EDC-4255-97FD-1ACF3A95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VIA에서 반복되는 네 장면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4B01A-B7E7-47D1-AA73-57658218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7148A-CBD4-4149-BCDC-D79C9D59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9FF29-F901-4A20-A8E0-4FE43591EF3C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67625"/>
                <a:gridCol w="3648075"/>
              </a:tblGrid>
              <a:tr h="77343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장면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설계에서 다룰 문제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  앞서 읽은 자료에 대해 조건을 바꿔 다시 묻는다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 재사용과 현재성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DP2  분석 도중 추가 질문·정정과 Agent 통지가 들어온다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 보존과 의미 판단 대기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DP3  화면을 가리켜 “이 둘”이라고 말하고 대상을 고친다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동시 원본·대상 집합·revision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 앞서 정한 조건을 유지해 다른 Agent에게 이어 맡긴다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기채택 조건과 상세 자료 읽기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8F477-7288-4EFD-B1B4-464BF7DF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발표 설명 예시다. 새 측정 사례나 전체 VIA 시스템 완성 검증을 뜻하지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557774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6F554-E702-46B3-83E6-D32D9CFC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QA 우선순위와 같은 비교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98834-01D1-4085-93EA-49569349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19E71-71E3-493B-B850-F52D3370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27427-CB52-49D3-9A95-8E1C180BF903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2857500"/>
                <a:gridCol w="7553325"/>
              </a:tblGrid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순서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이번 PoC의 관찰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첫 응답 지연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채택한 구체적 내용의 실제 출력 callback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지칭 집합 정확도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 집합과 의미 있는 현재 revision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VIA 처리시간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목표 완료까지 VIA 시간과 별도 전체 경과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 범위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네 변경 과제의 실제 Rust 모듈 수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 비용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준비·실패·수신자를 포함한 실제 사용량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로컬 메모리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시각 Python+Rust RSS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BFE5E-2D1A-4476-BA07-FAC375D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구조적 동점은 다음 QA로 판단한다. 미확정과 미관측은 동점으로 바꾸지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105431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9F27C9-752D-4227-B76B-8C07CD96241D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 flipV="1">
            <a:off x="10372725" y="4324350"/>
            <a:ext cx="47625" cy="738188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AB7C99-A687-4F77-963C-90EB21621778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8991600" y="3162300"/>
            <a:ext cx="0" cy="1590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0E37B7-AB7D-433F-A772-38CA119B02E8}"/>
              </a:ext>
            </a:extLst>
          </p:cNvPr>
          <p:cNvCxnSpPr>
            <a:stCxn xmlns:a="http://schemas.openxmlformats.org/drawingml/2006/main" id="30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V="1">
            <a:off x="10372725" y="2867025"/>
            <a:ext cx="276225" cy="6381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E18655-4F28-481F-8753-A5C392143F36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8677275" y="391477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F39635-DCD4-4FE2-8012-0BF7F1491555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7510463" y="3162300"/>
            <a:ext cx="1481138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901A8D-BD50-4DBB-A87A-7EEAE1ED21A4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991600" y="22764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183758-ABE0-4EB1-9ED6-C58BACAB9D0B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1719263" y="4381500"/>
            <a:ext cx="52388" cy="681038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BBCB9-98B4-4376-A760-C3086B3D408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00400" y="3162300"/>
            <a:ext cx="0" cy="15906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54CBA-6F6D-4617-8560-234C2E4022CB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V="1">
            <a:off x="3162300" y="2867025"/>
            <a:ext cx="2724150" cy="157162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EFBFC-B377-4504-83F1-AC981FC2ECC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581525" y="2867025"/>
            <a:ext cx="47625" cy="63817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BF656-08B5-4358-818C-DE4187D9211D}"/>
              </a:ext>
            </a:extLst>
          </p:cNvPr>
          <p:cNvCxnSpPr>
            <a:stCxn xmlns:a="http://schemas.openxmlformats.org/drawingml/2006/main" id="10" idx="4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 flipV="1">
            <a:off x="1771650" y="2867025"/>
            <a:ext cx="1114425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EBDC5-1BF2-4C33-85A7-3F129B5E89A0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1719263" y="2867025"/>
            <a:ext cx="52388" cy="63817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713F5-1013-44CC-BCC0-597206383EA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00400" y="22764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5F2375-62FD-4DD3-B805-EF2445EB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기본안: 현재 요청의 근거 공급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8E7AA-4F69-4437-A466-F6543F66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C6118-2C7D-4D70-B17A-B4F68ED2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81A08-022E-4109-B262-477BDFFC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49A59-D030-4D82-AAF2-FB0026E4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대화 작업 문맥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E611C-71F6-443F-B192-204BD3D9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6C684-9C70-4D6E-903E-C8C87AF5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요청별 원본 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01F8B-B5BB-413E-84A4-81AAFFD3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57375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새 입력 + 최소 공통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A95C1-8CCE-4420-B8D9-FD1C3B7F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717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의미 판단·부족 범위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37762-4D7F-4CFF-B75B-D3864813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2333625" cy="87630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작업 문맥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발췌·출처·revision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B3090-9CAB-4B1F-89AD-76EC833B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052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원본 read port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권한·허용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6B46C-F010-4356-9AA9-4C2212C0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5297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revision 채택·실제 표시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A31FC-7B47-4FCE-8000-B90EB82D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09925"/>
            <a:ext cx="1905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40F5D-8F42-4BFB-9B2B-9A61C6B5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099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유효 근거 재사용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7C6EC-8F68-44AE-9013-14CCD954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99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8C54A-4098-4FF2-BC33-D606F32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99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  부족한 범위만 읽기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EDC37D-5F11-4325-9A53-646824BE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457700"/>
            <a:ext cx="1905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C15958-45E6-4469-B19F-277B401B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45770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4  유효 원문 유지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207536-82D4-430C-977D-EFC25B9D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102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QA03/05 후속 조합 호출 절약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QA05/06 보존 원문의 재입력·갱신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44F5E6-FA52-44B4-A26D-34685A3D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57375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새 입력 + 최소 공통 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45CBAE-3342-4209-91FC-B315585E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이번 요청의 근거 선택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79A43C-8DBF-4AF0-86AF-8EE4B87A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05200"/>
            <a:ext cx="2333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bounded 원본 읽기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9A5377-7DEA-4449-882E-3A60482D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05200"/>
            <a:ext cx="2381250" cy="8191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요청 EvidenceBundle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발췌·출처·coverage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DEBEC4-6346-4585-8F6B-CBEE5735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5297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의미 채택·실제 표시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B2CB1A-D24C-49A8-807D-27C61D06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48025"/>
            <a:ext cx="1905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45FF51-1078-40C5-B6CF-2388D07A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480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요청 묶음 구성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CD8B02-3519-45B6-816D-4F4AD7DE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457700"/>
            <a:ext cx="1905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88471C-015D-472D-81B3-5111CBD4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45770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  종료 후 해제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67628F-9127-4F25-96FB-B7240D5A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102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QA05 필요한 범위만 요청 시 구성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QA03/05 후속 질의에서 재조회·조합</a:t>
            </a:r>
          </a:p>
        </p:txBody>
      </p:sp>
    </p:spTree>
    <p:extLst>
      <p:ext uri="{BB962C8B-B14F-4D97-AF65-F5344CB8AC3E}">
        <p14:creationId xmlns:p14="http://schemas.microsoft.com/office/powerpoint/2010/main" val="1407573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D56CE-3A90-416A-B160-C6144B9B57C2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152900" y="541972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15680-E128-4137-93EA-46F860C829A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 flipV="1">
            <a:off x="6010275" y="2952750"/>
            <a:ext cx="1866900" cy="21717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D9EF3-ADA8-44D5-BD4C-575269FC140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152900" y="4276725"/>
            <a:ext cx="1952625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F5B98-E945-412B-B63C-928614FBF3B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200275" y="4448175"/>
            <a:ext cx="195262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8122B-3B24-4A40-9939-C8D8C81DD29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00275" y="32670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2B265-90A1-42B7-9B03-1D56A82103B4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676650" y="2952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1EB88-C3EA-42DD-B606-4A0E8F1E2DB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200275" y="2276475"/>
            <a:ext cx="19526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4B76BD-CD80-4A9C-9C54-6941B68B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C: 별도 생산과 게시 근거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36744-0814-4B10-8B80-BAD84EFF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1C1CE-3D7C-4C28-ADFC-1211773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9730F-0BEE-4890-B5C0-6DA6DA6C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7429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39DF7-A02D-4070-8166-06B605DA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  게시 근거 조회와 부족한 원본 보완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F36BA-42BE-4012-BC4C-2B15202D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57375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실제 공개 원본·정정 사건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1292C-7B93-46E2-BF85-097ADBE2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Evidence Producer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관계·coverage·source revision 생산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60EDB-30E6-4CEE-BC91-29FF5342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38425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원본 read port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권한·허용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E8CC5-9C56-4A6A-B962-D14B2612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2952750" cy="7810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게시 근거 저장소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발췌·관계·미해결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99221-0766-4FD7-B0B3-EE49945A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62375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새 요청 + 최소 공통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BF349-3FBC-41C9-8CAA-BAF5F56A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82917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유효 게시물 조회·부족 범위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E2865-CBBD-4E3C-9D9B-D268543D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78167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현재성 gate·채택·실제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E92FA-0ED4-432D-A73E-BD4D4448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476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C0D1B-1BFB-4AFC-844C-888CD0D3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검증한 revision 게시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A1D66-CAE4-4D1F-834C-0033EE4D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86275"/>
            <a:ext cx="2857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94774-09CE-4595-92E8-6C07B118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862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  미생산·오래된 범위 원본 보완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AD7BE1-DFB0-4C8B-ACB3-FE991A2B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구조상 예상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F31C2-5E72-487F-BC45-D8E1EF03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333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</a:t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반복 관계·조합을 요청 전에 생산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QA05/06</a:t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미소비 생산·갱신·게시 상태 부담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유효한 원본 조회 경로는 유지</a:t>
            </a:r>
          </a:p>
        </p:txBody>
      </p:sp>
    </p:spTree>
    <p:extLst>
      <p:ext uri="{BB962C8B-B14F-4D97-AF65-F5344CB8AC3E}">
        <p14:creationId xmlns:p14="http://schemas.microsoft.com/office/powerpoint/2010/main" val="1939166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DD1BB-18C7-4CB6-A9A0-73AE0841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실측: 재사용 이익과 첫 응답의 미확정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AC9A1-8576-443D-814C-5F377DC0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EBCC3-2FB0-4016-BEE5-6142BBDB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CB0B6-E3D3-48B8-B4C2-DC7386ACD8C5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547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6.609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13.617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$0.0674956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44.253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6.267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14.242  35/36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$0.0699160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45.318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11.995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12.364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$0.1630788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50.364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E9BD4-F36A-47D2-9E7E-6A46BFBE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123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A/B의 첫 호출 위치는 같아도 유지 입력과 완성 답변 분기가 다르다.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342 ms 차이를 확정 우위나 구조적 동점으로 단정하지 않는다.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같은 완료 35개 목표 A 13.730초 / B 14.242초. A는 답변 호출 6회 절약.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C는 호스트 종료 36/36의 QA03 12.364초, 저자 본문 검토 34/36(A/B 30/36). 준비비용과 교환.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54A9B-6CFC-4A59-A9DD-7AFEE5EA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105809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A3E90-D8C4-4AB9-A837-2A930B79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공통 첫 안내 분리: 빠른 채택과 추가 비용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63C28-13BF-45F1-BEE1-7D8F6093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3093E-C4B1-4B96-AC08-36BB0EE7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1535F-31CF-438A-8043-E8FDDF8C8E91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1809750"/>
                <a:gridCol w="1238250"/>
                <a:gridCol w="1809750"/>
                <a:gridCol w="1000125"/>
                <a:gridCol w="2790825"/>
                <a:gridCol w="2047875"/>
              </a:tblGrid>
              <a:tr h="631031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전 → 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 집합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전 → 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 전 → 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 전 → 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7.092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1.905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6/6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6/6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21.508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23.118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$0.0146552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$0.0157364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41.189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40.124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6.724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1.829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6/6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6/6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22.172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23.422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$0.0150744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$0.0159652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39.993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40.157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17.730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2.322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6/6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6/6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17.731 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20.350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$0.0348104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$0.0426752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42.254</a:t>
                      </a:r>
                      <a:b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</a:br>
                      <a:r>
                        <a:rPr sz="15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→</a:t>
                      </a:r>
                      <a:r>
                        <a:rPr sz="1575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43.074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78207-5CDC-4B27-8D5B-A5ED8D71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39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같은 E3에서 첫 안내 분리는 QA01을 줄였지만 QA03과 비용이 늘었다.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호출 A/B 12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회, C 15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회. 호스트 종료 각 6/6, 본문 A/B 3/6·C 6/6 불변.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출력은 출처·대상 채택 안내이며 내부 처리의도 라벨도 노출됐다. 자연스러운 제품 응답은 미검증.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QA01 우선의 공통 설계 방향이다. 기본 A/B 선택 효과나 네 사례 전체 이익은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883BF-397A-4BAD-A873-A7E5E66E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파랑은 분리 후 값. 현재 source/target 처리안내 callback이며 상세 사실 답변의 첫 제공 시각과 구별한다.</a:t>
            </a:r>
          </a:p>
        </p:txBody>
      </p:sp>
    </p:spTree>
    <p:extLst>
      <p:ext uri="{BB962C8B-B14F-4D97-AF65-F5344CB8AC3E}">
        <p14:creationId xmlns:p14="http://schemas.microsoft.com/office/powerpoint/2010/main" val="3805129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791874-A6A0-4211-AFDC-A74352CC903A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984457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799C01-00B1-462D-8548-BB3BA766254E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984457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2D82B-6A84-43EA-B199-C9C6C6A20C44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984457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24E91-78E1-4A53-95A0-C0672095D273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207544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4F371-113A-45EB-823C-F3E63D7BB010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07544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B54B4-92BC-485E-8198-DE5D6C95536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07544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97F5CC-3224-490C-BB63-63423166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DP1 조건부 A 선택과 변경 조각 갱신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4E7D4-7AC8-4D5C-BDB0-4B62F485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40006-7DA2-4438-8EED-8F4EC949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8F799-8F7F-41FF-A2F9-8DC8B781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00150"/>
            <a:ext cx="5672138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6F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DF28F-FF94-4FF5-87B4-D1045BE2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D5577-44A1-44E8-8255-307A4FDF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유효 근거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8EC9B-1A51-46CB-8332-BCFECE5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1CE0D-3C4F-483B-AFF9-EEDD030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1. 읽은 원본 발췌와 의존 출처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65AE0-81F6-4C9B-A7B8-3F1D40D0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97FDF-14CF-4CD3-860B-661F1BED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2. 변경된 source revision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44ABE-AE94-4A01-A295-67719264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BEF20-D59B-4A08-937D-1B711A00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3. 유효 조각 유지·누락 재조회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478E5-1BBA-49C5-8B9F-2BB717AF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89592-C6F8-44EB-80C7-6AC15A41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4. 전체 현재성 재검사·채택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08364-8314-4801-A9CB-A96F4DCB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후속 자료 재사용을 근거로 조건부 A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본문 30/36, 조건 미충족 6건 유지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최상위 QA01 확정 승자는 미입증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BF636-F42D-4C9F-B90E-02D18F74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3B3DB-3A3D-4FF5-990A-8F1EAFB8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A2  변경 조각만 갱신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E8DA3-B220-492B-A7DE-8C31EB80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D26C1-9EA9-4DA7-A7FB-1B025024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source별 의존 조각 분리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51ADA-0685-45D8-BEAA-9AFC98BA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D70EB-DEA9-462E-BD52-38979DAE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영향 조각을 무효화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A3D11-58BF-4BCB-B98D-B039D96E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2AEE1-CEE0-45A6-A9CC-D06C9E16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남은 유효 발췌 재사용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C1123-C652-41CD-818D-03AC50C6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684743-FA73-41FE-803B-E3E9DE64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재조합 후 동일 최종 검사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9882E9-315E-46D6-ACF9-1905466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정정 E3 × 3: 읽기 12회 → </a:t>
            </a:r>
            <a:r>
              <a:rPr sz="1575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회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본문 충족 3/6 → </a:t>
            </a:r>
            <a:r>
              <a:rPr sz="1575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3/6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1606DE-9735-48F8-A5DC-742A8DDD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A2: QA03 21.822 → </a:t>
            </a:r>
            <a:r>
              <a:rPr sz="15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21.433</a:t>
            </a: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초, 호출 12 → </a:t>
            </a:r>
            <a:r>
              <a:rPr sz="15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12,</a:t>
            </a: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 비용 $0.0148424 → </a:t>
            </a:r>
            <a:r>
              <a:rPr sz="15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$0.0145860.</a:t>
            </a: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 원문 재조회 절약에 한정 적용.</a:t>
            </a:r>
          </a:p>
        </p:txBody>
      </p:sp>
    </p:spTree>
    <p:extLst>
      <p:ext uri="{BB962C8B-B14F-4D97-AF65-F5344CB8AC3E}">
        <p14:creationId xmlns:p14="http://schemas.microsoft.com/office/powerpoint/2010/main" val="138895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7C036F-69AC-43FA-8455-E483F7032AA1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4" idx="4"/>
          </p:cNvCxnSpPr>
          <p:nvPr/>
        </p:nvCxnSpPr>
        <p:spPr>
          <a:xfrm xmlns:a="http://schemas.openxmlformats.org/drawingml/2006/main" flipV="1">
            <a:off x="10991850" y="2190750"/>
            <a:ext cx="800100" cy="26622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491D71-294F-493D-8FD4-0C8378F8BD0B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9" idx="3"/>
          </p:cNvCxnSpPr>
          <p:nvPr/>
        </p:nvCxnSpPr>
        <p:spPr>
          <a:xfrm xmlns:a="http://schemas.openxmlformats.org/drawingml/2006/main">
            <a:off x="11563350" y="3838575"/>
            <a:ext cx="238125" cy="17859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A32841-35DB-4682-B688-540ED09C503F}"/>
              </a:ext>
            </a:extLst>
          </p:cNvPr>
          <p:cNvCxnSpPr>
            <a:stCxn xmlns:a="http://schemas.openxmlformats.org/drawingml/2006/main" id="26" idx="1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134100" y="3838575"/>
            <a:ext cx="238125" cy="17859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AAE2D2-C452-409B-9590-9D0290EEB388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6134100" y="2924175"/>
            <a:ext cx="857250" cy="27003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3D1B97-60BB-481F-AA19-D4D4994AD3B9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8991600" y="4143375"/>
            <a:ext cx="138112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289999-A586-4F80-8346-DFD78C8A4626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7553325" y="4143375"/>
            <a:ext cx="143827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FC3A8B-6018-4F13-AE4D-D61480DEF79C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8" idx="3"/>
          </p:cNvCxnSpPr>
          <p:nvPr/>
        </p:nvCxnSpPr>
        <p:spPr>
          <a:xfrm xmlns:a="http://schemas.openxmlformats.org/drawingml/2006/main">
            <a:off x="10991850" y="2924175"/>
            <a:ext cx="733425" cy="1928813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E58C97-95B7-4037-AC45-1050817A01AB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991600" y="3190875"/>
            <a:ext cx="1381125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798FE1-6129-41EE-AA20-3CE2BDDC6E01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7553325" y="3190875"/>
            <a:ext cx="1438275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D143A2-990A-4526-9E67-466298E1509F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8991600" y="2524125"/>
            <a:ext cx="1381125" cy="133350"/>
          </a:xfrm>
          <a:prstGeom xmlns:a="http://schemas.openxmlformats.org/drawingml/2006/main" prst="bentConnector4">
            <a:avLst>
              <a:gd name="adj1" fmla="val 0"/>
              <a:gd name="adj2" fmla="val 85714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398562-AE14-48BC-BF3E-F037D2374EE4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7553325" y="2343150"/>
            <a:ext cx="1438275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313ED-CD74-4ABD-AE7E-DDC79708F51D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200400" y="4543425"/>
            <a:ext cx="1381125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68FF5-7051-4273-847E-97E61CEE039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9" idx="4"/>
          </p:cNvCxnSpPr>
          <p:nvPr/>
        </p:nvCxnSpPr>
        <p:spPr>
          <a:xfrm xmlns:a="http://schemas.openxmlformats.org/drawingml/2006/main" flipV="1">
            <a:off x="5200650" y="2190750"/>
            <a:ext cx="800100" cy="20478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2CBCA-8C76-4C75-9B67-36700E09593B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00400" y="35052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DC4B5-723A-419B-9B0D-AC18B5D85CC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 flipV="1">
            <a:off x="971550" y="3200400"/>
            <a:ext cx="2219325" cy="20145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6DA56-9F06-4B6D-833F-E73CFF13A155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71550" y="3200400"/>
            <a:ext cx="800100" cy="17716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0C940-7582-4F7D-84D8-EF169708385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3"/>
          </p:cNvCxnSpPr>
          <p:nvPr/>
        </p:nvCxnSpPr>
        <p:spPr>
          <a:xfrm xmlns:a="http://schemas.openxmlformats.org/drawingml/2006/main">
            <a:off x="4581525" y="2524125"/>
            <a:ext cx="847725" cy="6762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4DC12-6377-472B-8BCB-78E9262AD31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762125" y="2428875"/>
            <a:ext cx="1438275" cy="4667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12D718-2039-4CEF-BDAD-184FCCBF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DP2 기본안: 후속 입력의 의미 판단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4DA09-A1E5-419C-9B1A-89E8F2F4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0D75C-A912-48A7-AE42-2C4C5D57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FB9BA-9584-4B47-985A-57EA69A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ECAC1-7AD4-4EF0-B866-B970BC67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한 대화 해석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64317-4621-422D-AF77-6B3414F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E7BD7-04B3-4732-A288-6E8F4DEB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공통 대화 + 요청별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D0768-27F1-4815-865D-94CD0276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Input Buffer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새 발화·통지 원시 보존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41A1C-E0DA-4962-AD69-354D78CF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57375"/>
            <a:ext cx="2381250" cy="6667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대화·채택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9D935-D19F-4D61-BE8D-B28215FC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VIA step 경계에서 의미 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B03FD-92D8-47AB-9ABC-4C8EA696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관계·scope·현재 revision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72EB4-A538-40D9-A981-4958609A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72050"/>
            <a:ext cx="2381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호출 예산 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8D877-3AF7-46D3-9DB1-36C176B3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72050"/>
            <a:ext cx="2381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표시 + 원래 목표 계속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79A87-F4DE-41AC-8B41-598B55B9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1619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4F1E3-45FA-4F3F-8130-E186AE49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step 대기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9AA0D-7087-4057-A87D-D2E336AD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57375"/>
            <a:ext cx="2381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원시 Input Buffer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DB131-D6A4-4D20-B771-94C1CBE2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57375"/>
            <a:ext cx="2381250" cy="6667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대화·채택 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AC781-6DC7-4A69-880F-E8EC3EC5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57475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Request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새 입력의 관계·처리 결정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D4B60-DCE4-43F1-BAF0-DD5C1597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33775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R1 Request Execution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개별 잠정 상태·revision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58EFE8-1393-4414-8FC9-98C78892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33775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R2 Request Execution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개별 잠정 상태·revision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C86643-868A-4945-9FE0-86063DB2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76750"/>
            <a:ext cx="40005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현재성·관계 gate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표시·원래 목표 계속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443333-EA28-4E18-B76D-E69552A7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429250"/>
            <a:ext cx="52006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Model Access   같은 K 슬롯 경쟁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9A55E5-C67B-4EB7-8C22-CEFC417B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28975"/>
            <a:ext cx="1619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C8AD1C-EF43-4F31-B180-E03AEFD5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289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긴 작업 분리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3C1201-8093-429C-84FA-CDA4BB79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28975"/>
            <a:ext cx="1714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CC48A2-F47B-4257-8673-5BACD7D6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289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별도 긴 요청 R2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F2B95F-E379-4A9E-AEB3-640F9E41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291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A6D9F5-7C56-42EF-A114-616E4064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291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짧은 완결 답 직접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3FAC7D-785B-4A30-9917-1209FB92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43450"/>
            <a:ext cx="685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8A4A55-CBE1-4155-8A86-4BDF98E4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434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해석도</a:t>
            </a:r>
          </a:p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K 경쟁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9ED7C7-18A5-4C42-817C-BCF11F35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131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QA01/03  A는 현재 의미 step 대기 / B는 여유 슬롯에서 독립 입력 중첩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0C567F-1291-469A-9143-C939B46A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31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QA06  B는 동시 요청 문맥·잠정 결과를 보존 / QA05 이익은 호출 경로에 따라 달라짐</a:t>
            </a:r>
          </a:p>
        </p:txBody>
      </p:sp>
    </p:spTree>
    <p:extLst>
      <p:ext uri="{BB962C8B-B14F-4D97-AF65-F5344CB8AC3E}">
        <p14:creationId xmlns:p14="http://schemas.microsoft.com/office/powerpoint/2010/main" val="17261240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44688-8AF9-4922-B24C-42F63FC8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DP2 실측: 호출 여유가 있을 때 B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C8E58-6EFD-4CE7-9099-411C2AF6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35686-C076-4E8F-A109-32ACAE6A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653EF-335F-4DAF-B23C-90B7F7371B59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730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8.677  30/30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24.092  23/24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$0.1224560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45.351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6.698  30/30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20.982  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$0.1125156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46.170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D8126-D1EC-4E1A-A989-4D1EB170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123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K=2 독립 후속 질문: QA01 A 13.388초, B 6.270초. 실제 API 중첩 6.261초.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K=1 같은 질문 완료: A 13.429초, B 13.087초. 중첩 이익이 사라진다.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N-R 27/27 대 26/27은 별도 연결 진단. QA02는 비적용.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B의 추가 Task 메타데이터 오류를 실제 잘못된 메일 발송으로 확대하지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F1420-C34A-49EB-8895-6769BCC4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12539013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E6538D-95BC-4252-AA88-BCA7B4E04AB0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984457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F5365B-2BF5-45F2-90CC-C07787B8F7AE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984457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3DDD1-4E7B-4EB4-9D8C-2AB769266987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984457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5644D-1FDF-4AAF-AFE2-12EAE8EE181F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207544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57922-7841-4ECC-9042-362C6A1C60C3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07544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EF64D-191A-4FD5-AE1E-6E16FAA0FA8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07544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5194E1-28C7-4966-8050-B1E47ADA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DP2 선택과 B1 불변 문맥 공유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82D8E-6D88-4449-95AF-851DFFB9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C6BFF-DD75-4EA6-94CA-8409D4A0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2E301-80BD-41E7-A023-C91A800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00150"/>
            <a:ext cx="5672138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6F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0812B-0D15-485A-93A3-8331FAEE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FEAB9-B08A-46E7-A3E6-23675DAD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독립 실행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FE3D5-136D-4ADB-B236-2E47354C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5E8BD-4B16-422E-A31C-598BE722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1. 공통 원본 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EA9FE-8468-4280-83B0-7FD76284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AD1E5-7EE9-45A7-A6E2-219F39AF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2. worker별 input 깊은 복제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33E04-732B-47E8-A750-258A51FC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D1329-AEF6-495A-B5D7-94563F7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3. source payload·wire 복제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2270E-776B-46FC-9E62-F1D0E654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D4F62-40AD-48C9-BCF6-1665BC7F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4. 각 요청 상태·revision 독립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7B781-8399-41FF-BF89-CAF95D61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실제 원본 약 7.5 KB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모델 가중치 복제는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9320B-9EA6-41FF-802C-5C3BE4FD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B10C5-BB52-4BF7-AC2B-5D892FA5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B1  같은 원본을 참조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06382-3682-4929-A2A5-CBBC9B2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BEC8E-CC96-4D34-AE33-FEFBD6F8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immutable input Arc 공유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D78BF-745C-4573-A2F8-9C903DDA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48604-C5A5-46C3-8777-1506FF1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worker는 참조만 유지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103CD-D57F-4097-B0E0-02D1FC05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9826B-7714-486F-BC49-3EE73D37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source·wire를 빌려 직렬화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97100-C3D1-4FB7-AC23-68B6D9C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407FE-1BFB-4A87-8450-31FECD83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mutable 요청 상태는 독립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49D33C-2115-4BD2-9DFA-62AEF5A4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작은 소유 할당 감소 확인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N=1 전체 RSS 우세 미확인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42839A-52B6-4A8B-8F0B-6DCDD6BB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72회 실제 응답 재생, API 0. 기존 live RSS 45~46 MB와 새 재생 30~32 MB를 전후 개선으로 비교하지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280647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7911A-A72B-4440-A2DF-0A6AD366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B1 전후: 요청 할당과 전체 RSS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D845D-885C-495B-9F98-D9CCA29A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66A61-BD75-4145-A45B-634B90E7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67051-1949-45E6-8B2B-38A9B0178622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5143500"/>
                <a:gridCol w="4933950"/>
              </a:tblGrid>
              <a:tr h="6548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동시 N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할당 peak 평균 bytes B / B1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RSS 최고 MB B / B1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180,134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130,440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30.097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30.294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313,253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212,126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30.802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30.507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573,372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365,413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32.326 / </a:t>
                      </a:r>
                      <a:r>
                        <a:rPr sz="1950" b="1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31.867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BF56D-334F-41A0-9486-7D2F0204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1123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통제 72회 최종 결과·callback과 입력 snapshot 168/168 session 동일.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이전 72회의 상태 순서 차이는 보존하고, 원래 호출 준비 barrier를 강화했다.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N=1 평균 RSS 동점. N=2·4의 작은 감소를 일반적 큰 개선으로 확대하지 않는다.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대가: 빌린 직렬화 API와 불변 참조의 수명 관리가 추가된다.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DBE0E-4ECF-42F3-B5B1-DD5908C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파랑은 보완 후 값이다. 할당 bytes는 RSS가 아니다. 새 QA01/03이 아닌 API 0 재생, 네 사례와 세 seed의 관측이다.</a:t>
            </a:r>
          </a:p>
        </p:txBody>
      </p:sp>
    </p:spTree>
    <p:extLst>
      <p:ext uri="{BB962C8B-B14F-4D97-AF65-F5344CB8AC3E}">
        <p14:creationId xmlns:p14="http://schemas.microsoft.com/office/powerpoint/2010/main" val="11377931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30A770-4A88-4154-AE6E-5E58C330F500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8972550" y="51816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F7F89B-E820-4F35-8146-B010CE6E969D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V="1">
            <a:off x="11430000" y="2981325"/>
            <a:ext cx="381000" cy="18954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5446AE-53BC-4FCD-BDD3-0296DB4883FA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8972550" y="4191000"/>
            <a:ext cx="13716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13025-672C-41F3-B5FF-733B7FA1F700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610475" y="4191000"/>
            <a:ext cx="136207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59048E-C4B2-459C-8BCD-C46E2FA8A722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0344150" y="32480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F2BC8D-9F20-4DC0-BC5A-372B62D4631C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610475" y="32480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1F22E-FE2F-4490-813F-ECF1662F13E1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8967788" y="2400300"/>
            <a:ext cx="1376363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042D1E-4637-41C0-8E8D-A166402BBE1C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7610475" y="2400300"/>
            <a:ext cx="1357313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CDF44-E9A7-4779-B6B2-13EAB36DD17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581400" y="2852738"/>
            <a:ext cx="666750" cy="919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C16CF-56FC-40CD-939C-219697BC98DE}"/>
              </a:ext>
            </a:extLst>
          </p:cNvPr>
          <p:cNvCxnSpPr>
            <a:stCxn xmlns:a="http://schemas.openxmlformats.org/drawingml/2006/main" id="11" idx="4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248150" y="4619625"/>
            <a:ext cx="3238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2B904-6825-4BE4-958C-E2B50A1788F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81275" y="40862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8A391-7CE4-4ABD-AC56-9797B2192B10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247900" y="3124200"/>
            <a:ext cx="33337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827A9-9D9D-4977-BE63-D03C3F45D30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2247900" y="2266950"/>
            <a:ext cx="928688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BCBEC0-3455-45CA-86B7-0E6A805A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기본안: 화면과 발화의 지칭 결합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A0A6E-A1FD-4339-A113-6105DB6B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D75FE-5FB8-4F50-B491-3A4B56CA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0C097-2F94-4481-9952-A96704D8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F4BAF-C807-4BA6-8F63-C64F15E6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원본 결합 판단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BB2E5-4704-4931-A46A-063E6651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316C2-5003-4578-A4F7-6AD94673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후보 생산과 결합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866D8-ED72-475E-9DCD-4C65A4BB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57375"/>
            <a:ext cx="5191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발화 + frame + pointer/선택 + 시각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E8883-1B94-413B-9DFA-AA96DBA5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2667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Evidence Reader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당시 원본을 bounded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6EA2C-393B-4C2C-897D-C557B66B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Joint Grounding Interpreter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대상 extent + 의미 관계의 최종 writer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414C1-ADC9-44B2-87F8-FBBF02F8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3333750" cy="6667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Joint Grounding State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원본 참조·target·관계·revision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A9381-E481-4060-B111-87820CBF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38625"/>
            <a:ext cx="1200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TryApply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현재성 gate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채택/표시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980D5-FE81-47A0-8466-0852EBF1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62250"/>
            <a:ext cx="2190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418F1-4BE4-4340-9C8D-2B862C84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622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검증 거절·근거 부족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1DC07-EB47-4A31-8763-5D7C44E2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721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QA01/03/05 별도 producer 단계 절약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QA02 원본 좌표·집합의 판단 실패와 재판단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C0025-AED9-4254-A36C-6D237461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57375"/>
            <a:ext cx="51911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Grounding Coordinator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같은 raw snapshot / 기본 순차 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D8A0A-482D-4195-A15B-CEC5735E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14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Speech Reference Producer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141E3-40A7-4812-BBDE-98792651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14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Screen Target Producer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06CDA-F19D-4482-9330-3CCF7F76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524250"/>
            <a:ext cx="2476500" cy="6667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speech state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관계·개수·cue·unknown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87D21-8498-4670-95DA-D190EEB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24250"/>
            <a:ext cx="2476500" cy="6667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screen state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후보 extent·source revision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3F46E-2711-49B5-8AE4-C4BBAC33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4914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Multimodal Binding Resolver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충분한 관계는 코드 / 모호하면 의미 호출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C0DAC5-A156-4B18-B9E2-F8EFBF65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2428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77CF2E-ECF4-43CC-BF22-EC33AADC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부족 범위 확장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22A8E5-4755-440A-B392-AAF26198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53050"/>
            <a:ext cx="4914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TryApply / Request Controller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revision gate → 채택·표시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712A2F-E697-4387-BCF7-25C3E405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864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QA02 후보·관계의 명시적 근거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QA01/03/05 추가 생산·결합 대기</a:t>
            </a:r>
          </a:p>
        </p:txBody>
      </p:sp>
    </p:spTree>
    <p:extLst>
      <p:ext uri="{BB962C8B-B14F-4D97-AF65-F5344CB8AC3E}">
        <p14:creationId xmlns:p14="http://schemas.microsoft.com/office/powerpoint/2010/main" val="15256336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19877-F4EB-490B-AE28-CC06A180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기존 실측: 빠른 관측과 미관측 구별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18D8B-E1C0-4F5D-8C51-1652A5B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9DD22-A3F5-47CD-81F1-9DD6AFD6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2A097-DCD0-425C-A3CB-5041B3545059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730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11.176  10/15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15.624  9/12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$0.0415828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45.220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18.344  15/15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22.930  12/12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$0.0431172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45.351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1DE6E-A8B8-4A2F-8986-DF43CF7E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123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이전 A callback 10/15·완료 9/12, B 15/15·12/12의 세대다.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별도 pixel 기본은 A 12/15·10/12·19/24, B 14/15·11/12·22/24로 양쪽 미완료.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이 pixel 판본의 전체 승자는 미확정. 빠른 관측과 실패를 함께 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2A051-1DFE-497B-AC0B-04F41391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20183666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22028-CE93-4CC3-B6C2-858498D7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pixel 기본: 양쪽 모두 미완료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E2372-B1AF-461D-8C2A-ED267AF2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AD97A-1B3A-4C0A-A2D7-0BA804F2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A3E06-DDF5-4655-94B4-46DA4EC81353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730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9.268  12/15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19/24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12.559  10/12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$0.0339156</a:t>
                      </a:r>
                    </a:p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+미확정 1회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41.452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18.922  14/15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22.622  11/12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$0.0446804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41.337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C4A02-C855-4E1D-B7B2-037A7A00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123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동일한 pixel 출력 계약의 기본 24회. 엄격한 전체 승자는 미확정.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A의 provider JSON 생성 400은 사용량 미확정 1회·예약 상한 $0.0729404를 보존했다.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1회는 정정 대상은 맞지만 bbox가 frame 높이를 초과했다. 기존 결과와 섞지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CFCDB-4636-4A90-90FD-473CFA44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10208832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C5E878-4808-477A-B7E8-09F627D69DB9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984457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D28BF1-1736-4AA1-A134-907D43FCD610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984457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6BC64-0870-4555-9A50-FD767A3A9C89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984457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38D4E-1917-4816-A15A-940294861C0D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207544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52B82-D11A-4118-9BD1-99520E100F5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07544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D13C3-A1F0-42AF-9BC9-19FE9B6FD68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207544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C6C22A-C9D2-4AC8-9871-CAD3200A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보완: 실패 범위 재판단과 독립 생산 병행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BA22F-B569-4BF8-830D-2C5AEF20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B43D8-0931-4D2F-B3D1-DA446422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C2D58-91EC-4972-B82E-7025080B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11EEA-09ED-4D50-B94F-FAB9B34F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A2+A5  실패 때만 원본 재판단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7C6D1-9514-4EB1-8DE8-D062D458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B234E-49D9-4352-93EC-64E9B0F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공통 guard가 실제 거절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67033-82BC-47B6-9B98-3BEF7D35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44492-04F9-4704-8A19-33B02A8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영향 부분 또는 raw cue crop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14B98-CBA4-4746-A401-71448FEB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528D1-297E-4184-BADE-DC1D16DA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grid view·좌표 affine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5875F-8FA7-4B92-90AD-F9C7CF54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3DC1A-F508-4830-AB28-9825A43D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같은 의미 책임이 다시 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10418-77B8-4DD9-9743-4A8AB1B3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정답 bbox를 제공하지 않음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추가 호출·복구 실패 그대로 보존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0CCC0-DED7-4A16-A38A-5657F2F0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221E8-D409-4108-A833-A04C9D62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B4  독립 producer 병행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CB210-4B7A-4ABA-B24A-C27B7044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69ADA-5036-4263-BA54-8A3EA0E7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같은 K 호출 슬롯 예산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E100B-4E96-470D-8550-423833BB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20DD6-E8FE-4E9A-B6AF-6EF3664D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화면과 발화 producer 병행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A249B3-4A8C-47D0-A38D-F20235A7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365E2E-3C5B-4327-911E-6402ABEC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양쪽 revision 도착 후 join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64D023-4061-418D-90BB-965C4EF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1D891-8275-4F0B-A932-4FF94844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기존 binder와 gate 그대로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E023AF-6121-4FFF-9A18-991A14C6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초기 생산 대기를 겹침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둘의 근거가 있어야 최종 결합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4FA701-8835-41CC-8C0A-3E2E9CD2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pixel 출력 48회의 보완이다. 이전 A4도 24/24를 회복했으나 시간·비용을 더 썼다. 정규화 A에 A2/A5를 추가한 실험은 없다.</a:t>
            </a:r>
          </a:p>
        </p:txBody>
      </p:sp>
    </p:spTree>
    <p:extLst>
      <p:ext uri="{BB962C8B-B14F-4D97-AF65-F5344CB8AC3E}">
        <p14:creationId xmlns:p14="http://schemas.microsoft.com/office/powerpoint/2010/main" val="7396946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240D4-56BD-45B2-A619-964A6FFE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원본 pixel 출력의 기본·보완 48회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8706D-DD16-44B2-808E-5C99986B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7B26D-2430-455B-927D-4123895B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D79C7-E5FB-4986-9607-3644B94D6119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9.268  12/15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19/24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12.559  10/12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$0.0339156*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41.452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18.922  14/15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22.622  11/12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$0.0446804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41.337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A2+A5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11.036  15/15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13.795  12/12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$0.0413400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50.037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B4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13.881  13/15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17.604  11/12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$0.0459164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42.762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FE091-CD45-4C51-9891-F1CED5A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A2+A5는 15/15·12/12·24/24를 회복했지만 최고 RSS가 41.452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50.037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 MB.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B4는 첫 응답 13/15·완료 11/12·집합 20/24로 전체 회복에 실패했다.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공통 첫 응답 12개는 9.268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10.875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초. 회복과 첫 응답 부담을 교환했다.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* A 비용은 사용량 미확정 1회를 제외한 확정액. 평균의 관측 분모가 달라 전체 개선율로 쓰지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CCBDF-C60E-4142-B58A-FCE37290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4195783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8A36F-F39E-463C-B680-DE812F22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DP3 공통 정규화 판본: 조건부 기본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8816D-6403-454F-BFE7-A7495432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33CA5-37CE-407E-A147-6234CD65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5F23A-15DE-4E2D-B98F-5A5396C0D238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"/>
                <a:gridCol w="1905000"/>
                <a:gridCol w="952500"/>
                <a:gridCol w="1905000"/>
                <a:gridCol w="1809750"/>
                <a:gridCol w="2143125"/>
                <a:gridCol w="1790700"/>
              </a:tblGrid>
              <a:tr h="730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종료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7.716  15/15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9.646  12/12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이번 판본</a:t>
                      </a:r>
                    </a:p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$0.0254572</a:t>
                      </a:r>
                    </a:p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15회 호출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40.141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18.774  12/15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25.033  9/12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이번 판본</a:t>
                      </a:r>
                    </a:p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$0.0650212</a:t>
                      </a:r>
                    </a:p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42회 호출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41.894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BFB75-5078-4FC9-BF44-91E474BD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이 공통 출력 계약에서 A를 조건부 기본안으로 선택한다.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F7117-02B6-4D46-BF24-64EF0843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1239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A만 첫 응답 15/15·종료 12/12·지칭 24/24를 관측했다. B는 밀집 화면 3회 미완료.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A/B 모두 0..1000 출력의 같은 변환을 쓴다. 원시 지시점·원본·공통 guard는 유지했다.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QA04는 이번 판본 미측정이다. 이전 A/B 각 2.5는 별도 원값으로 남겼다.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A2/A5/B4는 이 판본에 없다. pixel 48회의 보완 성적과 분리한다.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3C27D-F572-4B46-847B-12950DEB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관측 조건부 평균과 고정 분모를 함께 표시한다. 정규화 A에 A2/A5를 더한 조합은 실행하지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2607807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68D12-F4DC-430B-B646-08E4D4005A19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991600" y="51244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1F8ACF-5A61-4415-9ED8-5903DA4A8D7C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V="1">
            <a:off x="10991850" y="2833688"/>
            <a:ext cx="704850" cy="2014538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AB1021-03E9-428D-8F85-2E775E113119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991600" y="41719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2A822B-F292-4812-8A84-657FAFE18E65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991600" y="31242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67328-9A06-4A0B-827B-3CE40C8D340C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991600" y="22764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A428C-8D4A-4BDE-8685-A049B79BFA07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 flipV="1">
            <a:off x="323850" y="2995613"/>
            <a:ext cx="876300" cy="111442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202720"/>
            </a:solidFill>
            <a:prstDash val="dash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289BE-A579-4AD3-9AF6-34487AAC317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00400" y="44196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B2FAA-5141-4C7F-9D3B-1C436788DC3F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19263" y="3352800"/>
            <a:ext cx="1481138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E4629-5E94-472B-8186-F4E710C7A130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2886075" y="2995613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0ACAC-7CA0-4C29-99E2-6A768163FC4B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719263" y="2276475"/>
            <a:ext cx="1481138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59E96F-5D32-4CC8-8C41-5A0289AC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DP4 기본안: Agent 간 업무 인계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24C08-7BDA-4730-AF68-12CE38AB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B5042-B764-44D0-A518-84C802EB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FF4C0-9503-492B-AE75-7DA69209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265F9-6E3E-4281-97A2-6435F307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  위임 때 목적별 구성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02EA0-FD4D-4049-8826-09EFCD38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66825"/>
            <a:ext cx="5524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D3F1A-CCC0-4DD3-904F-D4A984A6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B  지속 업무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019FD-CF2E-4908-A312-28032547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57375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채택 목적·조건·수행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155AB-DE67-4084-A792-756CDC79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2333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Source Reader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유효 원본·읽은 발췌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DDC31-C842-4D91-B4D5-79B16353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2381250" cy="714375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원문 원장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권한·판본·range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F1FB4-2D21-4FC2-B918-FEEC087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4000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Purpose-specific Composer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실제 원문으로 목적별 capsule 구성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728BA-8EEE-4450-AACD-83614200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4000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currentness·권한 gate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Agent 전달·receipt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0E88E-E9D2-43E9-8833-D1E1C946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86150"/>
            <a:ext cx="1905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69866-3926-4DE1-83DF-59529137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8615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부족 범위 읽기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85F55-EBC1-4B65-8D40-E0DF2E0A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102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QA05 위임 필요 시에만 구성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 반복 목적의 원문 조합 비용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DC4C5-AF27-4392-9D91-B5D53AFE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57375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공개 결과·정정 사건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85458-EE2B-492B-AB43-440C74EE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4317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Record Producer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원문에 근거한 설명·coverage 생산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480C4-3BA7-431C-A6BB-E6EDB3D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4000500" cy="7429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지속 업무 기록 저장소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설명 + supporting passages + 판본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D28DA-6F45-4703-BFD1-0185FD7A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720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Handoff Builder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목적별 추출·부족 원본 보완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195E8-053E-4D54-BDAA-627D6EE3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14950"/>
            <a:ext cx="4000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currentness·권한 gate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Agent 전달·receipt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448B63-FE00-4484-9173-071EAA46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481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51CB9C-CD0C-4C11-8424-6DD5E19A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481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유효 원문 보완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DFC018-396F-46B6-B0CE-66C4CA22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86450"/>
            <a:ext cx="552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 유효 설명의 반복 추출</a:t>
            </a:r>
          </a:p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QA05/06 미사용 생산·갱신·보존</a:t>
            </a:r>
          </a:p>
        </p:txBody>
      </p:sp>
    </p:spTree>
    <p:extLst>
      <p:ext uri="{BB962C8B-B14F-4D97-AF65-F5344CB8AC3E}">
        <p14:creationId xmlns:p14="http://schemas.microsoft.com/office/powerpoint/2010/main" val="2589892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B7105F-62BB-4D39-A27E-F296815B159D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143125" y="474345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3C773-9D94-4644-A1B9-0271412DEE48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 flipV="1">
            <a:off x="3571875" y="4381500"/>
            <a:ext cx="952500" cy="457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F1D29-1CEB-4371-BB9B-5CA5EE5E603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96000" y="39433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E1788-79ED-48AE-B0B8-28CAB2A8D68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571875" y="3633788"/>
            <a:ext cx="952500" cy="747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51F0B-7F97-4442-98B3-E8EC1E3513E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71875" y="255746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4B4206-CDCE-4397-87F8-D77FFD88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DP4 C: VIA와 수신자의 읽기 책임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30BE4-28B5-4531-AFE6-88134FC2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B8E58-2C36-48BA-9876-2D233679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E4484-3977-4832-98E0-CF502716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75247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6F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B8417-916A-4CEE-A55F-F7D1C4CF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7429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B1BC6-5398-47A7-8133-D378A533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  필수 manifest와 수신자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ED1EB-16D3-4D55-B676-CA9D850A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002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VIA 자료 제공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84CAB-06B6-4CF2-8533-9AF92744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47900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1  채택 목표·조건·수행 범위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필수 명세 + 자료 manifest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44187-1B23-491E-A705-BCD7C559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47900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Adapter·lease 검사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수신자·판본·허용 range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52A75-5507-42AE-95E9-589AE57B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24225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Read Service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매읽기 권한·판본·철회 검사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DC9DC-F125-4BF2-A09F-BF4BC147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29125"/>
            <a:ext cx="3143250" cy="819150"/>
          </a:xfrm>
          <a:prstGeom xmlns:a="http://schemas.openxmlformats.org/drawingml/2006/main" prst="can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47625" tIns="76200" rIns="47625" bIns="7620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원본 store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현재 source + revision + 허용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FAA68-534C-4FCA-AE58-37CDFC20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14725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06A66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C4E5A-970B-413B-AFEF-236E0D8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Downstream</a:t>
            </a:r>
          </a:p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Agent 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DAD44-F4ED-439B-BB03-8E64E27F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Agent Receiver</a:t>
            </a:r>
          </a:p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필요한 상세 범위 선택·결과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2C00E-1D2D-4876-958B-3D00FC7E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202720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실제 결과 반환·receipt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FEB4B-7DE2-4BEB-8B79-AFAA5263A0DC}"/>
              </a:ext>
            </a:extLst>
          </p:cNvPr>
          <p:cNvCxnSpPr/>
          <p:nvPr/>
        </p:nvCxnSpPr>
        <p:spPr>
          <a:xfrm xmlns:a="http://schemas.openxmlformats.org/drawingml/2006/main">
            <a:off x="6096000" y="28670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non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6524C-BA09-4F5B-99CC-86DA97902094}"/>
              </a:ext>
            </a:extLst>
          </p:cNvPr>
          <p:cNvCxnSpPr/>
          <p:nvPr/>
        </p:nvCxnSpPr>
        <p:spPr>
          <a:xfrm xmlns:a="http://schemas.openxmlformats.org/drawingml/2006/main">
            <a:off x="2143125" y="3067050"/>
            <a:ext cx="3952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non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FB7C3-90CB-4743-9366-92D4FB316056}"/>
              </a:ext>
            </a:extLst>
          </p:cNvPr>
          <p:cNvCxnSpPr/>
          <p:nvPr/>
        </p:nvCxnSpPr>
        <p:spPr>
          <a:xfrm xmlns:a="http://schemas.openxmlformats.org/drawingml/2006/main">
            <a:off x="2143125" y="30670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90105-34C1-472A-8629-66787219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14675"/>
            <a:ext cx="2905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0CE8B-D6C1-48C8-9AB6-5D515E42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14675"/>
            <a:ext cx="290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2  검사 통과 후 manifest 전달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52AA66-22EB-4780-BFA9-58EFB67E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33825"/>
            <a:ext cx="838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4C85C-5C15-43EB-B88B-63CC8719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33825"/>
            <a:ext cx="838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3  범위</a:t>
            </a:r>
          </a:p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읽기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D4ABD-35C9-4043-B756-24377992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838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CFE79-A2CA-46D2-ADDA-8A88EF04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838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4  원문</a:t>
            </a:r>
          </a:p>
          <a:p xmlns:a="http://schemas.openxmlformats.org/drawingml/2006/main">
            <a:pPr>
              <a:def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반환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459E13-8FE7-4FE5-B9A3-497B3BC0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097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구조상 예상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D89F4D-068C-4ED9-BCA1-12040DA4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81275"/>
            <a:ext cx="3333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QA03/05</a:t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VIA의 상세 선택·가공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교환 조건</a:t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수신자의 실제 읽기 지원과 상세 선택 부담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미지원이면 명시적 A/B 전환 또는 보류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00D358-983D-40C7-BEB9-400650CC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143625"/>
            <a:ext cx="1114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수신자 제외 VIA 시간과 전체 경과시간을 함께 보고한다.</a:t>
            </a:r>
          </a:p>
        </p:txBody>
      </p:sp>
    </p:spTree>
    <p:extLst>
      <p:ext uri="{BB962C8B-B14F-4D97-AF65-F5344CB8AC3E}">
        <p14:creationId xmlns:p14="http://schemas.microsoft.com/office/powerpoint/2010/main" val="8884364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7EBB5-F5AA-4359-BAD8-2C77DC69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DP4 실측: 첫 응답 미확정과 조건부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99645-19C9-4BD1-8C16-6EC41A88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C45D6-8852-457C-A578-5C5D8B94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57809-6D2E-4BA0-A2B5-2209DB13F244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547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4.307  20/21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11.019  20/21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$0.1018408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49.119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4.421  21/21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12.439  19/21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$0.2886828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57.229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4.321  21/21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4.329  19/21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$0.0757928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48.153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AF63D-2928-4D5D-A438-7920AA7F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1239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같은 최초 채택 함수여도 실제 원문 입력은 다르다. QA01 우열 미확정.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첫 21호출 입력 token 합계 A 15,318 / B 41,002 / C 13,722. QA02는 비적용.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완료 16개 목표 VIA 시간 A 10.565 / B 12.299 / C 4.213초.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전체 경과시간 A 31.372 / B 31.406 / C 23.532초. 완료 20/19/19도 함께 보존.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저자 본문 충족 B 15/18 / C 12/18 / A 8/18은 B의 실제 반대 이익.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51A3D-A6FA-4F55-8EFD-E355796B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5154652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3011B-0865-425C-B410-59D330B7C7EC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984457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0C77F-3F74-4050-859A-0A2C84A1FBAD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984457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C568F-D96D-40F2-9ACA-A2923B137787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984457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CEC46-97E5-4204-A7C8-75E785488EC1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207544" y="41433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EC346-E7DA-4ECD-AB38-AC1C5772475E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07544" y="3324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C333E-C20B-4AD6-B8A2-5B9125728B0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207544" y="2505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2720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F2DF9E-5ED1-4F39-A5AE-259052F9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DP4 조건부 C와 조건 원문 보완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AB503-FCD0-43B9-A418-6FD3A4B6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0FF57-2E54-4442-9CDB-5D863C45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D9901-13C8-4B10-AB1F-BEC9ED55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CB4F6-C635-4C83-8FE7-A967AF08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C1  기채택 조건 원문 prefetch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970E0-F3A6-432A-8466-3B6F6D09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0F44E-5EC8-480E-BE10-2801030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채택된 조건의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6369E-8C28-4BE9-965E-374389C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56757-FEC4-412F-B373-38D30286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권한·현재성 확인 후 읽기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120CD-D94F-4E60-B0E3-64C682CC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8295C-26A5-41C1-B4A1-48739148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실제 원문을 capsule에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36EF5-8D07-475F-A22C-9F93BCD0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DA9BF-FB5B-4D88-8D8E-C4D10E1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수신자가 상세 선택·결과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96AA8-DFA5-4F63-9E35-D742E237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조건 원문 누락 줄이기에 한정 적용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기존 provenance 보유가 전제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5D004-16B5-4C0F-85C3-6E9264E2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66825"/>
            <a:ext cx="5538788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B1"/>
          </a:solidFill>
          <a:ln xmlns:a="http://schemas.openxmlformats.org/drawingml/2006/main" w="9525">
            <a:solidFill>
              <a:srgbClr val="A7B7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974A7-2BAB-4828-9C93-A5974859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88" y="1343025"/>
            <a:ext cx="529113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C2  같은 범위 읽기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35DEE-BECB-4B2F-8C20-5410AE35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19145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81F58-9FD0-4B44-BDA6-AEB4BC1A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19812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1. 수신자의 실제 범위 요청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DDFFF-55BA-4D22-8A2A-3CC72690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27336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7C638-A682-4BD3-96E9-189E0D86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28003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2. source·revision·range·권한 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33C34-9161-4ACD-9CCC-DBC41266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55282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EF848-E02A-4EE9-909B-EA1C4A9C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361950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3. 매 hit 현재 권한 재확인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0D10B-BA2A-4894-B95C-E1DE196E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4371975"/>
            <a:ext cx="5348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186F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98913-5AFB-4A98-846C-C91F796A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613" y="4438650"/>
            <a:ext cx="511968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 동일 원문 반환·실제 read 절약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0D5663-2F5E-49FA-B127-D9B42CF5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5067300"/>
            <a:ext cx="54816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전체 서비스 지연 이익 없어 보류</a:t>
            </a:r>
          </a:p>
          <a:p xmlns:a="http://schemas.openxmlformats.org/drawingml/2006/main">
            <a:pPr>
              <a:def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모델 비용 절감으로 해석 금지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3641D3-AC81-4106-B2C7-96F04ED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QA01 입력 차이로 우열 미확정. C는 읽기 지원 조건부 권고다. C1/C2는 독립 보완이며 조합 결과가 아니다.</a:t>
            </a:r>
          </a:p>
        </p:txBody>
      </p:sp>
    </p:spTree>
    <p:extLst>
      <p:ext uri="{BB962C8B-B14F-4D97-AF65-F5344CB8AC3E}">
        <p14:creationId xmlns:p14="http://schemas.microsoft.com/office/powerpoint/2010/main" val="202461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427B7-D039-4309-A7CE-E0972225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C1 전후: 채택 조건 원문을 인계마다 제공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FE455-4782-4D56-AC0B-EB7CC24F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B2D0F-B977-4114-8AC7-228A4FAB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8A318-3FB9-4F8F-8755-F3FF6BF56B66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95500"/>
                <a:gridCol w="952500"/>
                <a:gridCol w="2095500"/>
                <a:gridCol w="1047750"/>
                <a:gridCol w="2219325"/>
                <a:gridCol w="1857375"/>
              </a:tblGrid>
              <a:tr h="650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구성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종료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전체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4.256  9/9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4.302  8/9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$0.0407024</a:t>
                      </a:r>
                    </a:p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28회 호출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45.269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4.271  9/9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4.301  9/9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$0.0376028</a:t>
                      </a:r>
                    </a:p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27회 호출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43.254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60BF6-A545-41E8-8775-50B1BDFB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395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N-H 9/9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9/9.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 저자 본문 4 PASS·2 실패·2 모호·1 미표시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 PASS.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공통 완료 8개 목표: VIA 4.302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4.284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초 / 전체 경과 30.532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31.519</a:t>
            </a: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초.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비용 감소에는 C의 복구 1회가 포함된다. 이를 빼면 $0.0365256 → </a:t>
            </a:r>
            <a:r>
              <a:rPr sz="1800" b="0">
                <a:solidFill>
                  <a:srgbClr val="186FC1"/>
                </a:solidFill>
                <a:latin typeface="Apple SD Gothic Neo"/>
                <a:ea typeface="Apple SD Gothic Neo"/>
                <a:cs typeface="Apple SD Gothic Neo"/>
              </a:rPr>
              <a:t>$0.0376028.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C의 첫 안내 조건 강화 1건도 보존했다. 9/9 callback은 올바른 내용 9/9의 확정이 아니다.</a:t>
            </a:r>
          </a:p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조건 provenance가 이미 있을 때 원문 조건 누락을 줄이는 범위에 한정 적용한다.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D4FD6-D680-4D0F-A375-0F28DF2E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본문은 별도 저자 진단. 수신자 API 경계 제외 VIA 시간과 전체 경과를 구별하며 미표시 초안은 성공으로 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490133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B2D00-DE32-4C34-83D9-D7BE4418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보존·읽기 보완의 실제 이익과 대가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DB047-A636-41C8-ADF3-2C6EE860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6BF9E-32FC-4119-B51E-9B8D4DCF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22DE1-3F7C-49FC-A737-3B8F26A4FA43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1857375"/>
                <a:gridCol w="1857375"/>
                <a:gridCol w="4124325"/>
              </a:tblGrid>
              <a:tr h="6381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대상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보완 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보완 후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교환·판정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A3 실제 응답 12쌍의 원문 읽기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39회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39회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 모집단은 보존경계 미도달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A3 큰 원문 native 유지 상태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8,555 bytes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146 bytes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재조회 12회 추가. 이번 기본 적용 보류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C2 같은 판본·범위 원문 읽기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12회 cache hit. 결과·전송 입력 동일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C2 실제 read 서비스 합계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7.602 ms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6FC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8.784 ms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직렬화 cache 최대 14,790 bytes. 적용 보류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48337-34DF-4D82-B9A9-81B8C5B1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11239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A3는 보존 상태를 줄이는 대신 원본을 다시 읽는다.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C2는 파일 읽기 호출을 줄였지만 작은 서비스 구간의 시간은 좋아지지 않았다.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둘 다 API 비용·모델 응답 시간 개선으로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852348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CFA75-6004-4E4E-B66D-E12E1EA6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네 기본안의 선택과 적용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27F7D-389B-4ECB-AB7C-5B844E0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8A764-9042-46FA-93F9-8FBCA2DA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FF6F5-2C3F-4B50-A989-9B671F678BC2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4375"/>
                <a:gridCol w="1714500"/>
                <a:gridCol w="4810125"/>
                <a:gridCol w="4076700"/>
              </a:tblGrid>
              <a:tr h="72771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권고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가장 높은 판단 근거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선택을 바꿀 조건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조건부 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미확정. 재사용·완료 관측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본문 30/36, 조건 미충족 6건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독립 요청 위주 또는 입력 부담 증가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호출 여유가 있는 독립 후속 입력의 QA01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K=1 또는 겹치는 입력이 적음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조건부 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정규화 응답·종료 관측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이번 미측정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다른 화면·모델에서 A 실패,</a:t>
                      </a:r>
                    </a:p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 근거의 반복 재사용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조건부 C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미확정. QA03/05 관측 이익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수신자 읽기 미지원, 실제 내용 조건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937C5-7DE4-46A2-91B9-6F669806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DP3 QA04는 이번 판본 미측정(이전 A/B 각 2.5 별도). 조건부 권고이며 accepted ADR 갱신은 아니다.</a:t>
            </a:r>
          </a:p>
        </p:txBody>
      </p:sp>
    </p:spTree>
    <p:extLst>
      <p:ext uri="{BB962C8B-B14F-4D97-AF65-F5344CB8AC3E}">
        <p14:creationId xmlns:p14="http://schemas.microsoft.com/office/powerpoint/2010/main" val="6709700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A06ED-0F0A-471D-8F21-67B86F41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기본안 전체 원값: DP1과 DP2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2935F-0977-4F77-B742-33EE1C80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AE6AF-D67B-4C35-9FBB-DB6DAED0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04CA3-FB16-497D-8A47-94059507F335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 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6.609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13.617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$0.0674956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44.253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 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6.267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14.242  35/36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$0.0699160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45.318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 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11.995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12.364  36/36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$0.1630788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50.364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DP2 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8.677  30/30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24.092  23/24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$0.1224560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45.351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DP2 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6.698  30/30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20.982  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$0.1125156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46.170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0E8A0-D170-480C-963A-DE769A7A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시간은 관측 조건부 평균과 고정 분모. 실패를 평균 시간으로 대체하지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D1270-4FF4-43DD-8461-C24C09AA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635544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E44BA-A2F3-4351-B352-6FA2584D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기본안 전체 원값: DP3과 DP4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4AA72-CEA8-42F8-81B7-E9BFD49B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06D47-F47D-4B57-AE6B-9527F268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06361-0678-41D8-9853-2CDD706F9E76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85975"/>
                <a:gridCol w="1047750"/>
                <a:gridCol w="2085975"/>
                <a:gridCol w="952500"/>
                <a:gridCol w="2238375"/>
                <a:gridCol w="1857375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초 / 관측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초 / 완료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USD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MB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DP3 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11.176  10/15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15.624  9/12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$0.0415828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45.220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DP3 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18.344  15/15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24/24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22.930  12/12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$0.0431172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45.351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A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4.307  20/21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11.019  20/21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$0.1018408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49.119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B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4.421  21/21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12.439  19/21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$0.2886828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57.229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C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4.321  21/21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4.329  19/21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$0.0757928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48.153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4F92E-3240-4BDF-907C-9074E27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이 표는 기존 effective 120이다. 새 live 실험의 기본/보완은 별도 세대로 표시한다.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C9C0A-E766-48A6-9539-158740C7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완료는 호스트 종료 관측, 본문은 별도 저자 조건 검토다. QA01 callback proxy, QA03 조건부 평균. 비용은 12회 전체.</a:t>
            </a:r>
          </a:p>
        </p:txBody>
      </p:sp>
    </p:spTree>
    <p:extLst>
      <p:ext uri="{BB962C8B-B14F-4D97-AF65-F5344CB8AC3E}">
        <p14:creationId xmlns:p14="http://schemas.microsoft.com/office/powerpoint/2010/main" val="15617062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C2BD5-0F3D-4C61-BAF5-F99E60C8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실패와 측정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61FBC-906C-4A67-AA59-03D4531F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28413-C71B-441C-9967-2870C091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560CE-FD8D-4C8D-96C1-CC3A3534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123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기본 비교는 작성 사례 4개 × 3회인 유한 PoC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첫 내용 callback은 실제 제품 UI와 모든 문장의 정확성 검증을 대신하지 않는다.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목표 완료 판정과 별도 본문 충족 진단을 구별한다.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수신자 API 경계 제외시간과 전체 경과시간을 함께 본다.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Python/Rust RSS에는 실험 기록 부담이 있고 클라우드 모델 가중치는 없다.</a:t>
            </a:r>
          </a:p>
          <a:p xmlns:a="http://schemas.openxmlformats.org/drawingml/2006/main">
            <a:pPr>
              <a:def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변경 모듈 수를 인월이나 제품 유지보수 비용으로 바꾸지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B86D6-0518-4C34-8688-F09D35F0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1239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추가 실패: C fresh 초안 1건은 미안내 상한 14개에 사실 15개를 반환해 미표시.</a:t>
            </a:r>
          </a:p>
          <a:p xmlns:a="http://schemas.openxmlformats.org/drawingml/2006/main">
            <a:pPr>
              <a:def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정규화 B의 밀집 화면 3회는 모두 기하 근거가 미해결이었다.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A5A5B-8C8D-4D23-BC34-F87BC08A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실패, calibration, 중단된 교정, 원본/최종 교정, 보완과 진단의 원시 이력을 보존했다.</a:t>
            </a:r>
          </a:p>
        </p:txBody>
      </p:sp>
    </p:spTree>
    <p:extLst>
      <p:ext uri="{BB962C8B-B14F-4D97-AF65-F5344CB8AC3E}">
        <p14:creationId xmlns:p14="http://schemas.microsoft.com/office/powerpoint/2010/main" val="16112344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4AD19-8B90-4D62-B177-B5AE7447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실패 원문과 끝난 시각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84617-E483-49E0-84FA-337AEC94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47449-889A-4028-AC43-6ABD2A89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8F355-0EB4-46EB-9441-13B8ADCD6556}"/>
              </a:ext>
            </a:extLst>
          </p:cNvPr>
          <p:cNvGraphicFramePr/>
          <p:nvPr/>
        </p:nvGraphicFramePr>
        <p:xfrm>
          <a:off xmlns:a="http://schemas.openxmlformats.org/drawingml/2006/main" x="438150" y="1381125"/>
          <a:ext xmlns:a="http://schemas.openxmlformats.org/drawingml/2006/main" cx="113157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924550"/>
                <a:gridCol w="2914650"/>
              </a:tblGrid>
              <a:tr h="563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사례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확인한 실패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입력부터 실제 실패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T w="9525">
                      <a:solidFill>
                        <a:srgbClr val="CFD8D2"/>
                      </a:solidFill>
                      <a:prstDash val="solid"/>
                    </a:lnT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C9DEB1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DP1 B 원본 q2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잘못된 source span. 본문 미표시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21.054초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DP2 A E1 r3 R1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인용·판본 계약 복구 소진. null·충돌 아님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41.759초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DP3 pixel A 1회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provider JSON 생성400. 사용량 미확정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성공 지연으로 대체 안 함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B E4 r1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16행 인용을 17행으로 신고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63.338초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DP4 C E4 r1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CFD8D2"/>
                      </a:solidFill>
                      <a:prstDash val="solid"/>
                    </a:lnL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5행 인용을 4행으로 신고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72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38.173초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CFD8D2"/>
                      </a:solidFill>
                      <a:prstDash val="solid"/>
                    </a:lnR>
                    <a:lnB w="9525">
                      <a:solidFill>
                        <a:srgbClr val="CF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DF85D-048B-4606-88B2-95EBBAE0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실패 시간은 별도 attempt endpoint다. 성공 QA01/03 평균에 넣는 임의 벌점이 아니다.</a:t>
            </a:r>
          </a:p>
          <a:p xmlns:a="http://schemas.openxmlformats.org/drawingml/2006/main">
            <a:pPr>
              <a:def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미표시 초안은 성공 본문으로 세지 않았고 원시·복구·사용 비용을 남겼다.</a:t>
            </a:r>
          </a:p>
        </p:txBody>
      </p:sp>
    </p:spTree>
    <p:extLst>
      <p:ext uri="{BB962C8B-B14F-4D97-AF65-F5344CB8AC3E}">
        <p14:creationId xmlns:p14="http://schemas.microsoft.com/office/powerpoint/2010/main" val="6891202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B5CD2-6CD3-43BC-8771-ED698937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근거와 재현 진입점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FAD0F-5C4A-4EA5-99C9-FE163DED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C5B"/>
          </a:solidFill>
          <a:ln xmlns:a="http://schemas.openxmlformats.org/drawingml/2006/main" w="0">
            <a:solidFill>
              <a:srgbClr val="387C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2F9EB-C8D6-4269-BC65-4769ECD4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CCE3B-B2DE-43EB-AAE5-9678890E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39500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설계와 선택 계약</a:t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seven-problem-review의 14 계약, 15 기존결과, 16 추가계약, 17 발표검토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기존 전체 원시·실패·재현 패키지</a:t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current/four-dp-poc-evidence-20261019/README.md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새 기본·보완·재생 근거</a:t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current/four-dp-presentation-20261019/ 각 DP의 plan,freeze,summary,raw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추가 실제 요청 331회: 확정 환산 $0.4735528 + 사용량 미확정 1회.</a:t>
            </a:r>
          </a:p>
          <a:p xmlns:a="http://schemas.openxmlformats.org/drawingml/2006/main">
            <a:pPr>
              <a:def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720"/>
                </a:solidFill>
                <a:latin typeface="Apple SD Gothic Neo"/>
                <a:ea typeface="Apple SD Gothic Neo"/>
                <a:cs typeface="Apple SD Gothic Neo"/>
              </a:rPr>
              <a:t>시간·비용·메모리를 다른 실행 세대와 섞지 않고 원본으로 추적한다.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3F4AE-562F-40CB-AB42-3416BD9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53125"/>
            <a:ext cx="1131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A66"/>
                </a:solidFill>
                <a:latin typeface="Apple SD Gothic Neo"/>
                <a:ea typeface="Apple SD Gothic Neo"/>
                <a:cs typeface="Apple SD Gothic Neo"/>
              </a:rPr>
              <a:t>비용은 입력 $0.40·출력 $1.60 / 100만 token의 고정 비교 단가 환산이다. 공급자 청구액은 아니다.</a:t>
            </a:r>
          </a:p>
        </p:txBody>
      </p:sp>
    </p:spTree>
    <p:extLst>
      <p:ext uri="{BB962C8B-B14F-4D97-AF65-F5344CB8AC3E}">
        <p14:creationId xmlns:p14="http://schemas.microsoft.com/office/powerpoint/2010/main" val="1839585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2026-10-18T18:26:24.1790000Z</dcterms:created>
  <dcterms:modified xsi:type="dcterms:W3CDTF">2026-10-18T18:26:24.1790000Z</dcterms:modified>
</coreProperties>
</file>