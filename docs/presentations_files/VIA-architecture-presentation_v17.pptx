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initial01_notesMaster1.xml" ContentType="application/vnd.openxmlformats-officedocument.presentationml.notesMaster+xml"/>
  <Override PartName="/ppt/notesMasters/theme/initial01_theme3.xml" ContentType="application/vnd.openxmlformats-officedocument.theme+xml"/>
  <Override PartName="/ppt/slideLayouts/initial01_slideLayout1.xml" ContentType="application/vnd.openxmlformats-officedocument.presentationml.slideLayout+xml"/>
  <Override PartName="/ppt/slideMasters/initial01_slideMaster1.xml" ContentType="application/vnd.openxmlformats-officedocument.presentationml.slideMaster+xml"/>
  <Override PartName="/ppt/slideMasters/theme/initial01_theme2.xml" ContentType="application/vnd.openxmlformats-officedocument.theme+xml"/>
  <Override PartName="/ppt/media/initial02_image.png" ContentType="image/png"/>
  <Override PartName="/ppt/media/initial02_image2.png" ContentType="image/png"/>
  <Override PartName="/ppt/media/initial02_image3.png" ContentType="image/png"/>
  <Override PartName="/ppt/media/initial02_image4.png" ContentType="image/png"/>
  <Override PartName="/ppt/media/initial02_image5.png" ContentType="image/png"/>
  <Override PartName="/ppt/slideLayouts/initial02_slideLayout1.xml" ContentType="application/vnd.openxmlformats-officedocument.presentationml.slideLayout+xml"/>
  <Override PartName="/ppt/slideMasters/initial02_slideMaster1.xml" ContentType="application/vnd.openxmlformats-officedocument.presentationml.slideMaster+xml"/>
  <Override PartName="/ppt/slideMasters/theme/initial02_theme2.xml" ContentType="application/vnd.openxmlformats-officedocument.theme+xml"/>
  <Override PartName="/ppt/slideLayouts/initial03_slideLayout1.xml" ContentType="application/vnd.openxmlformats-officedocument.presentationml.slideLayout+xml"/>
  <Override PartName="/ppt/slideMasters/initial03_slideMaster1.xml" ContentType="application/vnd.openxmlformats-officedocument.presentationml.slideMaster+xml"/>
  <Override PartName="/ppt/slideMasters/theme/initial03_theme2.xml" ContentType="application/vnd.openxmlformats-officedocument.theme+xml"/>
  <Override PartName="/ppt/slideLayouts/initial04_slideLayout1.xml" ContentType="application/vnd.openxmlformats-officedocument.presentationml.slideLayout+xml"/>
  <Override PartName="/ppt/slideMasters/initial04_slideMaster1.xml" ContentType="application/vnd.openxmlformats-officedocument.presentationml.slideMaster+xml"/>
  <Override PartName="/ppt/slideMasters/theme/initial04_theme2.xml" ContentType="application/vnd.openxmlformats-officedocument.theme+xml"/>
  <Override PartName="/ppt/slideLayouts/initial05_slideLayout1.xml" ContentType="application/vnd.openxmlformats-officedocument.presentationml.slideLayout+xml"/>
  <Override PartName="/ppt/slideMasters/initial05_slideMaster1.xml" ContentType="application/vnd.openxmlformats-officedocument.presentationml.slideMaster+xml"/>
  <Override PartName="/ppt/slideMasters/theme/initial05_theme2.xml" ContentType="application/vnd.openxmlformats-officedocument.theme+xml"/>
  <Override PartName="/ppt/slideLayouts/initial06_slideLayout1.xml" ContentType="application/vnd.openxmlformats-officedocument.presentationml.slideLayout+xml"/>
  <Override PartName="/ppt/slideMasters/initial06_slideMaster1.xml" ContentType="application/vnd.openxmlformats-officedocument.presentationml.slideMaster+xml"/>
  <Override PartName="/ppt/slideMasters/theme/initial06_theme2.xml" ContentType="application/vnd.openxmlformats-officedocument.theme+xml"/>
  <Override PartName="/ppt/media/initial07_via-v2-intro-1-3.png" ContentType="image/png"/>
  <Override PartName="/ppt/media/initial07_via-v2-intro-2-3.png" ContentType="image/png"/>
  <Override PartName="/ppt/slideLayouts/initial07_slideLayout1.xml" ContentType="application/vnd.openxmlformats-officedocument.presentationml.slideLayout+xml"/>
  <Override PartName="/ppt/slideMasters/initial07_slideMaster1.xml" ContentType="application/vnd.openxmlformats-officedocument.presentationml.slideMaster+xml"/>
  <Override PartName="/ppt/slideMasters/theme/initial07_theme2.xml" ContentType="application/vnd.openxmlformats-officedocument.theme+xml"/>
  <Override PartName="/ppt/notesSlides/notesSlide33.xml" ContentType="application/vnd.openxmlformats-officedocument.presentationml.notesSlide+xml"/>
  <Override PartName="/ppt/notesSlides/notesSlide40.xml" ContentType="application/vnd.openxmlformats-officedocument.presentationml.notesSlide+xml"/>
  <Override PartName="/ppt/notesSlides/notesSlide36.xml" ContentType="application/vnd.openxmlformats-officedocument.presentationml.notesSlide+xml"/>
  <Override PartName="/ppt/notesSlides/notesSlide34.xml" ContentType="application/vnd.openxmlformats-officedocument.presentationml.notesSlide+xml"/>
  <Override PartName="/ppt/notesSlides/notesSlide41.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slideLayouts/V2Clone_initial01_slideLayout1.xml" ContentType="application/vnd.openxmlformats-officedocument.presentationml.slideLayout+xml"/>
  <Override PartName="/ppt/slideLayouts/V2Clone_initial02_slideLayout1.xml" ContentType="application/vnd.openxmlformats-officedocument.presentationml.slideLayout+xml"/>
  <Override PartName="/ppt/slideLayouts/V2Clone_initial03_slideLayout1.xml" ContentType="application/vnd.openxmlformats-officedocument.presentationml.slideLayout+xml"/>
  <Override PartName="/ppt/slideLayouts/V2Clone_initial04_slideLayout1.xml" ContentType="application/vnd.openxmlformats-officedocument.presentationml.slideLayout+xml"/>
  <Override PartName="/ppt/slideLayouts/V2Clone_initial06_slideLayout1.xml" ContentType="application/vnd.openxmlformats-officedocument.presentationml.slideLayout+xml"/>
  <Override PartName="/ppt/slideLayouts/V2Clone_initial07_slideLayout1.xml" ContentType="application/vnd.openxmlformats-officedocument.presentationml.slideLayout+xml"/>
  <Override PartName="/ppt/slideMasters/V2Clone_initial01_slideMaster1.xml" ContentType="application/vnd.openxmlformats-officedocument.presentationml.slideMaster+xml"/>
  <Override PartName="/ppt/slideMasters/V2Clone_initial02_slideMaster1.xml" ContentType="application/vnd.openxmlformats-officedocument.presentationml.slideMaster+xml"/>
  <Override PartName="/ppt/slideMasters/V2Clone_initial03_slideMaster1.xml" ContentType="application/vnd.openxmlformats-officedocument.presentationml.slideMaster+xml"/>
  <Override PartName="/ppt/slideMasters/V2Clone_initial04_slideMaster1.xml" ContentType="application/vnd.openxmlformats-officedocument.presentationml.slideMaster+xml"/>
  <Override PartName="/ppt/slideMasters/V2Clone_initial06_slideMaster1.xml" ContentType="application/vnd.openxmlformats-officedocument.presentationml.slideMaster+xml"/>
  <Override PartName="/ppt/slideMasters/V2Clone_initial07_slideMaster1.xml" ContentType="application/vnd.openxmlformats-officedocument.presentationml.slideMaster+xml"/>
  <Override PartName="/ppt/slideMasters/theme/V2Clone_initial01_theme2.xml" ContentType="application/vnd.openxmlformats-officedocument.theme+xml"/>
  <Override PartName="/ppt/slideMasters/theme/V2Clone_initial02_theme2.xml" ContentType="application/vnd.openxmlformats-officedocument.theme+xml"/>
  <Override PartName="/ppt/slideMasters/theme/V2Clone_initial03_theme2.xml" ContentType="application/vnd.openxmlformats-officedocument.theme+xml"/>
  <Override PartName="/ppt/slideMasters/theme/V2Clone_initial04_theme2.xml" ContentType="application/vnd.openxmlformats-officedocument.theme+xml"/>
  <Override PartName="/ppt/slideMasters/theme/V2Clone_initial06_theme2.xml" ContentType="application/vnd.openxmlformats-officedocument.theme+xml"/>
  <Override PartName="/ppt/slideMasters/theme/V2Clone_initial07_theme2.xml" ContentType="application/vnd.openxmlformats-officedocument.theme+xml"/>
  <Override PartName="/ppt/slides/slide33.xml" ContentType="application/vnd.openxmlformats-officedocument.presentationml.slide+xml"/>
  <Override PartName="/ppt/slides/slide40.xml" ContentType="application/vnd.openxmlformats-officedocument.presentationml.slide+xml"/>
  <Override PartName="/ppt/slides/slide36.xml" ContentType="application/vnd.openxmlformats-officedocument.presentationml.slide+xml"/>
  <Override PartName="/ppt/slides/slide34.xml" ContentType="application/vnd.openxmlformats-officedocument.presentationml.slide+xml"/>
  <Override PartName="/ppt/slides/slide41.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slideLayouts/V2Native_slideLayout1.xml" ContentType="application/vnd.openxmlformats-officedocument.presentationml.slideLayout+xml"/>
  <Override PartName="/ppt/slideMasters/V2Native_slideMaster1.xml" ContentType="application/vnd.openxmlformats-officedocument.presentationml.slideMaster+xml"/>
  <Override PartName="/ppt/slideMasters/theme/V2Native_theme2.xml" ContentType="application/vnd.openxmlformats-officedocument.them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slideLayouts/V3Background_slideLayout1.xml" ContentType="application/vnd.openxmlformats-officedocument.presentationml.slideLayout+xml"/>
  <Override PartName="/ppt/slideMasters/V3Background_slideMaster1.xml" ContentType="application/vnd.openxmlformats-officedocument.presentationml.slideMaster+xml"/>
  <Override PartName="/ppt/slideMasters/theme/V3Background_theme2.xml" ContentType="application/vnd.openxmlformats-officedocument.them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Slides/notesSlideV818.xml" ContentType="application/vnd.openxmlformats-officedocument.presentationml.notesSlide+xml"/>
  <Override PartName="/ppt/slides/slide63.xml" ContentType="application/vnd.openxmlformats-officedocument.presentationml.slide+xml"/>
  <Override PartName="/ppt/notesSlides/notesSlideV822.xml" ContentType="application/vnd.openxmlformats-officedocument.presentationml.notesSlide+xml"/>
  <Override PartName="/ppt/media/intro_v9_image.gif" ContentType="image/gif"/>
  <Override PartName="/ppt/media/intro_v9_image2.gif" ContentType="image/gif"/>
  <Override PartName="/ppt/embeddings/intro_v9_chart-data-snapshot-001.xlsx" ContentType="application/vnd.openxmlformats-officedocument.spreadsheetml.sheet"/>
  <Override PartName="/ppt/slides/charts/intro_v10_chart1.xml" ContentType="application/vnd.openxmlformats-officedocument.drawingml.chart+xml"/>
  <Override PartName="/ppt/slides/slide64.xml" ContentType="application/vnd.openxmlformats-officedocument.presentationml.slide+xml"/>
  <Override PartName="/ppt/notesSlides/qaV1125.xml" ContentType="application/vnd.openxmlformats-officedocument.presentationml.notesSlide+xml"/>
  <Override PartName="/ppt/slides/slide65.xml" ContentType="application/vnd.openxmlformats-officedocument.presentationml.slide+xml"/>
  <Override PartName="/ppt/notesSlides/qaV1126.xml" ContentType="application/vnd.openxmlformats-officedocument.presentationml.notesSlide+xml"/>
  <Override PartName="/ppt/slides/slide66.xml" ContentType="application/vnd.openxmlformats-officedocument.presentationml.slide+xml"/>
  <Override PartName="/ppt/notesSlides/qaV1127.xml" ContentType="application/vnd.openxmlformats-officedocument.presentationml.notesSlide+xml"/>
  <Override PartName="/ppt/slides/slide67.xml" ContentType="application/vnd.openxmlformats-officedocument.presentationml.slide+xml"/>
  <Override PartName="/ppt/notesSlides/qaV1128.xml" ContentType="application/vnd.openxmlformats-officedocument.presentationml.notesSlide+xml"/>
  <Override PartName="/ppt/slides/slide68.xml" ContentType="application/vnd.openxmlformats-officedocument.presentationml.slide+xml"/>
  <Override PartName="/ppt/notesSlides/qaV1129.xml" ContentType="application/vnd.openxmlformats-officedocument.presentationml.notesSlide+xml"/>
  <Override PartName="/ppt/slides/slide69.xml" ContentType="application/vnd.openxmlformats-officedocument.presentationml.slide+xml"/>
  <Override PartName="/ppt/notesSlides/qaV1130.xml" ContentType="application/vnd.openxmlformats-officedocument.presentationml.notesSlide+xml"/>
  <Override PartName="/ppt/slides/slide70.xml" ContentType="application/vnd.openxmlformats-officedocument.presentationml.slide+xml"/>
  <Override PartName="/ppt/notesSlides/qaV1131.xml" ContentType="application/vnd.openxmlformats-officedocument.presentationml.notesSlide+xml"/>
  <Override PartName="/ppt/slides/slide71.xml" ContentType="application/vnd.openxmlformats-officedocument.presentationml.slide+xml"/>
  <Override PartName="/ppt/notesSlides/qaV1132.xml" ContentType="application/vnd.openxmlformats-officedocument.presentationml.notesSlide+xml"/>
  <Override PartName="/ppt/slides/slide72.xml" ContentType="application/vnd.openxmlformats-officedocument.presentationml.slide+xml"/>
  <Override PartName="/ppt/notesSlides/qaV1133.xml" ContentType="application/vnd.openxmlformats-officedocument.presentationml.notesSlide+xml"/>
  <Override PartName="/ppt/slides/slide73.xml" ContentType="application/vnd.openxmlformats-officedocument.presentationml.slide+xml"/>
  <Override PartName="/ppt/media/necessity_v13_image.png" ContentType="image/png"/>
  <Override PartName="/ppt/notesSlides/necessityV13_1.xml" ContentType="application/vnd.openxmlformats-officedocument.presentationml.notesSlide+xml"/>
  <Override PartName="/ppt/slides/slide74.xml" ContentType="application/vnd.openxmlformats-officedocument.presentationml.slide+xml"/>
  <Override PartName="/ppt/media/necessity_v13_image2.png" ContentType="image/png"/>
  <Override PartName="/ppt/notesSlides/necessityV13_2.xml" ContentType="application/vnd.openxmlformats-officedocument.presentationml.notesSlide+xml"/>
  <Override PartName="/ppt/slides/slide75.xml" ContentType="application/vnd.openxmlformats-officedocument.presentationml.slide+xml"/>
  <Override PartName="/ppt/media/necessity_v13_image3.png" ContentType="image/png"/>
  <Override PartName="/ppt/notesSlides/necessityV13_3.xml" ContentType="application/vnd.openxmlformats-officedocument.presentationml.notesSlide+xml"/>
  <Override PartName="/ppt/slides/slide76.xml" ContentType="application/vnd.openxmlformats-officedocument.presentationml.slide+xml"/>
  <Override PartName="/ppt/media/necessity_v13_image4.png" ContentType="image/png"/>
  <Override PartName="/ppt/notesSlides/necessityV13_4.xml" ContentType="application/vnd.openxmlformats-officedocument.presentationml.notesSlide+xml"/>
  <Override PartName="/ppt/slides/slide77.xml" ContentType="application/vnd.openxmlformats-officedocument.presentationml.slide+xml"/>
  <Override PartName="/ppt/media/necessity_v13_image5.png" ContentType="image/png"/>
  <Override PartName="/ppt/notesSlides/necessityV13_5.xml" ContentType="application/vnd.openxmlformats-officedocument.presentationml.notesSlide+xml"/>
  <Override PartName="/ppt/notesMasters/dp44v14_notesMaster1.xml" ContentType="application/vnd.openxmlformats-officedocument.presentationml.notesMaster+xml"/>
  <Override PartName="/ppt/notesMasters/theme/dp44v14_theme3.xml" ContentType="application/vnd.openxmlformats-officedocument.theme+xml"/>
  <Override PartName="/ppt/notesSlides/dp44v14_notesSlide1.xml" ContentType="application/vnd.openxmlformats-officedocument.presentationml.notesSlide+xml"/>
  <Override PartName="/ppt/slideLayouts/dp44v14_slideLayout1.xml" ContentType="application/vnd.openxmlformats-officedocument.presentationml.slideLayout+xml"/>
  <Override PartName="/ppt/slideLayouts/dp44v14_slideLayout2.xml" ContentType="application/vnd.openxmlformats-officedocument.presentationml.slideLayout+xml"/>
  <Override PartName="/ppt/slideLayouts/dp44v14_slideLayout3.xml" ContentType="application/vnd.openxmlformats-officedocument.presentationml.slideLayout+xml"/>
  <Override PartName="/ppt/slideLayouts/dp44v14_slideLayout4.xml" ContentType="application/vnd.openxmlformats-officedocument.presentationml.slideLayout+xml"/>
  <Override PartName="/ppt/slideLayouts/dp44v14_slideLayout5.xml" ContentType="application/vnd.openxmlformats-officedocument.presentationml.slideLayout+xml"/>
  <Override PartName="/ppt/slideLayouts/dp44v14_slideLayout6.xml" ContentType="application/vnd.openxmlformats-officedocument.presentationml.slideLayout+xml"/>
  <Override PartName="/ppt/slideMasters/dp44v14_slideMaster1.xml" ContentType="application/vnd.openxmlformats-officedocument.presentationml.slideMaster+xml"/>
  <Override PartName="/ppt/slideMasters/theme/dp44v14_theme2.xml" ContentType="application/vnd.openxmlformats-officedocument.theme+xml"/>
  <Override PartName="/ppt/slides/dp44ImplementationV14.xml" ContentType="application/vnd.openxmlformats-officedocument.presentationml.slide+xml"/>
  <Override PartName="/ppt/notesMasters/dp44scenario_v15_notesMaster1.xml" ContentType="application/vnd.openxmlformats-officedocument.presentationml.notesMaster+xml"/>
  <Override PartName="/ppt/notesMasters/theme/dp44scenario_v15_theme3.xml" ContentType="application/vnd.openxmlformats-officedocument.theme+xml"/>
  <Override PartName="/ppt/notesSlides/dp44scenario_v15_notesSlide1.xml" ContentType="application/vnd.openxmlformats-officedocument.presentationml.notesSlide+xml"/>
  <Override PartName="/ppt/notesSlides/dp44scenario_v15_notesSlide2.xml" ContentType="application/vnd.openxmlformats-officedocument.presentationml.notesSlide+xml"/>
  <Override PartName="/ppt/notesSlides/dp44scenario_v15_notesSlide3.xml" ContentType="application/vnd.openxmlformats-officedocument.presentationml.notesSlide+xml"/>
  <Override PartName="/ppt/notesSlides/dp44scenario_v15_notesSlide4.xml" ContentType="application/vnd.openxmlformats-officedocument.presentationml.notesSlide+xml"/>
  <Override PartName="/ppt/slideLayouts/dp44scenario_v15_slideLayout1.xml" ContentType="application/vnd.openxmlformats-officedocument.presentationml.slideLayout+xml"/>
  <Override PartName="/ppt/slideLayouts/dp44scenario_v15_slideLayout2.xml" ContentType="application/vnd.openxmlformats-officedocument.presentationml.slideLayout+xml"/>
  <Override PartName="/ppt/slideLayouts/dp44scenario_v15_slideLayout3.xml" ContentType="application/vnd.openxmlformats-officedocument.presentationml.slideLayout+xml"/>
  <Override PartName="/ppt/slideLayouts/dp44scenario_v15_slideLayout4.xml" ContentType="application/vnd.openxmlformats-officedocument.presentationml.slideLayout+xml"/>
  <Override PartName="/ppt/slideLayouts/dp44scenario_v15_slideLayout5.xml" ContentType="application/vnd.openxmlformats-officedocument.presentationml.slideLayout+xml"/>
  <Override PartName="/ppt/slideLayouts/dp44scenario_v15_slideLayout6.xml" ContentType="application/vnd.openxmlformats-officedocument.presentationml.slideLayout+xml"/>
  <Override PartName="/ppt/slideMasters/dp44scenario_v15_slideMaster1.xml" ContentType="application/vnd.openxmlformats-officedocument.presentationml.slideMaster+xml"/>
  <Override PartName="/ppt/slideMasters/theme/dp44scenario_v15_theme2.xml" ContentType="application/vnd.openxmlformats-officedocument.theme+xml"/>
  <Override PartName="/ppt/slides/dp44ScenarioV15_1.xml" ContentType="application/vnd.openxmlformats-officedocument.presentationml.slide+xml"/>
  <Override PartName="/ppt/slides/dp44ScenarioV15_2.xml" ContentType="application/vnd.openxmlformats-officedocument.presentationml.slide+xml"/>
  <Override PartName="/ppt/slides/dp44ScenarioV15_3.xml" ContentType="application/vnd.openxmlformats-officedocument.presentationml.slide+xml"/>
  <Override PartName="/ppt/slides/dp44ScenarioV15_4.xml" ContentType="application/vnd.openxmlformats-officedocument.presentationml.slide+xml"/>
  <Override PartName="/ppt/notesMasters/dpSummaryV16_notesMaster1.xml" ContentType="application/vnd.openxmlformats-officedocument.presentationml.notesMaster+xml"/>
  <Override PartName="/ppt/notesMasters/theme/dpSummaryV16_theme3.xml" ContentType="application/vnd.openxmlformats-officedocument.theme+xml"/>
  <Override PartName="/ppt/notesSlides/dpSummaryV16_notesSlide1.xml" ContentType="application/vnd.openxmlformats-officedocument.presentationml.notesSlide+xml"/>
  <Override PartName="/ppt/slideLayouts/dpSummaryV16_slideLayout1.xml" ContentType="application/vnd.openxmlformats-officedocument.presentationml.slideLayout+xml"/>
  <Override PartName="/ppt/slideLayouts/dpSummaryV16_slideLayout2.xml" ContentType="application/vnd.openxmlformats-officedocument.presentationml.slideLayout+xml"/>
  <Override PartName="/ppt/slideLayouts/dpSummaryV16_slideLayout3.xml" ContentType="application/vnd.openxmlformats-officedocument.presentationml.slideLayout+xml"/>
  <Override PartName="/ppt/slideLayouts/dpSummaryV16_slideLayout4.xml" ContentType="application/vnd.openxmlformats-officedocument.presentationml.slideLayout+xml"/>
  <Override PartName="/ppt/slideLayouts/dpSummaryV16_slideLayout5.xml" ContentType="application/vnd.openxmlformats-officedocument.presentationml.slideLayout+xml"/>
  <Override PartName="/ppt/slideLayouts/dpSummaryV16_slideLayout6.xml" ContentType="application/vnd.openxmlformats-officedocument.presentationml.slideLayout+xml"/>
  <Override PartName="/ppt/slideMasters/dpSummaryV16_slideMaster1.xml" ContentType="application/vnd.openxmlformats-officedocument.presentationml.slideMaster+xml"/>
  <Override PartName="/ppt/slideMasters/theme/dpSummaryV16_theme2.xml" ContentType="application/vnd.openxmlformats-officedocument.theme+xml"/>
  <Override PartName="/ppt/slides/dpSummaryV16.xml" ContentType="application/vnd.openxmlformats-officedocument.presentationml.slide+xml"/>
  <Override PartName="/ppt/notesMasters/v17_necessity10_notesMaster1.xml" ContentType="application/vnd.openxmlformats-officedocument.presentationml.notesMaster+xml"/>
  <Override PartName="/ppt/notesMasters/theme/v17_necessity10_theme3.xml" ContentType="application/vnd.openxmlformats-officedocument.theme+xml"/>
  <Override PartName="/ppt/notesSlides/v17_necessity10_notesSlide2.xml" ContentType="application/vnd.openxmlformats-officedocument.presentationml.notesSlide+xml"/>
  <Override PartName="/ppt/slideLayouts/v17_necessity10_slideLayout1.xml" ContentType="application/vnd.openxmlformats-officedocument.presentationml.slideLayout+xml"/>
  <Override PartName="/ppt/slideLayouts/v17_necessity10_slideLayout2.xml" ContentType="application/vnd.openxmlformats-officedocument.presentationml.slideLayout+xml"/>
  <Override PartName="/ppt/slideLayouts/v17_necessity10_slideLayout3.xml" ContentType="application/vnd.openxmlformats-officedocument.presentationml.slideLayout+xml"/>
  <Override PartName="/ppt/slideLayouts/v17_necessity10_slideLayout4.xml" ContentType="application/vnd.openxmlformats-officedocument.presentationml.slideLayout+xml"/>
  <Override PartName="/ppt/slideLayouts/v17_necessity10_slideLayout5.xml" ContentType="application/vnd.openxmlformats-officedocument.presentationml.slideLayout+xml"/>
  <Override PartName="/ppt/slideLayouts/v17_necessity10_slideLayout6.xml" ContentType="application/vnd.openxmlformats-officedocument.presentationml.slideLayout+xml"/>
  <Override PartName="/ppt/slideMasters/v17_necessity10_slideMaster1.xml" ContentType="application/vnd.openxmlformats-officedocument.presentationml.slideMaster+xml"/>
  <Override PartName="/ppt/slideMasters/theme/v17_necessity10_theme2.xml" ContentType="application/vnd.openxmlformats-officedocument.theme+xml"/>
  <Override PartName="/ppt/slides/v17_necessity10_slide2.xml" ContentType="application/vnd.openxmlformats-officedocument.presentationml.slide+xml"/>
  <Override PartName="/ppt/media/v17_necessity9_image.png" ContentType="image/png"/>
  <Override PartName="/ppt/media/v17_necessity9_image2.png" ContentType="image/png"/>
  <Override PartName="/ppt/media/v17_necessity9_image3.png" ContentType="image/png"/>
  <Override PartName="/ppt/notesMasters/v17_necessity9_notesMaster1.xml" ContentType="application/vnd.openxmlformats-officedocument.presentationml.notesMaster+xml"/>
  <Override PartName="/ppt/notesMasters/theme/v17_necessity9_theme3.xml" ContentType="application/vnd.openxmlformats-officedocument.theme+xml"/>
  <Override PartName="/ppt/notesSlides/v17_necessity9_notesSlide2.xml" ContentType="application/vnd.openxmlformats-officedocument.presentationml.notesSlide+xml"/>
  <Override PartName="/ppt/slideLayouts/v17_necessity9_slideLayout1.xml" ContentType="application/vnd.openxmlformats-officedocument.presentationml.slideLayout+xml"/>
  <Override PartName="/ppt/slideLayouts/v17_necessity9_slideLayout2.xml" ContentType="application/vnd.openxmlformats-officedocument.presentationml.slideLayout+xml"/>
  <Override PartName="/ppt/slideLayouts/v17_necessity9_slideLayout3.xml" ContentType="application/vnd.openxmlformats-officedocument.presentationml.slideLayout+xml"/>
  <Override PartName="/ppt/slideLayouts/v17_necessity9_slideLayout4.xml" ContentType="application/vnd.openxmlformats-officedocument.presentationml.slideLayout+xml"/>
  <Override PartName="/ppt/slideLayouts/v17_necessity9_slideLayout5.xml" ContentType="application/vnd.openxmlformats-officedocument.presentationml.slideLayout+xml"/>
  <Override PartName="/ppt/slideLayouts/v17_necessity9_slideLayout6.xml" ContentType="application/vnd.openxmlformats-officedocument.presentationml.slideLayout+xml"/>
  <Override PartName="/ppt/slideMasters/v17_necessity9_slideMaster1.xml" ContentType="application/vnd.openxmlformats-officedocument.presentationml.slideMaster+xml"/>
  <Override PartName="/ppt/slideMasters/theme/v17_necessity9_theme2.xml" ContentType="application/vnd.openxmlformats-officedocument.theme+xml"/>
  <Override PartName="/ppt/slides/v17_necessity9_slide2.xml" ContentType="application/vnd.openxmlformats-officedocument.presentationml.slide+xml"/>
  <Override PartName="/ppt/notesMasters/v17_reference_notesMaster1.xml" ContentType="application/vnd.openxmlformats-officedocument.presentationml.notesMaster+xml"/>
  <Override PartName="/ppt/notesMasters/theme/v17_reference_theme3.xml" ContentType="application/vnd.openxmlformats-officedocument.theme+xml"/>
  <Override PartName="/ppt/notesSlides/v17_reference_notesSlide1.xml" ContentType="application/vnd.openxmlformats-officedocument.presentationml.notesSlide+xml"/>
  <Override PartName="/ppt/notesSlides/v17_reference_notesSlide2.xml" ContentType="application/vnd.openxmlformats-officedocument.presentationml.notesSlide+xml"/>
  <Override PartName="/ppt/notesSlides/v17_reference_notesSlide3.xml" ContentType="application/vnd.openxmlformats-officedocument.presentationml.notesSlide+xml"/>
  <Override PartName="/ppt/notesSlides/v17_reference_notesSlide4.xml" ContentType="application/vnd.openxmlformats-officedocument.presentationml.notesSlide+xml"/>
  <Override PartName="/ppt/slideLayouts/v17_reference_slideLayout1.xml" ContentType="application/vnd.openxmlformats-officedocument.presentationml.slideLayout+xml"/>
  <Override PartName="/ppt/slideLayouts/v17_reference_slideLayout2.xml" ContentType="application/vnd.openxmlformats-officedocument.presentationml.slideLayout+xml"/>
  <Override PartName="/ppt/slideLayouts/v17_reference_slideLayout3.xml" ContentType="application/vnd.openxmlformats-officedocument.presentationml.slideLayout+xml"/>
  <Override PartName="/ppt/slideLayouts/v17_reference_slideLayout4.xml" ContentType="application/vnd.openxmlformats-officedocument.presentationml.slideLayout+xml"/>
  <Override PartName="/ppt/slideLayouts/v17_reference_slideLayout5.xml" ContentType="application/vnd.openxmlformats-officedocument.presentationml.slideLayout+xml"/>
  <Override PartName="/ppt/slideLayouts/v17_reference_slideLayout6.xml" ContentType="application/vnd.openxmlformats-officedocument.presentationml.slideLayout+xml"/>
  <Override PartName="/ppt/slideMasters/v17_reference_slideMaster1.xml" ContentType="application/vnd.openxmlformats-officedocument.presentationml.slideMaster+xml"/>
  <Override PartName="/ppt/slideMasters/theme/v17_reference_theme2.xml" ContentType="application/vnd.openxmlformats-officedocument.theme+xml"/>
  <Override PartName="/ppt/slides/v17_reference_slide1.xml" ContentType="application/vnd.openxmlformats-officedocument.presentationml.slide+xml"/>
  <Override PartName="/ppt/slides/v17_reference_slide2.xml" ContentType="application/vnd.openxmlformats-officedocument.presentationml.slide+xml"/>
  <Override PartName="/ppt/slides/v17_reference_slide3.xml" ContentType="application/vnd.openxmlformats-officedocument.presentationml.slide+xml"/>
  <Override PartName="/ppt/slides/v17_reference_slide4.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0a8029ed0b384474" /><Relationship Type="http://schemas.openxmlformats.org/officeDocument/2006/relationships/extended-properties" Target="/docProps/app.xml" Id="Ra8f6692c0b7a4ddc" /><Relationship Type="http://schemas.openxmlformats.org/officeDocument/2006/relationships/officeDocument" Target="/ppt/presentation.xml" Id="R6dc060f69a6f410f" /></Relationships>
</file>

<file path=ppt/presentation.xml><?xml version="1.0" encoding="utf-8"?>
<p:presentation xmlns:a="http://schemas.openxmlformats.org/drawingml/2006/main" xmlns:p="http://schemas.openxmlformats.org/presentationml/2006/main" xmlns:p14="http://schemas.microsoft.com/office/powerpoint/2010/main" xmlns:r="http://schemas.openxmlformats.org/officeDocument/2006/relationships">
  <p:sldMasterIdLst>
    <p:sldMasterId r:id="Via_ppt_slideMasters_initial01_slideMaster1_xml" id="2147483648"/>
    <p:sldMasterId r:id="Via_ppt_slideMasters_initial02_slideMaster1_xml" id="2147483649"/>
    <p:sldMasterId r:id="Via_ppt_slideMasters_initial03_slideMaster1_xml" id="2147483650"/>
    <p:sldMasterId r:id="Via_ppt_slideMasters_initial04_slideMaster1_xml" id="2147483651"/>
    <p:sldMasterId r:id="Via_ppt_slideMasters_initial05_slideMaster1_xml" id="2147483652"/>
    <p:sldMasterId r:id="Via_ppt_slideMasters_initial06_slideMaster1_xml" id="2147483653"/>
    <p:sldMasterId r:id="Via_ppt_slideMasters_initial07_slideMaster1_xml" id="2147483654"/>
    <p:sldMasterId r:id="Via_ppt_slideMasters_V2Clone_initial01_slideMaster1_xml" id="2147483655"/>
    <p:sldMasterId r:id="Via_ppt_slideMasters_V2Clone_initial02_slideMaster1_xml" id="2147483656"/>
    <p:sldMasterId r:id="Via_ppt_slideMasters_V2Clone_initial03_slideMaster1_xml" id="2147483657"/>
    <p:sldMasterId r:id="Via_ppt_slideMasters_V2Clone_initial04_slideMaster1_xml" id="2147483658"/>
    <p:sldMasterId r:id="Via_ppt_slideMasters_V2Clone_initial06_slideMaster1_xml" id="2147483659"/>
    <p:sldMasterId r:id="Via_ppt_slideMasters_V2Clone_initial07_slideMaster1_xml" id="2147483660"/>
    <p:sldMasterId r:id="Via_ppt_slideMasters_V2Native_slideMaster1_xml" id="2147483661"/>
    <p:sldMasterId r:id="Via_ppt_slideMasters_V3Background_slideMaster1_xml" id="2147483662"/>
  </p:sldMasterIdLst>
  <p:notesMasterIdLst>
    <p:notesMasterId r:id="Via_ppt_notesMasters_initial01_notesMaster1_xml"/>
  </p:notesMasterIdLst>
  <p:sldIdLst>
    <p:sldId id="256" r:id="V17Slide1"/>
    <p:sldId id="339" r:id="V17Slide2"/>
    <p:sldId id="340" r:id="V17Slide3"/>
    <p:sldId id="328" r:id="V17Slide4"/>
    <p:sldId id="329" r:id="V17Slide5"/>
    <p:sldId id="330" r:id="V17Slide6"/>
    <p:sldId id="331" r:id="V17Slide7"/>
    <p:sldId id="332" r:id="V17Slide8"/>
    <p:sldId id="258" r:id="V17Slide9"/>
    <p:sldId id="259" r:id="V17Slide10"/>
    <p:sldId id="260" r:id="V17Slide11"/>
    <p:sldId id="261" r:id="V17Slide12"/>
    <p:sldId id="262" r:id="V17Slide13"/>
    <p:sldId id="263" r:id="V17Slide14"/>
    <p:sldId id="264" r:id="V17Slide15"/>
    <p:sldId id="265" r:id="V17Slide16"/>
    <p:sldId id="266" r:id="V17Slide17"/>
    <p:sldId id="267" r:id="V17Slide18"/>
    <p:sldId id="268" r:id="V17Slide19"/>
    <p:sldId id="338" r:id="V17Slide20"/>
    <p:sldId id="341" r:id="V17Slide21"/>
    <p:sldId id="342" r:id="V17Slide22"/>
    <p:sldId id="343" r:id="V17Slide23"/>
    <p:sldId id="344" r:id="V17Slide24"/>
    <p:sldId id="269" r:id="V17Slide25"/>
    <p:sldId id="314" r:id="V17Slide26"/>
    <p:sldId id="273" r:id="V17Slide27"/>
    <p:sldId id="334" r:id="V17Slide28"/>
    <p:sldId id="335" r:id="V17Slide29"/>
    <p:sldId id="336" r:id="V17Slide30"/>
    <p:sldId id="337" r:id="V17Slide31"/>
    <p:sldId id="333" r:id="V17Slide32"/>
    <p:sldId id="315" r:id="V17Slide33"/>
    <p:sldId id="317" r:id="V17Slide34"/>
    <p:sldId id="275" r:id="V17Slide35"/>
    <p:sldId id="316" r:id="V17Slide36"/>
    <p:sldId id="277" r:id="V17Slide37"/>
    <p:sldId id="318" r:id="V17Slide38"/>
    <p:sldId id="278" r:id="V17Slide39"/>
    <p:sldId id="279" r:id="V17Slide40"/>
    <p:sldId id="319" r:id="V17Slide41"/>
    <p:sldId id="320" r:id="V17Slide42"/>
    <p:sldId id="321" r:id="V17Slide43"/>
    <p:sldId id="322" r:id="V17Slide44"/>
    <p:sldId id="323" r:id="V17Slide45"/>
    <p:sldId id="324" r:id="V17Slide46"/>
    <p:sldId id="325" r:id="V17Slide47"/>
    <p:sldId id="326" r:id="V17Slide48"/>
    <p:sldId id="327" r:id="V17Slide49"/>
  </p:sldIdLst>
  <p:sldSz cx="18288000" cy="10287000"/>
  <p:notesSz cx="6858000" cy="9144000"/>
  <p:defaultTextStyle>
    <a:defPPr>
      <a:defRPr lang="ko-KR">
        <a:solidFill>
          <a:srgbClr val="000000"/>
        </a:solidFill>
        <a:latin typeface="Calibri"/>
        <a:ea typeface="Calibri"/>
        <a:cs typeface="Calibri"/>
      </a:defRPr>
    </a:defPPr>
    <a:lvl1pPr>
      <a:defRPr lang="ko-KR">
        <a:solidFill>
          <a:srgbClr val="000000"/>
        </a:solidFill>
        <a:latin typeface="Calibri"/>
        <a:ea typeface="Calibri"/>
        <a:cs typeface="Calibri"/>
      </a:defRPr>
    </a:lvl1pPr>
    <a:lvl2pPr>
      <a:defRPr lang="ko-KR">
        <a:solidFill>
          <a:srgbClr val="000000"/>
        </a:solidFill>
        <a:latin typeface="Calibri"/>
        <a:ea typeface="Calibri"/>
        <a:cs typeface="Calibri"/>
      </a:defRPr>
    </a:lvl2pPr>
    <a:lvl3pPr>
      <a:defRPr lang="ko-KR">
        <a:solidFill>
          <a:srgbClr val="000000"/>
        </a:solidFill>
        <a:latin typeface="Calibri"/>
        <a:ea typeface="Calibri"/>
        <a:cs typeface="Calibri"/>
      </a:defRPr>
    </a:lvl3pPr>
    <a:lvl4pPr>
      <a:defRPr lang="ko-KR">
        <a:solidFill>
          <a:srgbClr val="000000"/>
        </a:solidFill>
        <a:latin typeface="Calibri"/>
        <a:ea typeface="Calibri"/>
        <a:cs typeface="Calibri"/>
      </a:defRPr>
    </a:lvl4pPr>
    <a:lvl5pPr>
      <a:defRPr lang="ko-KR">
        <a:solidFill>
          <a:srgbClr val="000000"/>
        </a:solidFill>
        <a:latin typeface="Calibri"/>
        <a:ea typeface="Calibri"/>
        <a:cs typeface="Calibri"/>
      </a:defRPr>
    </a:lvl5pPr>
    <a:lvl6pPr>
      <a:defRPr lang="ko-KR">
        <a:solidFill>
          <a:srgbClr val="000000"/>
        </a:solidFill>
        <a:latin typeface="Calibri"/>
        <a:ea typeface="Calibri"/>
        <a:cs typeface="Calibri"/>
      </a:defRPr>
    </a:lvl6pPr>
    <a:lvl7pPr>
      <a:defRPr lang="ko-KR">
        <a:solidFill>
          <a:srgbClr val="000000"/>
        </a:solidFill>
        <a:latin typeface="Calibri"/>
        <a:ea typeface="Calibri"/>
        <a:cs typeface="Calibri"/>
      </a:defRPr>
    </a:lvl7pPr>
    <a:lvl8pPr>
      <a:defRPr lang="ko-KR">
        <a:solidFill>
          <a:srgbClr val="000000"/>
        </a:solidFill>
        <a:latin typeface="Calibri"/>
        <a:ea typeface="Calibri"/>
        <a:cs typeface="Calibri"/>
      </a:defRPr>
    </a:lvl8pPr>
    <a:lvl9pPr>
      <a:defRPr lang="ko-KR">
        <a:solidFill>
          <a:srgbClr val="000000"/>
        </a:solidFill>
        <a:latin typeface="Calibri"/>
        <a:ea typeface="Calibri"/>
        <a:cs typeface="Calibri"/>
      </a:defRPr>
    </a:lvl9pPr>
  </p:defaultTextStyle>
  <p:extLst>
    <p:ext uri="{521415D9-36F7-43E2-AB2F-B90AF26B5E84}">
      <p14:sectionLst>
        <p14:section name="본 발표" id="{E58FDE6A-66EC-5EC5-B671-3BE00284E8FC}">
          <p14:sldIdLst>
            <p14:sldId id="256"/>
            <p14:sldId id="339"/>
            <p14:sldId id="340"/>
            <p14:sldId id="328"/>
            <p14:sldId id="329"/>
            <p14:sldId id="330"/>
            <p14:sldId id="331"/>
            <p14:sldId id="332"/>
            <p14:sldId id="258"/>
            <p14:sldId id="259"/>
            <p14:sldId id="260"/>
            <p14:sldId id="261"/>
            <p14:sldId id="262"/>
            <p14:sldId id="263"/>
            <p14:sldId id="264"/>
            <p14:sldId id="265"/>
            <p14:sldId id="266"/>
            <p14:sldId id="267"/>
            <p14:sldId id="268"/>
            <p14:sldId id="338"/>
            <p14:sldId id="341"/>
            <p14:sldId id="342"/>
            <p14:sldId id="343"/>
            <p14:sldId id="344"/>
            <p14:sldId id="269"/>
            <p14:sldId id="314"/>
            <p14:sldId id="273"/>
            <p14:sldId id="334"/>
            <p14:sldId id="335"/>
            <p14:sldId id="336"/>
            <p14:sldId id="337"/>
            <p14:sldId id="333"/>
            <p14:sldId id="315"/>
            <p14:sldId id="317"/>
            <p14:sldId id="275"/>
            <p14:sldId id="316"/>
            <p14:sldId id="277"/>
            <p14:sldId id="318"/>
            <p14:sldId id="278"/>
            <p14:sldId id="279"/>
          </p14:sldIdLst>
        </p14:section>
        <p14:section name="Appendix / QA 지표" id="{AAF939E4-35B0-5FBF-925E-9E8915A75322}">
          <p14:sldIdLst>
            <p14:sldId id="319"/>
            <p14:sldId id="320"/>
            <p14:sldId id="321"/>
            <p14:sldId id="322"/>
            <p14:sldId id="323"/>
            <p14:sldId id="324"/>
            <p14:sldId id="325"/>
            <p14:sldId id="326"/>
            <p14:sldId id="327"/>
          </p14:sldIdLst>
        </p14:section>
      </p14:sectionLst>
    </p:ext>
  </p:extLst>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af496b857b614f3d" /><Relationship Type="http://schemas.openxmlformats.org/officeDocument/2006/relationships/presProps" Target="/ppt/presProps.xml" Id="Redb3f196f8f14e33" /><Relationship Type="http://schemas.openxmlformats.org/officeDocument/2006/relationships/tableStyles" Target="/ppt/tableStyles.xml" Id="R52f455e510f14b18" /><Relationship Id="Via_ppt_slideMasters_initial01_slideMaster1_xml" Type="http://schemas.openxmlformats.org/officeDocument/2006/relationships/slideMaster" Target="/ppt/slideMasters/initial01_slideMaster1.xml" /><Relationship Id="Via_ppt_slideMasters_initial02_slideMaster1_xml" Type="http://schemas.openxmlformats.org/officeDocument/2006/relationships/slideMaster" Target="/ppt/slideMasters/initial02_slideMaster1.xml" /><Relationship Id="Via_ppt_slideMasters_initial03_slideMaster1_xml" Type="http://schemas.openxmlformats.org/officeDocument/2006/relationships/slideMaster" Target="/ppt/slideMasters/initial03_slideMaster1.xml" /><Relationship Id="Via_ppt_slideMasters_initial04_slideMaster1_xml" Type="http://schemas.openxmlformats.org/officeDocument/2006/relationships/slideMaster" Target="/ppt/slideMasters/initial04_slideMaster1.xml" /><Relationship Id="Via_ppt_slideMasters_initial05_slideMaster1_xml" Type="http://schemas.openxmlformats.org/officeDocument/2006/relationships/slideMaster" Target="/ppt/slideMasters/initial05_slideMaster1.xml" /><Relationship Id="Via_ppt_slideMasters_initial06_slideMaster1_xml" Type="http://schemas.openxmlformats.org/officeDocument/2006/relationships/slideMaster" Target="/ppt/slideMasters/initial06_slideMaster1.xml" /><Relationship Id="Via_ppt_slideMasters_initial07_slideMaster1_xml" Type="http://schemas.openxmlformats.org/officeDocument/2006/relationships/slideMaster" Target="/ppt/slideMasters/initial07_slideMaster1.xml" /><Relationship Id="Via_ppt_notesMasters_initial01_notesMaster1_xml" Type="http://schemas.openxmlformats.org/officeDocument/2006/relationships/notesMaster" Target="/ppt/notesMasters/initial01_notesMaster1.xml" /><Relationship Id="Via_ppt_slideMasters_V2Clone_initial01_slideMaster1_xml" Type="http://schemas.openxmlformats.org/officeDocument/2006/relationships/slideMaster" Target="/ppt/slideMasters/V2Clone_initial01_slideMaster1.xml" /><Relationship Id="Via_ppt_slideMasters_V2Clone_initial02_slideMaster1_xml" Type="http://schemas.openxmlformats.org/officeDocument/2006/relationships/slideMaster" Target="/ppt/slideMasters/V2Clone_initial02_slideMaster1.xml" /><Relationship Id="Via_ppt_slideMasters_V2Clone_initial03_slideMaster1_xml" Type="http://schemas.openxmlformats.org/officeDocument/2006/relationships/slideMaster" Target="/ppt/slideMasters/V2Clone_initial03_slideMaster1.xml" /><Relationship Id="Via_ppt_slideMasters_V2Clone_initial04_slideMaster1_xml" Type="http://schemas.openxmlformats.org/officeDocument/2006/relationships/slideMaster" Target="/ppt/slideMasters/V2Clone_initial04_slideMaster1.xml" /><Relationship Id="Via_ppt_slideMasters_V2Clone_initial06_slideMaster1_xml" Type="http://schemas.openxmlformats.org/officeDocument/2006/relationships/slideMaster" Target="/ppt/slideMasters/V2Clone_initial06_slideMaster1.xml" /><Relationship Id="Via_ppt_slideMasters_V2Clone_initial07_slideMaster1_xml" Type="http://schemas.openxmlformats.org/officeDocument/2006/relationships/slideMaster" Target="/ppt/slideMasters/V2Clone_initial07_slideMaster1.xml" /><Relationship Id="Via_ppt_slideMasters_V2Native_slideMaster1_xml" Type="http://schemas.openxmlformats.org/officeDocument/2006/relationships/slideMaster" Target="/ppt/slideMasters/V2Native_slideMaster1.xml" /><Relationship Id="Via_ppt_slideMasters_V3Background_slideMaster1_xml" Type="http://schemas.openxmlformats.org/officeDocument/2006/relationships/slideMaster" Target="/ppt/slideMasters/V3Background_slideMaster1.xml" /><Relationship Id="V17Slide1" Type="http://schemas.openxmlformats.org/officeDocument/2006/relationships/slide" Target="/ppt/slides/slide33.xml" /><Relationship Id="V17Slide2" Type="http://schemas.openxmlformats.org/officeDocument/2006/relationships/slide" Target="/ppt/slides/v17_necessity10_slide2.xml" /><Relationship Id="V17Slide3" Type="http://schemas.openxmlformats.org/officeDocument/2006/relationships/slide" Target="/ppt/slides/v17_necessity9_slide2.xml" /><Relationship Id="V17Slide4" Type="http://schemas.openxmlformats.org/officeDocument/2006/relationships/slide" Target="/ppt/slides/slide73.xml" /><Relationship Id="V17Slide5" Type="http://schemas.openxmlformats.org/officeDocument/2006/relationships/slide" Target="/ppt/slides/slide74.xml" /><Relationship Id="V17Slide6" Type="http://schemas.openxmlformats.org/officeDocument/2006/relationships/slide" Target="/ppt/slides/slide75.xml" /><Relationship Id="V17Slide7" Type="http://schemas.openxmlformats.org/officeDocument/2006/relationships/slide" Target="/ppt/slides/slide76.xml" /><Relationship Id="V17Slide8" Type="http://schemas.openxmlformats.org/officeDocument/2006/relationships/slide" Target="/ppt/slides/slide77.xml" /><Relationship Id="V17Slide9" Type="http://schemas.openxmlformats.org/officeDocument/2006/relationships/slide" Target="/ppt/slides/slide34.xml" /><Relationship Id="V17Slide10" Type="http://schemas.openxmlformats.org/officeDocument/2006/relationships/slide" Target="/ppt/slides/slide47.xml" /><Relationship Id="V17Slide11" Type="http://schemas.openxmlformats.org/officeDocument/2006/relationships/slide" Target="/ppt/slides/slide35.xml" /><Relationship Id="V17Slide12" Type="http://schemas.openxmlformats.org/officeDocument/2006/relationships/slide" Target="/ppt/slides/slide36.xml" /><Relationship Id="V17Slide13" Type="http://schemas.openxmlformats.org/officeDocument/2006/relationships/slide" Target="/ppt/slides/slide48.xml" /><Relationship Id="V17Slide14" Type="http://schemas.openxmlformats.org/officeDocument/2006/relationships/slide" Target="/ppt/slides/slide37.xml" /><Relationship Id="V17Slide15" Type="http://schemas.openxmlformats.org/officeDocument/2006/relationships/slide" Target="/ppt/slides/slide38.xml" /><Relationship Id="V17Slide16" Type="http://schemas.openxmlformats.org/officeDocument/2006/relationships/slide" Target="/ppt/slides/slide39.xml" /><Relationship Id="V17Slide17" Type="http://schemas.openxmlformats.org/officeDocument/2006/relationships/slide" Target="/ppt/slides/slide49.xml" /><Relationship Id="V17Slide18" Type="http://schemas.openxmlformats.org/officeDocument/2006/relationships/slide" Target="/ppt/slides/slide50.xml" /><Relationship Id="V17Slide19" Type="http://schemas.openxmlformats.org/officeDocument/2006/relationships/slide" Target="/ppt/slides/slide40.xml" /><Relationship Id="V17Slide20" Type="http://schemas.openxmlformats.org/officeDocument/2006/relationships/slide" Target="/ppt/slides/dpSummaryV16.xml" /><Relationship Id="V17Slide21" Type="http://schemas.openxmlformats.org/officeDocument/2006/relationships/slide" Target="/ppt/slides/v17_reference_slide1.xml" /><Relationship Id="V17Slide22" Type="http://schemas.openxmlformats.org/officeDocument/2006/relationships/slide" Target="/ppt/slides/v17_reference_slide2.xml" /><Relationship Id="V17Slide23" Type="http://schemas.openxmlformats.org/officeDocument/2006/relationships/slide" Target="/ppt/slides/v17_reference_slide3.xml" /><Relationship Id="V17Slide24" Type="http://schemas.openxmlformats.org/officeDocument/2006/relationships/slide" Target="/ppt/slides/v17_reference_slide4.xml" /><Relationship Id="V17Slide25" Type="http://schemas.openxmlformats.org/officeDocument/2006/relationships/slide" Target="/ppt/slides/slide41.xml" /><Relationship Id="V17Slide26" Type="http://schemas.openxmlformats.org/officeDocument/2006/relationships/slide" Target="/ppt/slides/slide59.xml" /><Relationship Id="V17Slide27" Type="http://schemas.openxmlformats.org/officeDocument/2006/relationships/slide" Target="/ppt/slides/slide52.xml" /><Relationship Id="V17Slide28" Type="http://schemas.openxmlformats.org/officeDocument/2006/relationships/slide" Target="/ppt/slides/dp44ScenarioV15_1.xml" /><Relationship Id="V17Slide29" Type="http://schemas.openxmlformats.org/officeDocument/2006/relationships/slide" Target="/ppt/slides/dp44ScenarioV15_2.xml" /><Relationship Id="V17Slide30" Type="http://schemas.openxmlformats.org/officeDocument/2006/relationships/slide" Target="/ppt/slides/dp44ScenarioV15_3.xml" /><Relationship Id="V17Slide31" Type="http://schemas.openxmlformats.org/officeDocument/2006/relationships/slide" Target="/ppt/slides/dp44ScenarioV15_4.xml" /><Relationship Id="V17Slide32" Type="http://schemas.openxmlformats.org/officeDocument/2006/relationships/slide" Target="/ppt/slides/dp44ImplementationV14.xml" /><Relationship Id="V17Slide33" Type="http://schemas.openxmlformats.org/officeDocument/2006/relationships/slide" Target="/ppt/slides/slide60.xml" /><Relationship Id="V17Slide34" Type="http://schemas.openxmlformats.org/officeDocument/2006/relationships/slide" Target="/ppt/slides/slide62.xml" /><Relationship Id="V17Slide35" Type="http://schemas.openxmlformats.org/officeDocument/2006/relationships/slide" Target="/ppt/slides/slide53.xml" /><Relationship Id="V17Slide36" Type="http://schemas.openxmlformats.org/officeDocument/2006/relationships/slide" Target="/ppt/slides/slide61.xml" /><Relationship Id="V17Slide37" Type="http://schemas.openxmlformats.org/officeDocument/2006/relationships/slide" Target="/ppt/slides/slide54.xml" /><Relationship Id="V17Slide38" Type="http://schemas.openxmlformats.org/officeDocument/2006/relationships/slide" Target="/ppt/slides/slide63.xml" /><Relationship Id="V17Slide39" Type="http://schemas.openxmlformats.org/officeDocument/2006/relationships/slide" Target="/ppt/slides/slide55.xml" /><Relationship Id="V17Slide40" Type="http://schemas.openxmlformats.org/officeDocument/2006/relationships/slide" Target="/ppt/slides/slide56.xml" /><Relationship Id="V17Slide41" Type="http://schemas.openxmlformats.org/officeDocument/2006/relationships/slide" Target="/ppt/slides/slide64.xml" /><Relationship Id="V17Slide42" Type="http://schemas.openxmlformats.org/officeDocument/2006/relationships/slide" Target="/ppt/slides/slide65.xml" /><Relationship Id="V17Slide43" Type="http://schemas.openxmlformats.org/officeDocument/2006/relationships/slide" Target="/ppt/slides/slide66.xml" /><Relationship Id="V17Slide44" Type="http://schemas.openxmlformats.org/officeDocument/2006/relationships/slide" Target="/ppt/slides/slide67.xml" /><Relationship Id="V17Slide45" Type="http://schemas.openxmlformats.org/officeDocument/2006/relationships/slide" Target="/ppt/slides/slide68.xml" /><Relationship Id="V17Slide46" Type="http://schemas.openxmlformats.org/officeDocument/2006/relationships/slide" Target="/ppt/slides/slide69.xml" /><Relationship Id="V17Slide47" Type="http://schemas.openxmlformats.org/officeDocument/2006/relationships/slide" Target="/ppt/slides/slide70.xml" /><Relationship Id="V17Slide48" Type="http://schemas.openxmlformats.org/officeDocument/2006/relationships/slide" Target="/ppt/slides/slide71.xml" /><Relationship Id="V17Slide49" Type="http://schemas.openxmlformats.org/officeDocument/2006/relationships/slide" Target="/ppt/slides/slide72.xml" /></Relationships>
</file>

<file path=ppt/notesMasters/_rels/dp44scenario_v15_notesMaster1.xml.rels><?xml version='1.0' encoding='utf-8'?>
<Relationships xmlns="http://schemas.openxmlformats.org/package/2006/relationships"><Relationship Type="http://schemas.openxmlformats.org/officeDocument/2006/relationships/theme" Target="/ppt/notesMasters/theme/dp44scenario_v15_theme3.xml" Id="R4697d1292d4647e2" /></Relationships>
</file>

<file path=ppt/notesMasters/_rels/dp44v14_notesMaster1.xml.rels><?xml version='1.0' encoding='utf-8'?>
<Relationships xmlns="http://schemas.openxmlformats.org/package/2006/relationships"><Relationship Type="http://schemas.openxmlformats.org/officeDocument/2006/relationships/theme" Target="/ppt/notesMasters/theme/dp44v14_theme3.xml" Id="Rd22018feb20e430d" /></Relationships>
</file>

<file path=ppt/notesMasters/_rels/dpSummaryV16_notesMaster1.xml.rels><?xml version='1.0' encoding='utf-8'?>
<Relationships xmlns="http://schemas.openxmlformats.org/package/2006/relationships"><Relationship Type="http://schemas.openxmlformats.org/officeDocument/2006/relationships/theme" Target="/ppt/notesMasters/theme/dpSummaryV16_theme3.xml" Id="Rfedfb35dc622460c" /></Relationships>
</file>

<file path=ppt/notesMasters/_rels/initial01_notesMaster1.xml.rels><?xml version='1.0' encoding='utf-8'?>
<Relationships xmlns="http://schemas.openxmlformats.org/package/2006/relationships"><Relationship Type="http://schemas.openxmlformats.org/officeDocument/2006/relationships/theme" Target="/ppt/notesMasters/theme/initial01_theme3.xml" Id="R84c38049fec14e69" /></Relationships>
</file>

<file path=ppt/notesMasters/_rels/v17_necessity9_notesMaster1.xml.rels><?xml version='1.0' encoding='utf-8'?>
<Relationships xmlns="http://schemas.openxmlformats.org/package/2006/relationships"><Relationship Type="http://schemas.openxmlformats.org/officeDocument/2006/relationships/theme" Target="/ppt/notesMasters/theme/v17_necessity9_theme3.xml" Id="R32fa27c40598450e" /></Relationships>
</file>

<file path=ppt/notesMasters/_rels/v17_necessity10_notesMaster1.xml.rels><?xml version='1.0' encoding='utf-8'?>
<Relationships xmlns="http://schemas.openxmlformats.org/package/2006/relationships"><Relationship Type="http://schemas.openxmlformats.org/officeDocument/2006/relationships/theme" Target="/ppt/notesMasters/theme/v17_necessity10_theme3.xml" Id="R32fa27c40598450e" /></Relationships>
</file>

<file path=ppt/notesMasters/_rels/v17_reference_notesMaster1.xml.rels><?xml version='1.0' encoding='utf-8'?>
<Relationships xmlns="http://schemas.openxmlformats.org/package/2006/relationships"><Relationship Type="http://schemas.openxmlformats.org/officeDocument/2006/relationships/theme" Target="/ppt/notesMasters/theme/v17_reference_theme3.xml" Id="R907cfb57082246db" /></Relationships>
</file>

<file path=ppt/notesMasters/dp44scenario_v15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44v14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SummaryV16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initial01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theme/dp44scenario_v15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44v14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SummaryV1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17_necessity9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17_necessity10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17_reference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v17_necessity9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v17_necessity10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v17_reference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Slides/_rels/dp44scenario_v15_notesSlide1.xml.rels><?xml version='1.0' encoding='utf-8'?>
<Relationships xmlns="http://schemas.openxmlformats.org/package/2006/relationships"><Relationship Type="http://schemas.openxmlformats.org/officeDocument/2006/relationships/slide" Target="/ppt/slides/dp44ScenarioV15_1.xml" Id="R140c51f04cb54f20" /><Relationship Type="http://schemas.openxmlformats.org/officeDocument/2006/relationships/notesMaster" Target="/ppt/notesMasters/dp44scenario_v15_notesMaster1.xml" Id="Rf79829e2d1104ef1" /></Relationships>
</file>

<file path=ppt/notesSlides/_rels/dp44scenario_v15_notesSlide2.xml.rels><?xml version='1.0' encoding='utf-8'?>
<Relationships xmlns="http://schemas.openxmlformats.org/package/2006/relationships"><Relationship Type="http://schemas.openxmlformats.org/officeDocument/2006/relationships/slide" Target="/ppt/slides/dp44ScenarioV15_2.xml" Id="Rde59d103f51c4b48" /><Relationship Type="http://schemas.openxmlformats.org/officeDocument/2006/relationships/notesMaster" Target="/ppt/notesMasters/dp44scenario_v15_notesMaster1.xml" Id="Rb8c575777ed84a89" /></Relationships>
</file>

<file path=ppt/notesSlides/_rels/dp44scenario_v15_notesSlide3.xml.rels><?xml version='1.0' encoding='utf-8'?>
<Relationships xmlns="http://schemas.openxmlformats.org/package/2006/relationships"><Relationship Type="http://schemas.openxmlformats.org/officeDocument/2006/relationships/slide" Target="/ppt/slides/dp44ScenarioV15_3.xml" Id="R4092da997dfb4d4a" /><Relationship Type="http://schemas.openxmlformats.org/officeDocument/2006/relationships/notesMaster" Target="/ppt/notesMasters/dp44scenario_v15_notesMaster1.xml" Id="R385c0a90566c4fea" /></Relationships>
</file>

<file path=ppt/notesSlides/_rels/dp44scenario_v15_notesSlide4.xml.rels><?xml version='1.0' encoding='utf-8'?>
<Relationships xmlns="http://schemas.openxmlformats.org/package/2006/relationships"><Relationship Type="http://schemas.openxmlformats.org/officeDocument/2006/relationships/slide" Target="/ppt/slides/dp44ScenarioV15_4.xml" Id="R203d661438f74631" /><Relationship Type="http://schemas.openxmlformats.org/officeDocument/2006/relationships/notesMaster" Target="/ppt/notesMasters/dp44scenario_v15_notesMaster1.xml" Id="R3590d9efabc74bfe" /></Relationships>
</file>

<file path=ppt/notesSlides/_rels/dp44v14_notesSlide1.xml.rels><?xml version='1.0' encoding='utf-8'?>
<Relationships xmlns="http://schemas.openxmlformats.org/package/2006/relationships"><Relationship Type="http://schemas.openxmlformats.org/officeDocument/2006/relationships/slide" Target="/ppt/slides/dp44ImplementationV14.xml" Id="R1c7733e0d9714084" /><Relationship Type="http://schemas.openxmlformats.org/officeDocument/2006/relationships/notesMaster" Target="/ppt/notesMasters/dp44v14_notesMaster1.xml" Id="R7274cbf2873a4598" /></Relationships>
</file>

<file path=ppt/notesSlides/_rels/dpSummaryV16_notesSlide1.xml.rels><?xml version='1.0' encoding='utf-8'?>
<Relationships xmlns="http://schemas.openxmlformats.org/package/2006/relationships"><Relationship Type="http://schemas.openxmlformats.org/officeDocument/2006/relationships/slide" Target="/ppt/slides/dpSummaryV16.xml" Id="R7b9ef40284ce4fd3" /><Relationship Type="http://schemas.openxmlformats.org/officeDocument/2006/relationships/notesMaster" Target="/ppt/notesMasters/dpSummaryV16_notesMaster1.xml" Id="Rdbd9e6a08102476f" /></Relationships>
</file>

<file path=ppt/notesSlides/_rels/necessityV13_1.xml.rels><?xml version='1.0' encoding='utf-8'?>
<Relationships xmlns="http://schemas.openxmlformats.org/package/2006/relationships"><Relationship Type="http://schemas.openxmlformats.org/officeDocument/2006/relationships/slide" Target="/ppt/slides/slide73.xml" Id="R86c9650a583149e0" /><Relationship Type="http://schemas.openxmlformats.org/officeDocument/2006/relationships/notesMaster" Target="/ppt/notesMasters/initial01_notesMaster1.xml" Id="R5ae756b49d41421b" /></Relationships>
</file>

<file path=ppt/notesSlides/_rels/necessityV13_2.xml.rels><?xml version='1.0' encoding='utf-8'?>
<Relationships xmlns="http://schemas.openxmlformats.org/package/2006/relationships"><Relationship Type="http://schemas.openxmlformats.org/officeDocument/2006/relationships/slide" Target="/ppt/slides/slide74.xml" Id="Rabd66a3a2ca245d3" /><Relationship Type="http://schemas.openxmlformats.org/officeDocument/2006/relationships/notesMaster" Target="/ppt/notesMasters/initial01_notesMaster1.xml" Id="Rb873a6c392844302" /></Relationships>
</file>

<file path=ppt/notesSlides/_rels/necessityV13_3.xml.rels><?xml version='1.0' encoding='utf-8'?>
<Relationships xmlns="http://schemas.openxmlformats.org/package/2006/relationships"><Relationship Type="http://schemas.openxmlformats.org/officeDocument/2006/relationships/slide" Target="/ppt/slides/slide75.xml" Id="R5b726c52e77f4780" /><Relationship Type="http://schemas.openxmlformats.org/officeDocument/2006/relationships/notesMaster" Target="/ppt/notesMasters/initial01_notesMaster1.xml" Id="R35b7e357217d494c" /></Relationships>
</file>

<file path=ppt/notesSlides/_rels/necessityV13_4.xml.rels><?xml version='1.0' encoding='utf-8'?>
<Relationships xmlns="http://schemas.openxmlformats.org/package/2006/relationships"><Relationship Type="http://schemas.openxmlformats.org/officeDocument/2006/relationships/slide" Target="/ppt/slides/slide76.xml" Id="Rff29148702e64fac" /><Relationship Type="http://schemas.openxmlformats.org/officeDocument/2006/relationships/notesMaster" Target="/ppt/notesMasters/initial01_notesMaster1.xml" Id="R2e6986f8b21047f5" /></Relationships>
</file>

<file path=ppt/notesSlides/_rels/necessityV13_5.xml.rels><?xml version='1.0' encoding='utf-8'?>
<Relationships xmlns="http://schemas.openxmlformats.org/package/2006/relationships"><Relationship Type="http://schemas.openxmlformats.org/officeDocument/2006/relationships/slide" Target="/ppt/slides/slide77.xml" Id="Rc053716163014a82" /><Relationship Type="http://schemas.openxmlformats.org/officeDocument/2006/relationships/notesMaster" Target="/ppt/notesMasters/initial01_notesMaster1.xml" Id="Rf12284008e00410b" /></Relationships>
</file>

<file path=ppt/notesSlides/_rels/notesSlide33.xml.rels><?xml version='1.0' encoding='utf-8'?>
<Relationships xmlns="http://schemas.openxmlformats.org/package/2006/relationships"><Relationship Type="http://schemas.openxmlformats.org/officeDocument/2006/relationships/slide" Target="/ppt/slides/slide33.xml" Id="Re324a483f3ba4c66" /><Relationship Type="http://schemas.openxmlformats.org/officeDocument/2006/relationships/notesMaster" Target="/ppt/notesMasters/initial01_notesMaster1.xml" Id="R832cbe33023d47f0" /></Relationships>
</file>

<file path=ppt/notesSlides/_rels/notesSlide34.xml.rels><?xml version='1.0' encoding='utf-8'?>
<Relationships xmlns="http://schemas.openxmlformats.org/package/2006/relationships"><Relationship Type="http://schemas.openxmlformats.org/officeDocument/2006/relationships/slide" Target="/ppt/slides/slide34.xml" Id="R09dea20ce3ff4ae4" /><Relationship Type="http://schemas.openxmlformats.org/officeDocument/2006/relationships/notesMaster" Target="/ppt/notesMasters/initial01_notesMaster1.xml" Id="Ra9bb3611ae484615" /></Relationships>
</file>

<file path=ppt/notesSlides/_rels/notesSlide35.xml.rels><?xml version='1.0' encoding='utf-8'?>
<Relationships xmlns="http://schemas.openxmlformats.org/package/2006/relationships"><Relationship Type="http://schemas.openxmlformats.org/officeDocument/2006/relationships/slide" Target="/ppt/slides/slide35.xml" Id="R333ade01b54a4d1d" /><Relationship Type="http://schemas.openxmlformats.org/officeDocument/2006/relationships/notesMaster" Target="/ppt/notesMasters/initial01_notesMaster1.xml" Id="R7830ed428e614bc0" /></Relationships>
</file>

<file path=ppt/notesSlides/_rels/notesSlide36.xml.rels><?xml version='1.0' encoding='utf-8'?>
<Relationships xmlns="http://schemas.openxmlformats.org/package/2006/relationships"><Relationship Type="http://schemas.openxmlformats.org/officeDocument/2006/relationships/slide" Target="/ppt/slides/slide36.xml" Id="Rc125f551bf0c4525" /><Relationship Type="http://schemas.openxmlformats.org/officeDocument/2006/relationships/notesMaster" Target="/ppt/notesMasters/initial01_notesMaster1.xml" Id="R325333de39404226" /></Relationships>
</file>

<file path=ppt/notesSlides/_rels/notesSlide37.xml.rels><?xml version='1.0' encoding='utf-8'?>
<Relationships xmlns="http://schemas.openxmlformats.org/package/2006/relationships"><Relationship Type="http://schemas.openxmlformats.org/officeDocument/2006/relationships/slide" Target="/ppt/slides/slide37.xml" Id="R614577add6f0455f" /><Relationship Type="http://schemas.openxmlformats.org/officeDocument/2006/relationships/notesMaster" Target="/ppt/notesMasters/initial01_notesMaster1.xml" Id="Rb9101b88cdb34bab" /></Relationships>
</file>

<file path=ppt/notesSlides/_rels/notesSlide38.xml.rels><?xml version='1.0' encoding='utf-8'?>
<Relationships xmlns="http://schemas.openxmlformats.org/package/2006/relationships"><Relationship Id="rId1" Type="http://schemas.openxmlformats.org/officeDocument/2006/relationships/slide" Target="/ppt/slides/slide38.xml" /><Relationship Id="rId2" Type="http://schemas.openxmlformats.org/officeDocument/2006/relationships/notesMaster" Target="/ppt/notesMasters/initial01_notesMaster1.xml" /></Relationships>
</file>

<file path=ppt/notesSlides/_rels/notesSlide39.xml.rels><?xml version='1.0' encoding='utf-8'?>
<Relationships xmlns="http://schemas.openxmlformats.org/package/2006/relationships"><Relationship Id="rId1" Type="http://schemas.openxmlformats.org/officeDocument/2006/relationships/slide" Target="/ppt/slides/slide39.xml" /><Relationship Id="rId2" Type="http://schemas.openxmlformats.org/officeDocument/2006/relationships/notesMaster" Target="/ppt/notesMasters/initial01_notesMaster1.xml" /></Relationships>
</file>

<file path=ppt/notesSlides/_rels/notesSlide40.xml.rels><?xml version='1.0' encoding='utf-8'?>
<Relationships xmlns="http://schemas.openxmlformats.org/package/2006/relationships"><Relationship Type="http://schemas.openxmlformats.org/officeDocument/2006/relationships/slide" Target="/ppt/slides/slide40.xml" Id="Raac8767870db40f4" /><Relationship Type="http://schemas.openxmlformats.org/officeDocument/2006/relationships/notesMaster" Target="/ppt/notesMasters/initial01_notesMaster1.xml" Id="R5618c6dfb63f4d6c" /></Relationships>
</file>

<file path=ppt/notesSlides/_rels/notesSlide41.xml.rels><?xml version='1.0' encoding='utf-8'?>
<Relationships xmlns="http://schemas.openxmlformats.org/package/2006/relationships"><Relationship Type="http://schemas.openxmlformats.org/officeDocument/2006/relationships/slide" Target="/ppt/slides/slide41.xml" Id="Rc125f551bf0c4525" /><Relationship Type="http://schemas.openxmlformats.org/officeDocument/2006/relationships/notesMaster" Target="/ppt/notesMasters/initial01_notesMaster1.xml" Id="R325333de39404226" /></Relationships>
</file>

<file path=ppt/notesSlides/_rels/notesSlide47.xml.rels><?xml version='1.0' encoding='utf-8'?>
<Relationships xmlns="http://schemas.openxmlformats.org/package/2006/relationships"><Relationship Type="http://schemas.openxmlformats.org/officeDocument/2006/relationships/slide" Target="/ppt/slides/slide47.xml" Id="R27dec9aa931d4ad5" /><Relationship Type="http://schemas.openxmlformats.org/officeDocument/2006/relationships/notesMaster" Target="/ppt/notesMasters/initial01_notesMaster1.xml" Id="Rbea3e8d21195454d" /></Relationships>
</file>

<file path=ppt/notesSlides/_rels/notesSlide48.xml.rels><?xml version='1.0' encoding='utf-8'?>
<Relationships xmlns="http://schemas.openxmlformats.org/package/2006/relationships"><Relationship Type="http://schemas.openxmlformats.org/officeDocument/2006/relationships/slide" Target="/ppt/slides/slide48.xml" Id="Rd5469a5f4d184043" /><Relationship Type="http://schemas.openxmlformats.org/officeDocument/2006/relationships/notesMaster" Target="/ppt/notesMasters/initial01_notesMaster1.xml" Id="Rf6824e0fc2804797" /></Relationships>
</file>

<file path=ppt/notesSlides/_rels/notesSlide49.xml.rels><?xml version='1.0' encoding='utf-8'?>
<Relationships xmlns="http://schemas.openxmlformats.org/package/2006/relationships"><Relationship Id="rId1" Type="http://schemas.openxmlformats.org/officeDocument/2006/relationships/slide" Target="/ppt/slides/slide49.xml" /><Relationship Id="rId2" Type="http://schemas.openxmlformats.org/officeDocument/2006/relationships/notesMaster" Target="/ppt/notesMasters/initial01_notesMaster1.xml" /></Relationships>
</file>

<file path=ppt/notesSlides/_rels/notesSlide50.xml.rels><?xml version='1.0' encoding='utf-8'?>
<Relationships xmlns="http://schemas.openxmlformats.org/package/2006/relationships"><Relationship Type="http://schemas.openxmlformats.org/officeDocument/2006/relationships/slide" Target="/ppt/slides/slide50.xml" Id="R3108cced72264d5b" /><Relationship Type="http://schemas.openxmlformats.org/officeDocument/2006/relationships/notesMaster" Target="/ppt/notesMasters/initial01_notesMaster1.xml" Id="R418fccd5d8d645a5" /></Relationships>
</file>

<file path=ppt/notesSlides/_rels/notesSlide52.xml.rels><?xml version='1.0' encoding='utf-8'?>
<Relationships xmlns="http://schemas.openxmlformats.org/package/2006/relationships"><Relationship Type="http://schemas.openxmlformats.org/officeDocument/2006/relationships/slide" Target="/ppt/slides/slide52.xml" Id="Ra8b15d5094a14d4b" /><Relationship Type="http://schemas.openxmlformats.org/officeDocument/2006/relationships/notesMaster" Target="/ppt/notesMasters/initial01_notesMaster1.xml" Id="R1fb821f15a584471" /></Relationships>
</file>

<file path=ppt/notesSlides/_rels/notesSlide53.xml.rels><?xml version='1.0' encoding='utf-8'?>
<Relationships xmlns="http://schemas.openxmlformats.org/package/2006/relationships"><Relationship Type="http://schemas.openxmlformats.org/officeDocument/2006/relationships/slide" Target="/ppt/slides/slide53.xml" Id="R2b25c045fb184256" /><Relationship Type="http://schemas.openxmlformats.org/officeDocument/2006/relationships/notesMaster" Target="/ppt/notesMasters/initial01_notesMaster1.xml" Id="R47e7f6720f28451b" /></Relationships>
</file>

<file path=ppt/notesSlides/_rels/notesSlide54.xml.rels><?xml version='1.0' encoding='utf-8'?>
<Relationships xmlns="http://schemas.openxmlformats.org/package/2006/relationships"><Relationship Type="http://schemas.openxmlformats.org/officeDocument/2006/relationships/slide" Target="/ppt/slides/slide54.xml" Id="Re84686c239194219" /><Relationship Type="http://schemas.openxmlformats.org/officeDocument/2006/relationships/notesMaster" Target="/ppt/notesMasters/initial01_notesMaster1.xml" Id="R4298d6d64f1f40d6" /></Relationships>
</file>

<file path=ppt/notesSlides/_rels/notesSlide55.xml.rels><?xml version='1.0' encoding='utf-8'?>
<Relationships xmlns="http://schemas.openxmlformats.org/package/2006/relationships"><Relationship Type="http://schemas.openxmlformats.org/officeDocument/2006/relationships/slide" Target="/ppt/slides/slide55.xml" Id="R8c9fff8b742b4a8a" /><Relationship Type="http://schemas.openxmlformats.org/officeDocument/2006/relationships/notesMaster" Target="/ppt/notesMasters/initial01_notesMaster1.xml" Id="R655ea69de16d4567" /></Relationships>
</file>

<file path=ppt/notesSlides/_rels/notesSlide56.xml.rels><?xml version='1.0' encoding='utf-8'?>
<Relationships xmlns="http://schemas.openxmlformats.org/package/2006/relationships"><Relationship Type="http://schemas.openxmlformats.org/officeDocument/2006/relationships/slide" Target="/ppt/slides/slide56.xml" Id="R5787007f63224326" /><Relationship Type="http://schemas.openxmlformats.org/officeDocument/2006/relationships/notesMaster" Target="/ppt/notesMasters/initial01_notesMaster1.xml" Id="Rbd8acf48482644d0" /></Relationships>
</file>

<file path=ppt/notesSlides/_rels/notesSlide59.xml.rels><?xml version='1.0' encoding='utf-8'?>
<Relationships xmlns="http://schemas.openxmlformats.org/package/2006/relationships"><Relationship Type="http://schemas.openxmlformats.org/officeDocument/2006/relationships/slide" Target="/ppt/slides/slide59.xml" Id="Ra3d5abb872ec4fde" /><Relationship Type="http://schemas.openxmlformats.org/officeDocument/2006/relationships/notesMaster" Target="/ppt/notesMasters/initial01_notesMaster1.xml" Id="R9a9965ab79474116" /></Relationships>
</file>

<file path=ppt/notesSlides/_rels/notesSlide60.xml.rels><?xml version='1.0' encoding='utf-8'?>
<Relationships xmlns="http://schemas.openxmlformats.org/package/2006/relationships"><Relationship Type="http://schemas.openxmlformats.org/officeDocument/2006/relationships/slide" Target="/ppt/slides/slide60.xml" Id="R3101f47bf5554b5b" /><Relationship Type="http://schemas.openxmlformats.org/officeDocument/2006/relationships/notesMaster" Target="/ppt/notesMasters/initial01_notesMaster1.xml" Id="Racd41ae3df46426d" /></Relationships>
</file>

<file path=ppt/notesSlides/_rels/notesSlide61.xml.rels><?xml version='1.0' encoding='utf-8'?>
<Relationships xmlns="http://schemas.openxmlformats.org/package/2006/relationships"><Relationship Type="http://schemas.openxmlformats.org/officeDocument/2006/relationships/slide" Target="/ppt/slides/slide61.xml" Id="Rfab19986da9a4871" /><Relationship Type="http://schemas.openxmlformats.org/officeDocument/2006/relationships/notesMaster" Target="/ppt/notesMasters/initial01_notesMaster1.xml" Id="Ra3de0961eadd4bbd" /></Relationships>
</file>

<file path=ppt/notesSlides/_rels/notesSlideV818.xml.rels><?xml version='1.0' encoding='utf-8'?>
<Relationships xmlns="http://schemas.openxmlformats.org/package/2006/relationships"><Relationship Id="rId1" Type="http://schemas.openxmlformats.org/officeDocument/2006/relationships/slide" Target="/ppt/slides/slide62.xml" /><Relationship Id="rId2" Type="http://schemas.openxmlformats.org/officeDocument/2006/relationships/notesMaster" Target="/ppt/notesMasters/initial01_notesMaster1.xml" /></Relationships>
</file>

<file path=ppt/notesSlides/_rels/notesSlideV822.xml.rels><?xml version='1.0' encoding='utf-8'?>
<Relationships xmlns="http://schemas.openxmlformats.org/package/2006/relationships"><Relationship Id="rId1" Type="http://schemas.openxmlformats.org/officeDocument/2006/relationships/slide" Target="/ppt/slides/slide63.xml" /><Relationship Id="rId2" Type="http://schemas.openxmlformats.org/officeDocument/2006/relationships/notesMaster" Target="/ppt/notesMasters/initial01_notesMaster1.xml" /></Relationships>
</file>

<file path=ppt/notesSlides/_rels/qaV1125.xml.rels><?xml version='1.0' encoding='utf-8'?>
<Relationships xmlns="http://schemas.openxmlformats.org/package/2006/relationships"><Relationship Id="rId1" Type="http://schemas.openxmlformats.org/officeDocument/2006/relationships/slide" Target="/ppt/slides/slide64.xml" /><Relationship Id="rId2" Type="http://schemas.openxmlformats.org/officeDocument/2006/relationships/notesMaster" Target="/ppt/notesMasters/initial01_notesMaster1.xml" /></Relationships>
</file>

<file path=ppt/notesSlides/_rels/qaV1126.xml.rels><?xml version='1.0' encoding='utf-8'?>
<Relationships xmlns="http://schemas.openxmlformats.org/package/2006/relationships"><Relationship Id="rId1" Type="http://schemas.openxmlformats.org/officeDocument/2006/relationships/slide" Target="/ppt/slides/slide65.xml" /><Relationship Id="rId2" Type="http://schemas.openxmlformats.org/officeDocument/2006/relationships/notesMaster" Target="/ppt/notesMasters/initial01_notesMaster1.xml" /></Relationships>
</file>

<file path=ppt/notesSlides/_rels/qaV1127.xml.rels><?xml version='1.0' encoding='utf-8'?>
<Relationships xmlns="http://schemas.openxmlformats.org/package/2006/relationships"><Relationship Id="rId1" Type="http://schemas.openxmlformats.org/officeDocument/2006/relationships/slide" Target="/ppt/slides/slide66.xml" /><Relationship Id="rId2" Type="http://schemas.openxmlformats.org/officeDocument/2006/relationships/notesMaster" Target="/ppt/notesMasters/initial01_notesMaster1.xml" /></Relationships>
</file>

<file path=ppt/notesSlides/_rels/qaV1128.xml.rels><?xml version='1.0' encoding='utf-8'?>
<Relationships xmlns="http://schemas.openxmlformats.org/package/2006/relationships"><Relationship Id="rId1" Type="http://schemas.openxmlformats.org/officeDocument/2006/relationships/slide" Target="/ppt/slides/slide67.xml" /><Relationship Id="rId2" Type="http://schemas.openxmlformats.org/officeDocument/2006/relationships/notesMaster" Target="/ppt/notesMasters/initial01_notesMaster1.xml" /></Relationships>
</file>

<file path=ppt/notesSlides/_rels/qaV1129.xml.rels><?xml version='1.0' encoding='utf-8'?>
<Relationships xmlns="http://schemas.openxmlformats.org/package/2006/relationships"><Relationship Id="rId1" Type="http://schemas.openxmlformats.org/officeDocument/2006/relationships/slide" Target="/ppt/slides/slide68.xml" /><Relationship Id="rId2" Type="http://schemas.openxmlformats.org/officeDocument/2006/relationships/notesMaster" Target="/ppt/notesMasters/initial01_notesMaster1.xml" /></Relationships>
</file>

<file path=ppt/notesSlides/_rels/qaV1130.xml.rels><?xml version='1.0' encoding='utf-8'?>
<Relationships xmlns="http://schemas.openxmlformats.org/package/2006/relationships"><Relationship Id="rId1" Type="http://schemas.openxmlformats.org/officeDocument/2006/relationships/slide" Target="/ppt/slides/slide69.xml" /><Relationship Id="rId2" Type="http://schemas.openxmlformats.org/officeDocument/2006/relationships/notesMaster" Target="/ppt/notesMasters/initial01_notesMaster1.xml" /></Relationships>
</file>

<file path=ppt/notesSlides/_rels/qaV1131.xml.rels><?xml version='1.0' encoding='utf-8'?>
<Relationships xmlns="http://schemas.openxmlformats.org/package/2006/relationships"><Relationship Id="rId1" Type="http://schemas.openxmlformats.org/officeDocument/2006/relationships/slide" Target="/ppt/slides/slide70.xml" /><Relationship Id="rId2" Type="http://schemas.openxmlformats.org/officeDocument/2006/relationships/notesMaster" Target="/ppt/notesMasters/initial01_notesMaster1.xml" /></Relationships>
</file>

<file path=ppt/notesSlides/_rels/qaV1132.xml.rels><?xml version='1.0' encoding='utf-8'?>
<Relationships xmlns="http://schemas.openxmlformats.org/package/2006/relationships"><Relationship Id="rId1" Type="http://schemas.openxmlformats.org/officeDocument/2006/relationships/slide" Target="/ppt/slides/slide71.xml" /><Relationship Id="rId2" Type="http://schemas.openxmlformats.org/officeDocument/2006/relationships/notesMaster" Target="/ppt/notesMasters/initial01_notesMaster1.xml" /></Relationships>
</file>

<file path=ppt/notesSlides/_rels/qaV1133.xml.rels><?xml version='1.0' encoding='utf-8'?>
<Relationships xmlns="http://schemas.openxmlformats.org/package/2006/relationships"><Relationship Id="rId1" Type="http://schemas.openxmlformats.org/officeDocument/2006/relationships/slide" Target="/ppt/slides/slide72.xml" /><Relationship Id="rId2" Type="http://schemas.openxmlformats.org/officeDocument/2006/relationships/notesMaster" Target="/ppt/notesMasters/initial01_notesMaster1.xml" /></Relationships>
</file>

<file path=ppt/notesSlides/_rels/v17_necessity9_notesSlide2.xml.rels><?xml version='1.0' encoding='utf-8'?>
<Relationships xmlns="http://schemas.openxmlformats.org/package/2006/relationships"><Relationship Type="http://schemas.openxmlformats.org/officeDocument/2006/relationships/slide" Target="/ppt/slides/v17_necessity9_slide2.xml" Id="R1b60230d8f0f45df" /><Relationship Type="http://schemas.openxmlformats.org/officeDocument/2006/relationships/notesMaster" Target="/ppt/notesMasters/v17_necessity9_notesMaster1.xml" Id="R56d113c0ad3e4923" /></Relationships>
</file>

<file path=ppt/notesSlides/_rels/v17_necessity10_notesSlide2.xml.rels><?xml version='1.0' encoding='utf-8'?>
<Relationships xmlns="http://schemas.openxmlformats.org/package/2006/relationships"><Relationship Type="http://schemas.openxmlformats.org/officeDocument/2006/relationships/slide" Target="/ppt/slides/v17_necessity10_slide2.xml" Id="R1b60230d8f0f45df" /><Relationship Type="http://schemas.openxmlformats.org/officeDocument/2006/relationships/notesMaster" Target="/ppt/notesMasters/v17_necessity10_notesMaster1.xml" Id="R56d113c0ad3e4923" /></Relationships>
</file>

<file path=ppt/notesSlides/_rels/v17_reference_notesSlide1.xml.rels><?xml version='1.0' encoding='utf-8'?>
<Relationships xmlns="http://schemas.openxmlformats.org/package/2006/relationships"><Relationship Type="http://schemas.openxmlformats.org/officeDocument/2006/relationships/slide" Target="/ppt/slides/v17_reference_slide1.xml" Id="R6b263f54eba44587" /><Relationship Type="http://schemas.openxmlformats.org/officeDocument/2006/relationships/notesMaster" Target="/ppt/notesMasters/v17_reference_notesMaster1.xml" Id="Rb951415aab3d4ee5" /></Relationships>
</file>

<file path=ppt/notesSlides/_rels/v17_reference_notesSlide2.xml.rels><?xml version='1.0' encoding='utf-8'?>
<Relationships xmlns="http://schemas.openxmlformats.org/package/2006/relationships"><Relationship Type="http://schemas.openxmlformats.org/officeDocument/2006/relationships/slide" Target="/ppt/slides/v17_reference_slide2.xml" Id="R3f4c72ba0c014e2f" /><Relationship Type="http://schemas.openxmlformats.org/officeDocument/2006/relationships/notesMaster" Target="/ppt/notesMasters/v17_reference_notesMaster1.xml" Id="Rc829c4a6b3a745c0" /></Relationships>
</file>

<file path=ppt/notesSlides/_rels/v17_reference_notesSlide3.xml.rels><?xml version='1.0' encoding='utf-8'?>
<Relationships xmlns="http://schemas.openxmlformats.org/package/2006/relationships"><Relationship Type="http://schemas.openxmlformats.org/officeDocument/2006/relationships/slide" Target="/ppt/slides/v17_reference_slide3.xml" Id="Rb9bde2696f3d4f67" /><Relationship Type="http://schemas.openxmlformats.org/officeDocument/2006/relationships/notesMaster" Target="/ppt/notesMasters/v17_reference_notesMaster1.xml" Id="Re92bd879044f4911" /></Relationships>
</file>

<file path=ppt/notesSlides/_rels/v17_reference_notesSlide4.xml.rels><?xml version='1.0' encoding='utf-8'?>
<Relationships xmlns="http://schemas.openxmlformats.org/package/2006/relationships"><Relationship Type="http://schemas.openxmlformats.org/officeDocument/2006/relationships/slide" Target="/ppt/slides/v17_reference_slide4.xml" Id="Rc389af92e86f4088" /><Relationship Type="http://schemas.openxmlformats.org/officeDocument/2006/relationships/notesMaster" Target="/ppt/notesMasters/v17_reference_notesMaster1.xml" Id="Rfacbbe6290fa427d" /></Relationships>
</file>

<file path=ppt/notesSlides/dp44scenario_v15_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1/4. 일반 사용자 발화: 이해 완료는 어디로 돌아오는가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Interaction Manager가 InputReady(u1)를 Request Controller에 전달한다.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발화 시작의 즉시 재생 중단은 공통이다. 이 장은 확정 입력의 이해 경로만 따라간다.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A는 같은 Event Mailbox로 완료를 회수한다. B는 입력 Stage의 Done Queue가 완료를 받는다.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종합 그림과 상세 A/B 구조는 04-44 본문에 보존된다. 이 장은 한 사건의 경로만 확대한다. 설계안은 미선정, 미구현,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https://github.com/cbyche/via-sw-architecture/blob/main/docs/architecture/12-decisions/decision-packages/04-44-continuous-interaction.md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dp44scenario_v15_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2/4. Agent 질문: 확인된 Task 사건은 어디로 들어가는가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Downstream Agent의 질문 Q1을 Agent Gateway와 Task Manager가 확인한다.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확인된 Question(T1, r2)만 대화에 연결한다. 외부 Agent 접수와 사용자 실제 제시는 별도 사실이다.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A의 TaskEvent와 준비 완료는 Dispatcher를 경유한다. B는 Notice, Composer, Join의 입력으로 이어진다.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종합 그림과 상세 A/B 구조는 04-44 본문에 보존된다. 이 장은 한 사건의 경로만 확대한다. 설계안은 미선정, 미구현,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https://github.com/cbyche/via-sw-architecture/blob/main/docs/architecture/12-decisions/decision-packages/04-44-continuous-interaction.md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dp44scenario_v15_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3/4. 새 발화 시작: 출력 중단과 미전송 hold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Interaction Manager가 InputStarted(u2)를 감지하고 현재 재생을 즉시 멈춘다.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R1 응답 J1이 준비 중이다. u2의 뜻은 아직 모르므로 J1과 Task 취소를 확정하지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A는 Control Lane 뒤 Dispatcher가 hold를 연결한다. B는 관련 Stage의 Control Queue에 제어를 전달한다.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종합 그림과 상세 A/B 구조는 04-44 본문에 보존된다. 이 장은 한 사건의 경로만 확대한다. 설계안은 미선정, 미구현,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https://github.com/cbyche/via-sw-architecture/blob/main/docs/architecture/12-decisions/decision-packages/04-44-continuous-interaction.md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dp44scenario_v15_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4/4. 정정 채택과 늦은 완료: J1은 어디에서 폐기되는가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Request Controller가 R1 rev2를 채택한다. rev1에 의존한 J1은 더는 유효하지 않다.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취소 요청 뒤에도 provider가 J1을 끝낼 수 있다. 결과 폐기와 실제 실행 종료는 구별한다.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A는 중앙 Job Index와 Dispatcher가 폐기한다. B는 Composer의 자기 Done 처리와 Join이 관련 결과를 막는다.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종합 그림과 상세 A/B 구조는 04-44 본문에 보존된다. 이 장은 한 사건의 경로만 확대한다. 설계안은 미선정, 미구현,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https://github.com/cbyche/via-sw-architecture/blob/main/docs/architecture/12-decisions/decision-packages/04-44-continuous-interaction.md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dp44v14_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구현 구조 비교. 기존 DP44 비교 페이지 뒤에 추가한 확대 보기.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Request Controller의 Control Lane과 Event Mailbox를 Dialogue Dispatcher가 소비하고, Job Index 및 Dialogue Progress State를 조회해 후속 실행과 결과 폐기를 결정한다. Request Interpreter 및 Response Composer의 비동기 완료는 Event Mailbox로 돌아온다.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Input Resolution Stage와 Task Notice Stage는 Request Controller 안에, Response Composer와 Publication Join은 Response Manager 안에 있다. 각 Stage는 입력, 완료, 제어 Queue 및 로컬 RAM 상태를 소유한다. 완료 callback은 생산 Stage의 Done Queue로 돌아오며 Join은 후보와 조건을 ID 및 revision으로 결합한다.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빨간 점선은 InputStarted의 즉시 hold, 채택된 정정의 invalidate, 실행 중 Job 취소 요청이다. 파란 실선은 일반 입력 및 후속 실행, 파란 점선은 비동기 완료 반환이다. 취소 요청만으로 실제 Job 중단을 단정하지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양안 모두 Interaction Manager의 실제 출력과 ActualReceipt, Publication Control의 현재성 및 권한 검사를 거친다. 이 장은 미구현, 미측정, 미선정 설계안이다.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https://github.com/cbyche/via-sw-architecture/blob/main/docs/architecture/12-decisions/decision-packages/04-44-continuous-interaction.md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dpSummaryV16_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DP-47, DP-45, DP-42 순서의 요약이다. 문제, 설계 주제, 두 방안의 차이, 평가를 설명한다.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DP44의 양안 모두 비동기 처리를 지원한다. DP47의 양안 모두 원본과 부분 정정을 지원한다. DP45의 A에도 유효한 캐시를 허용한다. DP42의 A도 대화와 업무의 서로 다른 논리 수명을 지원한다.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평가 근거: docs/architecture/12-decisions/decision-packages/qa-candidate-package/qa-dp-thought-experiment.md (2026-10-15 v2). 구조 기반 예상이며 측정값이나 최종 선택이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원문: 04-44-continuous-interaction.md, 04-47-screen-voice-grounding.md, 04-45-memory-and-context.md, 04-42-lifecycle-ownership.md.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ecessityV13_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1: 3열 장면형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ecessityV13_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2: PC 중심 통합형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ecessityV13_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3: 가로 3단형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ecessityV13_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4: 확대 장면형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ecessityV13_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5: 정보 레이어형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관련 동향 편집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PC 업무 수행 Agent의 발전과 음성 사용자 접점 경쟁, 삼성 VIA의 역할을 연결하는 구성. 삼성 및 외부 Downstream Agent의 업무 실행 능력 활용. VIA의 책임은 사용자와의 대화 및 인터페이스, 대화와 업무의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시장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Mordor Intelligence, Voice Assistant Application Market. 2026 추정 USD 9.02 billion, 2031 전망 USD 18.36 billion, CAGR 15.27%. 2026-08-05 갱신. 전 산업의 음성 비서 애플리케이션 소프트웨어와 관련 서비스 기준. 하드웨어 제외. PC 전용 시장이나 삼성 매출 전망으로 해석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https://www.mordorintelligence.com/industry-reports/voice-assistant-application-market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기업 사례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Google Gemini Live: 2025-08-20. 카메라/화면과 음성 대화, Calendar/Keep/Tasks 연동. 기능과 지역별 제공 차이 존재.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https://blog.google/products-and-platforms/products/gemini/gemini-live-updates-august-2025/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Amazon Alexa+: 2026-09-01 갱신. 미국 제공, 자연어 대화와 개인화된 서비스 실행.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https://www.aboutamazon.com/news/devices/alexa-plus-available-free-prime-members-us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Apple Siri AI: 2026-09-14. 개인 맥락, 화면 이해와 앱 동작. 출시 시 영어 베타, 지역/언어별 단계적 제공.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https://www.apple.com/newsroom/2026/09/siri-ai-a-profoundly-more-capable-and-personal-assistant-is-here/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GPT-6 Astra: 기존 v8의 공개 시연 GIF 보존. 공개 시연상의 음성 수정과 후속 작업 연결. 일반 서비스의 전 지역 상용 제공 주장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https://www.linkedin.com/posts/this-gpt-6-astra-ugcPost-7501364077496221696-H8XE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GIF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Anthropic Claude Cowork built-in browser 공개 시연. 2026-08-26. 기존 GIF 바이트 보존.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https://claude.com/resources/articles/cowork-built-in-browser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https://www.youtube.com/watch?v=63GVebZvqok</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시연: v8의 128프레임 GIF 보존. 원본 영상 17~41초 발췌, 1.5배속 무음.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CTO 메시지 출처와 구분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사용자가 제공한 윤장현 사장(CTO), 2026.06 발언 문구를 그대로 인용. 공개 검증된 기사 발언으로 표현하지 않음. 직책 확인 보조 자료는 삼성 뉴스룸의 2025-11-21 사장단 인사이며, 해당 기사에 이 발언은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https://news.samsung.com/kr/473579-2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확인일: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시장 범위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음성 기반 상호작용 소프트웨어라는 점에서 이 시장과 관련. 다만 보고서는 PC 전용 VIA 시장을 별도로 산정하지 않으며, 자동차, 고객상담 등 여러 산업의 음성 비서 소프트웨어와 관련 서비스를 포함. 따라서 상위 관련 시장의 성장 방향을 보여주는 근거로 사용. PC용 VIA의 직접 TAM/SAM이나 삼성의 확보 가능한 매출 규모로 해석 불가. 보고서 수치와 포함 관계를 근거로 한 분류 판단이며 조사사의 VIA 제품 분류 결과가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날짜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공식 발표일 2026-09-03을 시연 캡션에 명시. 영상 촬영일을 뜻하지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https://help.openai.com/en/articles/6825453-chatgpt-release-notes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September 3, 2026: Introducing GPT-6 Astra</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https://www.youtube.com/watch?v=1QNsdr-Qx_I</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시연 GIF의 원본 바이트와 발췌 조건 보존.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기능 근거: docs/architecture/01-system-mission-and-boundary.md; 03-fixed-architecture-scope.md; 05-representative-use-cases.md. 현재 비교는 04-41, 04-44, 04-45, 04-42이며 최종 A/B 선택과 실측은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하나의 대화 안에서 이어지는 다섯 장면이다. 화면의 표 설명은 VIA가 직접 응답하고, 보고서와 메일 초안의 도메인 계획 및 실제 작성은 Downstream Agent가 수행한다.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④는 메일 Agent의 질문이 사용자 정정 중 도착한 경우다. VIA는 사용자 발화가 끝난 뒤 질문을 전달하고, ‘영업팀’ 답변을 메일 업무에 연결한다. 보고서 업무는 계속 진행한다.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⑤는 정상적인 Voice 종료와 Text 전환이다. 기존 Task의 검증된 상태를 확인하는 예이며 재시작 또는 장애 복구 성공의 증거는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그림: docs/presentations_files/requirements-assets/의 기존 FR2, FR3, FR6, FR4, FR1 일러스트를 순서대로 재사용했다. 그림은 장면을 설명하는 독립 이미지 개체이고, 제목·발화·설명 및 업무 상태 표는 PowerPoint에서 편집할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로컬 VIA 및 로컬 VAD, 별도 클라우드 음성 모델과 의미 LLM이다. 모델 서비스의 임시 session과 VIA의 영속 Request/Task/실제 전달 원장을 구별한다. 모델 선정이나 제품 구현 완료를 뜻하지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경험 1: VIA의 책임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docs/architecture/01-system-mission-and-boundary.md §1.1~1.2, docs/architecture/05-representative-use-cases.md UC-03/05/06/08 및 §5.2. 사용자 2026-10-10 발표 리뷰.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삽화: builtin imagegen 생성 설명용 이미지이며 실제 제품 화면·측정 결과가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 기능 요구사항 및 제약사항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docs/presentations_files/functional-requirements-and-constraints.md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FR1 지속 대화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VIA가 요청을 처리하거나 응답하는 동안에도 사용자의 음성 또는 텍스트 입력을 받아 대화를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FR2 맥락 기반 요청 해석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 자료와 대화 맥락을 이용해 사용자 입력을 목표, 대상, 조건과 관련 업무가 식별된 요청으로 해석할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FR3 복합 요청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한 입력에 포함된 여러 요청을 사용자가 명시한 순서, 조건과 결과 의존 관계에 따라 처리할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FR4 다중 업무 상호작용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여러 업무의 질문, 진행 상황, 결과와 사용자 후속 지시를 각각 해당 업무에 연결할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FR5 업무 연속성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연결 종료, 대화 전환 또는 VIA 재시작 이후에도 기존 업무를 중복 실행 없이 확인 가능한 상태로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FR6 과거 맥락 활용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이전 대화의 정정 내용, 업무 결과와 허용된 사용자 기억을 현재 요청에 필요한 맥락으로 활용할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C1 음성과 의미 모델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VIA와 VAD는 사용자 PC에서 실행하고, 음성과 의미 해석은 별도 클라우드 모델을 Model Access를 통해 사용해야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C2 업무 실행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실제 업무 수행에 필요한 도메인 추론, 계획, 도구 선택과 실행은 Downstream Agent에 위임해야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설계 문서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[04-41 요청 의미 해결](../architecture/12-decisions/decision-packages/04-41-request-resolution-control.md)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[04-42 대화와 업무의 수명](../architecture/12-decisions/decision-packages/04-42-lifecycle-ownership.md)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[04-44 지속 대화 실행](../architecture/12-decisions/decision-packages/04-44-continuous-interaction.md)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[04-45 기억과 Context](../architecture/12-decisions/decision-packages/04-45-memory-and-context.md)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디자인 참고: 사용자 제공 조제현_09_기능요구사항및제약사항.png의 기능 요구사항 상단 표와 제약사항 하단 표. 관련 DP 열을 추가하여 한 장에 배치했다.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첫 응답 지연시간 ≤ 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응답 사건 120건 × 5회 / 실제 사건 → 첫 내용 UI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Nielsen(1993) 사고 흐름 유지 1초와 Microsoft Windows 응답성 지침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docs/architecture/12-decisions/decision-packages/qa-candidate-package/qa01-first-response-latency.md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사용자가 화면이나 과거 이력을 지칭할 때 의도한 대상 집합을 누락이나 추가 없이 정확하게 식별해야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[지칭 대상 집합 일치율 ≥ 93%]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중 지칭 판단 44건 × 5회 / 정답 대상 집합 전체 일치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ReALM-3B 화면 지칭 93.0%의 집합 완전 일치 성능 참조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docs/architecture/12-decisions/decision-packages/qa-candidate-package/qa02-referent-accuracy.md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VIA 귀속 처리시간 ≤ 5초]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Microsoft Windows Long wait 상단 5초를 VIA 자체 처리 상한으로 적용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docs/architecture/12-decisions/decision-packages/qa-candidate-package/qa03-via-processing-time.md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본 표는 최신 qa-candidate-package의 정의를 옮겼다. 실측 결과와 최종 DP 선정은 없다.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기능을 추가하거나 VIA가 주고받는 데이터 형식을 바꿀 때 수정해야 하는 Rust 모듈 수를 작게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[변경 과제당 평균 변경 Rust 모듈 수 ≤ 3개]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기능의 형식 변경 3건 + 기능 확장 3건 / 변경 모듈 수와 28개 기능 회귀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ARGO PR 145건 평균 5.4개 × 60% = 3.24개 → 3개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docs/architecture/12-decisions/decision-packages/qa-candidate-package/qa04-change-scope.md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동일한 사용자 활동을 처리하는 데 필요한 음성 / 의미 모델의 총사용 비용을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28개 묶음당 평균 총 모델 비용 ≤ $2.55]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전체 × 5회 / 초기 준비부터 후속 청구까지 총비용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같은 28개 활동의 gpt-realtime과 Luna 참조 견적 $2.54604 → $2.55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docs/architecture/12-decisions/decision-packages/qa-candidate-package/qa05-model-cost.md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삼성 노트북의 다른 앱과 함께 실행될 수 있도록 사용 중 VIA의 실제 RAM 최고량을 제한해야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 전체 RAM 관측 최고량 ≤ 512 MB]</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전체 × 5회 / Windows 11과 클라우드 모델 / 전체 VIA의 동시 RAM 최고량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PC 플랫폼 및 기술기획 측 시스템 요구사항 512 MB / 과제에서 사용자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docs/architecture/12-decisions/decision-packages/qa-candidate-package/qa06-local-memory.md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본 표는 최신 qa-candidate-package의 정의를 옮겼다. 실측 결과와 최종 DP 선정은 없다.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VIA의 공통 책임과 기존 DP44/45/42 비교 위치를 보존한다. 왼쪽 품질 목표만 최신 QA01~QA06으로 갱신했다. 기존 QA 우선순위에 연결된 선은 제거했다. Component 그림은 참조 위치이며 최종 채택안이 아니다. 모델은 현재 평가 패키지의 클라우드 조건을 따른다.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사용자는 실행 ID나 자료 경로를 지정하지 않는다. 화면 지칭, 이전 대화와 진행 업무를 섞어 말하고 일부만 정정한다. 표 대상과 보고서 업무 연결은 해석의 결과이며 입력에 정답으로 제공하지 않는다. “두 번째 표만”은 대상 범위의 정정이고 메일 발송 금지는 보존한다. VIA는 입력과 근거를 연결하고 요청·정정·기존 제약을 정리한다. 보고서 작성의 도메인 추론, 계획, 도구 선택과 실제 실행은 Downstream Agent 책임이다. 이 공통 요구 장면은 주요 DP에서 제외한 41을 복원하지 않는다. 44의 사건 연결, 45의 과거 맥락, 42의 서로 다른 수명과 새 화면·음성 지칭 문제로 이어진다.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간단한 전체 흐름을 먼저 설명한 뒤 요구사항, QA와 상세 Component 지도 순서로 확대한다. local VAD는 음성 인식 모델이 아니다. Context와 Task는 Component 이름이 아니라 데이터/개념이다. 클라우드 모델 서비스가 영속 업무 상태의 유일 원본이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근거는 docs/architecture/03-fixed-architecture-scope.md, 05-representative-use-cases.md, 04-40 공통 계약과 03-02 여섯 품질 정의다. 요구 수집 인터뷰를 수행했다는 주장을 추가하지 않는다. 원래 기능/제약과 DP 직접 영향 매핑은 다음 원본 슬라이드에 그대로 유지된다.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QA01/QA03/QA09는 서로 다른 목적과 endpoint를 가진다.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첫 응답 지연시간 ≤ 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응답 사건 120건 × 5회 / 실제 사건 → 첫 내용 UI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Nielsen(1993) 사고 흐름 유지 1초와 Microsoft Windows 응답성 지침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완결된 내용의 실제 UI 표시에서 종료한다. 오답도 실제 시간을 포함하고 미관측은 별도 표시한다.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위임 전에 대상과 수행 범위를 실제 채택했다면 수행 안내도 첫 내용으로 인정한다. 내용이 틀려도 실제 표시 시간은 그대로 포함하고 기능 오류를 별도 기록한다. 인사와 spinner, 미완결 토큰과 내부 미채택 계획은 제외한다. 0.4초에 오답이 표시되고 1.2초에 정답으로 고쳤으면 시간값은 0.4초다. 첫 내용 자체가 없으면 NOT_OBSERVED로 남기며 무한대나 timeout 대체값을 넣지 않는다. 관측분 평균을 600건 전체 평균이라고 하지 않는다. 평균 1초는 개별 요청의 1초 보장이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출처와 상세: ./qa01-first-response-latency.md / ./research-notes/qa01-latency-research.md. 최신 QA-C01-v3와 QA-C01-score-v3의 평균 규칙 적용. DP-44 B 우세는 추가 port/join 비용과 강한 A의 비동기 실행을 고려한 약한 가설이며 실측이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VIA 귀속 처리시간 ≤ 5초]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Microsoft Windows Long wait 상단 5초를 VIA 자체 처리 상한으로 적용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상태 확정과 상세 텍스트 표시 및 전체 음성 준비까지다. 오답도 실제 시간을 포함하고 미관측은 별도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QA-C03-v3와 QA-C03-score-v3를 적용한다. 380개 목표의 실제 인과 경로에서 외부 업무와 사용자 대기/발화 및 순수 청취/재생 차례 duration을 0으로 바꾸고 가장 긴 의존 경로를 구한 뒤 모든 목표의 산술평균을 계산한다. 병렬 작업은 늦게 끝나는 경로를 따르며 단순한 전체 시간 차감과 다르다. 시작은 최초 사용자 입력 종료 또는 제출이다. 상태 확정과 필요한 Agent 사실 확인, 전체 상세 텍스트 실제 표시 및 전체 음성 요약 준비를 종료 단계로 한다. 정답 여부는 시간 종료 조건이 아니다. 오답이나 잘못된 상태 종료도 실제 수행 시간을 포함하고 오류는 별도 판정한다. 처리가 끝나지 않으면 NOT_OBSERVED로 남기며 +∞, timeout 대체값 또는 강제 0점을 넣지 않는다. 관측분 평균을 전체 380건 평균이라고 하지 않는다. 평균 5초는 모든 개별 목표의 상한이 아니다. cloud 모델과 내부 queue 및 연결 프로토콜은 VIA 시간에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./qa03-via-processing-time.md / ./research-notes/qa03-duration-research.md. DP-42 A의 공동 확정은 서비스 간 확인과 전달의 의존 경로가 짧다는 구조 가설이며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채택한 응답의 음성 요약을 사용자가 들을 수 있는 시간에 신속하게 전달해야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음성 전달 지연 ≤ 500ms]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중 의무 음성 109건 × 5회 / 채택 → 실제 재생의 가능 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요약 준비 200ms + 첫 음성 생성 200ms + 출력 100ms = 전달 예산 제안 500ms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발화와 앞선 음성의 차례 대기는 제외한다. 요약과 TTS 및 내부 대기는 포함하며 필수 음성 누락은 전체 0점이다.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첫 음성 데이터 준비와 실제 장치 출력은 다르다. WASAPI loopback만 관측하면 software proxy이고 실제 audible endpoint에는 보정한 acoustic 또는 analog 관측이 필요하다. 재생 가능한 누적 5초까지 필수 음성이 없으면 해당 지연을 `+∞`로 기록하고 전체 QA09를 0점으로 판정한다. 실패를 분모에서 빼거나 빠른 사례와 평균내 숨기지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[재생 가능 시간의 정의와 점수 및 실제 출력 관측](./qa09-audio-delivery-lag.md). 음성 전달 예산의 외부 수치 보강은 이번 핵심 여섯 QA 조사 범위에 포함되지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**현재 DP의 양안은 같은 음성 출력 경계를 사용할 수 있으므로 필수 검증으로 유지하고 차이 축을 억지로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실측이 아니다.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기능의 차이가 아닌 구조의 차이로 품질에 영향을 주는 경로를 설명한다. 표가 모든 QA에서 실제 성능 차이가 발생함을 뜻하지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B의 의미 제안은 Input Resolution Stage/Request Controller에서 채택한다. 채택 의미 또는 유효 Notice로 응답 후보를 만들고 게시 조건과 Join한다. A의 중앙 완료 회수와 B의 단계별 진행을 비교하며 두 방안 모두 비동기 병렬 실행이 가능하다. QA02는 동일 지칭 결과의 공통 검증이다.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A는 현재 Query에 맞춰 원본 근거를 조합하고 B는 공통 관계를 생산하여 별도 Repository와 Coverage를 관리한다. 원본 owner와 권한 및 개정 확인은 양안 공통이다. QA02는 대상 집합 전체의 일치를 평가한다.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A는 모듈형 Core에서 대화와 업무의 관련 로컬 상태를 함께 확정한다. B는 독립 상태 owner 사이에 명령과 접수 확인 및 재확인 비용이 발생한다. 논리 수명 분리는 양안 공통이며 B가 자동으로 의미 정확도나 변경 범위를 개선하지 않는다. 내부 접수와 외부 Agent 실행 확인은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기능과 공통 외부 조건은 유지하고 최신 QA 순서를 반영한다. Architecture 최종 선정이나 실제 성능 결론을 뜻하지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각 QA의 정의, 목표 수치와 출처, 계산 예시 및 등급을 Appendix에 제공한다. PoC 실행과 A/B 최종 선정은 별도 작업이다.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설명용 사건 순서이며 간격과 선 길이는 측정 시간이 아니다. 보고서 설명 중 정정, 별도 메일 업무의 수신자 질문, 정정 전 응답 후보의 늦은 준비를 함께 보여준다. 발화 시작 때 로컬 음성 중단과 지속 입력은 공통 기능이다. 음성 중단은 업무 취소 완료가 아니다. 질문은 해당 업무와 연결하고 실제 제시 확인 뒤에 답변 focus의 근거로 쓴다. 도착·후보 준비·게시 허용·실제 전달은 다르다. 고정 전달 우선순위나 특정 A/B의 실행 조직을 선택하지 않는다. 강한 A의 비동기 실행과 B의 Window/Join 비용, 현재성 및 권한 검사 계약은 기존 비교에 남는다.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기존 C20/P20, T21/D21@v2, T22/D22@v1 사례를 쉬운 말로 표현한다. 직접 설명은 Task 없는 응답일 수 있고 제품 비교와 견적은 서로 다른 Agent의 확인된 결과다. 생성 원문과 실제 표시·재생 범위, 결과 본문과 허용 참조는 다르다. 정정과 삭제는 사용 가능한 근거를 바꾼다. 현재 의미·Task 연결의 제안/채택은 기존 owner에 남는다. 자료 분석·기준 적용·제안서 작성은 Downstream Agent 책임이다. 원본 수정·삭제와 현재 권한 및 실제 전달 확인은 양안 공통 요구다. A의 선별·요약·색인·cache와 B의 갱신 택틱을 다음 기본 구조 페이지에서 분리하며 기존 MAIN은 유지한다.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위임 Request 처리 종료는 외부 Agent의 접수 확인 뒤이며 실제 보고서 완료와 다르다. 진행 확인은 별도 Request이고 새 작성 실행을 시작하지 않는다. Voice를 끄는 동안에도 대화 기록·Task·외부 실행·질문은 남는다. 질문은 답변/만료를 기다린다. 재연결 후 유효 질문에 답하고 최초 작성이 완료된 뒤, 결론 수정의 새 실행을 같은 업무에 연결할 수 있다. 선은 설명용 순서이며 측정 시간이나 자동 실행 조건이 아니다. 대화·Request·Task·Execution·질문은 개념과 상태이며 Component/process가 아니다. 강한 A도 논리 수명 분리, 비동기 실행과 background Core를 허용한다. 다른 논리 수명만으로 B의 서비스 분리 필요성이나 우위가 성립하지 않는다. 부모 세션의 B 강화와 기존 MAIN은 변경하지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V8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기존 45 A/B의 기본을 먼저 설명하는 추가 페이지다. A는 원본 owner의 읽기를 현재 요청에서 조합한다. 요약·색인·관계 cache와 부분 갱신을 허용하며 모든 이력을 재처리하지 않는다. B는 생산자가 유지하는 공통 과거 관계의 조회 계약에 정상 요청이 의존한다. 선택적 cache만으로 B가 되지 않는다. 상자는 기능/데이터 설명이며 새 Component/배치가 아니다. 수정·삭제·권한 철회와 실제 전달 범위는 공통 요구다. B의 미생산·표현 밖·접근 불가, 생산 후 재조회와 명시적 B+ 원본 조합 우회는 기존 계약과 비용을 따른다. 택틱은 기본 구조와 별도로 비교한다. A/B 미선정이며 구현이나 수치 우세를 주장하지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V8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새 주제의 공통 문제이며 DP 번호와 A/B 미정이다. 46의 A/B나 32의 제외된 소유권 비교를 계승하지 않는다. 첫 문서 표를 가리키며 “이 표와”라고 하고 다른 문서로 옮겨 “저 표를 비교해줘”라고 한다. 전사 도착 때 첫 표는 사라졌거나 pointer가 벗어났을 수 있다. “아니, 여기”는 둘째 지칭을 아래 표로 정정하는 사례다. 실제 발화 시간과 오차, 당시 화면/문서 identity, pointer 경로와 선택 범위가 근거다. 시간 겹침은 후보 근거이며 의도 확정이 아니다. 정보 누락/우연한 이동은 확인이 필요할 수 있다. 사전 선택도 고정 UC이며 상시 수집·새 helper·시선 추적은 전제하지 않는다. 저장·생산·분해 기제는 부모 세션의 대안 탐색에 남는다.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첫 응답 지연시간 ≤ 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응답 사건 120건 × 5회 / 실제 사건 → 첫 내용 UI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Nielsen(1993) 사고 흐름 유지 1초와 Microsoft Windows 응답성 지침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Nielsen은 사고 흐름을 유지하는 UI 반응 기준을 약 1초로 설명한다.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Windows 지침도 0.5~1초를 응답성이 유지되는 구간으로 분류한다.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첫 내용 표시의 평균에 1초 목표를 적용한다.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 = 600개 첫 내용 응답 지연의 합계 / 600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시작: 실제 발화 종료 / Text 제출 / Agent source 최초 제공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완결된 내용의 실제 UI 표시에서 종료한다. 오답도 실제 시간을 포함하고 미관측은 별도 표시한다.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사건의 지연은 0.8초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가상 관측 0.8 / 0.6 / 1.0 / 0.8초의 평균 0.8초 = 2점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1초는 목표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0.2초는 최고 개선 등급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(1.00 − 0.20) / 5 = 0.16초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Nielsen(1993) Response Times / Microsoft Windows responsiveness. 평균 집계는 과제 기준이며 개별 1초를 보장하지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위임 전에 대상과 수행 범위를 실제 채택했다면 수행 안내도 첫 내용으로 인정한다. 내용이 틀려도 실제 표시 시간은 그대로 포함하고 기능 오류를 별도 기록한다. 인사와 spinner, 미완결 토큰과 내부 미채택 계획은 제외한다. 0.4초에 오답이 표시되고 1.2초에 정답으로 고쳤으면 시간값은 0.4초다. 첫 내용 자체가 없으면 NOT_OBSERVED로 남기며 무한대나 timeout 대체값을 넣지 않는다. 관측분 평균을 600건 전체 평균이라고 하지 않는다. 평균 1초는 개별 요청의 1초 보장이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출처와 상세: ./qa01-first-response-latency.md / ./research-notes/qa01-latency-research.md. 최신 QA-C01-v3와 QA-C01-score-v3의 평균 규칙 적용. DP-44 B 우세는 추가 port/join 비용과 강한 A의 비동기 실행을 고려한 약한 가설이며 실측이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https://github.com/cbyche/via-sw-architecture/blob/main/docs/architecture/12-decisions/decision-packages/qa-candidate-package/qa01-first-response-latency.md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[Nielsen 1993](https://www.nngroup.com/articles/response-times-3-important-limits/) / [Microsoft Windows responsiveness](https://learn.microsoft.com/en-us/windows/apps/develop/performance/responsive).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https://www.nngroup.com/articles/response-times-3-important-limits/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https://learn.microsoft.com/en-us/windows/apps/develop/performance/responsive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https://www.cs.umd.edu/~ben/papers/Shneiderman1984Response.pdf</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https://arxiv.org/html/2507.22352v1</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사용자가 화면이나 과거 이력을 지칭할 때 의도한 대상 집합을 누락이나 추가 없이 정확하게 식별해야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[지칭 대상 집합 일치율 ≥ 93%]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중 지칭 판단 44건 × 5회 / 정답 대상 집합 전체 일치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ReALM-3B 화면 지칭 93.0%의 집합 완전 일치 성능 참조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Apple ReALM은 화면과 대화의 지칭 대상을 집합 완전 일치로 평가한다.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ReALM-3B의 화면 결과 93.0%를 VIA의 기술 참조 목표로 채택한다.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원본과 범위 및 필요한 버전까지 대상 집합 전체가 같아야 성공이다.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 전체 대상 집합이 일치한 판정 수 / 220 × 100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지칭 판단 44개 × 5회 = 220개 판정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표현과 입력 revision별 첫 채택 집합을 판정한다. 사후 정정으로 오답을 지우지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220회 중 205회 일치 = 93.18% = 1점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220회 모두 일치하면 100% = 6점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93%는 기술 참조 목표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100%는 평가 표본의 오류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(100 − 93) / 5 = 1.4%p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ReALM, SIGDIAL 2024 §3 및 Table 3. 후보가 주어지는 연구이며 VIA 전체의 실증 결과는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화면과 대화의 지칭을 해석하고 전체 대상 집합이 같아야 성공이라는 공통점을 먼저 설명한다. 단 ReALM은 질의별 집합이고 VIA는 표현별 집합과 revision이므로 평가 단위와 처리 범위는 다르다. 화면 최고 성능 93.0%를 두 DP의 기술 참조 최소 목표로 선택했다. ReALM의 대화 97.9%와 평균내지 않는다. 후보 수집과 과거 원본 검색 및 범위와 버전의 처리가 VIA에서는 더 넓으므로 관련 연구의 성능을 적용한 요구이지 동일 시험의 비열등성 증거가 아니다. 마우스 연구와 근거 없는 downstream 복구율은 사용하지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[정의와 점수 및 DP 예상](https://github.com/cbyche/via-sw-architecture/blob/main/docs/architecture/12-decisions/decision-packages/qa-candidate-package/qa02-referent-accuracy.md) / [연구 과제 조건과 통계 한계 및 잘못된 복구 산식](https://github.com/cbyche/via-sw-architecture/blob/main/docs/architecture/12-decisions/decision-packages/qa-candidate-package/research-notes/qa02-accuracy-research.md).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**DP-47과 DP-45는 현재 화면과 과거 자료에서 같은 대상 집합을 고르는 문제를 다루므로 같은 성공 판정을 적용한다.** 공통 적용 자체는 양안 차이의 증거가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판정 경계: 동일 표현과 입력 revision의 첫 채택 집합을 판정한다. 사용자에게 표시하거나 업무에 전달한 오답을 사후 정정으로 지우지 않는다. 입력 종료 후 30초 내 미채택과 불필요한 확인도 실패다. 실제로 모호한 입력 4건은 사전 제외하며 확인 질문 기능으로 검증한다.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https://github.com/cbyche/via-sw-architecture/blob/main/docs/architecture/12-decisions/decision-packages/qa-candidate-package/qa02-referent-accuracy.md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[Apple ReALM, SIGDIAL 2024 §3과 Table 3](https://aclanthology.org/2024.sigdial-1.5.pdf).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https://aclanthology.org/2024.sigdial-1.5.pdf</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https://www.nist.gov/publications/confirming-performance-threshold-binary-experimental-response</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VIA 귀속 처리시간 ≤ 5초]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Microsoft Windows Long wait 상단 5초를 VIA 자체 처리 상한으로 적용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Windows는 Long wait를 2~5초와 Captive를 5~10초로 구분한다.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긴 대기의 경계인 5초를 VIA 자체 처리의 평균 목표로 적용한다.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안내 이후 처리도 포함하며 외부 업무의 총 대기는 별도로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t = 380개 목표의 VIA 귀속 완료 경로 시간 합계 / 380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외부 업무와 사용자 대기/발화 및 순수 청취/차례 대기는 0초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상태 확정과 상세 텍스트 표시 및 전체 음성 준비까지다. 오답도 실제 시간을 포함하고 미관측은 별도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가상 두 목표의 귀속시간 4.8초와 3.2초의 평균 4.0초 = 2점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병렬 처리이므로 실제 9.8초에서 외부 8초를 단순 차감하지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5초는 목표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1초는 최고 개선 등급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(5 − 1) / 5 = 0.8초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Microsoft Windows responsiveness. VIA 모델 호출과 네트워크 및 내부 대기는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QA-C03-v3와 QA-C03-score-v3를 적용한다. 380개 목표의 실제 인과 경로에서 외부 업무와 사용자 대기/발화 및 순수 청취/재생 차례 duration을 0으로 바꾸고 가장 긴 의존 경로를 구한 뒤 모든 목표의 산술평균을 계산한다. 병렬 작업은 늦게 끝나는 경로를 따르며 단순한 전체 시간 차감과 다르다. 시작은 최초 사용자 입력 종료 또는 제출이다. 상태 확정과 필요한 Agent 사실 확인, 전체 상세 텍스트 실제 표시 및 전체 음성 요약 준비를 종료 단계로 한다. 정답 여부는 시간 종료 조건이 아니다. 오답이나 잘못된 상태 종료도 실제 수행 시간을 포함하고 오류는 별도 판정한다. 처리가 끝나지 않으면 NOT_OBSERVED로 남기며 +∞, timeout 대체값 또는 강제 0점을 넣지 않는다. 관측분 평균을 전체 380건 평균이라고 하지 않는다. 평균 5초는 모든 개별 목표의 상한이 아니다. cloud 모델과 내부 queue 및 연결 프로토콜은 VIA 시간에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./qa03-via-processing-time.md / ./research-notes/qa03-duration-research.md. DP-42 A의 공동 확정은 서비스 간 확인과 전달의 의존 경로가 짧다는 구조 가설이며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https://github.com/cbyche/via-sw-architecture/blob/main/docs/architecture/12-decisions/decision-packages/qa-candidate-package/qa03-via-processing-time.md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[Microsoft Windows responsiveness](https://learn.microsoft.com/en-us/windows/apps/develop/performance/responsive).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https://learn.microsoft.com/en-us/windows/apps/develop/performance/responsive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https://www.nngroup.com/articles/response-times-3-important-limits/</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기능을 추가하거나 VIA가 주고받는 데이터 형식을 바꿀 때 수정해야 하는 Rust 모듈 수를 작게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[변경 과제당 평균 변경 Rust 모듈 수 ≤ 3개]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기능의 형식 변경 3건 + 기능 확장 3건 / 변경 모듈 수와 28개 기능 회귀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ARGO PR 145건 평균 5.4개 × 60% = 3.24개 → 3개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ARGO의 기능 추가와 데이터 형식 변경 PR 145건에서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수정 모듈 수는 5.4개다. 사용자 제공 집계에 40% 개선을 적용한다.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5.4 × 60% = 3.24개보다 엄격한 평균 3개를 목표로 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x = (C01 변경 모듈 수 + … + C06 변경 모듈 수) /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모듈 식별: package / crate target / 완전한 Rust mod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같은 시작 코드에서 6개 변경을 독립 수행한다. 파일 수와 모듈 수는 다르며 실제 변경된 운영 모듈을 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 + 2 + 3 + 4 + 3 + 4) / 6 = 평균 3개 = 1점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5.4개 대비 44.4% 감소로 40% 개선 요구를 충족한다.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3개는 목표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1개는 변경을 한 모듈에 모은 수준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(3 − 1) / 5 = 0.4개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제공 ARGO PR 145건 집계와 40% 개선 요구. 원본 PR과 동일 모듈 기준의 감사는 별도다.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파일 수와 module 수는 다르다. prompt와 schema 및 설정 변경도 담당 운영 모듈에 귀속하고 테스트 전용 변경은 제외한다. 부모 모듈은 실제 수정됐을 때만 센다. AI 코딩 병행 수정의 부담은 사용자 경험에서 나온 요구이고 모듈 수는 변경 파급의 구조 지표다. 이 값만으로 전체 개발시간이나 충돌 건수를 증명하지 않는다. “형식 변경은 1개와 기능 확장은 5개”라는 이전 가정은 사용하지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[모듈 정의와 변경 과제 및 점수표](https://github.com/cbyche/via-sw-architecture/blob/main/docs/architecture/12-decisions/decision-packages/qa-candidate-package/qa04-change-scope.md) / [조사 근거와 Rust 설명](https://github.com/cbyche/via-sw-architecture/blob/main/docs/architecture/12-decisions/decision-packages/qa-candidate-package/research-notes/qa04-change-research.md) / [ARGO 수치와 계산](https://github.com/cbyche/via-sw-architecture/blob/main/docs/architecture/12-decisions/decision-packages/qa-candidate-package/targets-source-qa04-argo.md) / [모듈 계수 예시](https://github.com/cbyche/via-sw-architecture/blob/main/docs/architecture/12-decisions/decision-packages/qa-candidate-package/targets-source-qa04.md).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**DP-45 A는 필요한 과거 관계를 조회할 때 구성하므로 새 관계를 추가할 때 생산과 저장 및 재게시 계약까지 바꿀 필요가 적다.** 실제 diff 확인 전 가설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https://github.com/cbyche/via-sw-architecture/blob/main/docs/architecture/12-decisions/decision-packages/qa-candidate-package/qa04-change-scope.md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[사용자 제공 ARGO 집계와 적용 조건](https://github.com/cbyche/via-sw-architecture/blob/main/docs/architecture/12-decisions/decision-packages/qa-candidate-package/targets-source-qa04-argo.md) / [Rust 모듈 정의와 계수 예시](https://github.com/cbyche/via-sw-architecture/blob/main/docs/architecture/12-decisions/decision-packages/qa-candidate-package/targets-source-qa04.md).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https://doc.rust-lang.org/reference/items/modules.html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https://doc.rust-lang.org/book/ch07-01-packages-and-crates.html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https://www.sei.cmu.edu/documents/689/2002_005_001_14063.pdf</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https://storage.googleapis.com/gweb-research2023-media/pubtools/4476.pdf</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https://www.sciencedirect.com/science/article/pii/S095058492030001X</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동일한 사용자 활동을 처리하는 데 필요한 음성 / 의미 모델의 총사용 비용을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28개 묶음당 평균 총 모델 비용 ≤ $2.55]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전체 × 5회 / 초기 준비부터 후속 청구까지 총비용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같은 28개 활동의 gpt-realtime과 Luna 참조 견적 $2.54604 → $2.55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28개 활동을 제공하는 API 참조 구성의 비용을 상한으로 삼는다.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gpt-realtime $2.04632 + Luna $0.49972 = $2.54604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센트 단위로 올린 $2.55를 묶음당 모델 비용 목표로 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 = 28개 전체 묶음 총비용 5개의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준비와 갱신 및 재시도와 폐기 후 청구까지 포함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평가 단위는 요청 한 건이나 월 구독료가 아닌 같은 28개 전체 묶음이다. 모든 실제 청구 bucket을 합산한다.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한 묶음 $1.80, 5회가 모두 같다면 평균 $1.80 = 3점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실제 후보의 호출 수와 출력량을 참조 견적에 맞춰 강제하지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$2.550은 목표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$1.275는 예산의 절반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(2.550 − 1.275) / 5 = $0.255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2026-10-14 공식 API 요금과 COMMON-28-v1 참조 견적. 견적의 기능 동등성과 실제 청구는 검증 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월 $20와 20근무일 및 하루 40요청 가정은 폐기했다. 28개는 공통 대표 시나리오 묶음이다. 입력량과 추론 포함 출력량은 각 사건의 견적 규격이다. 실제 후보의 호출 수와 출력량을 강제하지 않는다. 추론과 음성 및 cache의 실제 청구 bucket을 사용한다. 가격은 확보했지만 필요한 정보를 담은 payload와 기능 달성을 검증하지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추가 노트:** Realtime 190개 Response는 매번 명시적 입력을 지정한다. 원본 맥락은 Luna에 제공한다. 음성은 481초 입력과 545초 생성 출력으로 견적을 냈고 음성과 함께 생성되는 텍스트도 포함한다. 음성 토큰 환산은 근사치이며 실제 청구는 provider usage로 확인한다.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[활동과 원장 및 점수표](https://github.com/cbyche/via-sw-architecture/blob/main/docs/architecture/12-decisions/decision-packages/qa-candidate-package/qa05-model-cost.md) / [공식 단가와 수정된 견적 및 누락 방지 항목](https://github.com/cbyche/via-sw-architecture/blob/main/docs/architecture/12-decisions/decision-packages/qa-candidate-package/research-notes/qa05-cost-research.md).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**DP-47 A는 필요한 원본을 한 판단 경로에서 처리하므로 후보별 생산과 결합의 추가 모델 사용을 줄일 수 있다.** code producer와 cache를 허용한 상태에서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https://github.com/cbyche/via-sw-architecture/blob/main/docs/architecture/12-decisions/decision-packages/qa-candidate-package/qa05-model-cost.md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[공통 활동 원장과 API 참조 견적](https://github.com/cbyche/via-sw-architecture/blob/main/docs/architecture/12-decisions/decision-packages/qa-candidate-package/common-model-cost-quote.md) / [2026-10-14 공식 가격 출처 기록](https://github.com/cbyche/via-sw-architecture/blob/main/docs/architecture/12-decisions/decision-packages/qa-candidate-package/research-notes/qa05-cost-research.md).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https://console.groq.com/docs/models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https://console.groq.com/docs/billing-faqs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https://developers.openai.com/api/docs/models/gpt-realtime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https://developers.openai.com/api/docs/guides/voice-latency-cost?voice-api=realtime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https://developers.openai.com/api/docs/models/gpt-5.6-luna</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https://developers.openai.com/api/docs/guides/images-vision</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삼성 노트북의 다른 앱과 함께 실행될 수 있도록 사용 중 VIA의 실제 RAM 최고량을 제한해야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 전체 RAM 관측 최고량 ≤ 512 MB]</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전체 × 5회 / Windows 11과 클라우드 모델 / 전체 VIA의 동시 RAM 최고량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PC 플랫폼 및 기술기획 측 시스템 요구사항 512 MB / 과제에서 사용자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PC 플랫폼 및 기술기획 측 시스템 요구사항으로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탑재 VIA의 최대 RAM 사용량을 512 MB 이하로 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사용자의 다른 앱과 함께 실행할 때 VIA의 RAM 부담을 제한한다.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M = 5회 전체 관측의 동시 VIA RAM 최고 바이트 / 1,000,000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512 MB = 512,000,000바이트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앱 시작과 준비부터 후속 종료까지 전체 VIA를 관측한다. 공유 페이지는 한 번만 세며 개별 프로세스 피크를 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5회 전체에서도 400 MB가 최고라면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358.4 &lt; 400 ≤ 409.6이므로 3점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512 MB는 시스템 요구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256 MB는 예산의 절반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(512 − 256) / 5 = 51.2 MB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SR-PC-MEM-01. 2026-10-15 사용자가 과제의 시스템 요구사항으로 지정. Windows 전체 RAM 계측은 검증 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512 MB는 512,000,000바이트이며 488.28125 MiB다. 사용자 지시로 과제에 지정한 시스템 요구사항이고 실제 삼성 내부 승인 문서를 별도로 확인한 것은 아니다. 이전 512MiB 참조와 RAM-v1의 철회 이력은 유지한다. Windows 전체 RAM 계측은 공유 페이지와 그래픽 버퍼의 귀속 및 표본 누락을 검증해야 한다. 전용 RAM만 측정한 값을 전체 RAM으로 채점하지 않는다. 현재 대상은 클라우드 모델 조건이며 로컬 모델을 쓰면 가중치와 실행 상태도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[QA06 정의와 전체 집계 및 실패 규칙](https://github.com/cbyche/via-sw-architecture/blob/main/docs/architecture/12-decisions/decision-packages/qa-candidate-package/qa06-local-memory.md) / [요구사항 출처](https://github.com/cbyche/via-sw-architecture/blob/main/docs/architecture/12-decisions/decision-packages/qa-candidate-package/targets-source-qa06-platform.md) / [공개 조사 원형과 도구의 한계](https://github.com/cbyche/via-sw-architecture/blob/main/docs/architecture/12-decisions/decision-packages/qa-candidate-package/research-notes/qa06-memory-research.md).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**DP-42 A는 한 Core에서 상태를 연결하므로 서비스별 실행 공간과 전달용 사본의 추가 부담이 적을 수 있다.** 실제 상주량 차이 확인 필요</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https://github.com/cbyche/via-sw-architecture/blob/main/docs/architecture/12-decisions/decision-packages/qa-candidate-package/qa06-local-memory.md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[SR-PC-MEM-01 사용자 지정 시스템 요구사항](https://github.com/cbyche/via-sw-architecture/blob/main/docs/architecture/12-decisions/decision-packages/qa-candidate-package/targets-source-qa06-platform.md) / [Windows 계측 범위와 조사 이력](https://github.com/cbyche/via-sw-architecture/blob/main/docs/architecture/12-decisions/decision-packages/qa-candidate-package/research-notes/qa06-memory-research.md). 공개 조사 확인일 2026-10-14 / QA06 요구 지정일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https://learn.microsoft.com/en-us/windows/win32/memory/working-set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https://learn.microsoft.com/en-us/windows/win32/api/psapi/ns-psapi-process_memory_counters_ex</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https://learn.microsoft.com/en-us/windows-hardware/test/wpt/memory-footprint-optimization-exercise-1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https://learn.microsoft.com/en-us/windows-hardware/test/wpt/wpa-reference-set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https://www.samsung.com/in/computers/galaxy-book/galaxy-book6-ultra-ultra-7-32gb-1tb-np960ujh-xg3in/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https://www.samsung.com/us/computers/galaxy-book/galaxy-book6/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https://news.samsung.com/us/samsung-expands-galaxy-book6-lineup-making-galaxy-book-more-accessible/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https://learn.microsoft.com/en-us/windows/apps/develop/performance/planning-measuring-performance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https://learn.microsoft.com/en-us/windows-hardware/test/assessments/results-for-the-memory-footprint-assessment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https://support.microsoft.com/en-us/microsoft-365-copilot/access-microsoft-365-copilot-on-windows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https://support.microsoft.com/en-us/microsoft-365-copilot/get-started-vision-microsoft-365-copilot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https://help.openai.com/en/articles/9982051-using-the-chatgpt-windows-app</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https://news.samsung.com/global/new-galaxy-book2-pro-series-enables-work-from-anywhere-flexibility-with-peace-of-mind-security</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다른 업무의 사건을 함께 처리할 때 현재 사용자 요청의 첫 응답에 추가되는 지연을 작게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부하 추가 지연 ≤ 200ms]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S05/S11/S18/S19 / 부하 유무별 5회 / 평균 지연 증가분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첫 응답 1,000ms − 단일 요청 처리 800ms = 간섭 예산 제안 200ms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응답 1,000ms 중 단일 요청에 800ms를 배정한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설계 예산에서 동시 업무 간섭에 200ms를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대화에 추가된 지연을 QA01의 절대 지연과 구분해 진단한다.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x = 4개 사례의 max(0, 부하 평균 − 무부하 평균)의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S05/S11/S18/S19의 첫 요청 / 조건별 5회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부하 조건의 미응답이나 BG 사건 유실은 0점이다. 무부하 기준도 실패하면 우열 판정 불가로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네 사례의 차이가 모두 150ms라면 x = 150ms = 2점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QA01의 절대 지연과 함께 확인하며 서로 상쇄하지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200ms는 간섭 예산 제안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200~100ms는 50ms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100ms 이하는 25ms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QA01에서 분리한 설계 예산 제안. 200ms는 외부 연구가 정한 보편적 임계값이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**실패 판정:** 부하 있음의 필수 응답이 제한시간 내 없거나 BG 사건이 유실되면 0점이다. 부하 없음도 실패하면 우열 판정 불가로 남긴다. 미응답끼리 지연 차이를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원래 느린 시스템이 추가 지연은 작을 수 있다. QA01의 절대 지연과 함께 보며 서로 상쇄하지 않는다. QA01은 전체 사건의 평균이고 QA07은 네 부하 대조 사례의 평균 차이다. 800+200 배분만으로 전체 QA01 평균 1초 달성을 보장하지 않는다. 이번 핵심 여섯 QA의 외부 수치 재조사와 같은 수준의 목표 검증으로 소개하지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[정의와 산식 및 점수와 원출처](https://github.com/cbyche/via-sw-architecture/blob/main/docs/architecture/12-decisions/decision-packages/qa-candidate-package/qa07-load-interference.md). 기존 설계 예산을 유지한 진단 카드다.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**DP-44와 DP-42의 양안 모두 비동기 처리가 가능하므로 서비스 분리만으로 부하 간섭이 줄어든다고 보지 않는다.** 현재 동점 예상</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https://github.com/cbyche/via-sw-architecture/blob/main/docs/architecture/12-decisions/decision-packages/qa-candidate-package/qa07-load-interference.md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[QA07의 설계 예산과 부하 대조 계약](https://github.com/cbyche/via-sw-architecture/blob/main/docs/architecture/12-decisions/decision-packages/qa-candidate-package/qa07-load-interference.md).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https://sre.google/sre-book/handling-overload/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https://tokio.rs/blog/2020-04-preemption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https://docs.rs/tokio/latest/tokio/task/fn.spawn_blocking.html</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독립적인 두 기능 변경을 병행할 때 양쪽에서 함께 수정해야 하는 모듈의 범위를 작게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[변경 쌍당 평균 공통 수정 모듈 수 ≤ 1개]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QA04의 같은 변경 6건으로 구성한 독립 6쌍 / 수정 모듈 교집합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공통 계약 / 연결부의 조정을 변경 쌍당 평균 1개로 제한하는 협업 예산 제안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독립 변경을 병행할 때 공통 수정 영역을 평균 한 모듈 이내로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제한하는 협업 예산이다. AI 코딩 병행 개발의 조율 부담을 다룬다.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QA04의 한 변경 범위와 달리 두 변경이 함께 수정하는 영역을 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x = 6개 변경 쌍의 공통 수정 Rust 모듈 수 합계 /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같은 시작 코드에서 독립한 두 변경의 모듈 집합 교집합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QA04의 같은 C01~06으로 사전 지정한 6쌍을 평가한다. 변경 미완료를 공통 수정 0개로 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 + 0 + 1 + 0 + 0 + 1) / 6 = 0.5개 = 3점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실제 Git 충돌 횟수나 개발시간 절감률을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1개/쌍은 협업 예산 제안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중복 0개는 6점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6쌍의 계수 해상도인 1/6개로 구분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사용자 제기 AI 코딩 병행 수정 부담과 Rust 모듈 정의. 평균 1개는 실제 팀 합의가 아닌 협업 예산 제안이다.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두 변경의 수정 모듈 수가 같아도 교집합은 다를 수 있다. 다만 같은 모듈을 수정했다고 실제 Git 충돌이 반드시 생기지는 않는다. 반대로 다른 모듈의 수정도 의미 충돌을 만들 수 있다. 따라서 충돌 건수나 작업 시간 절감률로 이름을 바꾸지 않는다. QA04와 함께 핵심 QA에 넣을 때 중복 평가 여부를 검토한다.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[교집합 정의와 변경 쌍 및 점수](https://github.com/cbyche/via-sw-architecture/blob/main/docs/architecture/12-decisions/decision-packages/qa-candidate-package/qa08-parallel-change-overlap.md) / [변경 파급과 협업 연구](https://github.com/cbyche/via-sw-architecture/blob/main/docs/architecture/12-decisions/decision-packages/qa-candidate-package/research-notes/qa04-change-research.md).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**DP-45 A는 요청별 가공을 국소화할 수 있어 공통 생산과 조회 계약을 함께 바꾸는 중복이 적을 수 있다.** 약한 가설이며 다른 주요 연결은 동점 예상</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https://github.com/cbyche/via-sw-architecture/blob/main/docs/architecture/12-decisions/decision-packages/qa-candidate-package/qa08-parallel-change-overlap.md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[QA08 변경 쌍과 교집합 계약](https://github.com/cbyche/via-sw-architecture/blob/main/docs/architecture/12-decisions/decision-packages/qa-candidate-package/qa08-parallel-change-overlap.md) / [사용자 협업 요구와 Rust 계수 근거](https://github.com/cbyche/via-sw-architecture/blob/main/docs/architecture/12-decisions/decision-packages/qa-candidate-package/research-notes/qa04-change-research.md).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https://doc.rust-lang.org/reference/items/modules.html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https://docs.github.com/en/pull-requests/reference/merge-conflicts</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채택한 응답의 음성 요약을 사용자가 들을 수 있는 시간에 신속하게 전달해야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음성 전달 지연 ≤ 500ms]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중 의무 음성 109건 × 5회 / 채택 → 실제 재생의 가능 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요약 준비 200ms + 첫 음성 생성 200ms + 출력 100ms = 전달 예산 제안 500ms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텍스트를 먼저 보여주고 음성은 사용자가 들을 수 있을 때 전달한다.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요약 200ms + 첫 음성 생성 200ms + 출력 100ms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합계 500ms를 추가 음성 전달의 설계 예산으로 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x = 545개 음성의 재생 가능 시간 누적값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응답 내용 채택부터 실제 첫 요약 음성까지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발화와 앞선 음성의 차례 대기는 제외한다. 요약과 TTS 및 내부 대기는 포함하며 필수 음성 누락은 전체 0점이다.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0.7~2.0초가 사용자 발화로 차단됐다면 이 사건은 300ms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모든 사건의 평균도 300ms라면 3점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500ms는 전달 예산 제안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500~200ms는 100ms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200ms 이하는 50ms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요약과 음성 생성 및 출력의 설계 예산 제안. 실제 소리 관측과 software proxy는 구별한다.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첫 음성 데이터 준비와 실제 장치 출력은 다르다. WASAPI loopback만 관측하면 software proxy이고 실제 audible endpoint에는 보정한 acoustic 또는 analog 관측이 필요하다. 재생 가능한 누적 5초까지 필수 음성이 없으면 해당 지연을 `+∞`로 기록하고 전체 QA09를 0점으로 판정한다. 실패를 분모에서 빼거나 빠른 사례와 평균내 숨기지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[재생 가능 시간의 정의와 점수 및 실제 출력 관측](https://github.com/cbyche/via-sw-architecture/blob/main/docs/architecture/12-decisions/decision-packages/qa-candidate-package/qa09-audio-delivery-lag.md). 음성 전달 예산의 외부 수치 보강은 이번 핵심 여섯 QA 조사 범위에 포함되지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**현재 DP의 양안은 같은 음성 출력 경계를 사용할 수 있으므로 필수 검증으로 유지하고 차이 축을 억지로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https://github.com/cbyche/via-sw-architecture/blob/main/docs/architecture/12-decisions/decision-packages/qa-candidate-package/qa09-audio-delivery-lag.md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[QA09 실제 출력 경계와 설계 예산](https://github.com/cbyche/via-sw-architecture/blob/main/docs/architecture/12-decisions/decision-packages/qa-candidate-package/qa09-audio-delivery-lag.md).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https://learn.microsoft.com/en-us/windows-hardware/drivers/audio/low-latency-audio</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https://learn.microsoft.com/en-us/windows/win32/coreaudio/loopback-recording</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v17_necessity9_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사용자가 요청한 담백한 명사형 문구와 개념 그림 중심 구성. 구체적인 요청/업무 시나리오나 대화 예시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영역: 끼어들기와 정정 발화, Downstream Agent의 질문 및 결과가 겹쳐도 대화 지속. 대화/요청/질문/업무/실행 관계 유지. FR1과 FR4, 현재 DP44 및 DP42의 문제 배경과 연결. 신속한 응답과 대화 연속성의 필요성 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영역: 음성 지칭과 당시 화면 조작 정보 결합, 과거 대화와 업무 기록의 관련 맥락 활용. FR2와 FR3, DP47 및 DP45의 문제 배경과 연결. 사용자 의도와 지칭의 정확성 확보 필요.</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영역: 모델 사용 비용과 PC 메모리 부담, 모델 및 Agent 변경에 따른 수정 범위 관리. 현재 QA 논의의 운영 비용, 메모리, 변경 용이성 관심사 소개. 특정 수치 목표, 구조의 우월성, QA 확정 또는 설계 대안 선정 주장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FR 기준: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 논의: docs/architecture/12-decisions/decision-packages/03-03-qa-dp-evaluation-plan.md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OpenAI imagegen 생성 개념 일러스트, 2026-10-14. 실제 제품 화면이나 성능 근거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v17_necessity10_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대화 연속성과 관계 유지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발화, 끼어들기와 정정, Downstream Agent의 질문과 결과가 시간상 겹치는 조건. 질문과 결과가 도착하더라도 사용자 입력을 계속 수용하고 적절한 응답 시점을 결정할 필요. 아래 관계도는 대화, 요청, 질문, 업무, Agent 실행을 연결하는 정보 관계의 축약 표현. 단일 요청과 질문의 엄격한 소유 관계나 일대일 카디널리티, 처리 순서, 프로세스 분리를 규정하지 않음. FR1과 FR4, DP44와 DP42의 공통 문제 배경.</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요청의 맥락 이해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발화 내용과 정정, 발화 당시 화면의 활성 창과 포인터 및 클릭과 선택 범위, 과거 대화와 업무 결과가 입력 근거. 현재 요청에 관련된 근거를 사용해 대상, 조건, 관련 업무와 정정 범위를 이해할 필요. 화면과 발화의 시간상 근접만으로 의도 확정 불가. 모든 앱에서 객체나 선택 범위의 완전한 수집을 보장하는 그림이 아님. FR2와 FR3, DP47와 DP45의 공통 문제 배경.</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지속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지속적인 대화와 맥락 처리는 모델 사용 비용, 화면 기록과 대화 및 업무 상태는 PC 메모리 사용, 모델과 Agent의 기능 및 규격 변화는 수정과 재검증 부담의 원인. 비용과 메모리의 수치 목표, 특정 모델 배치, 저장 방식이나 분리 구조를 선택하는 내용이 아님. 필요한 정확도와 응답성을 유지하면서 운영 부담과 변경 범위의 관리 필요.</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문서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docs/architecture/12-decisions/decision-packages/03-03-qa-dp-evaluation-plan.md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기능 요구사항은 사용자 합의 FR1~4 기준. 품질 목표와 설계 대안의 최종 선정은 별도 검토 대상.</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v17_reference_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구현 수준 비교를 레퍼런스의 5행 비교표에 맞춰 재배치한 발표 페이지.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아키텍처와 예상치의 원천 문서는 커밋된 버전이다. 세부 구현 전체를 한 장에 복제하지 않고 비교의 실행 주체, 큐, 상태와 핵심 왕복을 펼쳤다. 생략한 공통 API와 예외 계약은 원문 그대로 유지한다.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번호는 이 발표 그림의 요약 처리 순서이며 원문의 상세 호출 번호를 재번호한 계약이 아니다. 원본과 모델의 접근 조건, 비동기 작업과 최종 채택의 책임은 변하지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 값은 QA-DP-THOUGHT-v2-20261015 작성자 사고 실험 예상치다. 실측, 최종 QA 승인 또는 A/B 선택 결과가 아니다. QA04는 실제 코드 변경 실험 전의 예정 Rust 모듈 영향 분석이다.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QA01/03은 관련 사례의 산술평균이며 오답도 실제 시간을 포함한다. QA05는 COMMON-28 전체 총비용 단위다. 원값과 0~6점 구간을 바꾸지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표시한 QA: 없음. 동점 제외: QA01, QA02, QA03, QA04, QA05, QA06.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장점과 단점의 조건부 설명은 숫자로 확인한 이익과 구별한다. 특히 B44의 국소 실행, B47의 후보 관리, B42의 독립 운영은 해당 QA 점수 우세를 주장하지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원문: docs/architecture/12-decisions/decision-packages/04-44-continuous-interaction.md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"snapshot": "f9dd00802596d2e13c7fddfc6cda926e0938674a",</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"qaVersion": "QA-DP-THOUGHT-v2-20261015",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"qaDocument": "docs/architecture/12-decisions/decision-packages/qa-candidate-package/qa-dp-thought-experiment.md",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"qaCommit": "f9f6684ee1f14e2aab802b7b1425c5e989a67e49",</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"documents":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"path": "docs/architecture/12-decisions/decision-packages/04-42-lifecycle-ownership.md",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"commit": "c1b84b2e7a764a0deeea0284009ab0b012a7e9a0"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"path": "docs/architecture/12-decisions/decision-packages/04-44-continuous-interaction.md",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"commit": "6901a1debeaa31b0f649569cc2b9a7726a53f8f6"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"path": "docs/architecture/12-decisions/decision-packages/04-45-memory-and-context.md",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"commit": "fcd347a19f27a6133f5872aa9d5b71e85e742230"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"47":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"path": "docs/architecture/12-decisions/decision-packages/04-47-screen-voice-grounding.md",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"commit": "a6a101a2cc44e87b2a4aabb325bdca72a14850cc"</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동점 제외 규칙: score</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v17_reference_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DP-47 구현 수준 비교를 레퍼런스의 5행 비교표에 맞춰 재배치한 발표 페이지.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아키텍처와 예상치의 원천 문서는 커밋된 버전이다. 세부 구현 전체를 한 장에 복제하지 않고 비교의 실행 주체, 큐, 상태와 핵심 왕복을 펼쳤다. 생략한 공통 API와 예외 계약은 원문 그대로 유지한다.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번호는 이 발표 그림의 요약 처리 순서이며 원문의 상세 호출 번호를 재번호한 계약이 아니다. 원본과 모델의 접근 조건, 비동기 작업과 최종 채택의 책임은 변하지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 값은 QA-DP-THOUGHT-v2-20261015 작성자 사고 실험 예상치다. 실측, 최종 QA 승인 또는 A/B 선택 결과가 아니다. QA04는 실제 코드 변경 실험 전의 예정 Rust 모듈 영향 분석이다.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QA01/03은 관련 사례의 산술평균이며 오답도 실제 시간을 포함한다. QA05는 COMMON-28 전체 총비용 단위다. 원값과 0~6점 구간을 바꾸지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표시한 QA: QA01, QA02, QA04. 동점 제외: QA03, QA05, QA06.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A는 말과 화면에서 답을 직접 만들지만 B는 두 후보 생산을 마친 뒤 결합하며 부족한 후보는 다시 생산한다.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QA02: A는 원본의 교차 단서를 함께 보지만 B는 후보화에서 빠진 단서를 재확장 뒤에도 놓칠 수 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QA04: 부분 사용권 철회를 B에 확장하려면 두 후보 생산자와 후보 저장소 및 결합부의 보존 범위를 함께 맞춰야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장점과 단점의 조건부 설명은 숫자로 확인한 이익과 구별한다. 특히 B44의 국소 실행, B47의 후보 관리, B42의 독립 운영은 해당 QA 점수 우세를 주장하지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원문: docs/architecture/12-decisions/decision-packages/04-47-screen-voice-grounding.md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"snapshot": "f9dd00802596d2e13c7fddfc6cda926e0938674a",</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"qaVersion": "QA-DP-THOUGHT-v2-20261015",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"qaDocument": "docs/architecture/12-decisions/decision-packages/qa-candidate-package/qa-dp-thought-experiment.md",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"qaCommit": "f9f6684ee1f14e2aab802b7b1425c5e989a67e49",</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"documents":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"path": "docs/architecture/12-decisions/decision-packages/04-42-lifecycle-ownership.md",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"commit": "c1b84b2e7a764a0deeea0284009ab0b012a7e9a0"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"path": "docs/architecture/12-decisions/decision-packages/04-44-continuous-interaction.md",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"commit": "6901a1debeaa31b0f649569cc2b9a7726a53f8f6"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"path": "docs/architecture/12-decisions/decision-packages/04-45-memory-and-context.md",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"commit": "fcd347a19f27a6133f5872aa9d5b71e85e742230"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"47":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"path": "docs/architecture/12-decisions/decision-packages/04-47-screen-voice-grounding.md",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"commit": "a6a101a2cc44e87b2a4aabb325bdca72a14850cc"</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동점 제외 규칙: score</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v17_reference_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DP-45 구현 수준 비교를 레퍼런스의 5행 비교표에 맞춰 재배치한 발표 페이지.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아키텍처와 예상치의 원천 문서는 커밋된 버전이다. 세부 구현 전체를 한 장에 복제하지 않고 비교의 실행 주체, 큐, 상태와 핵심 왕복을 펼쳤다. 생략한 공통 API와 예외 계약은 원문 그대로 유지한다.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번호는 이 발표 그림의 요약 처리 순서이며 원문의 상세 호출 번호를 재번호한 계약이 아니다. 원본과 모델의 접근 조건, 비동기 작업과 최종 채택의 책임은 변하지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 값은 QA-DP-THOUGHT-v2-20261015 작성자 사고 실험 예상치다. 실측, 최종 QA 승인 또는 A/B 선택 결과가 아니다. QA04는 실제 코드 변경 실험 전의 예정 Rust 모듈 영향 분석이다.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QA01/03은 관련 사례의 산술평균이며 오답도 실제 시간을 포함한다. QA05는 COMMON-28 전체 총비용 단위다. 원값과 0~6점 구간을 바꾸지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표시한 QA: QA01, QA04, QA05, QA06. 동점 제외: QA02, QA03.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B는 준비된 과거 설명과 원본의 관계를 읽지만 A는 관계가 필요한 첫 조회에서 원본 이력을 현재 요청과 함께 해석한다.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QA04: B는 원본 조회 기능을 바꿀 때 게시한 관계의 생산, 저장, 조회 계약까지 함께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QA05: B는 조회 때 쓰지 않는 관계도 미리 만들고 갱신하므로 짧은 활동에서는 준비 비용이 조회 절약보다 크다.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QA06: B는 공통 원본 cache에 더해 게시 관계의 저장 페이지와 생산 버퍼 및 유효 범위 색인을 유지한다.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장점과 단점의 조건부 설명은 숫자로 확인한 이익과 구별한다. 특히 B44의 국소 실행, B47의 후보 관리, B42의 독립 운영은 해당 QA 점수 우세를 주장하지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원문: docs/architecture/12-decisions/decision-packages/04-45-memory-and-context.md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"snapshot": "f9dd00802596d2e13c7fddfc6cda926e0938674a",</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"qaVersion": "QA-DP-THOUGHT-v2-20261015",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"qaDocument": "docs/architecture/12-decisions/decision-packages/qa-candidate-package/qa-dp-thought-experiment.md",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"qaCommit": "f9f6684ee1f14e2aab802b7b1425c5e989a67e49",</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"documents":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"path": "docs/architecture/12-decisions/decision-packages/04-42-lifecycle-ownership.md",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"commit": "c1b84b2e7a764a0deeea0284009ab0b012a7e9a0"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"path": "docs/architecture/12-decisions/decision-packages/04-44-continuous-interaction.md",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"commit": "6901a1debeaa31b0f649569cc2b9a7726a53f8f6"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"path": "docs/architecture/12-decisions/decision-packages/04-45-memory-and-context.md",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"commit": "fcd347a19f27a6133f5872aa9d5b71e85e742230"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"47":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"path": "docs/architecture/12-decisions/decision-packages/04-47-screen-voice-grounding.md",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"commit": "a6a101a2cc44e87b2a4aabb325bdca72a14850cc"</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동점 제외 규칙: score</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v17_reference_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DP-42 구현 수준 비교를 레퍼런스의 5행 비교표에 맞춰 재배치한 발표 페이지.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아키텍처와 예상치의 원천 문서는 커밋된 버전이다. 세부 구현 전체를 한 장에 복제하지 않고 비교의 실행 주체, 큐, 상태와 핵심 왕복을 펼쳤다. 생략한 공통 API와 예외 계약은 원문 그대로 유지한다.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번호는 이 발표 그림의 요약 처리 순서이며 원문의 상세 호출 번호를 재번호한 계약이 아니다. 원본과 모델의 접근 조건, 비동기 작업과 최종 채택의 책임은 변하지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 값은 QA-DP-THOUGHT-v2-20261015 작성자 사고 실험 예상치다. 실측, 최종 QA 승인 또는 A/B 선택 결과가 아니다. QA04는 실제 코드 변경 실험 전의 예정 Rust 모듈 영향 분석이다.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QA01/03은 관련 사례의 산술평균이며 오답도 실제 시간을 포함한다. QA05는 COMMON-28 전체 총비용 단위다. 원값과 0~6점 구간을 바꾸지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표시한 QA: QA04, QA06. 동점 제외: QA01, QA02, QA03, QA05.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QA04: B의 부분 결과와 부분 사용권 확장은 업무 쪽 사실뿐 아니라 서비스 간 계약과 대화 쪽 반영 코드도 함께 바꾼다.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QA06: B는 별도 업무 프로세스의 private heap과 두 번째 저장소 cache 및 서비스 간 전달 버퍼가 더 필요하다.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장점과 단점의 조건부 설명은 숫자로 확인한 이익과 구별한다. 특히 B44의 국소 실행, B47의 후보 관리, B42의 독립 운영은 해당 QA 점수 우세를 주장하지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원문: docs/architecture/12-decisions/decision-packages/04-42-lifecycle-ownership.md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"snapshot": "f9dd00802596d2e13c7fddfc6cda926e0938674a",</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"qaVersion": "QA-DP-THOUGHT-v2-20261015",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"qaDocument": "docs/architecture/12-decisions/decision-packages/qa-candidate-package/qa-dp-thought-experiment.md",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"qaCommit": "f9f6684ee1f14e2aab802b7b1425c5e989a67e49",</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"documents":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"42":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"path": "docs/architecture/12-decisions/decision-packages/04-42-lifecycle-ownership.md",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"commit": "c1b84b2e7a764a0deeea0284009ab0b012a7e9a0"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"44":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"path": "docs/architecture/12-decisions/decision-packages/04-44-continuous-interaction.md",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"commit": "6901a1debeaa31b0f649569cc2b9a7726a53f8f6"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"45":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"path": "docs/architecture/12-decisions/decision-packages/04-45-memory-and-context.md",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"commit": "fcd347a19f27a6133f5872aa9d5b71e85e742230"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"47":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"path": "docs/architecture/12-decisions/decision-packages/04-47-screen-voice-grounding.md",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"commit": "a6a101a2cc44e87b2a4aabb325bdca72a14850cc"</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동점 제외 규칙: score</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slideLayouts/V2Clone_initial01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2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3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4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6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7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Native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3Background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_rels/V2Clone_initial01_slideLayout1.xml.rels><?xml version='1.0' encoding='utf-8'?>
<Relationships xmlns="http://schemas.openxmlformats.org/package/2006/relationships"><Relationship Type="http://schemas.openxmlformats.org/officeDocument/2006/relationships/slideMaster" Target="/ppt/slideMasters/V2Clone_initial01_slideMaster1.xml" Id="R7c330a515c6646fd" /></Relationships>
</file>

<file path=ppt/slideLayouts/_rels/V2Clone_initial02_slideLayout1.xml.rels><?xml version='1.0' encoding='utf-8'?>
<Relationships xmlns="http://schemas.openxmlformats.org/package/2006/relationships"><Relationship Type="http://schemas.openxmlformats.org/officeDocument/2006/relationships/slideMaster" Target="/ppt/slideMasters/V2Clone_initial02_slideMaster1.xml" Id="R2b13747055da46e6" /></Relationships>
</file>

<file path=ppt/slideLayouts/_rels/V2Clone_initial03_slideLayout1.xml.rels><?xml version='1.0' encoding='utf-8'?>
<Relationships xmlns="http://schemas.openxmlformats.org/package/2006/relationships"><Relationship Type="http://schemas.openxmlformats.org/officeDocument/2006/relationships/slideMaster" Target="/ppt/slideMasters/V2Clone_initial03_slideMaster1.xml" Id="R8512ea0de36046cd" /></Relationships>
</file>

<file path=ppt/slideLayouts/_rels/V2Clone_initial04_slideLayout1.xml.rels><?xml version='1.0' encoding='utf-8'?>
<Relationships xmlns="http://schemas.openxmlformats.org/package/2006/relationships"><Relationship Type="http://schemas.openxmlformats.org/officeDocument/2006/relationships/slideMaster" Target="/ppt/slideMasters/V2Clone_initial04_slideMaster1.xml" Id="R9946d4d6106041c7" /></Relationships>
</file>

<file path=ppt/slideLayouts/_rels/V2Clone_initial06_slideLayout1.xml.rels><?xml version='1.0' encoding='utf-8'?>
<Relationships xmlns="http://schemas.openxmlformats.org/package/2006/relationships"><Relationship Type="http://schemas.openxmlformats.org/officeDocument/2006/relationships/slideMaster" Target="/ppt/slideMasters/V2Clone_initial06_slideMaster1.xml" Id="Rb06a3028b24f458a" /></Relationships>
</file>

<file path=ppt/slideLayouts/_rels/V2Clone_initial07_slideLayout1.xml.rels><?xml version='1.0' encoding='utf-8'?>
<Relationships xmlns="http://schemas.openxmlformats.org/package/2006/relationships"><Relationship Type="http://schemas.openxmlformats.org/officeDocument/2006/relationships/slideMaster" Target="/ppt/slideMasters/V2Clone_initial07_slideMaster1.xml" Id="R60f07e463daf47c5" /></Relationships>
</file>

<file path=ppt/slideLayouts/_rels/V2Native_slideLayout1.xml.rels><?xml version='1.0' encoding='utf-8'?>
<Relationships xmlns="http://schemas.openxmlformats.org/package/2006/relationships"><Relationship Type="http://schemas.openxmlformats.org/officeDocument/2006/relationships/slideMaster" Target="/ppt/slideMasters/V2Native_slideMaster1.xml" Id="Rca441595d45945ab" /></Relationships>
</file>

<file path=ppt/slideLayouts/_rels/V3Background_slideLayout1.xml.rels><?xml version='1.0' encoding='utf-8'?>
<Relationships xmlns="http://schemas.openxmlformats.org/package/2006/relationships"><Relationship Type="http://schemas.openxmlformats.org/officeDocument/2006/relationships/slideMaster" Target="/ppt/slideMasters/V3Background_slideMaster1.xml" Id="Rb5493df7cbeb464a" /></Relationships>
</file>

<file path=ppt/slideLayouts/_rels/dp44scenario_v15_slideLayout1.xml.rels><?xml version='1.0' encoding='utf-8'?>
<Relationships xmlns="http://schemas.openxmlformats.org/package/2006/relationships"><Relationship Type="http://schemas.openxmlformats.org/officeDocument/2006/relationships/slideMaster" Target="/ppt/slideMasters/dp44scenario_v15_slideMaster1.xml" Id="Re960755b7bf24980" /></Relationships>
</file>

<file path=ppt/slideLayouts/_rels/dp44scenario_v15_slideLayout2.xml.rels><?xml version='1.0' encoding='utf-8'?>
<Relationships xmlns="http://schemas.openxmlformats.org/package/2006/relationships"><Relationship Type="http://schemas.openxmlformats.org/officeDocument/2006/relationships/slideMaster" Target="/ppt/slideMasters/dp44scenario_v15_slideMaster1.xml" Id="R01bbc376055a43b3" /></Relationships>
</file>

<file path=ppt/slideLayouts/_rels/dp44scenario_v15_slideLayout3.xml.rels><?xml version='1.0' encoding='utf-8'?>
<Relationships xmlns="http://schemas.openxmlformats.org/package/2006/relationships"><Relationship Type="http://schemas.openxmlformats.org/officeDocument/2006/relationships/slideMaster" Target="/ppt/slideMasters/dp44scenario_v15_slideMaster1.xml" Id="Rdf37169078be4af6" /></Relationships>
</file>

<file path=ppt/slideLayouts/_rels/dp44scenario_v15_slideLayout4.xml.rels><?xml version='1.0' encoding='utf-8'?>
<Relationships xmlns="http://schemas.openxmlformats.org/package/2006/relationships"><Relationship Type="http://schemas.openxmlformats.org/officeDocument/2006/relationships/slideMaster" Target="/ppt/slideMasters/dp44scenario_v15_slideMaster1.xml" Id="Ra2c4ef8d97224de3" /></Relationships>
</file>

<file path=ppt/slideLayouts/_rels/dp44scenario_v15_slideLayout5.xml.rels><?xml version='1.0' encoding='utf-8'?>
<Relationships xmlns="http://schemas.openxmlformats.org/package/2006/relationships"><Relationship Type="http://schemas.openxmlformats.org/officeDocument/2006/relationships/slideMaster" Target="/ppt/slideMasters/dp44scenario_v15_slideMaster1.xml" Id="R6418cf1779734dfb" /></Relationships>
</file>

<file path=ppt/slideLayouts/_rels/dp44scenario_v15_slideLayout6.xml.rels><?xml version='1.0' encoding='utf-8'?>
<Relationships xmlns="http://schemas.openxmlformats.org/package/2006/relationships"><Relationship Type="http://schemas.openxmlformats.org/officeDocument/2006/relationships/slideMaster" Target="/ppt/slideMasters/dp44scenario_v15_slideMaster1.xml" Id="R4a1cec0754d74a26" /></Relationships>
</file>

<file path=ppt/slideLayouts/_rels/dp44v14_slideLayout1.xml.rels><?xml version='1.0' encoding='utf-8'?>
<Relationships xmlns="http://schemas.openxmlformats.org/package/2006/relationships"><Relationship Type="http://schemas.openxmlformats.org/officeDocument/2006/relationships/slideMaster" Target="/ppt/slideMasters/dp44v14_slideMaster1.xml" Id="R70b262894cc14477" /></Relationships>
</file>

<file path=ppt/slideLayouts/_rels/dp44v14_slideLayout2.xml.rels><?xml version='1.0' encoding='utf-8'?>
<Relationships xmlns="http://schemas.openxmlformats.org/package/2006/relationships"><Relationship Type="http://schemas.openxmlformats.org/officeDocument/2006/relationships/slideMaster" Target="/ppt/slideMasters/dp44v14_slideMaster1.xml" Id="Rbd122e25c5fd44a0" /></Relationships>
</file>

<file path=ppt/slideLayouts/_rels/dp44v14_slideLayout3.xml.rels><?xml version='1.0' encoding='utf-8'?>
<Relationships xmlns="http://schemas.openxmlformats.org/package/2006/relationships"><Relationship Type="http://schemas.openxmlformats.org/officeDocument/2006/relationships/slideMaster" Target="/ppt/slideMasters/dp44v14_slideMaster1.xml" Id="Ra7b226be14e8458d" /></Relationships>
</file>

<file path=ppt/slideLayouts/_rels/dp44v14_slideLayout4.xml.rels><?xml version='1.0' encoding='utf-8'?>
<Relationships xmlns="http://schemas.openxmlformats.org/package/2006/relationships"><Relationship Type="http://schemas.openxmlformats.org/officeDocument/2006/relationships/slideMaster" Target="/ppt/slideMasters/dp44v14_slideMaster1.xml" Id="Rac9477ff4261484a" /></Relationships>
</file>

<file path=ppt/slideLayouts/_rels/dp44v14_slideLayout5.xml.rels><?xml version='1.0' encoding='utf-8'?>
<Relationships xmlns="http://schemas.openxmlformats.org/package/2006/relationships"><Relationship Type="http://schemas.openxmlformats.org/officeDocument/2006/relationships/slideMaster" Target="/ppt/slideMasters/dp44v14_slideMaster1.xml" Id="R7b28bcfa7c1e4f33" /></Relationships>
</file>

<file path=ppt/slideLayouts/_rels/dp44v14_slideLayout6.xml.rels><?xml version='1.0' encoding='utf-8'?>
<Relationships xmlns="http://schemas.openxmlformats.org/package/2006/relationships"><Relationship Type="http://schemas.openxmlformats.org/officeDocument/2006/relationships/slideMaster" Target="/ppt/slideMasters/dp44v14_slideMaster1.xml" Id="R0e7419a1fe2d4adb" /></Relationships>
</file>

<file path=ppt/slideLayouts/_rels/dpSummaryV16_slideLayout1.xml.rels><?xml version='1.0' encoding='utf-8'?>
<Relationships xmlns="http://schemas.openxmlformats.org/package/2006/relationships"><Relationship Type="http://schemas.openxmlformats.org/officeDocument/2006/relationships/slideMaster" Target="/ppt/slideMasters/dpSummaryV16_slideMaster1.xml" Id="Rd0e10bc07d8c4564" /></Relationships>
</file>

<file path=ppt/slideLayouts/_rels/dpSummaryV16_slideLayout2.xml.rels><?xml version='1.0' encoding='utf-8'?>
<Relationships xmlns="http://schemas.openxmlformats.org/package/2006/relationships"><Relationship Type="http://schemas.openxmlformats.org/officeDocument/2006/relationships/slideMaster" Target="/ppt/slideMasters/dpSummaryV16_slideMaster1.xml" Id="R0d73be9fe75242ca" /></Relationships>
</file>

<file path=ppt/slideLayouts/_rels/dpSummaryV16_slideLayout3.xml.rels><?xml version='1.0' encoding='utf-8'?>
<Relationships xmlns="http://schemas.openxmlformats.org/package/2006/relationships"><Relationship Type="http://schemas.openxmlformats.org/officeDocument/2006/relationships/slideMaster" Target="/ppt/slideMasters/dpSummaryV16_slideMaster1.xml" Id="R704517b8ba334635" /></Relationships>
</file>

<file path=ppt/slideLayouts/_rels/dpSummaryV16_slideLayout4.xml.rels><?xml version='1.0' encoding='utf-8'?>
<Relationships xmlns="http://schemas.openxmlformats.org/package/2006/relationships"><Relationship Type="http://schemas.openxmlformats.org/officeDocument/2006/relationships/slideMaster" Target="/ppt/slideMasters/dpSummaryV16_slideMaster1.xml" Id="Ra815d06a5d9f414c" /></Relationships>
</file>

<file path=ppt/slideLayouts/_rels/dpSummaryV16_slideLayout5.xml.rels><?xml version='1.0' encoding='utf-8'?>
<Relationships xmlns="http://schemas.openxmlformats.org/package/2006/relationships"><Relationship Type="http://schemas.openxmlformats.org/officeDocument/2006/relationships/slideMaster" Target="/ppt/slideMasters/dpSummaryV16_slideMaster1.xml" Id="R73f9c3faf859433a" /></Relationships>
</file>

<file path=ppt/slideLayouts/_rels/dpSummaryV16_slideLayout6.xml.rels><?xml version='1.0' encoding='utf-8'?>
<Relationships xmlns="http://schemas.openxmlformats.org/package/2006/relationships"><Relationship Type="http://schemas.openxmlformats.org/officeDocument/2006/relationships/slideMaster" Target="/ppt/slideMasters/dpSummaryV16_slideMaster1.xml" Id="Ra2fd6d594d6f4689" /></Relationships>
</file>

<file path=ppt/slideLayouts/_rels/initial01_slideLayout1.xml.rels><?xml version='1.0' encoding='utf-8'?>
<Relationships xmlns="http://schemas.openxmlformats.org/package/2006/relationships"><Relationship Type="http://schemas.openxmlformats.org/officeDocument/2006/relationships/slideMaster" Target="/ppt/slideMasters/initial01_slideMaster1.xml" Id="R7c330a515c6646fd" /></Relationships>
</file>

<file path=ppt/slideLayouts/_rels/initial02_slideLayout1.xml.rels><?xml version='1.0' encoding='utf-8'?>
<Relationships xmlns="http://schemas.openxmlformats.org/package/2006/relationships"><Relationship Type="http://schemas.openxmlformats.org/officeDocument/2006/relationships/slideMaster" Target="/ppt/slideMasters/initial02_slideMaster1.xml" Id="R2b13747055da46e6" /></Relationships>
</file>

<file path=ppt/slideLayouts/_rels/initial03_slideLayout1.xml.rels><?xml version='1.0' encoding='utf-8'?>
<Relationships xmlns="http://schemas.openxmlformats.org/package/2006/relationships"><Relationship Type="http://schemas.openxmlformats.org/officeDocument/2006/relationships/slideMaster" Target="/ppt/slideMasters/initial03_slideMaster1.xml" Id="R8512ea0de36046cd" /></Relationships>
</file>

<file path=ppt/slideLayouts/_rels/initial04_slideLayout1.xml.rels><?xml version='1.0' encoding='utf-8'?>
<Relationships xmlns="http://schemas.openxmlformats.org/package/2006/relationships"><Relationship Type="http://schemas.openxmlformats.org/officeDocument/2006/relationships/slideMaster" Target="/ppt/slideMasters/initial04_slideMaster1.xml" Id="R9946d4d6106041c7" /></Relationships>
</file>

<file path=ppt/slideLayouts/_rels/initial05_slideLayout1.xml.rels><?xml version='1.0' encoding='utf-8'?>
<Relationships xmlns="http://schemas.openxmlformats.org/package/2006/relationships"><Relationship Type="http://schemas.openxmlformats.org/officeDocument/2006/relationships/slideMaster" Target="/ppt/slideMasters/initial05_slideMaster1.xml" Id="R5f2b456172734a7e" /></Relationships>
</file>

<file path=ppt/slideLayouts/_rels/initial06_slideLayout1.xml.rels><?xml version='1.0' encoding='utf-8'?>
<Relationships xmlns="http://schemas.openxmlformats.org/package/2006/relationships"><Relationship Type="http://schemas.openxmlformats.org/officeDocument/2006/relationships/slideMaster" Target="/ppt/slideMasters/initial06_slideMaster1.xml" Id="Rb06a3028b24f458a" /></Relationships>
</file>

<file path=ppt/slideLayouts/_rels/initial07_slideLayout1.xml.rels><?xml version='1.0' encoding='utf-8'?>
<Relationships xmlns="http://schemas.openxmlformats.org/package/2006/relationships"><Relationship Type="http://schemas.openxmlformats.org/officeDocument/2006/relationships/slideMaster" Target="/ppt/slideMasters/initial07_slideMaster1.xml" Id="R60f07e463daf47c5" /></Relationships>
</file>

<file path=ppt/slideLayouts/_rels/v17_necessity9_slideLayout1.xml.rels><?xml version='1.0' encoding='utf-8'?>
<Relationships xmlns="http://schemas.openxmlformats.org/package/2006/relationships"><Relationship Type="http://schemas.openxmlformats.org/officeDocument/2006/relationships/slideMaster" Target="/ppt/slideMasters/v17_necessity9_slideMaster1.xml" Id="Rafed74fac06044e5" /></Relationships>
</file>

<file path=ppt/slideLayouts/_rels/v17_necessity9_slideLayout2.xml.rels><?xml version='1.0' encoding='utf-8'?>
<Relationships xmlns="http://schemas.openxmlformats.org/package/2006/relationships"><Relationship Type="http://schemas.openxmlformats.org/officeDocument/2006/relationships/slideMaster" Target="/ppt/slideMasters/v17_necessity9_slideMaster1.xml" Id="R4e721e4057424a8f" /></Relationships>
</file>

<file path=ppt/slideLayouts/_rels/v17_necessity9_slideLayout3.xml.rels><?xml version='1.0' encoding='utf-8'?>
<Relationships xmlns="http://schemas.openxmlformats.org/package/2006/relationships"><Relationship Type="http://schemas.openxmlformats.org/officeDocument/2006/relationships/slideMaster" Target="/ppt/slideMasters/v17_necessity9_slideMaster1.xml" Id="Rb841ea809879421a" /></Relationships>
</file>

<file path=ppt/slideLayouts/_rels/v17_necessity9_slideLayout4.xml.rels><?xml version='1.0' encoding='utf-8'?>
<Relationships xmlns="http://schemas.openxmlformats.org/package/2006/relationships"><Relationship Type="http://schemas.openxmlformats.org/officeDocument/2006/relationships/slideMaster" Target="/ppt/slideMasters/v17_necessity9_slideMaster1.xml" Id="R87259c0405424c6c" /></Relationships>
</file>

<file path=ppt/slideLayouts/_rels/v17_necessity9_slideLayout5.xml.rels><?xml version='1.0' encoding='utf-8'?>
<Relationships xmlns="http://schemas.openxmlformats.org/package/2006/relationships"><Relationship Type="http://schemas.openxmlformats.org/officeDocument/2006/relationships/slideMaster" Target="/ppt/slideMasters/v17_necessity9_slideMaster1.xml" Id="R59fb31f8f4f04a02" /></Relationships>
</file>

<file path=ppt/slideLayouts/_rels/v17_necessity9_slideLayout6.xml.rels><?xml version='1.0' encoding='utf-8'?>
<Relationships xmlns="http://schemas.openxmlformats.org/package/2006/relationships"><Relationship Type="http://schemas.openxmlformats.org/officeDocument/2006/relationships/slideMaster" Target="/ppt/slideMasters/v17_necessity9_slideMaster1.xml" Id="R044c8790390d4b48" /></Relationships>
</file>

<file path=ppt/slideLayouts/_rels/v17_necessity10_slideLayout1.xml.rels><?xml version='1.0' encoding='utf-8'?>
<Relationships xmlns="http://schemas.openxmlformats.org/package/2006/relationships"><Relationship Type="http://schemas.openxmlformats.org/officeDocument/2006/relationships/slideMaster" Target="/ppt/slideMasters/v17_necessity10_slideMaster1.xml" Id="Rafed74fac06044e5" /></Relationships>
</file>

<file path=ppt/slideLayouts/_rels/v17_necessity10_slideLayout2.xml.rels><?xml version='1.0' encoding='utf-8'?>
<Relationships xmlns="http://schemas.openxmlformats.org/package/2006/relationships"><Relationship Type="http://schemas.openxmlformats.org/officeDocument/2006/relationships/slideMaster" Target="/ppt/slideMasters/v17_necessity10_slideMaster1.xml" Id="R4e721e4057424a8f" /></Relationships>
</file>

<file path=ppt/slideLayouts/_rels/v17_necessity10_slideLayout3.xml.rels><?xml version='1.0' encoding='utf-8'?>
<Relationships xmlns="http://schemas.openxmlformats.org/package/2006/relationships"><Relationship Type="http://schemas.openxmlformats.org/officeDocument/2006/relationships/slideMaster" Target="/ppt/slideMasters/v17_necessity10_slideMaster1.xml" Id="Rb841ea809879421a" /></Relationships>
</file>

<file path=ppt/slideLayouts/_rels/v17_necessity10_slideLayout4.xml.rels><?xml version='1.0' encoding='utf-8'?>
<Relationships xmlns="http://schemas.openxmlformats.org/package/2006/relationships"><Relationship Type="http://schemas.openxmlformats.org/officeDocument/2006/relationships/slideMaster" Target="/ppt/slideMasters/v17_necessity10_slideMaster1.xml" Id="R87259c0405424c6c" /></Relationships>
</file>

<file path=ppt/slideLayouts/_rels/v17_necessity10_slideLayout5.xml.rels><?xml version='1.0' encoding='utf-8'?>
<Relationships xmlns="http://schemas.openxmlformats.org/package/2006/relationships"><Relationship Type="http://schemas.openxmlformats.org/officeDocument/2006/relationships/slideMaster" Target="/ppt/slideMasters/v17_necessity10_slideMaster1.xml" Id="R59fb31f8f4f04a02" /></Relationships>
</file>

<file path=ppt/slideLayouts/_rels/v17_necessity10_slideLayout6.xml.rels><?xml version='1.0' encoding='utf-8'?>
<Relationships xmlns="http://schemas.openxmlformats.org/package/2006/relationships"><Relationship Type="http://schemas.openxmlformats.org/officeDocument/2006/relationships/slideMaster" Target="/ppt/slideMasters/v17_necessity10_slideMaster1.xml" Id="R044c8790390d4b48" /></Relationships>
</file>

<file path=ppt/slideLayouts/_rels/v17_reference_slideLayout1.xml.rels><?xml version='1.0' encoding='utf-8'?>
<Relationships xmlns="http://schemas.openxmlformats.org/package/2006/relationships"><Relationship Type="http://schemas.openxmlformats.org/officeDocument/2006/relationships/slideMaster" Target="/ppt/slideMasters/v17_reference_slideMaster1.xml" Id="R17384b20d38d46f2" /></Relationships>
</file>

<file path=ppt/slideLayouts/_rels/v17_reference_slideLayout2.xml.rels><?xml version='1.0' encoding='utf-8'?>
<Relationships xmlns="http://schemas.openxmlformats.org/package/2006/relationships"><Relationship Type="http://schemas.openxmlformats.org/officeDocument/2006/relationships/slideMaster" Target="/ppt/slideMasters/v17_reference_slideMaster1.xml" Id="R24174668d615460e" /></Relationships>
</file>

<file path=ppt/slideLayouts/_rels/v17_reference_slideLayout3.xml.rels><?xml version='1.0' encoding='utf-8'?>
<Relationships xmlns="http://schemas.openxmlformats.org/package/2006/relationships"><Relationship Type="http://schemas.openxmlformats.org/officeDocument/2006/relationships/slideMaster" Target="/ppt/slideMasters/v17_reference_slideMaster1.xml" Id="Re077bd9a783d4c36" /></Relationships>
</file>

<file path=ppt/slideLayouts/_rels/v17_reference_slideLayout4.xml.rels><?xml version='1.0' encoding='utf-8'?>
<Relationships xmlns="http://schemas.openxmlformats.org/package/2006/relationships"><Relationship Type="http://schemas.openxmlformats.org/officeDocument/2006/relationships/slideMaster" Target="/ppt/slideMasters/v17_reference_slideMaster1.xml" Id="Rda9ec12cfa764ed1" /></Relationships>
</file>

<file path=ppt/slideLayouts/_rels/v17_reference_slideLayout5.xml.rels><?xml version='1.0' encoding='utf-8'?>
<Relationships xmlns="http://schemas.openxmlformats.org/package/2006/relationships"><Relationship Type="http://schemas.openxmlformats.org/officeDocument/2006/relationships/slideMaster" Target="/ppt/slideMasters/v17_reference_slideMaster1.xml" Id="Raa73d648af1b45fc" /></Relationships>
</file>

<file path=ppt/slideLayouts/_rels/v17_reference_slideLayout6.xml.rels><?xml version='1.0' encoding='utf-8'?>
<Relationships xmlns="http://schemas.openxmlformats.org/package/2006/relationships"><Relationship Type="http://schemas.openxmlformats.org/officeDocument/2006/relationships/slideMaster" Target="/ppt/slideMasters/v17_reference_slideMaster1.xml" Id="Rd5b21f1b014b43bc" /></Relationships>
</file>

<file path=ppt/slideLayouts/dp44scenario_v15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EC7219D2-CD84-4084-987C-CA04242DA5E1}"/>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6C30321A-3337-4C18-BBC3-7B36E2706B25}"/>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scenario_v15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8EDCEED6-BDD6-41C9-8B32-B23BF355E5A3}"/>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scenario_v15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C733195E-9945-4EF8-94BF-FFA99A7B2A1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4647DA55-01B7-49DF-93C6-F82B4C6BE87D}"/>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scenario_v15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F1B7E737-54E6-4C6B-9095-060FEDB15AE9}"/>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B47D17DC-DAF8-4A66-84D6-8338B62E53F8}"/>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1139E951-6BDF-402D-B5C1-B37AA302217B}"/>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scenario_v15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5ECE7B17-C18C-48A8-8B33-9D24C519A255}"/>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F5368550-53F3-44A7-AD2F-DB69AF49A41B}"/>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scenario_v15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44v14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FF26F29C-81D2-4D66-BE0C-F7A112806D05}"/>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555BE52F-FB7B-4BA7-B689-3C9C601466AB}"/>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14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9FDDED9D-36B3-4237-B30F-A9948EA82EB8}"/>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14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4E22D514-8F80-4F0C-AB74-A966BFE8B1FA}"/>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E2ED3A7E-31AB-412C-975D-847921587087}"/>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14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5E9BAD18-4506-49D2-A8C6-C2E038849482}"/>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F3686C2C-12DF-47F4-BEA1-DB14A71E458B}"/>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C762B095-C5A0-4F71-9AD4-730E7C35A346}"/>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14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8EAD6F81-F3F3-4491-A3C7-2015EAD00590}"/>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F5AA72FA-2D44-44FA-8610-9B0BC0FD830F}"/>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14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SummaryV16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19F2F2CC-8D3E-43B7-9F9A-A166F6D70F96}"/>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9E63F0BA-7F91-4795-A010-53461C751311}"/>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SummaryV16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4874651D-2259-42FC-A34C-76606F56AC21}"/>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SummaryV16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78580055-5399-41E1-AA4C-D0B72DFA0549}"/>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BE1F9F04-5E9B-4EF4-9EBC-7203D781F1F6}"/>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SummaryV16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2B821998-4321-4421-9F0B-5355D30E2C24}"/>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874A90D9-B38A-44F5-B1AA-B56297262AD5}"/>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47D3FCB0-F5A6-483B-9C9B-8EF237CDDC7B}"/>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SummaryV16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7BA16CE1-80F2-4420-9A67-65B53CC67159}"/>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65B9B388-CA4F-4690-A6D7-77CAB5743E5B}"/>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SummaryV16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initial01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2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3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4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5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6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7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17_necessity9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23F41508-A865-46D9-B2B8-46CF897626A0}"/>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9C76369B-DC30-44BF-9BD1-B423DF1297A4}"/>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v17_necessity9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DA90774C-D262-4A6E-ACEF-6EC3F046237D}"/>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v17_necessity9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6B4970E8-6DAE-4D80-B39D-CFD63EA6004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D83A1DCD-8DED-4722-AB68-C190266AF3B1}"/>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v17_necessity9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364E5080-1C1D-4B2C-B906-266B38FE9694}"/>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1B90D0E9-9E31-4CB9-97E3-1918A6C7A378}"/>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C732B66A-1E8A-417F-8959-E4BC4F2C74F2}"/>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v17_necessity9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EF42F501-CAE4-4D12-B4D2-17A2BA38B81B}"/>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EF99697D-0C78-4223-AFDA-D2C999BC41FE}"/>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v17_necessity9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v17_necessity10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23F41508-A865-46D9-B2B8-46CF897626A0}"/>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9C76369B-DC30-44BF-9BD1-B423DF1297A4}"/>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v17_necessity10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DA90774C-D262-4A6E-ACEF-6EC3F046237D}"/>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v17_necessity10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6B4970E8-6DAE-4D80-B39D-CFD63EA6004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D83A1DCD-8DED-4722-AB68-C190266AF3B1}"/>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v17_necessity10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364E5080-1C1D-4B2C-B906-266B38FE9694}"/>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1B90D0E9-9E31-4CB9-97E3-1918A6C7A378}"/>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C732B66A-1E8A-417F-8959-E4BC4F2C74F2}"/>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v17_necessity10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EF42F501-CAE4-4D12-B4D2-17A2BA38B81B}"/>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EF99697D-0C78-4223-AFDA-D2C999BC41FE}"/>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v17_necessity10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v17_reference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A99D6761-DD25-425D-8C22-6194E53713D9}"/>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B731DDB6-FF05-47B1-9594-E7FD2FA4EA30}"/>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v17_reference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F25ADBAD-60A1-40B2-B8BD-2C4EC9BA89C5}"/>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v17_reference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7F780DDC-9561-423A-91BB-27C31CA12736}"/>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1395F05D-F2EA-4D1C-B58B-215316523D3D}"/>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v17_reference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0DE91D57-12DA-4AE8-B97B-D4D9A1FA8DC9}"/>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96DED2C4-D66F-4534-BE7F-335AF5C62B46}"/>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FF2514AE-AE5A-4890-B809-14A37BBDE796}"/>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v17_reference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52CC7F32-0E29-430E-B082-9FC4BC3EB579}"/>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1503550C-6201-4532-8F59-79D79019704A}"/>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v17_reference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Masters/V2Clone_initial01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bb00c503edd4a1a"/>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V2Clone_initial02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91a9a63be60469d"/>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V2Clone_initial0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cce4c37d09c4e32"/>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0d68b1743b848c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e847fe89cb840f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63e5bb2ae2c485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Native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a57349d498f64ab8"/>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3Background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ec20388dacb748c0"/>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_rels/V2Clone_initial01_slideMaster1.xml.rels><?xml version='1.0' encoding='utf-8'?>
<Relationships xmlns="http://schemas.openxmlformats.org/package/2006/relationships"><Relationship Type="http://schemas.openxmlformats.org/officeDocument/2006/relationships/theme" Target="/ppt/slideMasters/theme/V2Clone_initial01_theme2.xml" Id="R40a1210cbd774ebb" /><Relationship Type="http://schemas.openxmlformats.org/officeDocument/2006/relationships/slideLayout" Target="/ppt/slideLayouts/V2Clone_initial01_slideLayout1.xml" Id="R7bb00c503edd4a1a" /></Relationships>
</file>

<file path=ppt/slideMasters/_rels/V2Clone_initial02_slideMaster1.xml.rels><?xml version='1.0' encoding='utf-8'?>
<Relationships xmlns="http://schemas.openxmlformats.org/package/2006/relationships"><Relationship Type="http://schemas.openxmlformats.org/officeDocument/2006/relationships/theme" Target="/ppt/slideMasters/theme/V2Clone_initial02_theme2.xml" Id="Rece829bda44f467e" /><Relationship Type="http://schemas.openxmlformats.org/officeDocument/2006/relationships/slideLayout" Target="/ppt/slideLayouts/V2Clone_initial02_slideLayout1.xml" Id="R791a9a63be60469d" /></Relationships>
</file>

<file path=ppt/slideMasters/_rels/V2Clone_initial03_slideMaster1.xml.rels><?xml version='1.0' encoding='utf-8'?>
<Relationships xmlns="http://schemas.openxmlformats.org/package/2006/relationships"><Relationship Type="http://schemas.openxmlformats.org/officeDocument/2006/relationships/theme" Target="/ppt/slideMasters/theme/V2Clone_initial03_theme2.xml" Id="Rba453d37e7d8423c" /><Relationship Type="http://schemas.openxmlformats.org/officeDocument/2006/relationships/slideLayout" Target="/ppt/slideLayouts/V2Clone_initial03_slideLayout1.xml" Id="R0cce4c37d09c4e32" /></Relationships>
</file>

<file path=ppt/slideMasters/_rels/V2Clone_initial04_slideMaster1.xml.rels><?xml version='1.0' encoding='utf-8'?>
<Relationships xmlns="http://schemas.openxmlformats.org/package/2006/relationships"><Relationship Type="http://schemas.openxmlformats.org/officeDocument/2006/relationships/theme" Target="/ppt/slideMasters/theme/V2Clone_initial04_theme2.xml" Id="R40dbccbf082240e3" /><Relationship Type="http://schemas.openxmlformats.org/officeDocument/2006/relationships/slideLayout" Target="/ppt/slideLayouts/V2Clone_initial04_slideLayout1.xml" Id="R20d68b1743b848c6" /></Relationships>
</file>

<file path=ppt/slideMasters/_rels/V2Clone_initial06_slideMaster1.xml.rels><?xml version='1.0' encoding='utf-8'?>
<Relationships xmlns="http://schemas.openxmlformats.org/package/2006/relationships"><Relationship Type="http://schemas.openxmlformats.org/officeDocument/2006/relationships/theme" Target="/ppt/slideMasters/theme/V2Clone_initial06_theme2.xml" Id="R877c5e2df2b94e66" /><Relationship Type="http://schemas.openxmlformats.org/officeDocument/2006/relationships/slideLayout" Target="/ppt/slideLayouts/V2Clone_initial06_slideLayout1.xml" Id="R4e847fe89cb840f6" /></Relationships>
</file>

<file path=ppt/slideMasters/_rels/V2Clone_initial07_slideMaster1.xml.rels><?xml version='1.0' encoding='utf-8'?>
<Relationships xmlns="http://schemas.openxmlformats.org/package/2006/relationships"><Relationship Type="http://schemas.openxmlformats.org/officeDocument/2006/relationships/theme" Target="/ppt/slideMasters/theme/V2Clone_initial07_theme2.xml" Id="Rb786413db9a24cbc" /><Relationship Type="http://schemas.openxmlformats.org/officeDocument/2006/relationships/slideLayout" Target="/ppt/slideLayouts/V2Clone_initial07_slideLayout1.xml" Id="R663e5bb2ae2c4856" /></Relationships>
</file>

<file path=ppt/slideMasters/_rels/V2Native_slideMaster1.xml.rels><?xml version='1.0' encoding='utf-8'?>
<Relationships xmlns="http://schemas.openxmlformats.org/package/2006/relationships"><Relationship Type="http://schemas.openxmlformats.org/officeDocument/2006/relationships/theme" Target="/ppt/slideMasters/theme/V2Native_theme2.xml" Id="R910bdccab4c74909" /><Relationship Type="http://schemas.openxmlformats.org/officeDocument/2006/relationships/slideLayout" Target="/ppt/slideLayouts/V2Native_slideLayout1.xml" Id="Ra57349d498f64ab8" /></Relationships>
</file>

<file path=ppt/slideMasters/_rels/V3Background_slideMaster1.xml.rels><?xml version='1.0' encoding='utf-8'?>
<Relationships xmlns="http://schemas.openxmlformats.org/package/2006/relationships"><Relationship Type="http://schemas.openxmlformats.org/officeDocument/2006/relationships/theme" Target="/ppt/slideMasters/theme/V3Background_theme2.xml" Id="R4201d011ac344b33" /><Relationship Type="http://schemas.openxmlformats.org/officeDocument/2006/relationships/slideLayout" Target="/ppt/slideLayouts/V3Background_slideLayout1.xml" Id="Rec20388dacb748c0" /></Relationships>
</file>

<file path=ppt/slideMasters/_rels/dp44scenario_v15_slideMaster1.xml.rels><?xml version='1.0' encoding='utf-8'?>
<Relationships xmlns="http://schemas.openxmlformats.org/package/2006/relationships"><Relationship Type="http://schemas.openxmlformats.org/officeDocument/2006/relationships/theme" Target="/ppt/slideMasters/theme/dp44scenario_v15_theme2.xml" Id="R639fb778b5ce49f4" /><Relationship Type="http://schemas.openxmlformats.org/officeDocument/2006/relationships/slideLayout" Target="/ppt/slideLayouts/dp44scenario_v15_slideLayout1.xml" Id="R92df7534598a49aa" /><Relationship Type="http://schemas.openxmlformats.org/officeDocument/2006/relationships/slideLayout" Target="/ppt/slideLayouts/dp44scenario_v15_slideLayout2.xml" Id="Re7d3eb55c3344868" /><Relationship Type="http://schemas.openxmlformats.org/officeDocument/2006/relationships/slideLayout" Target="/ppt/slideLayouts/dp44scenario_v15_slideLayout3.xml" Id="R4f234fb91c8d4e6a" /><Relationship Type="http://schemas.openxmlformats.org/officeDocument/2006/relationships/slideLayout" Target="/ppt/slideLayouts/dp44scenario_v15_slideLayout4.xml" Id="R758e4e9f92464161" /><Relationship Type="http://schemas.openxmlformats.org/officeDocument/2006/relationships/slideLayout" Target="/ppt/slideLayouts/dp44scenario_v15_slideLayout5.xml" Id="Rb42cd1851b2049e2" /><Relationship Type="http://schemas.openxmlformats.org/officeDocument/2006/relationships/slideLayout" Target="/ppt/slideLayouts/dp44scenario_v15_slideLayout6.xml" Id="R5d5ba24bb4a14a59" /></Relationships>
</file>

<file path=ppt/slideMasters/_rels/dp44v14_slideMaster1.xml.rels><?xml version='1.0' encoding='utf-8'?>
<Relationships xmlns="http://schemas.openxmlformats.org/package/2006/relationships"><Relationship Type="http://schemas.openxmlformats.org/officeDocument/2006/relationships/theme" Target="/ppt/slideMasters/theme/dp44v14_theme2.xml" Id="R31d9ac7cde49432e" /><Relationship Type="http://schemas.openxmlformats.org/officeDocument/2006/relationships/slideLayout" Target="/ppt/slideLayouts/dp44v14_slideLayout1.xml" Id="R76b620d4758a4c4c" /><Relationship Type="http://schemas.openxmlformats.org/officeDocument/2006/relationships/slideLayout" Target="/ppt/slideLayouts/dp44v14_slideLayout2.xml" Id="R1da6e1bb3a7a4459" /><Relationship Type="http://schemas.openxmlformats.org/officeDocument/2006/relationships/slideLayout" Target="/ppt/slideLayouts/dp44v14_slideLayout3.xml" Id="Re597ca399da845ae" /><Relationship Type="http://schemas.openxmlformats.org/officeDocument/2006/relationships/slideLayout" Target="/ppt/slideLayouts/dp44v14_slideLayout4.xml" Id="R7e29575551344c45" /><Relationship Type="http://schemas.openxmlformats.org/officeDocument/2006/relationships/slideLayout" Target="/ppt/slideLayouts/dp44v14_slideLayout5.xml" Id="R0ebbd2505b4848c7" /><Relationship Type="http://schemas.openxmlformats.org/officeDocument/2006/relationships/slideLayout" Target="/ppt/slideLayouts/dp44v14_slideLayout6.xml" Id="R77cc2c17786f4eb4" /></Relationships>
</file>

<file path=ppt/slideMasters/_rels/dpSummaryV16_slideMaster1.xml.rels><?xml version='1.0' encoding='utf-8'?>
<Relationships xmlns="http://schemas.openxmlformats.org/package/2006/relationships"><Relationship Type="http://schemas.openxmlformats.org/officeDocument/2006/relationships/theme" Target="/ppt/slideMasters/theme/dpSummaryV16_theme2.xml" Id="Rc3383fe20ea348ae" /><Relationship Type="http://schemas.openxmlformats.org/officeDocument/2006/relationships/slideLayout" Target="/ppt/slideLayouts/dpSummaryV16_slideLayout1.xml" Id="R40b0c3dc29bb421f" /><Relationship Type="http://schemas.openxmlformats.org/officeDocument/2006/relationships/slideLayout" Target="/ppt/slideLayouts/dpSummaryV16_slideLayout2.xml" Id="R0bf438f5268d488c" /><Relationship Type="http://schemas.openxmlformats.org/officeDocument/2006/relationships/slideLayout" Target="/ppt/slideLayouts/dpSummaryV16_slideLayout3.xml" Id="R512f172c0c144778" /><Relationship Type="http://schemas.openxmlformats.org/officeDocument/2006/relationships/slideLayout" Target="/ppt/slideLayouts/dpSummaryV16_slideLayout4.xml" Id="R21281e52485c44a2" /><Relationship Type="http://schemas.openxmlformats.org/officeDocument/2006/relationships/slideLayout" Target="/ppt/slideLayouts/dpSummaryV16_slideLayout5.xml" Id="R8959c5b2359843c7" /><Relationship Type="http://schemas.openxmlformats.org/officeDocument/2006/relationships/slideLayout" Target="/ppt/slideLayouts/dpSummaryV16_slideLayout6.xml" Id="R7b2f847442d3463a" /></Relationships>
</file>

<file path=ppt/slideMasters/_rels/initial01_slideMaster1.xml.rels><?xml version='1.0' encoding='utf-8'?>
<Relationships xmlns="http://schemas.openxmlformats.org/package/2006/relationships"><Relationship Type="http://schemas.openxmlformats.org/officeDocument/2006/relationships/theme" Target="/ppt/slideMasters/theme/initial01_theme2.xml" Id="R40a1210cbd774ebb" /><Relationship Type="http://schemas.openxmlformats.org/officeDocument/2006/relationships/slideLayout" Target="/ppt/slideLayouts/initial01_slideLayout1.xml" Id="R7bb00c503edd4a1a" /></Relationships>
</file>

<file path=ppt/slideMasters/_rels/initial02_slideMaster1.xml.rels><?xml version='1.0' encoding='utf-8'?>
<Relationships xmlns="http://schemas.openxmlformats.org/package/2006/relationships"><Relationship Type="http://schemas.openxmlformats.org/officeDocument/2006/relationships/theme" Target="/ppt/slideMasters/theme/initial02_theme2.xml" Id="Rece829bda44f467e" /><Relationship Type="http://schemas.openxmlformats.org/officeDocument/2006/relationships/slideLayout" Target="/ppt/slideLayouts/initial02_slideLayout1.xml" Id="R791a9a63be60469d" /></Relationships>
</file>

<file path=ppt/slideMasters/_rels/initial03_slideMaster1.xml.rels><?xml version='1.0' encoding='utf-8'?>
<Relationships xmlns="http://schemas.openxmlformats.org/package/2006/relationships"><Relationship Type="http://schemas.openxmlformats.org/officeDocument/2006/relationships/theme" Target="/ppt/slideMasters/theme/initial03_theme2.xml" Id="Rba453d37e7d8423c" /><Relationship Type="http://schemas.openxmlformats.org/officeDocument/2006/relationships/slideLayout" Target="/ppt/slideLayouts/initial03_slideLayout1.xml" Id="R0cce4c37d09c4e32" /></Relationships>
</file>

<file path=ppt/slideMasters/_rels/initial04_slideMaster1.xml.rels><?xml version='1.0' encoding='utf-8'?>
<Relationships xmlns="http://schemas.openxmlformats.org/package/2006/relationships"><Relationship Type="http://schemas.openxmlformats.org/officeDocument/2006/relationships/theme" Target="/ppt/slideMasters/theme/initial04_theme2.xml" Id="R40dbccbf082240e3" /><Relationship Type="http://schemas.openxmlformats.org/officeDocument/2006/relationships/slideLayout" Target="/ppt/slideLayouts/initial04_slideLayout1.xml" Id="R20d68b1743b848c6" /></Relationships>
</file>

<file path=ppt/slideMasters/_rels/initial05_slideMaster1.xml.rels><?xml version='1.0' encoding='utf-8'?>
<Relationships xmlns="http://schemas.openxmlformats.org/package/2006/relationships"><Relationship Type="http://schemas.openxmlformats.org/officeDocument/2006/relationships/theme" Target="/ppt/slideMasters/theme/initial05_theme2.xml" Id="Ra65a0265d7a041e6" /><Relationship Type="http://schemas.openxmlformats.org/officeDocument/2006/relationships/slideLayout" Target="/ppt/slideLayouts/initial05_slideLayout1.xml" Id="Rce0be6436b114e2a" /></Relationships>
</file>

<file path=ppt/slideMasters/_rels/initial06_slideMaster1.xml.rels><?xml version='1.0' encoding='utf-8'?>
<Relationships xmlns="http://schemas.openxmlformats.org/package/2006/relationships"><Relationship Type="http://schemas.openxmlformats.org/officeDocument/2006/relationships/theme" Target="/ppt/slideMasters/theme/initial06_theme2.xml" Id="R877c5e2df2b94e66" /><Relationship Type="http://schemas.openxmlformats.org/officeDocument/2006/relationships/slideLayout" Target="/ppt/slideLayouts/initial06_slideLayout1.xml" Id="R4e847fe89cb840f6" /></Relationships>
</file>

<file path=ppt/slideMasters/_rels/initial07_slideMaster1.xml.rels><?xml version='1.0' encoding='utf-8'?>
<Relationships xmlns="http://schemas.openxmlformats.org/package/2006/relationships"><Relationship Type="http://schemas.openxmlformats.org/officeDocument/2006/relationships/theme" Target="/ppt/slideMasters/theme/initial07_theme2.xml" Id="Rb786413db9a24cbc" /><Relationship Type="http://schemas.openxmlformats.org/officeDocument/2006/relationships/slideLayout" Target="/ppt/slideLayouts/initial07_slideLayout1.xml" Id="R663e5bb2ae2c4856" /></Relationships>
</file>

<file path=ppt/slideMasters/_rels/v17_necessity9_slideMaster1.xml.rels><?xml version='1.0' encoding='utf-8'?>
<Relationships xmlns="http://schemas.openxmlformats.org/package/2006/relationships"><Relationship Type="http://schemas.openxmlformats.org/officeDocument/2006/relationships/theme" Target="/ppt/slideMasters/theme/v17_necessity9_theme2.xml" Id="R75c13842f4c9426f" /><Relationship Type="http://schemas.openxmlformats.org/officeDocument/2006/relationships/slideLayout" Target="/ppt/slideLayouts/v17_necessity9_slideLayout1.xml" Id="R8520d326f5654e2c" /><Relationship Type="http://schemas.openxmlformats.org/officeDocument/2006/relationships/slideLayout" Target="/ppt/slideLayouts/v17_necessity9_slideLayout2.xml" Id="R72b1fcd79b3e4dc6" /><Relationship Type="http://schemas.openxmlformats.org/officeDocument/2006/relationships/slideLayout" Target="/ppt/slideLayouts/v17_necessity9_slideLayout3.xml" Id="R23a7672a00254aa0" /><Relationship Type="http://schemas.openxmlformats.org/officeDocument/2006/relationships/slideLayout" Target="/ppt/slideLayouts/v17_necessity9_slideLayout4.xml" Id="R8f10a9d250584a18" /><Relationship Type="http://schemas.openxmlformats.org/officeDocument/2006/relationships/slideLayout" Target="/ppt/slideLayouts/v17_necessity9_slideLayout5.xml" Id="R21b6b7599e1e4fd6" /><Relationship Type="http://schemas.openxmlformats.org/officeDocument/2006/relationships/slideLayout" Target="/ppt/slideLayouts/v17_necessity9_slideLayout6.xml" Id="Ra124e44b08ac4447" /></Relationships>
</file>

<file path=ppt/slideMasters/_rels/v17_necessity10_slideMaster1.xml.rels><?xml version='1.0' encoding='utf-8'?>
<Relationships xmlns="http://schemas.openxmlformats.org/package/2006/relationships"><Relationship Type="http://schemas.openxmlformats.org/officeDocument/2006/relationships/theme" Target="/ppt/slideMasters/theme/v17_necessity10_theme2.xml" Id="R75c13842f4c9426f" /><Relationship Type="http://schemas.openxmlformats.org/officeDocument/2006/relationships/slideLayout" Target="/ppt/slideLayouts/v17_necessity10_slideLayout1.xml" Id="R8520d326f5654e2c" /><Relationship Type="http://schemas.openxmlformats.org/officeDocument/2006/relationships/slideLayout" Target="/ppt/slideLayouts/v17_necessity10_slideLayout2.xml" Id="R72b1fcd79b3e4dc6" /><Relationship Type="http://schemas.openxmlformats.org/officeDocument/2006/relationships/slideLayout" Target="/ppt/slideLayouts/v17_necessity10_slideLayout3.xml" Id="R23a7672a00254aa0" /><Relationship Type="http://schemas.openxmlformats.org/officeDocument/2006/relationships/slideLayout" Target="/ppt/slideLayouts/v17_necessity10_slideLayout4.xml" Id="R8f10a9d250584a18" /><Relationship Type="http://schemas.openxmlformats.org/officeDocument/2006/relationships/slideLayout" Target="/ppt/slideLayouts/v17_necessity10_slideLayout5.xml" Id="R21b6b7599e1e4fd6" /><Relationship Type="http://schemas.openxmlformats.org/officeDocument/2006/relationships/slideLayout" Target="/ppt/slideLayouts/v17_necessity10_slideLayout6.xml" Id="Ra124e44b08ac4447" /></Relationships>
</file>

<file path=ppt/slideMasters/_rels/v17_reference_slideMaster1.xml.rels><?xml version='1.0' encoding='utf-8'?>
<Relationships xmlns="http://schemas.openxmlformats.org/package/2006/relationships"><Relationship Type="http://schemas.openxmlformats.org/officeDocument/2006/relationships/theme" Target="/ppt/slideMasters/theme/v17_reference_theme2.xml" Id="Rfe40be324c834867" /><Relationship Type="http://schemas.openxmlformats.org/officeDocument/2006/relationships/slideLayout" Target="/ppt/slideLayouts/v17_reference_slideLayout1.xml" Id="R2608e09422b54a2a" /><Relationship Type="http://schemas.openxmlformats.org/officeDocument/2006/relationships/slideLayout" Target="/ppt/slideLayouts/v17_reference_slideLayout2.xml" Id="R8ec531adafcf4588" /><Relationship Type="http://schemas.openxmlformats.org/officeDocument/2006/relationships/slideLayout" Target="/ppt/slideLayouts/v17_reference_slideLayout3.xml" Id="Rb90c4aa7825d436b" /><Relationship Type="http://schemas.openxmlformats.org/officeDocument/2006/relationships/slideLayout" Target="/ppt/slideLayouts/v17_reference_slideLayout4.xml" Id="R18b5ab3dda814dab" /><Relationship Type="http://schemas.openxmlformats.org/officeDocument/2006/relationships/slideLayout" Target="/ppt/slideLayouts/v17_reference_slideLayout5.xml" Id="R0f0101257c2240c8" /><Relationship Type="http://schemas.openxmlformats.org/officeDocument/2006/relationships/slideLayout" Target="/ppt/slideLayouts/v17_reference_slideLayout6.xml" Id="R346515d97d6f491d" /></Relationships>
</file>

<file path=ppt/slideMasters/dp44scenario_v15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92df7534598a49aa"/>
    <p:sldLayoutId id="2147483650" r:id="Re7d3eb55c3344868"/>
    <p:sldLayoutId id="2147483651" r:id="R4f234fb91c8d4e6a"/>
    <p:sldLayoutId id="2147483652" r:id="R758e4e9f92464161"/>
    <p:sldLayoutId id="2147483653" r:id="Rb42cd1851b2049e2"/>
    <p:sldLayoutId id="2147483654" r:id="R5d5ba24bb4a14a59"/>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44v1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6b620d4758a4c4c"/>
    <p:sldLayoutId id="2147483650" r:id="R1da6e1bb3a7a4459"/>
    <p:sldLayoutId id="2147483651" r:id="Re597ca399da845ae"/>
    <p:sldLayoutId id="2147483652" r:id="R7e29575551344c45"/>
    <p:sldLayoutId id="2147483653" r:id="R0ebbd2505b4848c7"/>
    <p:sldLayoutId id="2147483654" r:id="R77cc2c17786f4eb4"/>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SummaryV1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0b0c3dc29bb421f"/>
    <p:sldLayoutId id="2147483650" r:id="R0bf438f5268d488c"/>
    <p:sldLayoutId id="2147483651" r:id="R512f172c0c144778"/>
    <p:sldLayoutId id="2147483652" r:id="R21281e52485c44a2"/>
    <p:sldLayoutId id="2147483653" r:id="R8959c5b2359843c7"/>
    <p:sldLayoutId id="2147483654" r:id="R7b2f847442d3463a"/>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initial01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bb00c503edd4a1a"/>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initial02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91a9a63be60469d"/>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initial0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cce4c37d09c4e32"/>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0d68b1743b848c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5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ce0be6436b114e2a"/>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e847fe89cb840f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63e5bb2ae2c485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theme/V2Clone_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Native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3Background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44scenario_v1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44v1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SummaryV1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17_necessity9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17_necessity10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17_reference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v17_necessity9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8520d326f5654e2c"/>
    <p:sldLayoutId id="2147483650" r:id="R72b1fcd79b3e4dc6"/>
    <p:sldLayoutId id="2147483651" r:id="R23a7672a00254aa0"/>
    <p:sldLayoutId id="2147483652" r:id="R8f10a9d250584a18"/>
    <p:sldLayoutId id="2147483653" r:id="R21b6b7599e1e4fd6"/>
    <p:sldLayoutId id="2147483654" r:id="Ra124e44b08ac4447"/>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v17_necessity10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8520d326f5654e2c"/>
    <p:sldLayoutId id="2147483650" r:id="R72b1fcd79b3e4dc6"/>
    <p:sldLayoutId id="2147483651" r:id="R23a7672a00254aa0"/>
    <p:sldLayoutId id="2147483652" r:id="R8f10a9d250584a18"/>
    <p:sldLayoutId id="2147483653" r:id="R21b6b7599e1e4fd6"/>
    <p:sldLayoutId id="2147483654" r:id="Ra124e44b08ac4447"/>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v17_reference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608e09422b54a2a"/>
    <p:sldLayoutId id="2147483650" r:id="R8ec531adafcf4588"/>
    <p:sldLayoutId id="2147483651" r:id="Rb90c4aa7825d436b"/>
    <p:sldLayoutId id="2147483652" r:id="R18b5ab3dda814dab"/>
    <p:sldLayoutId id="2147483653" r:id="R0f0101257c2240c8"/>
    <p:sldLayoutId id="2147483654" r:id="R346515d97d6f491d"/>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s/_rels/dp44ImplementationV14.xml.rels><?xml version='1.0' encoding='utf-8'?>
<Relationships xmlns="http://schemas.openxmlformats.org/package/2006/relationships"><Relationship Type="http://schemas.openxmlformats.org/officeDocument/2006/relationships/slideLayout" Target="/ppt/slideLayouts/dp44v14_slideLayout6.xml" Id="R447842b7782d49a2" /><Relationship Type="http://schemas.openxmlformats.org/officeDocument/2006/relationships/notesSlide" Target="/ppt/notesSlides/dp44v14_notesSlide1.xml" Id="R71076809241e4ba2" /></Relationships>
</file>

<file path=ppt/slides/_rels/dp44ScenarioV15_1.xml.rels><?xml version='1.0' encoding='utf-8'?>
<Relationships xmlns="http://schemas.openxmlformats.org/package/2006/relationships"><Relationship Type="http://schemas.openxmlformats.org/officeDocument/2006/relationships/slideLayout" Target="/ppt/slideLayouts/dp44scenario_v15_slideLayout6.xml" Id="R02e5cb859e4e4894" /><Relationship Type="http://schemas.openxmlformats.org/officeDocument/2006/relationships/notesSlide" Target="/ppt/notesSlides/dp44scenario_v15_notesSlide1.xml" Id="Rb42d19b3e81b4ae2" /></Relationships>
</file>

<file path=ppt/slides/_rels/dp44ScenarioV15_2.xml.rels><?xml version='1.0' encoding='utf-8'?>
<Relationships xmlns="http://schemas.openxmlformats.org/package/2006/relationships"><Relationship Type="http://schemas.openxmlformats.org/officeDocument/2006/relationships/slideLayout" Target="/ppt/slideLayouts/dp44scenario_v15_slideLayout6.xml" Id="Rf228ec3cd14548d3" /><Relationship Type="http://schemas.openxmlformats.org/officeDocument/2006/relationships/notesSlide" Target="/ppt/notesSlides/dp44scenario_v15_notesSlide2.xml" Id="R2057e4dbc82748e8" /></Relationships>
</file>

<file path=ppt/slides/_rels/dp44ScenarioV15_3.xml.rels><?xml version='1.0' encoding='utf-8'?>
<Relationships xmlns="http://schemas.openxmlformats.org/package/2006/relationships"><Relationship Type="http://schemas.openxmlformats.org/officeDocument/2006/relationships/slideLayout" Target="/ppt/slideLayouts/dp44scenario_v15_slideLayout6.xml" Id="R719e4a9f11fc4a9f" /><Relationship Type="http://schemas.openxmlformats.org/officeDocument/2006/relationships/notesSlide" Target="/ppt/notesSlides/dp44scenario_v15_notesSlide3.xml" Id="R6445c79845094c8c" /></Relationships>
</file>

<file path=ppt/slides/_rels/dp44ScenarioV15_4.xml.rels><?xml version='1.0' encoding='utf-8'?>
<Relationships xmlns="http://schemas.openxmlformats.org/package/2006/relationships"><Relationship Type="http://schemas.openxmlformats.org/officeDocument/2006/relationships/slideLayout" Target="/ppt/slideLayouts/dp44scenario_v15_slideLayout6.xml" Id="Rae546a9423624eb5" /><Relationship Type="http://schemas.openxmlformats.org/officeDocument/2006/relationships/notesSlide" Target="/ppt/notesSlides/dp44scenario_v15_notesSlide4.xml" Id="R3effe83fd7394e58" /></Relationships>
</file>

<file path=ppt/slides/_rels/dpSummaryV16.xml.rels><?xml version='1.0' encoding='utf-8'?>
<Relationships xmlns="http://schemas.openxmlformats.org/package/2006/relationships"><Relationship Type="http://schemas.openxmlformats.org/officeDocument/2006/relationships/slideLayout" Target="/ppt/slideLayouts/dpSummaryV16_slideLayout6.xml" Id="R1417b14a35d44724" /><Relationship Type="http://schemas.openxmlformats.org/officeDocument/2006/relationships/notesSlide" Target="/ppt/notesSlides/dpSummaryV16_notesSlide1.xml" Id="R841b92bf2bb044d2" /></Relationships>
</file>

<file path=ppt/slides/_rels/slide33.xml.rels><?xml version='1.0' encoding='utf-8'?>
<Relationships xmlns="http://schemas.openxmlformats.org/package/2006/relationships"><Relationship Id="V10SourceLayout" Type="http://schemas.openxmlformats.org/officeDocument/2006/relationships/slideLayout" Target="/ppt/slideLayouts/V2Clone_initial01_slideLayout1.xml" /><Relationship Id="V10SourceNote" Type="http://schemas.openxmlformats.org/officeDocument/2006/relationships/notesSlide" Target="/ppt/notesSlides/notesSlide33.xml" /><Relationship Type="http://schemas.openxmlformats.org/officeDocument/2006/relationships/image" Target="/ppt/media/intro_v9_image.gif" Id="R437653e567e04d29" /><Relationship Type="http://schemas.openxmlformats.org/officeDocument/2006/relationships/image" Target="/ppt/media/intro_v9_image2.gif" Id="R5ebd9b7fc25b4c2e" /><Relationship Type="http://schemas.openxmlformats.org/officeDocument/2006/relationships/chart" Target="/ppt/slides/charts/intro_v10_chart1.xml" Id="R5568b160e74c4c6b" /></Relationships>
</file>

<file path=ppt/slides/_rels/slide34.xml.rels><?xml version='1.0' encoding='utf-8'?>
<Relationships xmlns="http://schemas.openxmlformats.org/package/2006/relationships"><Relationship Type="http://schemas.openxmlformats.org/officeDocument/2006/relationships/slideLayout" Target="/ppt/slideLayouts/V2Clone_initial01_slideLayout1.xml" Id="Rd0f64148ace44f45" /><Relationship Type="http://schemas.openxmlformats.org/officeDocument/2006/relationships/notesSlide" Target="/ppt/notesSlides/notesSlide34.xml" Id="R2eb99875954241f5" /></Relationships>
</file>

<file path=ppt/slides/_rels/slide35.xml.rels><?xml version='1.0' encoding='utf-8'?>
<Relationships xmlns="http://schemas.openxmlformats.org/package/2006/relationships"><Relationship Type="http://schemas.openxmlformats.org/officeDocument/2006/relationships/slideLayout" Target="/ppt/slideLayouts/V2Clone_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35.xml" Id="Rf514f23f1304440f" /></Relationships>
</file>

<file path=ppt/slides/_rels/slide36.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36.xml" Id="R59bf0a34ca3b4002" /><Relationship Id="RviaIntroImage1" Type="http://schemas.openxmlformats.org/officeDocument/2006/relationships/image" Target="/ppt/media/initial07_via-v2-intro-1-3.png" /><Relationship Id="RviaIntroImage2" Type="http://schemas.openxmlformats.org/officeDocument/2006/relationships/image" Target="/ppt/media/initial07_via-v2-intro-1-3.png" /><Relationship Id="RviaIntroImage3" Type="http://schemas.openxmlformats.org/officeDocument/2006/relationships/image" Target="/ppt/media/initial07_via-v2-intro-1-3.png" /></Relationships>
</file>

<file path=ppt/slides/_rels/slide37.xml.rels><?xml version='1.0' encoding='utf-8'?>
<Relationships xmlns="http://schemas.openxmlformats.org/package/2006/relationships"><Relationship Type="http://schemas.openxmlformats.org/officeDocument/2006/relationships/slideLayout" Target="/ppt/slideLayouts/V2Clone_initial03_slideLayout1.xml" Id="R9d0162de70694709" /><Relationship Type="http://schemas.openxmlformats.org/officeDocument/2006/relationships/notesSlide" Target="/ppt/notesSlides/notesSlide37.xml" Id="Rcbc28d37b1124b19" /></Relationships>
</file>

<file path=ppt/slides/_rels/slide38.xml.rels><?xml version='1.0' encoding='utf-8'?>
<Relationships xmlns="http://schemas.openxmlformats.org/package/2006/relationships"><Relationship Id="rId1" Type="http://schemas.openxmlformats.org/officeDocument/2006/relationships/slideLayout" Target="/ppt/slideLayouts/V2Clone_initial04_slideLayout1.xml" /><Relationship Id="rId2" Type="http://schemas.openxmlformats.org/officeDocument/2006/relationships/notesSlide" Target="/pp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ppt/slideLayouts/V2Clone_initial04_slideLayout1.xml" /><Relationship Id="rId2" Type="http://schemas.openxmlformats.org/officeDocument/2006/relationships/notesSlide" Target="/ppt/notesSlides/notesSlide39.xml" /></Relationships>
</file>

<file path=ppt/slides/_rels/slide40.xml.rels><?xml version='1.0' encoding='utf-8'?>
<Relationships xmlns="http://schemas.openxmlformats.org/package/2006/relationships"><Relationship Type="http://schemas.openxmlformats.org/officeDocument/2006/relationships/slideLayout" Target="/ppt/slideLayouts/V2Clone_initial06_slideLayout1.xml" Id="R818d34c941a64a51" /><Relationship Type="http://schemas.openxmlformats.org/officeDocument/2006/relationships/notesSlide" Target="/ppt/notesSlides/notesSlide40.xml" Id="R25f18e35b91a4b9d" /></Relationships>
</file>

<file path=ppt/slides/_rels/slide41.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41.xml" Id="R59bf0a34ca3b4002" /><Relationship Id="RviaIntroImage1" Type="http://schemas.openxmlformats.org/officeDocument/2006/relationships/image" Target="/ppt/media/initial07_via-v2-intro-2-3.png" /><Relationship Id="RviaIntroImage2" Type="http://schemas.openxmlformats.org/officeDocument/2006/relationships/image" Target="/ppt/media/initial07_via-v2-intro-2-3.png" /><Relationship Id="RviaIntroImage3" Type="http://schemas.openxmlformats.org/officeDocument/2006/relationships/image" Target="/ppt/media/initial07_via-v2-intro-2-3.png" /></Relationships>
</file>

<file path=ppt/slides/_rels/slide47.xml.rels><?xml version='1.0' encoding='utf-8'?>
<Relationships xmlns="http://schemas.openxmlformats.org/package/2006/relationships"><Relationship Type="http://schemas.openxmlformats.org/officeDocument/2006/relationships/slideLayout" Target="/ppt/slideLayouts/V2Native_slideLayout1.xml" Id="R1be3b44bea804c85" /><Relationship Type="http://schemas.openxmlformats.org/officeDocument/2006/relationships/notesSlide" Target="/ppt/notesSlides/notesSlide47.xml" Id="R6e0e6ed37b3f4601" /></Relationships>
</file>

<file path=ppt/slides/_rels/slide48.xml.rels><?xml version='1.0' encoding='utf-8'?>
<Relationships xmlns="http://schemas.openxmlformats.org/package/2006/relationships"><Relationship Type="http://schemas.openxmlformats.org/officeDocument/2006/relationships/slideLayout" Target="/ppt/slideLayouts/V2Native_slideLayout1.xml" Id="R1d2e8babc6ab472f" /><Relationship Type="http://schemas.openxmlformats.org/officeDocument/2006/relationships/notesSlide" Target="/ppt/notesSlides/notesSlide48.xml" Id="R88df1d16040b4bb7" /></Relationships>
</file>

<file path=ppt/slides/_rels/slide49.xml.rels><?xml version='1.0' encoding='utf-8'?>
<Relationships xmlns="http://schemas.openxmlformats.org/package/2006/relationships"><Relationship Id="rId1" Type="http://schemas.openxmlformats.org/officeDocument/2006/relationships/slideLayout" Target="/ppt/slideLayouts/V2Clone_initial04_slideLayout1.xml" /><Relationship Id="rId2" Type="http://schemas.openxmlformats.org/officeDocument/2006/relationships/notesSlide" Target="/ppt/notesSlides/notesSlide49.xml" /></Relationships>
</file>

<file path=ppt/slides/_rels/slide50.xml.rels><?xml version='1.0' encoding='utf-8'?>
<Relationships xmlns="http://schemas.openxmlformats.org/package/2006/relationships"><Relationship Type="http://schemas.openxmlformats.org/officeDocument/2006/relationships/slideLayout" Target="/ppt/slideLayouts/V2Native_slideLayout1.xml" Id="Re53d252ac6b8411e" /><Relationship Type="http://schemas.openxmlformats.org/officeDocument/2006/relationships/notesSlide" Target="/ppt/notesSlides/notesSlide50.xml" Id="R88d0a4da973e4833" /></Relationships>
</file>

<file path=ppt/slides/_rels/slide52.xml.rels><?xml version='1.0' encoding='utf-8'?>
<Relationships xmlns="http://schemas.openxmlformats.org/package/2006/relationships"><Relationship Type="http://schemas.openxmlformats.org/officeDocument/2006/relationships/slideLayout" Target="/ppt/slideLayouts/V2Native_slideLayout1.xml" Id="Rae0e8f8c425c42ec" /><Relationship Type="http://schemas.openxmlformats.org/officeDocument/2006/relationships/notesSlide" Target="/ppt/notesSlides/notesSlide52.xml" Id="R8ecb8a084b3a4a2a" /></Relationships>
</file>

<file path=ppt/slides/_rels/slide53.xml.rels><?xml version='1.0' encoding='utf-8'?>
<Relationships xmlns="http://schemas.openxmlformats.org/package/2006/relationships"><Relationship Type="http://schemas.openxmlformats.org/officeDocument/2006/relationships/slideLayout" Target="/ppt/slideLayouts/V2Native_slideLayout1.xml" Id="R834d5541c8ae4526" /><Relationship Type="http://schemas.openxmlformats.org/officeDocument/2006/relationships/notesSlide" Target="/ppt/notesSlides/notesSlide53.xml" Id="R0aba2a5e1d9748ef" /></Relationships>
</file>

<file path=ppt/slides/_rels/slide54.xml.rels><?xml version='1.0' encoding='utf-8'?>
<Relationships xmlns="http://schemas.openxmlformats.org/package/2006/relationships"><Relationship Type="http://schemas.openxmlformats.org/officeDocument/2006/relationships/slideLayout" Target="/ppt/slideLayouts/V2Native_slideLayout1.xml" Id="R7a1f32304d97416c" /><Relationship Type="http://schemas.openxmlformats.org/officeDocument/2006/relationships/notesSlide" Target="/ppt/notesSlides/notesSlide54.xml" Id="R91d610c19d3b45fd" /></Relationships>
</file>

<file path=ppt/slides/_rels/slide55.xml.rels><?xml version='1.0' encoding='utf-8'?>
<Relationships xmlns="http://schemas.openxmlformats.org/package/2006/relationships"><Relationship Type="http://schemas.openxmlformats.org/officeDocument/2006/relationships/slideLayout" Target="/ppt/slideLayouts/V2Native_slideLayout1.xml" Id="R97e01adfba12490a" /><Relationship Type="http://schemas.openxmlformats.org/officeDocument/2006/relationships/notesSlide" Target="/ppt/notesSlides/notesSlide55.xml" Id="Rd4a8433dd7104a27" /></Relationships>
</file>

<file path=ppt/slides/_rels/slide56.xml.rels><?xml version='1.0' encoding='utf-8'?>
<Relationships xmlns="http://schemas.openxmlformats.org/package/2006/relationships"><Relationship Type="http://schemas.openxmlformats.org/officeDocument/2006/relationships/slideLayout" Target="/ppt/slideLayouts/V2Native_slideLayout1.xml" Id="R3e465fb3dcb543d6" /><Relationship Type="http://schemas.openxmlformats.org/officeDocument/2006/relationships/notesSlide" Target="/ppt/notesSlides/notesSlide56.xml" Id="Ra9c3719d06f44123" /></Relationships>
</file>

<file path=ppt/slides/_rels/slide59.xml.rels><?xml version='1.0' encoding='utf-8'?>
<Relationships xmlns="http://schemas.openxmlformats.org/package/2006/relationships"><Relationship Type="http://schemas.openxmlformats.org/officeDocument/2006/relationships/slideLayout" Target="/ppt/slideLayouts/V3Background_slideLayout1.xml" Id="R91fa53774c3f4f50" /><Relationship Type="http://schemas.openxmlformats.org/officeDocument/2006/relationships/notesSlide" Target="/ppt/notesSlides/notesSlide59.xml" Id="R4d843b9261274b1b" /></Relationships>
</file>

<file path=ppt/slides/_rels/slide60.xml.rels><?xml version='1.0' encoding='utf-8'?>
<Relationships xmlns="http://schemas.openxmlformats.org/package/2006/relationships"><Relationship Type="http://schemas.openxmlformats.org/officeDocument/2006/relationships/slideLayout" Target="/ppt/slideLayouts/V3Background_slideLayout1.xml" Id="R8db02b3c75d74d06" /><Relationship Type="http://schemas.openxmlformats.org/officeDocument/2006/relationships/notesSlide" Target="/ppt/notesSlides/notesSlide60.xml" Id="R0af0bd8a2cc74967" /></Relationships>
</file>

<file path=ppt/slides/_rels/slide61.xml.rels><?xml version='1.0' encoding='utf-8'?>
<Relationships xmlns="http://schemas.openxmlformats.org/package/2006/relationships"><Relationship Type="http://schemas.openxmlformats.org/officeDocument/2006/relationships/slideLayout" Target="/ppt/slideLayouts/V3Background_slideLayout1.xml" Id="R9d775e58ac684168" /><Relationship Type="http://schemas.openxmlformats.org/officeDocument/2006/relationships/notesSlide" Target="/ppt/notesSlides/notesSlide61.xml" Id="R61ccefeb093e4094" /></Relationships>
</file>

<file path=ppt/slides/_rels/slide62.xml.rels><?xml version='1.0' encoding='utf-8'?>
<Relationships xmlns="http://schemas.openxmlformats.org/package/2006/relationships"><Relationship Id="rId1" Type="http://schemas.openxmlformats.org/officeDocument/2006/relationships/slideLayout" Target="/ppt/slideLayouts/V3Background_slideLayout1.xml" /><Relationship Id="rId2" Type="http://schemas.openxmlformats.org/officeDocument/2006/relationships/notesSlide" Target="/ppt/notesSlides/notesSlideV818.xml" /></Relationships>
</file>

<file path=ppt/slides/_rels/slide63.xml.rels><?xml version='1.0' encoding='utf-8'?>
<Relationships xmlns="http://schemas.openxmlformats.org/package/2006/relationships"><Relationship Id="rId1" Type="http://schemas.openxmlformats.org/officeDocument/2006/relationships/slideLayout" Target="/ppt/slideLayouts/V3Background_slideLayout1.xml" /><Relationship Id="rId2" Type="http://schemas.openxmlformats.org/officeDocument/2006/relationships/notesSlide" Target="/ppt/notesSlides/notesSlideV822.xml" /></Relationships>
</file>

<file path=ppt/slides/_rels/slide64.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5.xml" /></Relationships>
</file>

<file path=ppt/slides/_rels/slide65.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6.xml" /></Relationships>
</file>

<file path=ppt/slides/_rels/slide66.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7.xml" /></Relationships>
</file>

<file path=ppt/slides/_rels/slide67.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8.xml" /></Relationships>
</file>

<file path=ppt/slides/_rels/slide68.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9.xml" /></Relationships>
</file>

<file path=ppt/slides/_rels/slide69.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30.xml" /></Relationships>
</file>

<file path=ppt/slides/_rels/slide70.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31.xml" /></Relationships>
</file>

<file path=ppt/slides/_rels/slide71.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32.xml" /></Relationships>
</file>

<file path=ppt/slides/_rels/slide72.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33.xml" /></Relationships>
</file>

<file path=ppt/slides/_rels/slide73.xml.rels><?xml version='1.0' encoding='utf-8'?>
<Relationships xmlns="http://schemas.openxmlformats.org/package/2006/relationships"><Relationship Type="http://schemas.openxmlformats.org/officeDocument/2006/relationships/slideLayout" Target="/ppt/slideLayouts/V2Native_slideLayout1.xml" Id="R80ea118a5d1a46e9" /><Relationship Type="http://schemas.openxmlformats.org/officeDocument/2006/relationships/image" Target="/ppt/media/necessity_v13_image.png" Id="R5ad7b6b1d0014537" /><Relationship Type="http://schemas.openxmlformats.org/officeDocument/2006/relationships/notesSlide" Target="/ppt/notesSlides/necessityV13_1.xml" Id="R314921d14874471b" /></Relationships>
</file>

<file path=ppt/slides/_rels/slide74.xml.rels><?xml version='1.0' encoding='utf-8'?>
<Relationships xmlns="http://schemas.openxmlformats.org/package/2006/relationships"><Relationship Type="http://schemas.openxmlformats.org/officeDocument/2006/relationships/slideLayout" Target="/ppt/slideLayouts/V2Native_slideLayout1.xml" Id="R95e041388e3740c2" /><Relationship Type="http://schemas.openxmlformats.org/officeDocument/2006/relationships/image" Target="/ppt/media/necessity_v13_image2.png" Id="Rc16be49d543649d9" /><Relationship Type="http://schemas.openxmlformats.org/officeDocument/2006/relationships/notesSlide" Target="/ppt/notesSlides/necessityV13_2.xml" Id="R7c2dc39636264576" /></Relationships>
</file>

<file path=ppt/slides/_rels/slide75.xml.rels><?xml version='1.0' encoding='utf-8'?>
<Relationships xmlns="http://schemas.openxmlformats.org/package/2006/relationships"><Relationship Type="http://schemas.openxmlformats.org/officeDocument/2006/relationships/slideLayout" Target="/ppt/slideLayouts/V2Native_slideLayout1.xml" Id="R621501f57ff8436d" /><Relationship Type="http://schemas.openxmlformats.org/officeDocument/2006/relationships/image" Target="/ppt/media/necessity_v13_image3.png" Id="R7df22c637c034867" /><Relationship Type="http://schemas.openxmlformats.org/officeDocument/2006/relationships/notesSlide" Target="/ppt/notesSlides/necessityV13_3.xml" Id="R39ec32f52ad04ce8" /></Relationships>
</file>

<file path=ppt/slides/_rels/slide76.xml.rels><?xml version='1.0' encoding='utf-8'?>
<Relationships xmlns="http://schemas.openxmlformats.org/package/2006/relationships"><Relationship Type="http://schemas.openxmlformats.org/officeDocument/2006/relationships/slideLayout" Target="/ppt/slideLayouts/V2Native_slideLayout1.xml" Id="R45d5378e62b44412" /><Relationship Type="http://schemas.openxmlformats.org/officeDocument/2006/relationships/image" Target="/ppt/media/necessity_v13_image4.png" Id="R105c8861f7e44a57" /><Relationship Type="http://schemas.openxmlformats.org/officeDocument/2006/relationships/notesSlide" Target="/ppt/notesSlides/necessityV13_4.xml" Id="Raf6bb19645c1489d" /></Relationships>
</file>

<file path=ppt/slides/_rels/slide77.xml.rels><?xml version='1.0' encoding='utf-8'?>
<Relationships xmlns="http://schemas.openxmlformats.org/package/2006/relationships"><Relationship Type="http://schemas.openxmlformats.org/officeDocument/2006/relationships/slideLayout" Target="/ppt/slideLayouts/V2Native_slideLayout1.xml" Id="R7a699aa3cd074625" /><Relationship Type="http://schemas.openxmlformats.org/officeDocument/2006/relationships/image" Target="/ppt/media/necessity_v13_image5.png" Id="R92201c070c724c1f" /><Relationship Type="http://schemas.openxmlformats.org/officeDocument/2006/relationships/notesSlide" Target="/ppt/notesSlides/necessityV13_5.xml" Id="Ra0161cbf80fa4800" /></Relationships>
</file>

<file path=ppt/slides/_rels/v17_necessity9_slide2.xml.rels><?xml version='1.0' encoding='utf-8'?>
<Relationships xmlns="http://schemas.openxmlformats.org/package/2006/relationships"><Relationship Type="http://schemas.openxmlformats.org/officeDocument/2006/relationships/slideLayout" Target="/ppt/slideLayouts/v17_necessity9_slideLayout6.xml" Id="Rd1262998f73d478a" /><Relationship Type="http://schemas.openxmlformats.org/officeDocument/2006/relationships/image" Target="/ppt/media/v17_necessity9_image.png" Id="R610336d8211d42b4" /><Relationship Type="http://schemas.openxmlformats.org/officeDocument/2006/relationships/image" Target="/ppt/media/v17_necessity9_image2.png" Id="R771928730c4b42f7" /><Relationship Type="http://schemas.openxmlformats.org/officeDocument/2006/relationships/image" Target="/ppt/media/v17_necessity9_image3.png" Id="R5dc4af8e07de4039" /><Relationship Type="http://schemas.openxmlformats.org/officeDocument/2006/relationships/notesSlide" Target="/ppt/notesSlides/v17_necessity9_notesSlide2.xml" Id="R172f5a71d9804e6c" /></Relationships>
</file>

<file path=ppt/slides/_rels/v17_necessity10_slide2.xml.rels><?xml version='1.0' encoding='utf-8'?>
<Relationships xmlns="http://schemas.openxmlformats.org/package/2006/relationships"><Relationship Id="V10SourceLayout" Type="http://schemas.openxmlformats.org/officeDocument/2006/relationships/slideLayout" Target="/ppt/slideLayouts/v17_necessity10_slideLayout6.xml" /><Relationship Id="V10SourceNote" Type="http://schemas.openxmlformats.org/officeDocument/2006/relationships/notesSlide" Target="/ppt/notesSlides/v17_necessity10_notesSlide2.xml" /></Relationships>
</file>

<file path=ppt/slides/_rels/v17_reference_slide1.xml.rels><?xml version='1.0' encoding='utf-8'?>
<Relationships xmlns="http://schemas.openxmlformats.org/package/2006/relationships"><Relationship Type="http://schemas.openxmlformats.org/officeDocument/2006/relationships/slideLayout" Target="/ppt/slideLayouts/v17_reference_slideLayout6.xml" Id="Rda99b6256d614e9e" /><Relationship Type="http://schemas.openxmlformats.org/officeDocument/2006/relationships/notesSlide" Target="/ppt/notesSlides/v17_reference_notesSlide1.xml" Id="R43c750e28a66421e" /></Relationships>
</file>

<file path=ppt/slides/_rels/v17_reference_slide2.xml.rels><?xml version='1.0' encoding='utf-8'?>
<Relationships xmlns="http://schemas.openxmlformats.org/package/2006/relationships"><Relationship Type="http://schemas.openxmlformats.org/officeDocument/2006/relationships/slideLayout" Target="/ppt/slideLayouts/v17_reference_slideLayout6.xml" Id="Rec9ce4ca5bf945ba" /><Relationship Type="http://schemas.openxmlformats.org/officeDocument/2006/relationships/notesSlide" Target="/ppt/notesSlides/v17_reference_notesSlide2.xml" Id="R66b02b9a294c49f1" /></Relationships>
</file>

<file path=ppt/slides/_rels/v17_reference_slide3.xml.rels><?xml version='1.0' encoding='utf-8'?>
<Relationships xmlns="http://schemas.openxmlformats.org/package/2006/relationships"><Relationship Type="http://schemas.openxmlformats.org/officeDocument/2006/relationships/slideLayout" Target="/ppt/slideLayouts/v17_reference_slideLayout6.xml" Id="Rc6904a87acc74cf4" /><Relationship Type="http://schemas.openxmlformats.org/officeDocument/2006/relationships/notesSlide" Target="/ppt/notesSlides/v17_reference_notesSlide3.xml" Id="R91ba6d5c37194f4a" /></Relationships>
</file>

<file path=ppt/slides/_rels/v17_reference_slide4.xml.rels><?xml version='1.0' encoding='utf-8'?>
<Relationships xmlns="http://schemas.openxmlformats.org/package/2006/relationships"><Relationship Type="http://schemas.openxmlformats.org/officeDocument/2006/relationships/slideLayout" Target="/ppt/slideLayouts/v17_reference_slideLayout6.xml" Id="Rba95b899513248af" /><Relationship Type="http://schemas.openxmlformats.org/officeDocument/2006/relationships/notesSlide" Target="/ppt/notesSlides/v17_reference_notesSlide4.xml" Id="Rcde516eb208b4cad" /></Relationships>
</file>

<file path=ppt/slides/charts/_rels/intro_v10_chart1.xml.rels><?xml version='1.0' encoding='utf-8'?>
<Relationships xmlns="http://schemas.openxmlformats.org/package/2006/relationships"><Relationship Id="rIdChartSnapshot1" Type="http://schemas.openxmlformats.org/officeDocument/2006/relationships/package" Target="/ppt/embeddings/intro_v9_chart-data-snapshot-001.xlsx" /></Relationships>
</file>

<file path=ppt/slides/charts/intro_v10_chart1.xml><?xml version="1.0" encoding="utf-8"?>
<ns0:chartSpace xmlns:a="http://schemas.openxmlformats.org/drawingml/2006/main" xmlns:ns0="http://schemas.openxmlformats.org/drawingml/2006/chart" xmlns:r="http://schemas.openxmlformats.org/officeDocument/2006/relationships">
  <ns0:lang val="en-US"/>
  <ns0:chart>
    <ns0:plotArea>
      <ns0:barChart>
        <ns0:barDir val="col"/>
        <ns0:grouping val="clustered"/>
        <ns0:varyColors val="1"/>
        <ns0:ser>
          <ns0:idx val="0"/>
          <ns0:order val="0"/>
          <ns0:tx>
            <ns0:v>시장 규모 (십억 달러)</ns0:v>
          </ns0:tx>
          <ns0:spPr>
            <a:solidFill>
              <a:srgbClr val="082759"/>
            </a:solidFill>
          </ns0:spPr>
          <ns0:invertIfNegative val="0"/>
          <ns0:dPt>
            <ns0:idx val="0"/>
            <ns0:invertIfNegative val="0"/>
            <ns0:spPr>
              <a:solidFill>
                <a:srgbClr val="A3B4CA"/>
              </a:solidFill>
            </ns0:spPr>
          </ns0:dPt>
          <ns0:dPt>
            <ns0:idx val="1"/>
            <ns0:invertIfNegative val="0"/>
            <ns0:spPr>
              <a:solidFill>
                <a:srgbClr val="082759"/>
              </a:solidFill>
            </ns0:spPr>
          </ns0:dPt>
          <ns0:cat>
            <ns0:strRef>
              <ns0:f>'Chart Data'!$A$2:$A$3</ns0:f>
              <ns0:strCache>
                <ns0:ptCount val="2"/>
                <ns0:pt idx="0">
                  <ns0:v>2026 추정</ns0:v>
                </ns0:pt>
                <ns0:pt idx="1">
                  <ns0:v>2031 전망</ns0:v>
                </ns0:pt>
              </ns0:strCache>
            </ns0:strRef>
          </ns0:cat>
          <ns0:val>
            <ns0:numRef>
              <ns0:f>'Chart Data'!$B$2:$B$3</ns0:f>
              <ns0:numCache>
                <ns0:formatCode>General</ns0:formatCode>
                <ns0:ptCount val="2"/>
                <ns0:pt idx="0">
                  <ns0:v>9.02</ns0:v>
                </ns0:pt>
                <ns0:pt idx="1">
                  <ns0:v>18.36</ns0:v>
                </ns0:pt>
              </ns0:numCache>
            </ns0:numRef>
          </ns0:val>
        </ns0:ser>
        <ns0:dLbls>
          <ns0:numFmt formatCode="0.00" sourceLinked="0"/>
          <ns0:txPr>
            <a:bodyPr anchorCtr="1"/>
            <a:lstStyle/>
            <a:p>
              <a:pPr>
                <a:defRPr sz="2000" b="1" lang="ko-KR">
                  <a:solidFill>
                    <a:srgbClr val="000000"/>
                  </a:solidFill>
                  <a:latin typeface="Calibri"/>
                  <a:ea typeface="Calibri"/>
                  <a:cs typeface="Calibri"/>
                </a:defRPr>
              </a:pPr>
              <a:endParaRPr lang="ko-KR">
                <a:latin typeface="Calibri"/>
                <a:ea typeface="Calibri"/>
                <a:cs typeface="Calibri"/>
              </a:endParaRPr>
            </a:p>
          </ns0:txPr>
          <ns0:dLblPos val="outEnd"/>
          <ns0:showLegendKey val="0"/>
          <ns0:showVal val="1"/>
          <ns0:showCatName val="0"/>
          <ns0:showSerName val="0"/>
          <ns0:showPercent val="0"/>
          <ns0:showBubbleSize val="0"/>
          <ns0:showLeaderLines val="0"/>
        </ns0:dLbls>
        <ns0:gapWidth val="80"/>
        <ns0:axId val="48650112"/>
        <ns0:axId val="48672768"/>
      </ns0:barChart>
      <ns0:catAx>
        <ns0:axId val="48650112"/>
        <ns0:scaling>
          <ns0:orientation val="minMax"/>
        </ns0:scaling>
        <ns0:delete val="0"/>
        <ns0:axPos val="b"/>
        <ns0:numFmt formatCode="General"/>
        <ns0:majorTickMark val="none"/>
        <ns0:minorTickMark val="none"/>
        <ns0:spPr>
          <a:ln w="9525">
            <a:solidFill>
              <a:srgbClr val="D4DBE4"/>
            </a:solidFill>
          </a:ln>
        </ns0:spPr>
        <ns0:txPr>
          <a:bodyPr anchorCtr="1"/>
          <a:lstStyle/>
          <a:p>
            <a:pPr>
              <a:defRPr sz="1500" lang="ko-KR">
                <a:solidFill>
                  <a:srgbClr val="000000"/>
                </a:solidFill>
                <a:latin typeface="Calibri"/>
                <a:ea typeface="Calibri"/>
                <a:cs typeface="Calibri"/>
              </a:defRPr>
            </a:pPr>
            <a:endParaRPr lang="ko-KR">
              <a:latin typeface="Calibri"/>
              <a:ea typeface="Calibri"/>
              <a:cs typeface="Calibri"/>
            </a:endParaRPr>
          </a:p>
        </ns0:txPr>
        <ns0:crossAx val="48672768"/>
      </ns0:catAx>
      <ns0:valAx>
        <ns0:axId val="48672768"/>
        <ns0:scaling>
          <ns0:orientation val="minMax"/>
          <ns0:max val="20"/>
          <ns0:min val="0"/>
        </ns0:scaling>
        <ns0:delete val="0"/>
        <ns0:axPos val="l"/>
        <ns0:majorGridlines>
          <ns0:spPr>
            <a:ln w="9525">
              <a:solidFill>
                <a:srgbClr val="E7EBEF"/>
              </a:solidFill>
            </a:ln>
          </ns0:spPr>
        </ns0:majorGridlines>
        <ns0:numFmt formatCode="General"/>
        <ns0:majorTickMark val="none"/>
        <ns0:minorTickMark val="none"/>
        <ns0:spPr>
          <a:ln w="0">
            <a:noFill/>
          </a:ln>
        </ns0:spPr>
        <ns0:txPr>
          <a:bodyPr anchorCtr="1"/>
          <a:lstStyle/>
          <a:p>
            <a:pPr>
              <a:defRPr sz="1200" lang="ko-KR">
                <a:solidFill>
                  <a:srgbClr val="4A5563"/>
                </a:solidFill>
                <a:latin typeface="Calibri"/>
                <a:ea typeface="Calibri"/>
                <a:cs typeface="Calibri"/>
              </a:defRPr>
            </a:pPr>
            <a:endParaRPr lang="ko-KR">
              <a:latin typeface="Calibri"/>
              <a:ea typeface="Calibri"/>
              <a:cs typeface="Calibri"/>
            </a:endParaRPr>
          </a:p>
        </ns0:txPr>
        <ns0:crossAx val="48650112"/>
        <ns0:crossBetween val="between"/>
        <ns0:majorUnit val="10"/>
      </ns0:valAx>
      <ns0:spPr>
        <a:solidFill>
          <a:srgbClr val="FFFFFF"/>
        </a:solidFill>
        <a:ln w="0">
          <a:noFill/>
        </a:ln>
      </ns0:spPr>
    </ns0:plotArea>
    <ns0:plotVisOnly val="1"/>
  </ns0:chart>
  <ns0:spPr>
    <a:solidFill>
      <a:srgbClr val="FFFFFF"/>
    </a:solidFill>
    <a:ln w="0">
      <a:noFill/>
    </a:ln>
  </ns0:spPr>
  <ns0:externalData r:id="rIdChartSnapshot1">
    <ns0:autoUpdate val="0"/>
  </ns0:externalData>
</ns0:chartSpace>
</file>

<file path=ppt/slides/dp44ImplementationV14.xml><?xml version="1.0" encoding="utf-8"?>
<p:sld xmlns:a="http://schemas.openxmlformats.org/drawingml/2006/main" xmlns:ns2="http://schemas.microsoft.com/office/drawing/2014/main" xmlns:p="http://schemas.openxmlformats.org/presentationml/2006/main" xmlns:p14="http://schemas.microsoft.com/office/powerpoint/2010/main">
  <p:cSld name="dp44-implementation-comparison">
    <p:bg>
      <p:bgPr>
        <a:solidFill>
          <a:srgbClr val="FFFFFF"/>
        </a:solidFill>
      </p:bgPr>
    </p:bg>
    <p:spTree>
      <p:nvGrpSpPr>
        <p:cNvPr id="1" name=""/>
        <p:cNvGrpSpPr/>
        <p:nvPr/>
      </p:nvGrpSpPr>
      <p:grpSpPr>
        <a:xfrm/>
      </p:grpSpPr>
      <p:sp>
        <p:nvSpPr>
          <p:cNvPr id="225" name="dp44-implementation-comparison / n1">
            <a:extLst>
              <a:ext uri="{FF2B5EF4-FFF2-40B4-BE49-F238E27FC236}">
                <ns2:creationId id="{7041E3CA-1D3F-4981-B8DF-AFDA332E3171}"/>
              </a:ext>
            </a:extLst>
          </p:cNvPr>
          <p:cNvSpPr>
            <a:spLocks noGrp="1"/>
          </p:cNvSpPr>
          <p:nvPr/>
        </p:nvSpPr>
        <p:spPr>
          <a:xfrm>
            <a:off x="0" y="0"/>
            <a:ext cx="18288000" cy="10287000"/>
          </a:xfrm>
          <a:prstGeom prst="rect">
            <a:avLst/>
          </a:prstGeom>
          <a:solidFill>
            <a:srgbClr val="FFFFFF"/>
          </a:solidFill>
          <a:ln w="0">
            <a:noFill/>
            <a:prstDash val="solid"/>
          </a:ln>
        </p:spPr>
      </p:sp>
      <p:sp>
        <p:nvSpPr>
          <p:cNvPr id="2" name="dp44-implementation-comparison / n2 / text 1">
            <a:extLst>
              <a:ext uri="{FF2B5EF4-FFF2-40B4-BE49-F238E27FC236}">
                <ns2:creationId id="{D9F67D3A-426F-4401-A42C-F4DE83680ADA}"/>
              </a:ext>
            </a:extLst>
          </p:cNvPr>
          <p:cNvSpPr>
            <a:spLocks noGrp="1"/>
          </p:cNvSpPr>
          <p:nvPr/>
        </p:nvSpPr>
        <p:spPr>
          <a:xfrm>
            <a:off x="514350" y="285750"/>
            <a:ext cx="16859250" cy="580073"/>
          </a:xfrm>
          <a:prstGeom prst="rect">
            <a:avLst/>
          </a:prstGeom>
          <a:noFill/>
          <a:ln w="0">
            <a:noFill/>
            <a:prstDash val="solid"/>
          </a:ln>
        </p:spPr>
        <p:txBody>
          <a:bodyPr wrap="none" lIns="0" tIns="0" rIns="0" bIns="0" anchor="t">
            <a:noAutofit/>
          </a:bodyPr>
          <a:lstStyle>
            <a:defPPr algn="l">
              <a:defRPr sz="3200" b="1" lang="ko-KR">
                <a:solidFill>
                  <a:srgbClr val="18232E"/>
                </a:solidFill>
                <a:latin typeface="Calibri"/>
                <a:ea typeface="Calibri"/>
                <a:cs typeface="Calibri"/>
              </a:defRPr>
            </a:defPPr>
          </a:lstStyle>
          <a:p>
            <a:pPr algn="l">
              <a:defRPr sz="3200" b="1" lang="ko-KR">
                <a:solidFill>
                  <a:srgbClr val="18232E"/>
                </a:solidFill>
                <a:latin typeface="Calibri"/>
                <a:ea typeface="Calibri"/>
                <a:cs typeface="Calibri"/>
              </a:defRPr>
            </a:pPr>
            <a:r>
              <a:rPr sz="3200" b="1" lang="ko-KR">
                <a:solidFill>
                  <a:srgbClr val="18232E"/>
                </a:solidFill>
                <a:latin typeface="Calibri"/>
                <a:ea typeface="Calibri"/>
                <a:cs typeface="Calibri"/>
              </a:rPr>
              <a:t>DP44. 중앙 회수와 단계별 완료 처리의 구현 구조</a:t>
            </a:r>
            <a:endParaRPr lang="ko-KR">
              <a:latin typeface="Calibri"/>
              <a:ea typeface="Calibri"/>
              <a:cs typeface="Calibri"/>
            </a:endParaRPr>
          </a:p>
        </p:txBody>
      </p:sp>
      <p:sp>
        <p:nvSpPr>
          <p:cNvPr id="3" name="dp44-implementation-comparison / n3 / path">
            <a:extLst>
              <a:ext uri="{FF2B5EF4-FFF2-40B4-BE49-F238E27FC236}">
                <ns2:creationId id="{96702953-28B7-43C6-973E-C0E5CE563085}"/>
              </a:ext>
            </a:extLst>
          </p:cNvPr>
          <p:cNvSpPr>
            <a:spLocks noGrp="1"/>
          </p:cNvSpPr>
          <p:nvPr/>
        </p:nvSpPr>
        <p:spPr>
          <a:xfrm>
            <a:off x="514350" y="981075"/>
            <a:ext cx="17259300" cy="953"/>
          </a:xfrm>
          <a:custGeom>
            <a:pathLst>
              <a:path w="17259300" h="953">
                <a:moveTo>
                  <a:pt x="0" y="0"/>
                </a:moveTo>
                <a:lnTo>
                  <a:pt x="17259300" y="0"/>
                </a:lnTo>
              </a:path>
            </a:pathLst>
          </a:custGeom>
          <a:noFill/>
          <a:ln w="19050">
            <a:solidFill>
              <a:srgbClr val="CDD6DE"/>
            </a:solidFill>
            <a:prstDash val="solid"/>
          </a:ln>
        </p:spPr>
      </p:sp>
      <p:sp>
        <p:nvSpPr>
          <p:cNvPr id="4" name="dp44-implementation-comparison / n4 / text 1">
            <a:extLst>
              <a:ext uri="{FF2B5EF4-FFF2-40B4-BE49-F238E27FC236}">
                <ns2:creationId id="{6B81C772-0685-4C2C-B306-9D4696F541E0}"/>
              </a:ext>
            </a:extLst>
          </p:cNvPr>
          <p:cNvSpPr>
            <a:spLocks noGrp="1"/>
          </p:cNvSpPr>
          <p:nvPr/>
        </p:nvSpPr>
        <p:spPr>
          <a:xfrm>
            <a:off x="514350" y="1171575"/>
            <a:ext cx="17259300" cy="303848"/>
          </a:xfrm>
          <a:prstGeom prst="rect">
            <a:avLst/>
          </a:prstGeom>
          <a:noFill/>
          <a:ln w="0">
            <a:noFill/>
            <a:prstDash val="solid"/>
          </a:ln>
        </p:spPr>
        <p:txBody>
          <a:bodyPr wrap="none" lIns="0" tIns="0" rIns="0" bIns="0" anchor="t">
            <a:noAutofit/>
          </a:bodyPr>
          <a:lstStyle>
            <a:defPPr algn="l">
              <a:defRPr sz="1700" b="0" lang="ko-KR">
                <a:solidFill>
                  <a:srgbClr val="18232E"/>
                </a:solidFill>
                <a:latin typeface="Calibri"/>
                <a:ea typeface="Calibri"/>
                <a:cs typeface="Calibri"/>
              </a:defRPr>
            </a:defPPr>
          </a:lstStyle>
          <a:p>
            <a:pPr algn="l">
              <a:defRPr sz="1700" b="0" lang="ko-KR">
                <a:solidFill>
                  <a:srgbClr val="18232E"/>
                </a:solidFill>
                <a:latin typeface="Calibri"/>
                <a:ea typeface="Calibri"/>
                <a:cs typeface="Calibri"/>
              </a:defRPr>
            </a:pPr>
            <a:r>
              <a:rPr sz="1700" b="0" lang="ko-KR">
                <a:solidFill>
                  <a:srgbClr val="18232E"/>
                </a:solidFill>
                <a:latin typeface="Calibri"/>
                <a:ea typeface="Calibri"/>
                <a:cs typeface="Calibri"/>
              </a:rPr>
              <a:t>같은 사건: R1 rev1의 응답 Job J1 실행 중 새 발화와 메일 질문 도착, 이후 J1이 늦게 완료</a:t>
            </a:r>
            <a:endParaRPr lang="ko-KR">
              <a:latin typeface="Calibri"/>
              <a:ea typeface="Calibri"/>
              <a:cs typeface="Calibri"/>
            </a:endParaRPr>
          </a:p>
        </p:txBody>
      </p:sp>
      <p:sp>
        <p:nvSpPr>
          <p:cNvPr id="5" name="dp44-implementation-comparison / n5 / text 1">
            <a:extLst>
              <a:ext uri="{FF2B5EF4-FFF2-40B4-BE49-F238E27FC236}">
                <ns2:creationId id="{E5ECCBDF-EAAD-43B4-86E6-E7934703B02F}"/>
              </a:ext>
            </a:extLst>
          </p:cNvPr>
          <p:cNvSpPr>
            <a:spLocks noGrp="1"/>
          </p:cNvSpPr>
          <p:nvPr/>
        </p:nvSpPr>
        <p:spPr>
          <a:xfrm>
            <a:off x="514350" y="1504950"/>
            <a:ext cx="17259300" cy="276225"/>
          </a:xfrm>
          <a:prstGeom prst="rect">
            <a:avLst/>
          </a:prstGeom>
          <a:noFill/>
          <a:ln w="0">
            <a:noFill/>
            <a:prstDash val="solid"/>
          </a:ln>
        </p:spPr>
        <p:txBody>
          <a:bodyPr wrap="none" lIns="0" tIns="0" rIns="0" bIns="0" anchor="t">
            <a:noAutofit/>
          </a:bodyPr>
          <a:lstStyle>
            <a:defPPr algn="l">
              <a:defRPr sz="1500" b="0" lang="ko-KR">
                <a:solidFill>
                  <a:srgbClr val="5F6B77"/>
                </a:solidFill>
                <a:latin typeface="Calibri"/>
                <a:ea typeface="Calibri"/>
                <a:cs typeface="Calibri"/>
              </a:defRPr>
            </a:defPPr>
          </a:lstStyle>
          <a:p>
            <a:pPr algn="l">
              <a:defRPr sz="1500" b="0" lang="ko-KR">
                <a:solidFill>
                  <a:srgbClr val="5F6B77"/>
                </a:solidFill>
                <a:latin typeface="Calibri"/>
                <a:ea typeface="Calibri"/>
                <a:cs typeface="Calibri"/>
              </a:defRPr>
            </a:pPr>
            <a:r>
              <a:rPr sz="1500" b="0" lang="ko-KR">
                <a:solidFill>
                  <a:srgbClr val="5F6B77"/>
                </a:solidFill>
                <a:latin typeface="Calibri"/>
                <a:ea typeface="Calibri"/>
                <a:cs typeface="Calibri"/>
              </a:rPr>
              <a:t>공통: Interaction Manager가 입력을 계속 받고 즉시 출력을 멈춘다. Task Manager는 확인된 업무 사건을 제공한다.</a:t>
            </a:r>
            <a:endParaRPr lang="ko-KR">
              <a:latin typeface="Calibri"/>
              <a:ea typeface="Calibri"/>
              <a:cs typeface="Calibri"/>
            </a:endParaRPr>
          </a:p>
        </p:txBody>
      </p:sp>
      <p:sp>
        <p:nvSpPr>
          <p:cNvPr id="6" name="dp44-implementation-comparison / n6">
            <a:extLst>
              <a:ext uri="{FF2B5EF4-FFF2-40B4-BE49-F238E27FC236}">
                <ns2:creationId id="{830834FB-3F27-4DB3-83FE-EDA90BEA911C}"/>
              </a:ext>
            </a:extLst>
          </p:cNvPr>
          <p:cNvSpPr>
            <a:spLocks noGrp="1"/>
          </p:cNvSpPr>
          <p:nvPr/>
        </p:nvSpPr>
        <p:spPr>
          <a:xfrm>
            <a:off x="514350" y="1971675"/>
            <a:ext cx="8286750" cy="523875"/>
          </a:xfrm>
          <a:prstGeom prst="rect">
            <a:avLst/>
          </a:prstGeom>
          <a:solidFill>
            <a:srgbClr val="EAF2FB"/>
          </a:solidFill>
          <a:ln w="16193">
            <a:solidFill>
              <a:srgbClr val="CDD6DE"/>
            </a:solidFill>
            <a:prstDash val="solid"/>
          </a:ln>
        </p:spPr>
      </p:sp>
      <p:sp>
        <p:nvSpPr>
          <p:cNvPr id="7" name="dp44-implementation-comparison / n7">
            <a:extLst>
              <a:ext uri="{FF2B5EF4-FFF2-40B4-BE49-F238E27FC236}">
                <ns2:creationId id="{52E91E71-B729-46C5-B34E-B1EE27E8BFCB}"/>
              </a:ext>
            </a:extLst>
          </p:cNvPr>
          <p:cNvSpPr>
            <a:spLocks noGrp="1"/>
          </p:cNvSpPr>
          <p:nvPr/>
        </p:nvSpPr>
        <p:spPr>
          <a:xfrm>
            <a:off x="9486900" y="1971675"/>
            <a:ext cx="8286750" cy="523875"/>
          </a:xfrm>
          <a:prstGeom prst="rect">
            <a:avLst/>
          </a:prstGeom>
          <a:solidFill>
            <a:srgbClr val="FFF5DB"/>
          </a:solidFill>
          <a:ln w="16193">
            <a:solidFill>
              <a:srgbClr val="CDD6DE"/>
            </a:solidFill>
            <a:prstDash val="solid"/>
          </a:ln>
        </p:spPr>
      </p:sp>
      <p:sp>
        <p:nvSpPr>
          <p:cNvPr id="8" name="dp44-implementation-comparison / n8 / text 1">
            <a:extLst>
              <a:ext uri="{FF2B5EF4-FFF2-40B4-BE49-F238E27FC236}">
                <ns2:creationId id="{18FE8336-080E-424D-9A64-F67462479AC6}"/>
              </a:ext>
            </a:extLst>
          </p:cNvPr>
          <p:cNvSpPr>
            <a:spLocks noGrp="1"/>
          </p:cNvSpPr>
          <p:nvPr/>
        </p:nvSpPr>
        <p:spPr>
          <a:xfrm>
            <a:off x="628650" y="2095500"/>
            <a:ext cx="8096250" cy="345281"/>
          </a:xfrm>
          <a:prstGeom prst="rect">
            <a:avLst/>
          </a:prstGeom>
          <a:noFill/>
          <a:ln w="0">
            <a:noFill/>
            <a:prstDash val="solid"/>
          </a:ln>
        </p:spPr>
        <p:txBody>
          <a:bodyPr wrap="none" lIns="0" tIns="0" rIns="0" bIns="0" anchor="t">
            <a:noAutofit/>
          </a:bodyPr>
          <a:lstStyle>
            <a:defPPr algn="ctr">
              <a:defRPr sz="1900" b="1" lang="ko-KR">
                <a:solidFill>
                  <a:srgbClr val="18232E"/>
                </a:solidFill>
                <a:latin typeface="Calibri"/>
                <a:ea typeface="Calibri"/>
                <a:cs typeface="Calibri"/>
              </a:defRPr>
            </a:defPPr>
          </a:lstStyle>
          <a:p>
            <a:pPr algn="ctr">
              <a:defRPr sz="1900" b="1" lang="ko-KR">
                <a:solidFill>
                  <a:srgbClr val="18232E"/>
                </a:solidFill>
                <a:latin typeface="Calibri"/>
                <a:ea typeface="Calibri"/>
                <a:cs typeface="Calibri"/>
              </a:defRPr>
            </a:pPr>
            <a:r>
              <a:rPr sz="1900" b="1" lang="ko-KR">
                <a:solidFill>
                  <a:srgbClr val="18232E"/>
                </a:solidFill>
                <a:latin typeface="Calibri"/>
                <a:ea typeface="Calibri"/>
                <a:cs typeface="Calibri"/>
              </a:rPr>
              <a:t>A  중앙 Mailbox와 Dispatcher가 다음 실행을 결정</a:t>
            </a:r>
            <a:endParaRPr lang="ko-KR">
              <a:latin typeface="Calibri"/>
              <a:ea typeface="Calibri"/>
              <a:cs typeface="Calibri"/>
            </a:endParaRPr>
          </a:p>
        </p:txBody>
      </p:sp>
      <p:sp>
        <p:nvSpPr>
          <p:cNvPr id="9" name="dp44-implementation-comparison / n9 / text 1">
            <a:extLst>
              <a:ext uri="{FF2B5EF4-FFF2-40B4-BE49-F238E27FC236}">
                <ns2:creationId id="{0694E713-96F2-4661-BBEB-CBAE955233B4}"/>
              </a:ext>
            </a:extLst>
          </p:cNvPr>
          <p:cNvSpPr>
            <a:spLocks noGrp="1"/>
          </p:cNvSpPr>
          <p:nvPr/>
        </p:nvSpPr>
        <p:spPr>
          <a:xfrm>
            <a:off x="9601200" y="2095500"/>
            <a:ext cx="8096250" cy="345281"/>
          </a:xfrm>
          <a:prstGeom prst="rect">
            <a:avLst/>
          </a:prstGeom>
          <a:noFill/>
          <a:ln w="0">
            <a:noFill/>
            <a:prstDash val="solid"/>
          </a:ln>
        </p:spPr>
        <p:txBody>
          <a:bodyPr wrap="none" lIns="0" tIns="0" rIns="0" bIns="0" anchor="t">
            <a:noAutofit/>
          </a:bodyPr>
          <a:lstStyle>
            <a:defPPr algn="ctr">
              <a:defRPr sz="1900" b="1" lang="ko-KR">
                <a:solidFill>
                  <a:srgbClr val="18232E"/>
                </a:solidFill>
                <a:latin typeface="Calibri"/>
                <a:ea typeface="Calibri"/>
                <a:cs typeface="Calibri"/>
              </a:defRPr>
            </a:defPPr>
          </a:lstStyle>
          <a:p>
            <a:pPr algn="ctr">
              <a:defRPr sz="1900" b="1" lang="ko-KR">
                <a:solidFill>
                  <a:srgbClr val="18232E"/>
                </a:solidFill>
                <a:latin typeface="Calibri"/>
                <a:ea typeface="Calibri"/>
                <a:cs typeface="Calibri"/>
              </a:defRPr>
            </a:pPr>
            <a:r>
              <a:rPr sz="1900" b="1" lang="ko-KR">
                <a:solidFill>
                  <a:srgbClr val="18232E"/>
                </a:solidFill>
                <a:latin typeface="Calibri"/>
                <a:ea typeface="Calibri"/>
                <a:cs typeface="Calibri"/>
              </a:rPr>
              <a:t>B  각 Stage가 자기 Done을 처리하고 다음 Queue로 전달</a:t>
            </a:r>
            <a:endParaRPr lang="ko-KR">
              <a:latin typeface="Calibri"/>
              <a:ea typeface="Calibri"/>
              <a:cs typeface="Calibri"/>
            </a:endParaRPr>
          </a:p>
        </p:txBody>
      </p:sp>
      <p:sp>
        <p:nvSpPr>
          <p:cNvPr id="10" name="dp44-implementation-comparison / n10">
            <a:extLst>
              <a:ext uri="{FF2B5EF4-FFF2-40B4-BE49-F238E27FC236}">
                <ns2:creationId id="{27637FE0-8362-4DE3-B32E-1B2DC12753E9}"/>
              </a:ext>
            </a:extLst>
          </p:cNvPr>
          <p:cNvSpPr>
            <a:spLocks noGrp="1"/>
          </p:cNvSpPr>
          <p:nvPr/>
        </p:nvSpPr>
        <p:spPr>
          <a:xfrm>
            <a:off x="571500" y="2686050"/>
            <a:ext cx="8239125" cy="3095625"/>
          </a:xfrm>
          <a:prstGeom prst="rect">
            <a:avLst/>
          </a:prstGeom>
          <a:solidFill>
            <a:srgbClr val="FFFFFF"/>
          </a:solidFill>
          <a:ln w="16193">
            <a:solidFill>
              <a:srgbClr val="18232E"/>
            </a:solidFill>
            <a:prstDash val="solid"/>
          </a:ln>
        </p:spPr>
      </p:sp>
      <p:sp>
        <p:nvSpPr>
          <p:cNvPr id="11" name="dp44-implementation-comparison / n11 / text 1">
            <a:extLst>
              <a:ext uri="{FF2B5EF4-FFF2-40B4-BE49-F238E27FC236}">
                <ns2:creationId id="{0B544A77-BFC7-4619-84AD-B0FEBBC7A180}"/>
              </a:ext>
            </a:extLst>
          </p:cNvPr>
          <p:cNvSpPr>
            <a:spLocks noGrp="1"/>
          </p:cNvSpPr>
          <p:nvPr/>
        </p:nvSpPr>
        <p:spPr>
          <a:xfrm>
            <a:off x="733425" y="2771775"/>
            <a:ext cx="79057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12" name="dp44-implementation-comparison / n12 / text 1">
            <a:extLst>
              <a:ext uri="{FF2B5EF4-FFF2-40B4-BE49-F238E27FC236}">
                <ns2:creationId id="{C466B2A1-D76F-4F1E-A9EA-9EF8B87360D4}"/>
              </a:ext>
            </a:extLst>
          </p:cNvPr>
          <p:cNvSpPr>
            <a:spLocks noGrp="1"/>
          </p:cNvSpPr>
          <p:nvPr/>
        </p:nvSpPr>
        <p:spPr>
          <a:xfrm>
            <a:off x="800100" y="3000375"/>
            <a:ext cx="2952750" cy="220980"/>
          </a:xfrm>
          <a:prstGeom prst="rect">
            <a:avLst/>
          </a:prstGeom>
          <a:noFill/>
          <a:ln w="0">
            <a:noFill/>
            <a:prstDash val="solid"/>
          </a:ln>
        </p:spPr>
        <p:txBody>
          <a:bodyPr wrap="none" lIns="0" tIns="0" rIns="0" bIns="0" anchor="t">
            <a:noAutofit/>
          </a:bodyPr>
          <a:lstStyle>
            <a:defPPr algn="l">
              <a:defRPr sz="1200" b="1" lang="ko-KR">
                <a:solidFill>
                  <a:srgbClr val="B63732"/>
                </a:solidFill>
                <a:latin typeface="Calibri"/>
                <a:ea typeface="Calibri"/>
                <a:cs typeface="Calibri"/>
              </a:defRPr>
            </a:defPPr>
          </a:lstStyle>
          <a:p>
            <a:pPr algn="l">
              <a:defRPr sz="1200" b="1" lang="ko-KR">
                <a:solidFill>
                  <a:srgbClr val="B63732"/>
                </a:solidFill>
                <a:latin typeface="Calibri"/>
                <a:ea typeface="Calibri"/>
                <a:cs typeface="Calibri"/>
              </a:defRPr>
            </a:pPr>
            <a:r>
              <a:rPr sz="1200" b="1" lang="ko-KR">
                <a:solidFill>
                  <a:srgbClr val="B63732"/>
                </a:solidFill>
                <a:latin typeface="Calibri"/>
                <a:ea typeface="Calibri"/>
                <a:cs typeface="Calibri"/>
              </a:rPr>
              <a:t>InputStarted</a:t>
            </a:r>
            <a:endParaRPr lang="ko-KR">
              <a:latin typeface="Calibri"/>
              <a:ea typeface="Calibri"/>
              <a:cs typeface="Calibri"/>
            </a:endParaRPr>
          </a:p>
        </p:txBody>
      </p:sp>
      <p:sp>
        <p:nvSpPr>
          <p:cNvPr id="13" name="dp44-implementation-comparison / n13 / text 1">
            <a:extLst>
              <a:ext uri="{FF2B5EF4-FFF2-40B4-BE49-F238E27FC236}">
                <ns2:creationId id="{161A809F-36E4-43BC-BF06-1D19772FBFF6}"/>
              </a:ext>
            </a:extLst>
          </p:cNvPr>
          <p:cNvSpPr>
            <a:spLocks noGrp="1"/>
          </p:cNvSpPr>
          <p:nvPr/>
        </p:nvSpPr>
        <p:spPr>
          <a:xfrm>
            <a:off x="4076700" y="3000375"/>
            <a:ext cx="4476750" cy="220980"/>
          </a:xfrm>
          <a:prstGeom prst="rect">
            <a:avLst/>
          </a:prstGeom>
          <a:noFill/>
          <a:ln w="0">
            <a:noFill/>
            <a:prstDash val="solid"/>
          </a:ln>
        </p:spPr>
        <p:txBody>
          <a:bodyPr wrap="none" lIns="0" tIns="0" rIns="0" bIns="0" anchor="t">
            <a:noAutofit/>
          </a:bodyPr>
          <a:lstStyle>
            <a:defPPr algn="l">
              <a:defRPr sz="1200" b="1" lang="ko-KR">
                <a:solidFill>
                  <a:srgbClr val="2858A5"/>
                </a:solidFill>
                <a:latin typeface="Calibri"/>
                <a:ea typeface="Calibri"/>
                <a:cs typeface="Calibri"/>
              </a:defRPr>
            </a:defPPr>
          </a:lstStyle>
          <a:p>
            <a:pPr algn="l">
              <a:defRPr sz="1200" b="1" lang="ko-KR">
                <a:solidFill>
                  <a:srgbClr val="2858A5"/>
                </a:solidFill>
                <a:latin typeface="Calibri"/>
                <a:ea typeface="Calibri"/>
                <a:cs typeface="Calibri"/>
              </a:defRPr>
            </a:pPr>
            <a:r>
              <a:rPr sz="1200" b="1" lang="ko-KR">
                <a:solidFill>
                  <a:srgbClr val="2858A5"/>
                </a:solidFill>
                <a:latin typeface="Calibri"/>
                <a:ea typeface="Calibri"/>
                <a:cs typeface="Calibri"/>
              </a:rPr>
              <a:t>InputReady / TaskEvent / JobDone / Presented</a:t>
            </a:r>
            <a:endParaRPr lang="ko-KR">
              <a:latin typeface="Calibri"/>
              <a:ea typeface="Calibri"/>
              <a:cs typeface="Calibri"/>
            </a:endParaRPr>
          </a:p>
        </p:txBody>
      </p:sp>
      <p:sp>
        <p:nvSpPr>
          <p:cNvPr id="14" name="dp44-implementation-comparison / n14">
            <a:extLst>
              <a:ext uri="{FF2B5EF4-FFF2-40B4-BE49-F238E27FC236}">
                <ns2:creationId id="{BA66504E-21F9-4211-AC9F-EAA4227EF29D}"/>
              </a:ext>
            </a:extLst>
          </p:cNvPr>
          <p:cNvSpPr>
            <a:spLocks noGrp="1"/>
          </p:cNvSpPr>
          <p:nvPr/>
        </p:nvSpPr>
        <p:spPr>
          <a:xfrm>
            <a:off x="790575" y="3219450"/>
            <a:ext cx="3048000" cy="666750"/>
          </a:xfrm>
          <a:prstGeom prst="rect">
            <a:avLst/>
          </a:prstGeom>
          <a:solidFill>
            <a:srgbClr val="FFFFFF"/>
          </a:solidFill>
          <a:ln w="16193">
            <a:solidFill>
              <a:srgbClr val="B8753F"/>
            </a:solidFill>
            <a:prstDash val="solid"/>
          </a:ln>
        </p:spPr>
      </p:sp>
      <p:sp>
        <p:nvSpPr>
          <p:cNvPr id="15" name="dp44-implementation-comparison / n15 / text 1">
            <a:extLst>
              <a:ext uri="{FF2B5EF4-FFF2-40B4-BE49-F238E27FC236}">
                <ns2:creationId id="{65881BBC-D4BE-4791-A781-568E1AF3DD3D}"/>
              </a:ext>
            </a:extLst>
          </p:cNvPr>
          <p:cNvSpPr>
            <a:spLocks noGrp="1"/>
          </p:cNvSpPr>
          <p:nvPr/>
        </p:nvSpPr>
        <p:spPr>
          <a:xfrm>
            <a:off x="876300" y="3286125"/>
            <a:ext cx="28765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Control Lane</a:t>
            </a:r>
            <a:endParaRPr lang="ko-KR">
              <a:latin typeface="Calibri"/>
              <a:ea typeface="Calibri"/>
              <a:cs typeface="Calibri"/>
            </a:endParaRPr>
          </a:p>
        </p:txBody>
      </p:sp>
      <p:sp>
        <p:nvSpPr>
          <p:cNvPr id="16" name="dp44-implementation-comparison / n16 / text 1">
            <a:extLst>
              <a:ext uri="{FF2B5EF4-FFF2-40B4-BE49-F238E27FC236}">
                <ns2:creationId id="{BD6BDDAA-688F-48E6-ACF4-8F315AD7F80A}"/>
              </a:ext>
            </a:extLst>
          </p:cNvPr>
          <p:cNvSpPr>
            <a:spLocks noGrp="1"/>
          </p:cNvSpPr>
          <p:nvPr/>
        </p:nvSpPr>
        <p:spPr>
          <a:xfrm>
            <a:off x="876300" y="3533775"/>
            <a:ext cx="2876550" cy="207169"/>
          </a:xfrm>
          <a:prstGeom prst="rect">
            <a:avLst/>
          </a:prstGeom>
          <a:noFill/>
          <a:ln w="0">
            <a:noFill/>
            <a:prstDash val="solid"/>
          </a:ln>
        </p:spPr>
        <p:txBody>
          <a:bodyPr wrap="none" lIns="0" tIns="0" rIns="0" bIns="0" anchor="t">
            <a:noAutofit/>
          </a:bodyPr>
          <a:lstStyle>
            <a:defPPr algn="l">
              <a:defRPr sz="1100" b="0" lang="ko-KR">
                <a:solidFill>
                  <a:srgbClr val="5F6B77"/>
                </a:solidFill>
                <a:latin typeface="Calibri"/>
                <a:ea typeface="Calibri"/>
                <a:cs typeface="Calibri"/>
              </a:defRPr>
            </a:defPPr>
          </a:lstStyle>
          <a:p>
            <a:pPr algn="l">
              <a:defRPr sz="1100" b="0" lang="ko-KR">
                <a:solidFill>
                  <a:srgbClr val="5F6B77"/>
                </a:solidFill>
                <a:latin typeface="Calibri"/>
                <a:ea typeface="Calibri"/>
                <a:cs typeface="Calibri"/>
              </a:defRPr>
            </a:pPr>
            <a:r>
              <a:rPr sz="1100" b="0" lang="ko-KR">
                <a:solidFill>
                  <a:srgbClr val="5F6B77"/>
                </a:solidFill>
                <a:latin typeface="Calibri"/>
                <a:ea typeface="Calibri"/>
                <a:cs typeface="Calibri"/>
              </a:rPr>
              <a:t>onset / adopted Invalidate</a:t>
            </a:r>
            <a:endParaRPr lang="ko-KR">
              <a:latin typeface="Calibri"/>
              <a:ea typeface="Calibri"/>
              <a:cs typeface="Calibri"/>
            </a:endParaRPr>
          </a:p>
        </p:txBody>
      </p:sp>
      <p:sp>
        <p:nvSpPr>
          <p:cNvPr id="17" name="dp44-implementation-comparison / n17">
            <a:extLst>
              <a:ext uri="{FF2B5EF4-FFF2-40B4-BE49-F238E27FC236}">
                <ns2:creationId id="{8F490524-74EB-433E-AC22-F37F04444828}"/>
              </a:ext>
            </a:extLst>
          </p:cNvPr>
          <p:cNvSpPr>
            <a:spLocks noGrp="1"/>
          </p:cNvSpPr>
          <p:nvPr/>
        </p:nvSpPr>
        <p:spPr>
          <a:xfrm>
            <a:off x="2924175" y="3648075"/>
            <a:ext cx="171450" cy="171450"/>
          </a:xfrm>
          <a:prstGeom prst="rect">
            <a:avLst/>
          </a:prstGeom>
          <a:solidFill>
            <a:srgbClr val="FFFFFF"/>
          </a:solidFill>
          <a:ln w="16193">
            <a:solidFill>
              <a:srgbClr val="5F6B77"/>
            </a:solidFill>
            <a:prstDash val="solid"/>
          </a:ln>
        </p:spPr>
      </p:sp>
      <p:sp>
        <p:nvSpPr>
          <p:cNvPr id="18" name="dp44-implementation-comparison / n18">
            <a:extLst>
              <a:ext uri="{FF2B5EF4-FFF2-40B4-BE49-F238E27FC236}">
                <ns2:creationId id="{6E1CA90A-76FD-4E72-8E99-E12E468B118D}"/>
              </a:ext>
            </a:extLst>
          </p:cNvPr>
          <p:cNvSpPr>
            <a:spLocks noGrp="1"/>
          </p:cNvSpPr>
          <p:nvPr/>
        </p:nvSpPr>
        <p:spPr>
          <a:xfrm>
            <a:off x="3133725" y="3648075"/>
            <a:ext cx="171450" cy="171450"/>
          </a:xfrm>
          <a:prstGeom prst="rect">
            <a:avLst/>
          </a:prstGeom>
          <a:solidFill>
            <a:srgbClr val="FFFFFF"/>
          </a:solidFill>
          <a:ln w="16193">
            <a:solidFill>
              <a:srgbClr val="5F6B77"/>
            </a:solidFill>
            <a:prstDash val="solid"/>
          </a:ln>
        </p:spPr>
      </p:sp>
      <p:sp>
        <p:nvSpPr>
          <p:cNvPr id="19" name="dp44-implementation-comparison / n19">
            <a:extLst>
              <a:ext uri="{FF2B5EF4-FFF2-40B4-BE49-F238E27FC236}">
                <ns2:creationId id="{AF7B1311-EA70-4DCF-9CDD-CB8E95E1E7B8}"/>
              </a:ext>
            </a:extLst>
          </p:cNvPr>
          <p:cNvSpPr>
            <a:spLocks noGrp="1"/>
          </p:cNvSpPr>
          <p:nvPr/>
        </p:nvSpPr>
        <p:spPr>
          <a:xfrm>
            <a:off x="3343275" y="3648075"/>
            <a:ext cx="171450" cy="171450"/>
          </a:xfrm>
          <a:prstGeom prst="rect">
            <a:avLst/>
          </a:prstGeom>
          <a:solidFill>
            <a:srgbClr val="FFFFFF"/>
          </a:solidFill>
          <a:ln w="16193">
            <a:solidFill>
              <a:srgbClr val="5F6B77"/>
            </a:solidFill>
            <a:prstDash val="solid"/>
          </a:ln>
        </p:spPr>
      </p:sp>
      <p:sp>
        <p:nvSpPr>
          <p:cNvPr id="20" name="dp44-implementation-comparison / n20">
            <a:extLst>
              <a:ext uri="{FF2B5EF4-FFF2-40B4-BE49-F238E27FC236}">
                <ns2:creationId id="{C208D239-B8D8-446A-A1A8-445448157C1B}"/>
              </a:ext>
            </a:extLst>
          </p:cNvPr>
          <p:cNvSpPr>
            <a:spLocks noGrp="1"/>
          </p:cNvSpPr>
          <p:nvPr/>
        </p:nvSpPr>
        <p:spPr>
          <a:xfrm>
            <a:off x="3552825" y="3648075"/>
            <a:ext cx="171450" cy="171450"/>
          </a:xfrm>
          <a:prstGeom prst="rect">
            <a:avLst/>
          </a:prstGeom>
          <a:solidFill>
            <a:srgbClr val="FFFFFF"/>
          </a:solidFill>
          <a:ln w="16193">
            <a:solidFill>
              <a:srgbClr val="5F6B77"/>
            </a:solidFill>
            <a:prstDash val="solid"/>
          </a:ln>
        </p:spPr>
      </p:sp>
      <p:sp>
        <p:nvSpPr>
          <p:cNvPr id="21" name="dp44-implementation-comparison / n21">
            <a:extLst>
              <a:ext uri="{FF2B5EF4-FFF2-40B4-BE49-F238E27FC236}">
                <ns2:creationId id="{D34A8471-3C76-4705-885C-459AF73051D3}"/>
              </a:ext>
            </a:extLst>
          </p:cNvPr>
          <p:cNvSpPr>
            <a:spLocks noGrp="1"/>
          </p:cNvSpPr>
          <p:nvPr/>
        </p:nvSpPr>
        <p:spPr>
          <a:xfrm>
            <a:off x="4076700" y="3219450"/>
            <a:ext cx="4476750" cy="666750"/>
          </a:xfrm>
          <a:prstGeom prst="rect">
            <a:avLst/>
          </a:prstGeom>
          <a:solidFill>
            <a:srgbClr val="FFFFFF"/>
          </a:solidFill>
          <a:ln w="16193">
            <a:solidFill>
              <a:srgbClr val="B8753F"/>
            </a:solidFill>
            <a:prstDash val="solid"/>
          </a:ln>
        </p:spPr>
      </p:sp>
      <p:sp>
        <p:nvSpPr>
          <p:cNvPr id="22" name="dp44-implementation-comparison / n22 / text 1">
            <a:extLst>
              <a:ext uri="{FF2B5EF4-FFF2-40B4-BE49-F238E27FC236}">
                <ns2:creationId id="{58A17F71-18B8-4A7A-8DDA-482AE7227674}"/>
              </a:ext>
            </a:extLst>
          </p:cNvPr>
          <p:cNvSpPr>
            <a:spLocks noGrp="1"/>
          </p:cNvSpPr>
          <p:nvPr/>
        </p:nvSpPr>
        <p:spPr>
          <a:xfrm>
            <a:off x="4162425" y="3286125"/>
            <a:ext cx="430530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Event Mailbox</a:t>
            </a:r>
            <a:endParaRPr lang="ko-KR">
              <a:latin typeface="Calibri"/>
              <a:ea typeface="Calibri"/>
              <a:cs typeface="Calibri"/>
            </a:endParaRPr>
          </a:p>
        </p:txBody>
      </p:sp>
      <p:sp>
        <p:nvSpPr>
          <p:cNvPr id="23" name="dp44-implementation-comparison / n23 / text 1">
            <a:extLst>
              <a:ext uri="{FF2B5EF4-FFF2-40B4-BE49-F238E27FC236}">
                <ns2:creationId id="{E70D0DAF-A231-4CCA-B5E9-DE9E08EF450C}"/>
              </a:ext>
            </a:extLst>
          </p:cNvPr>
          <p:cNvSpPr>
            <a:spLocks noGrp="1"/>
          </p:cNvSpPr>
          <p:nvPr/>
        </p:nvSpPr>
        <p:spPr>
          <a:xfrm>
            <a:off x="4162425" y="3533775"/>
            <a:ext cx="4305300" cy="207169"/>
          </a:xfrm>
          <a:prstGeom prst="rect">
            <a:avLst/>
          </a:prstGeom>
          <a:noFill/>
          <a:ln w="0">
            <a:noFill/>
            <a:prstDash val="solid"/>
          </a:ln>
        </p:spPr>
        <p:txBody>
          <a:bodyPr wrap="none" lIns="0" tIns="0" rIns="0" bIns="0" anchor="t">
            <a:noAutofit/>
          </a:bodyPr>
          <a:lstStyle>
            <a:defPPr algn="l">
              <a:defRPr sz="1100" b="0" lang="ko-KR">
                <a:solidFill>
                  <a:srgbClr val="5F6B77"/>
                </a:solidFill>
                <a:latin typeface="Calibri"/>
                <a:ea typeface="Calibri"/>
                <a:cs typeface="Calibri"/>
              </a:defRPr>
            </a:defPPr>
          </a:lstStyle>
          <a:p>
            <a:pPr algn="l">
              <a:defRPr sz="1100" b="0" lang="ko-KR">
                <a:solidFill>
                  <a:srgbClr val="5F6B77"/>
                </a:solidFill>
                <a:latin typeface="Calibri"/>
                <a:ea typeface="Calibri"/>
                <a:cs typeface="Calibri"/>
              </a:defRPr>
            </a:pPr>
            <a:r>
              <a:rPr sz="1100" b="0" lang="ko-KR">
                <a:solidFill>
                  <a:srgbClr val="5F6B77"/>
                </a:solidFill>
                <a:latin typeface="Calibri"/>
                <a:ea typeface="Calibri"/>
                <a:cs typeface="Calibri"/>
              </a:rPr>
              <a:t>priority + seq + aging</a:t>
            </a:r>
            <a:endParaRPr lang="ko-KR">
              <a:latin typeface="Calibri"/>
              <a:ea typeface="Calibri"/>
              <a:cs typeface="Calibri"/>
            </a:endParaRPr>
          </a:p>
        </p:txBody>
      </p:sp>
      <p:sp>
        <p:nvSpPr>
          <p:cNvPr id="24" name="dp44-implementation-comparison / n24">
            <a:extLst>
              <a:ext uri="{FF2B5EF4-FFF2-40B4-BE49-F238E27FC236}">
                <ns2:creationId id="{36FBC991-0313-4CB7-92F6-84152F771879}"/>
              </a:ext>
            </a:extLst>
          </p:cNvPr>
          <p:cNvSpPr>
            <a:spLocks noGrp="1"/>
          </p:cNvSpPr>
          <p:nvPr/>
        </p:nvSpPr>
        <p:spPr>
          <a:xfrm>
            <a:off x="7639050" y="3648075"/>
            <a:ext cx="171450" cy="171450"/>
          </a:xfrm>
          <a:prstGeom prst="rect">
            <a:avLst/>
          </a:prstGeom>
          <a:solidFill>
            <a:srgbClr val="FFFFFF"/>
          </a:solidFill>
          <a:ln w="16193">
            <a:solidFill>
              <a:srgbClr val="5F6B77"/>
            </a:solidFill>
            <a:prstDash val="solid"/>
          </a:ln>
        </p:spPr>
      </p:sp>
      <p:sp>
        <p:nvSpPr>
          <p:cNvPr id="25" name="dp44-implementation-comparison / n25">
            <a:extLst>
              <a:ext uri="{FF2B5EF4-FFF2-40B4-BE49-F238E27FC236}">
                <ns2:creationId id="{A63C553D-C679-4718-AE2E-64D4111CBAB3}"/>
              </a:ext>
            </a:extLst>
          </p:cNvPr>
          <p:cNvSpPr>
            <a:spLocks noGrp="1"/>
          </p:cNvSpPr>
          <p:nvPr/>
        </p:nvSpPr>
        <p:spPr>
          <a:xfrm>
            <a:off x="7848600" y="3648075"/>
            <a:ext cx="171450" cy="171450"/>
          </a:xfrm>
          <a:prstGeom prst="rect">
            <a:avLst/>
          </a:prstGeom>
          <a:solidFill>
            <a:srgbClr val="FFFFFF"/>
          </a:solidFill>
          <a:ln w="16193">
            <a:solidFill>
              <a:srgbClr val="5F6B77"/>
            </a:solidFill>
            <a:prstDash val="solid"/>
          </a:ln>
        </p:spPr>
      </p:sp>
      <p:sp>
        <p:nvSpPr>
          <p:cNvPr id="26" name="dp44-implementation-comparison / n26">
            <a:extLst>
              <a:ext uri="{FF2B5EF4-FFF2-40B4-BE49-F238E27FC236}">
                <ns2:creationId id="{E0667D8F-ECCC-4D70-BF4B-3A2B5469EB42}"/>
              </a:ext>
            </a:extLst>
          </p:cNvPr>
          <p:cNvSpPr>
            <a:spLocks noGrp="1"/>
          </p:cNvSpPr>
          <p:nvPr/>
        </p:nvSpPr>
        <p:spPr>
          <a:xfrm>
            <a:off x="8058150" y="3648075"/>
            <a:ext cx="171450" cy="171450"/>
          </a:xfrm>
          <a:prstGeom prst="rect">
            <a:avLst/>
          </a:prstGeom>
          <a:solidFill>
            <a:srgbClr val="FFFFFF"/>
          </a:solidFill>
          <a:ln w="16193">
            <a:solidFill>
              <a:srgbClr val="5F6B77"/>
            </a:solidFill>
            <a:prstDash val="solid"/>
          </a:ln>
        </p:spPr>
      </p:sp>
      <p:sp>
        <p:nvSpPr>
          <p:cNvPr id="27" name="dp44-implementation-comparison / n27">
            <a:extLst>
              <a:ext uri="{FF2B5EF4-FFF2-40B4-BE49-F238E27FC236}">
                <ns2:creationId id="{61A2E153-397C-49F7-885A-123499BC2F40}"/>
              </a:ext>
            </a:extLst>
          </p:cNvPr>
          <p:cNvSpPr>
            <a:spLocks noGrp="1"/>
          </p:cNvSpPr>
          <p:nvPr/>
        </p:nvSpPr>
        <p:spPr>
          <a:xfrm>
            <a:off x="8267700" y="3648075"/>
            <a:ext cx="171450" cy="171450"/>
          </a:xfrm>
          <a:prstGeom prst="rect">
            <a:avLst/>
          </a:prstGeom>
          <a:solidFill>
            <a:srgbClr val="FFFFFF"/>
          </a:solidFill>
          <a:ln w="16193">
            <a:solidFill>
              <a:srgbClr val="5F6B77"/>
            </a:solidFill>
            <a:prstDash val="solid"/>
          </a:ln>
        </p:spPr>
      </p:sp>
      <p:sp>
        <p:nvSpPr>
          <p:cNvPr id="28" name="dp44-implementation-comparison / n28 / path">
            <a:extLst>
              <a:ext uri="{FF2B5EF4-FFF2-40B4-BE49-F238E27FC236}">
                <ns2:creationId id="{0341591C-3D2E-445A-9CBC-266F3922A811}"/>
              </a:ext>
            </a:extLst>
          </p:cNvPr>
          <p:cNvSpPr>
            <a:spLocks noGrp="1"/>
          </p:cNvSpPr>
          <p:nvPr/>
        </p:nvSpPr>
        <p:spPr>
          <a:xfrm>
            <a:off x="695325" y="3114675"/>
            <a:ext cx="95250" cy="438150"/>
          </a:xfrm>
          <a:custGeom>
            <a:pathLst>
              <a:path w="95250" h="438150">
                <a:moveTo>
                  <a:pt x="0" y="0"/>
                </a:moveTo>
                <a:lnTo>
                  <a:pt x="0" y="438150"/>
                </a:lnTo>
                <a:lnTo>
                  <a:pt x="95250" y="438150"/>
                </a:lnTo>
              </a:path>
            </a:pathLst>
          </a:custGeom>
          <a:noFill/>
          <a:ln w="19050">
            <a:solidFill>
              <a:srgbClr val="B63732"/>
            </a:solidFill>
            <a:prstDash val="dash"/>
          </a:ln>
        </p:spPr>
      </p:sp>
      <p:sp>
        <p:nvSpPr>
          <p:cNvPr id="29" name="dp44-implementation-comparison / n28 / arrow">
            <a:extLst>
              <a:ext uri="{FF2B5EF4-FFF2-40B4-BE49-F238E27FC236}">
                <ns2:creationId id="{8B3398E3-A53F-493C-9045-FF8F21F94090}"/>
              </a:ext>
            </a:extLst>
          </p:cNvPr>
          <p:cNvSpPr>
            <a:spLocks noGrp="1"/>
          </p:cNvSpPr>
          <p:nvPr/>
        </p:nvSpPr>
        <p:spPr>
          <a:xfrm>
            <a:off x="668655" y="3491865"/>
            <a:ext cx="121920" cy="121920"/>
          </a:xfrm>
          <a:custGeom>
            <a:pathLst>
              <a:path w="121920" h="121920">
                <a:moveTo>
                  <a:pt x="0" y="121920"/>
                </a:moveTo>
                <a:lnTo>
                  <a:pt x="121920" y="60960"/>
                </a:lnTo>
                <a:lnTo>
                  <a:pt x="0" y="0"/>
                </a:lnTo>
              </a:path>
            </a:pathLst>
          </a:custGeom>
          <a:noFill/>
          <a:ln w="24384">
            <a:solidFill>
              <a:srgbClr val="B63732"/>
            </a:solidFill>
            <a:prstDash val="solid"/>
          </a:ln>
        </p:spPr>
      </p:sp>
      <p:sp>
        <p:nvSpPr>
          <p:cNvPr id="30" name="dp44-implementation-comparison / n29">
            <a:extLst>
              <a:ext uri="{FF2B5EF4-FFF2-40B4-BE49-F238E27FC236}">
                <ns2:creationId id="{DABA8EB0-ECC2-4EFE-BEC3-7D76AB0AC844}"/>
              </a:ext>
            </a:extLst>
          </p:cNvPr>
          <p:cNvSpPr>
            <a:spLocks noGrp="1"/>
          </p:cNvSpPr>
          <p:nvPr/>
        </p:nvSpPr>
        <p:spPr>
          <a:xfrm>
            <a:off x="2095500" y="4381500"/>
            <a:ext cx="5143500" cy="695325"/>
          </a:xfrm>
          <a:prstGeom prst="rect">
            <a:avLst/>
          </a:prstGeom>
          <a:solidFill>
            <a:srgbClr val="FFF3E5"/>
          </a:solidFill>
          <a:ln w="16193">
            <a:solidFill>
              <a:srgbClr val="B8753F"/>
            </a:solidFill>
            <a:prstDash val="solid"/>
          </a:ln>
        </p:spPr>
      </p:sp>
      <p:sp>
        <p:nvSpPr>
          <p:cNvPr id="31" name="dp44-implementation-comparison / n30 / text 1">
            <a:extLst>
              <a:ext uri="{FF2B5EF4-FFF2-40B4-BE49-F238E27FC236}">
                <ns2:creationId id="{0BD478FB-EC02-4727-893F-3A2564F3855A}"/>
              </a:ext>
            </a:extLst>
          </p:cNvPr>
          <p:cNvSpPr>
            <a:spLocks noGrp="1"/>
          </p:cNvSpPr>
          <p:nvPr/>
        </p:nvSpPr>
        <p:spPr>
          <a:xfrm>
            <a:off x="2190750" y="4467225"/>
            <a:ext cx="495300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 Pump / Handle(event)</a:t>
            </a:r>
            <a:endParaRPr lang="ko-KR">
              <a:latin typeface="Calibri"/>
              <a:ea typeface="Calibri"/>
              <a:cs typeface="Calibri"/>
            </a:endParaRPr>
          </a:p>
        </p:txBody>
      </p:sp>
      <p:sp>
        <p:nvSpPr>
          <p:cNvPr id="32" name="dp44-implementation-comparison / n31 / text 1">
            <a:extLst>
              <a:ext uri="{FF2B5EF4-FFF2-40B4-BE49-F238E27FC236}">
                <ns2:creationId id="{55E8434A-1F23-4533-9A88-00835489837D}"/>
              </a:ext>
            </a:extLst>
          </p:cNvPr>
          <p:cNvSpPr>
            <a:spLocks noGrp="1"/>
          </p:cNvSpPr>
          <p:nvPr/>
        </p:nvSpPr>
        <p:spPr>
          <a:xfrm>
            <a:off x="2190750" y="4724400"/>
            <a:ext cx="4953000"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짧은 전이에서 의미 채택, 다음 Job 지시, 오래된 결과 폐기</a:t>
            </a:r>
            <a:endParaRPr lang="ko-KR">
              <a:latin typeface="Calibri"/>
              <a:ea typeface="Calibri"/>
              <a:cs typeface="Calibri"/>
            </a:endParaRPr>
          </a:p>
        </p:txBody>
      </p:sp>
      <p:sp>
        <p:nvSpPr>
          <p:cNvPr id="33" name="dp44-implementation-comparison / n32">
            <a:extLst>
              <a:ext uri="{FF2B5EF4-FFF2-40B4-BE49-F238E27FC236}">
                <ns2:creationId id="{4B0C5E67-2545-4254-AB4F-EC5038D240C2}"/>
              </a:ext>
            </a:extLst>
          </p:cNvPr>
          <p:cNvSpPr>
            <a:spLocks noGrp="1"/>
          </p:cNvSpPr>
          <p:nvPr/>
        </p:nvSpPr>
        <p:spPr>
          <a:xfrm>
            <a:off x="790575" y="5219700"/>
            <a:ext cx="3333750" cy="485775"/>
          </a:xfrm>
          <a:prstGeom prst="can">
            <a:avLst/>
          </a:prstGeom>
          <a:solidFill>
            <a:srgbClr val="FFF3E5"/>
          </a:solidFill>
          <a:ln w="16193">
            <a:solidFill>
              <a:srgbClr val="B8753F"/>
            </a:solidFill>
            <a:prstDash val="solid"/>
          </a:ln>
        </p:spPr>
      </p:sp>
      <p:sp>
        <p:nvSpPr>
          <p:cNvPr id="34" name="dp44-implementation-comparison / n33 / text 1">
            <a:extLst>
              <a:ext uri="{FF2B5EF4-FFF2-40B4-BE49-F238E27FC236}">
                <ns2:creationId id="{3DA3852B-27D5-4B18-859B-2FABB3774696}"/>
              </a:ext>
            </a:extLst>
          </p:cNvPr>
          <p:cNvSpPr>
            <a:spLocks noGrp="1"/>
          </p:cNvSpPr>
          <p:nvPr/>
        </p:nvSpPr>
        <p:spPr>
          <a:xfrm>
            <a:off x="876300" y="5438775"/>
            <a:ext cx="3162300" cy="234791"/>
          </a:xfrm>
          <a:prstGeom prst="rect">
            <a:avLst/>
          </a:prstGeom>
          <a:noFill/>
          <a:ln w="0">
            <a:noFill/>
            <a:prstDash val="solid"/>
          </a:ln>
        </p:spPr>
        <p:txBody>
          <a:bodyPr wrap="none" lIns="0" tIns="0" rIns="0" bIns="0" anchor="t">
            <a:noAutofit/>
          </a:bodyPr>
          <a:lstStyle>
            <a:defPPr algn="l">
              <a:defRPr sz="1300" b="0" lang="ko-KR">
                <a:solidFill>
                  <a:srgbClr val="18232E"/>
                </a:solidFill>
                <a:latin typeface="Calibri"/>
                <a:ea typeface="Calibri"/>
                <a:cs typeface="Calibri"/>
              </a:defRPr>
            </a:defP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Job Index: revision / Future / CancelHandle</a:t>
            </a:r>
            <a:endParaRPr lang="ko-KR">
              <a:latin typeface="Calibri"/>
              <a:ea typeface="Calibri"/>
              <a:cs typeface="Calibri"/>
            </a:endParaRPr>
          </a:p>
        </p:txBody>
      </p:sp>
      <p:sp>
        <p:nvSpPr>
          <p:cNvPr id="35" name="dp44-implementation-comparison / n34">
            <a:extLst>
              <a:ext uri="{FF2B5EF4-FFF2-40B4-BE49-F238E27FC236}">
                <ns2:creationId id="{A07F894D-BD60-4158-A280-377C8ED7554E}"/>
              </a:ext>
            </a:extLst>
          </p:cNvPr>
          <p:cNvSpPr>
            <a:spLocks noGrp="1"/>
          </p:cNvSpPr>
          <p:nvPr/>
        </p:nvSpPr>
        <p:spPr>
          <a:xfrm>
            <a:off x="4429125" y="5219700"/>
            <a:ext cx="4124325" cy="485775"/>
          </a:xfrm>
          <a:prstGeom prst="can">
            <a:avLst/>
          </a:prstGeom>
          <a:solidFill>
            <a:srgbClr val="FFF3E5"/>
          </a:solidFill>
          <a:ln w="16193">
            <a:solidFill>
              <a:srgbClr val="B8753F"/>
            </a:solidFill>
            <a:prstDash val="solid"/>
          </a:ln>
        </p:spPr>
      </p:sp>
      <p:sp>
        <p:nvSpPr>
          <p:cNvPr id="36" name="dp44-implementation-comparison / n35 / text 1">
            <a:extLst>
              <a:ext uri="{FF2B5EF4-FFF2-40B4-BE49-F238E27FC236}">
                <ns2:creationId id="{04770FDE-E8CC-4523-A550-B92E66B8B835}"/>
              </a:ext>
            </a:extLst>
          </p:cNvPr>
          <p:cNvSpPr>
            <a:spLocks noGrp="1"/>
          </p:cNvSpPr>
          <p:nvPr/>
        </p:nvSpPr>
        <p:spPr>
          <a:xfrm>
            <a:off x="4514850" y="5438775"/>
            <a:ext cx="3952875" cy="234791"/>
          </a:xfrm>
          <a:prstGeom prst="rect">
            <a:avLst/>
          </a:prstGeom>
          <a:noFill/>
          <a:ln w="0">
            <a:noFill/>
            <a:prstDash val="solid"/>
          </a:ln>
        </p:spPr>
        <p:txBody>
          <a:bodyPr wrap="none" lIns="0" tIns="0" rIns="0" bIns="0" anchor="t">
            <a:noAutofit/>
          </a:bodyPr>
          <a:lstStyle>
            <a:defPPr algn="l">
              <a:defRPr sz="1300" b="0" lang="ko-KR">
                <a:solidFill>
                  <a:srgbClr val="18232E"/>
                </a:solidFill>
                <a:latin typeface="Calibri"/>
                <a:ea typeface="Calibri"/>
                <a:cs typeface="Calibri"/>
              </a:defRPr>
            </a:defP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Dialogue Progress State: 대기 ID / 후보 참조</a:t>
            </a:r>
            <a:endParaRPr lang="ko-KR">
              <a:latin typeface="Calibri"/>
              <a:ea typeface="Calibri"/>
              <a:cs typeface="Calibri"/>
            </a:endParaRPr>
          </a:p>
        </p:txBody>
      </p:sp>
      <p:sp>
        <p:nvSpPr>
          <p:cNvPr id="37" name="dp44-implementation-comparison / n36 / path">
            <a:extLst>
              <a:ext uri="{FF2B5EF4-FFF2-40B4-BE49-F238E27FC236}">
                <ns2:creationId id="{158F5A4A-00CE-46EA-84F8-FC80DB4CCBF3}"/>
              </a:ext>
            </a:extLst>
          </p:cNvPr>
          <p:cNvSpPr>
            <a:spLocks noGrp="1"/>
          </p:cNvSpPr>
          <p:nvPr/>
        </p:nvSpPr>
        <p:spPr>
          <a:xfrm>
            <a:off x="2314575" y="3886200"/>
            <a:ext cx="876300" cy="495300"/>
          </a:xfrm>
          <a:custGeom>
            <a:pathLst>
              <a:path w="876300" h="495300">
                <a:moveTo>
                  <a:pt x="0" y="0"/>
                </a:moveTo>
                <a:lnTo>
                  <a:pt x="0" y="276225"/>
                </a:lnTo>
                <a:lnTo>
                  <a:pt x="876300" y="276225"/>
                </a:lnTo>
                <a:lnTo>
                  <a:pt x="876300" y="495300"/>
                </a:lnTo>
              </a:path>
            </a:pathLst>
          </a:custGeom>
          <a:noFill/>
          <a:ln w="19050">
            <a:solidFill>
              <a:srgbClr val="18232E"/>
            </a:solidFill>
            <a:prstDash val="solid"/>
          </a:ln>
        </p:spPr>
      </p:sp>
      <p:sp>
        <p:nvSpPr>
          <p:cNvPr id="38" name="dp44-implementation-comparison / n36 / arrow">
            <a:extLst>
              <a:ext uri="{FF2B5EF4-FFF2-40B4-BE49-F238E27FC236}">
                <ns2:creationId id="{5E3156BC-2304-47EA-8745-B1EBEE6B6FDA}"/>
              </a:ext>
            </a:extLst>
          </p:cNvPr>
          <p:cNvSpPr>
            <a:spLocks noGrp="1"/>
          </p:cNvSpPr>
          <p:nvPr/>
        </p:nvSpPr>
        <p:spPr>
          <a:xfrm>
            <a:off x="3129915" y="4259580"/>
            <a:ext cx="121920" cy="121920"/>
          </a:xfrm>
          <a:custGeom>
            <a:pathLst>
              <a:path w="121920" h="121920">
                <a:moveTo>
                  <a:pt x="0" y="0"/>
                </a:moveTo>
                <a:lnTo>
                  <a:pt x="60960" y="121920"/>
                </a:lnTo>
                <a:lnTo>
                  <a:pt x="121920" y="0"/>
                </a:lnTo>
              </a:path>
            </a:pathLst>
          </a:custGeom>
          <a:noFill/>
          <a:ln w="24384">
            <a:solidFill>
              <a:srgbClr val="18232E"/>
            </a:solidFill>
            <a:prstDash val="solid"/>
          </a:ln>
        </p:spPr>
      </p:sp>
      <p:sp>
        <p:nvSpPr>
          <p:cNvPr id="39" name="dp44-implementation-comparison / n37 / path">
            <a:extLst>
              <a:ext uri="{FF2B5EF4-FFF2-40B4-BE49-F238E27FC236}">
                <ns2:creationId id="{47E11408-7B6C-4790-B5EA-8B7D9135E2C9}"/>
              </a:ext>
            </a:extLst>
          </p:cNvPr>
          <p:cNvSpPr>
            <a:spLocks noGrp="1"/>
          </p:cNvSpPr>
          <p:nvPr/>
        </p:nvSpPr>
        <p:spPr>
          <a:xfrm>
            <a:off x="6096000" y="3886200"/>
            <a:ext cx="219075" cy="495300"/>
          </a:xfrm>
          <a:custGeom>
            <a:pathLst>
              <a:path w="219075" h="495300">
                <a:moveTo>
                  <a:pt x="219075" y="0"/>
                </a:moveTo>
                <a:lnTo>
                  <a:pt x="219075" y="276225"/>
                </a:lnTo>
                <a:lnTo>
                  <a:pt x="0" y="276225"/>
                </a:lnTo>
                <a:lnTo>
                  <a:pt x="0" y="495300"/>
                </a:lnTo>
              </a:path>
            </a:pathLst>
          </a:custGeom>
          <a:noFill/>
          <a:ln w="19050">
            <a:solidFill>
              <a:srgbClr val="18232E"/>
            </a:solidFill>
            <a:prstDash val="solid"/>
          </a:ln>
        </p:spPr>
      </p:sp>
      <p:sp>
        <p:nvSpPr>
          <p:cNvPr id="40" name="dp44-implementation-comparison / n37 / arrow">
            <a:extLst>
              <a:ext uri="{FF2B5EF4-FFF2-40B4-BE49-F238E27FC236}">
                <ns2:creationId id="{58B639B4-E4AA-48AB-92FC-407B1018DA71}"/>
              </a:ext>
            </a:extLst>
          </p:cNvPr>
          <p:cNvSpPr>
            <a:spLocks noGrp="1"/>
          </p:cNvSpPr>
          <p:nvPr/>
        </p:nvSpPr>
        <p:spPr>
          <a:xfrm>
            <a:off x="6035040" y="4259580"/>
            <a:ext cx="121920" cy="121920"/>
          </a:xfrm>
          <a:custGeom>
            <a:pathLst>
              <a:path w="121920" h="121920">
                <a:moveTo>
                  <a:pt x="0" y="0"/>
                </a:moveTo>
                <a:lnTo>
                  <a:pt x="60960" y="121920"/>
                </a:lnTo>
                <a:lnTo>
                  <a:pt x="121920" y="0"/>
                </a:lnTo>
              </a:path>
            </a:pathLst>
          </a:custGeom>
          <a:noFill/>
          <a:ln w="24384">
            <a:solidFill>
              <a:srgbClr val="18232E"/>
            </a:solidFill>
            <a:prstDash val="solid"/>
          </a:ln>
        </p:spPr>
      </p:sp>
      <p:sp>
        <p:nvSpPr>
          <p:cNvPr id="41" name="dp44-implementation-comparison / n38 / path">
            <a:extLst>
              <a:ext uri="{FF2B5EF4-FFF2-40B4-BE49-F238E27FC236}">
                <ns2:creationId id="{C6E231F5-B9F5-4188-A28D-9899C3208D63}"/>
              </a:ext>
            </a:extLst>
          </p:cNvPr>
          <p:cNvSpPr>
            <a:spLocks noGrp="1"/>
          </p:cNvSpPr>
          <p:nvPr/>
        </p:nvSpPr>
        <p:spPr>
          <a:xfrm>
            <a:off x="2476500" y="5076825"/>
            <a:ext cx="781050" cy="142875"/>
          </a:xfrm>
          <a:custGeom>
            <a:pathLst>
              <a:path w="781050" h="142875">
                <a:moveTo>
                  <a:pt x="781050" y="0"/>
                </a:moveTo>
                <a:lnTo>
                  <a:pt x="781050" y="76200"/>
                </a:lnTo>
                <a:lnTo>
                  <a:pt x="0" y="76200"/>
                </a:lnTo>
                <a:lnTo>
                  <a:pt x="0" y="142875"/>
                </a:lnTo>
              </a:path>
            </a:pathLst>
          </a:custGeom>
          <a:noFill/>
          <a:ln w="19050">
            <a:solidFill>
              <a:srgbClr val="5F6B77"/>
            </a:solidFill>
            <a:prstDash val="dash"/>
          </a:ln>
        </p:spPr>
      </p:sp>
      <p:sp>
        <p:nvSpPr>
          <p:cNvPr id="42" name="dp44-implementation-comparison / n38 / arrow">
            <a:extLst>
              <a:ext uri="{FF2B5EF4-FFF2-40B4-BE49-F238E27FC236}">
                <ns2:creationId id="{55FA3232-D016-406E-8A79-8B397C0BEE9E}"/>
              </a:ext>
            </a:extLst>
          </p:cNvPr>
          <p:cNvSpPr>
            <a:spLocks noGrp="1"/>
          </p:cNvSpPr>
          <p:nvPr/>
        </p:nvSpPr>
        <p:spPr>
          <a:xfrm>
            <a:off x="2415540" y="5097780"/>
            <a:ext cx="121920" cy="121920"/>
          </a:xfrm>
          <a:custGeom>
            <a:pathLst>
              <a:path w="121920" h="121920">
                <a:moveTo>
                  <a:pt x="0" y="0"/>
                </a:moveTo>
                <a:lnTo>
                  <a:pt x="60960" y="121920"/>
                </a:lnTo>
                <a:lnTo>
                  <a:pt x="121920" y="0"/>
                </a:lnTo>
              </a:path>
            </a:pathLst>
          </a:custGeom>
          <a:noFill/>
          <a:ln w="24384">
            <a:solidFill>
              <a:srgbClr val="5F6B77"/>
            </a:solidFill>
            <a:prstDash val="solid"/>
          </a:ln>
        </p:spPr>
      </p:sp>
      <p:sp>
        <p:nvSpPr>
          <p:cNvPr id="43" name="dp44-implementation-comparison / n39 / path">
            <a:extLst>
              <a:ext uri="{FF2B5EF4-FFF2-40B4-BE49-F238E27FC236}">
                <ns2:creationId id="{7628A4FE-3BC9-4F86-9579-4AB3B8D966D8}"/>
              </a:ext>
            </a:extLst>
          </p:cNvPr>
          <p:cNvSpPr>
            <a:spLocks noGrp="1"/>
          </p:cNvSpPr>
          <p:nvPr/>
        </p:nvSpPr>
        <p:spPr>
          <a:xfrm>
            <a:off x="6096000" y="5076825"/>
            <a:ext cx="381000" cy="142875"/>
          </a:xfrm>
          <a:custGeom>
            <a:pathLst>
              <a:path w="381000" h="142875">
                <a:moveTo>
                  <a:pt x="0" y="0"/>
                </a:moveTo>
                <a:lnTo>
                  <a:pt x="0" y="76200"/>
                </a:lnTo>
                <a:lnTo>
                  <a:pt x="381000" y="76200"/>
                </a:lnTo>
                <a:lnTo>
                  <a:pt x="381000" y="142875"/>
                </a:lnTo>
              </a:path>
            </a:pathLst>
          </a:custGeom>
          <a:noFill/>
          <a:ln w="19050">
            <a:solidFill>
              <a:srgbClr val="5F6B77"/>
            </a:solidFill>
            <a:prstDash val="dash"/>
          </a:ln>
        </p:spPr>
      </p:sp>
      <p:sp>
        <p:nvSpPr>
          <p:cNvPr id="44" name="dp44-implementation-comparison / n39 / arrow">
            <a:extLst>
              <a:ext uri="{FF2B5EF4-FFF2-40B4-BE49-F238E27FC236}">
                <ns2:creationId id="{F23F2AD1-25B4-4D49-A290-B1692D5E7E91}"/>
              </a:ext>
            </a:extLst>
          </p:cNvPr>
          <p:cNvSpPr>
            <a:spLocks noGrp="1"/>
          </p:cNvSpPr>
          <p:nvPr/>
        </p:nvSpPr>
        <p:spPr>
          <a:xfrm>
            <a:off x="6416040" y="5097780"/>
            <a:ext cx="121920" cy="121920"/>
          </a:xfrm>
          <a:custGeom>
            <a:pathLst>
              <a:path w="121920" h="121920">
                <a:moveTo>
                  <a:pt x="0" y="0"/>
                </a:moveTo>
                <a:lnTo>
                  <a:pt x="60960" y="121920"/>
                </a:lnTo>
                <a:lnTo>
                  <a:pt x="121920" y="0"/>
                </a:lnTo>
              </a:path>
            </a:pathLst>
          </a:custGeom>
          <a:noFill/>
          <a:ln w="24384">
            <a:solidFill>
              <a:srgbClr val="5F6B77"/>
            </a:solidFill>
            <a:prstDash val="solid"/>
          </a:ln>
        </p:spPr>
      </p:sp>
      <p:sp>
        <p:nvSpPr>
          <p:cNvPr id="45" name="dp44-implementation-comparison / n40 / path">
            <a:extLst>
              <a:ext uri="{FF2B5EF4-FFF2-40B4-BE49-F238E27FC236}">
                <ns2:creationId id="{335B905B-CCCE-4589-A3B9-D025CA111D78}"/>
              </a:ext>
            </a:extLst>
          </p:cNvPr>
          <p:cNvSpPr>
            <a:spLocks noGrp="1"/>
          </p:cNvSpPr>
          <p:nvPr/>
        </p:nvSpPr>
        <p:spPr>
          <a:xfrm>
            <a:off x="2714625" y="5076825"/>
            <a:ext cx="953" cy="142875"/>
          </a:xfrm>
          <a:custGeom>
            <a:pathLst>
              <a:path w="953" h="142875">
                <a:moveTo>
                  <a:pt x="0" y="0"/>
                </a:moveTo>
                <a:lnTo>
                  <a:pt x="0" y="142875"/>
                </a:lnTo>
              </a:path>
            </a:pathLst>
          </a:custGeom>
          <a:noFill/>
          <a:ln w="19050">
            <a:solidFill>
              <a:srgbClr val="B63732"/>
            </a:solidFill>
            <a:prstDash val="dash"/>
          </a:ln>
        </p:spPr>
      </p:sp>
      <p:sp>
        <p:nvSpPr>
          <p:cNvPr id="46" name="dp44-implementation-comparison / n40 / arrow">
            <a:extLst>
              <a:ext uri="{FF2B5EF4-FFF2-40B4-BE49-F238E27FC236}">
                <ns2:creationId id="{B4FE825B-11D4-4096-A139-4400908E2299}"/>
              </a:ext>
            </a:extLst>
          </p:cNvPr>
          <p:cNvSpPr>
            <a:spLocks noGrp="1"/>
          </p:cNvSpPr>
          <p:nvPr/>
        </p:nvSpPr>
        <p:spPr>
          <a:xfrm>
            <a:off x="2653665" y="5097780"/>
            <a:ext cx="121920" cy="121920"/>
          </a:xfrm>
          <a:custGeom>
            <a:pathLst>
              <a:path w="121920" h="121920">
                <a:moveTo>
                  <a:pt x="0" y="0"/>
                </a:moveTo>
                <a:lnTo>
                  <a:pt x="60960" y="121920"/>
                </a:lnTo>
                <a:lnTo>
                  <a:pt x="121920" y="0"/>
                </a:lnTo>
              </a:path>
            </a:pathLst>
          </a:custGeom>
          <a:noFill/>
          <a:ln w="24384">
            <a:solidFill>
              <a:srgbClr val="B63732"/>
            </a:solidFill>
            <a:prstDash val="solid"/>
          </a:ln>
        </p:spPr>
      </p:sp>
      <p:sp>
        <p:nvSpPr>
          <p:cNvPr id="47" name="dp44-implementation-comparison / n41">
            <a:extLst>
              <a:ext uri="{FF2B5EF4-FFF2-40B4-BE49-F238E27FC236}">
                <ns2:creationId id="{8612BA0D-93FC-4B0D-9AC7-5D2F7404CCB2}"/>
              </a:ext>
            </a:extLst>
          </p:cNvPr>
          <p:cNvSpPr>
            <a:spLocks noGrp="1"/>
          </p:cNvSpPr>
          <p:nvPr/>
        </p:nvSpPr>
        <p:spPr>
          <a:xfrm>
            <a:off x="790575" y="6172200"/>
            <a:ext cx="2333625" cy="704850"/>
          </a:xfrm>
          <a:prstGeom prst="rect">
            <a:avLst/>
          </a:prstGeom>
          <a:solidFill>
            <a:srgbClr val="FFFFFF"/>
          </a:solidFill>
          <a:ln w="16193">
            <a:solidFill>
              <a:srgbClr val="18232E"/>
            </a:solidFill>
            <a:prstDash val="solid"/>
          </a:ln>
        </p:spPr>
      </p:sp>
      <p:sp>
        <p:nvSpPr>
          <p:cNvPr id="48" name="dp44-implementation-comparison / n42 / text 1">
            <a:extLst>
              <a:ext uri="{FF2B5EF4-FFF2-40B4-BE49-F238E27FC236}">
                <ns2:creationId id="{B26BCFBA-E01B-43BC-8243-EB80B3D89792}"/>
              </a:ext>
            </a:extLst>
          </p:cNvPr>
          <p:cNvSpPr>
            <a:spLocks noGrp="1"/>
          </p:cNvSpPr>
          <p:nvPr/>
        </p:nvSpPr>
        <p:spPr>
          <a:xfrm>
            <a:off x="885825" y="6257925"/>
            <a:ext cx="2143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Interpreter</a:t>
            </a:r>
            <a:endParaRPr lang="ko-KR">
              <a:latin typeface="Calibri"/>
              <a:ea typeface="Calibri"/>
              <a:cs typeface="Calibri"/>
            </a:endParaRPr>
          </a:p>
        </p:txBody>
      </p:sp>
      <p:sp>
        <p:nvSpPr>
          <p:cNvPr id="49" name="dp44-implementation-comparison / n43 / text 1">
            <a:extLst>
              <a:ext uri="{FF2B5EF4-FFF2-40B4-BE49-F238E27FC236}">
                <ns2:creationId id="{2F07E54A-D8D3-40F6-ABBC-B91E9505171F}"/>
              </a:ext>
            </a:extLst>
          </p:cNvPr>
          <p:cNvSpPr>
            <a:spLocks noGrp="1"/>
          </p:cNvSpPr>
          <p:nvPr/>
        </p:nvSpPr>
        <p:spPr>
          <a:xfrm>
            <a:off x="885825" y="6515100"/>
            <a:ext cx="2143125" cy="220980"/>
          </a:xfrm>
          <a:prstGeom prst="rect">
            <a:avLst/>
          </a:prstGeom>
          <a:noFill/>
          <a:ln w="0">
            <a:noFill/>
            <a:prstDash val="solid"/>
          </a:ln>
        </p:spPr>
        <p:txBody>
          <a:bodyPr wrap="none" lIns="0" tIns="0" rIns="0" bIns="0" anchor="t">
            <a:noAutofit/>
          </a:bodyPr>
          <a:lstStyle>
            <a:defPPr algn="l">
              <a:defRPr sz="1200" b="0" lang="ko-KR">
                <a:solidFill>
                  <a:srgbClr val="5F6B77"/>
                </a:solidFill>
                <a:latin typeface="Calibri"/>
                <a:ea typeface="Calibri"/>
                <a:cs typeface="Calibri"/>
              </a:defRPr>
            </a:defPPr>
          </a:lstStyle>
          <a:p>
            <a:pPr algn="l">
              <a:defRPr sz="1200" b="0" lang="ko-KR">
                <a:solidFill>
                  <a:srgbClr val="5F6B77"/>
                </a:solidFill>
                <a:latin typeface="Calibri"/>
                <a:ea typeface="Calibri"/>
                <a:cs typeface="Calibri"/>
              </a:defRPr>
            </a:pPr>
            <a:r>
              <a:rPr sz="1200" b="0" lang="ko-KR">
                <a:solidFill>
                  <a:srgbClr val="5F6B77"/>
                </a:solidFill>
                <a:latin typeface="Calibri"/>
                <a:ea typeface="Calibri"/>
                <a:cs typeface="Calibri"/>
              </a:rPr>
              <a:t>InterpretAsync</a:t>
            </a:r>
            <a:endParaRPr lang="ko-KR">
              <a:latin typeface="Calibri"/>
              <a:ea typeface="Calibri"/>
              <a:cs typeface="Calibri"/>
            </a:endParaRPr>
          </a:p>
        </p:txBody>
      </p:sp>
      <p:sp>
        <p:nvSpPr>
          <p:cNvPr id="50" name="dp44-implementation-comparison / n44">
            <a:extLst>
              <a:ext uri="{FF2B5EF4-FFF2-40B4-BE49-F238E27FC236}">
                <ns2:creationId id="{1897DFA0-1D2F-4D99-9696-1640D8A45194}"/>
              </a:ext>
            </a:extLst>
          </p:cNvPr>
          <p:cNvSpPr>
            <a:spLocks noGrp="1"/>
          </p:cNvSpPr>
          <p:nvPr/>
        </p:nvSpPr>
        <p:spPr>
          <a:xfrm>
            <a:off x="3238500" y="5895975"/>
            <a:ext cx="5457825" cy="1171575"/>
          </a:xfrm>
          <a:prstGeom prst="rect">
            <a:avLst/>
          </a:prstGeom>
          <a:solidFill>
            <a:srgbClr val="FFFFFF"/>
          </a:solidFill>
          <a:ln w="16193">
            <a:solidFill>
              <a:srgbClr val="18232E"/>
            </a:solidFill>
            <a:prstDash val="solid"/>
          </a:ln>
        </p:spPr>
      </p:sp>
      <p:sp>
        <p:nvSpPr>
          <p:cNvPr id="51" name="dp44-implementation-comparison / n45 / text 1">
            <a:extLst>
              <a:ext uri="{FF2B5EF4-FFF2-40B4-BE49-F238E27FC236}">
                <ns2:creationId id="{3F992009-6C64-4B5C-848A-9B7188742783}"/>
              </a:ext>
            </a:extLst>
          </p:cNvPr>
          <p:cNvSpPr>
            <a:spLocks noGrp="1"/>
          </p:cNvSpPr>
          <p:nvPr/>
        </p:nvSpPr>
        <p:spPr>
          <a:xfrm>
            <a:off x="3371850" y="5943600"/>
            <a:ext cx="5143500" cy="276225"/>
          </a:xfrm>
          <a:prstGeom prst="rect">
            <a:avLst/>
          </a:prstGeom>
          <a:noFill/>
          <a:ln w="0">
            <a:noFill/>
            <a:prstDash val="solid"/>
          </a:ln>
        </p:spPr>
        <p:txBody>
          <a:bodyPr wrap="none" lIns="0" tIns="0" rIns="0" bIns="0" anchor="t">
            <a:noAutofit/>
          </a:bodyPr>
          <a:lstStyle>
            <a:defPPr algn="l">
              <a:defRPr sz="1500" b="1" lang="ko-KR">
                <a:solidFill>
                  <a:srgbClr val="18232E"/>
                </a:solidFill>
                <a:latin typeface="Calibri"/>
                <a:ea typeface="Calibri"/>
                <a:cs typeface="Calibri"/>
              </a:defRPr>
            </a:defP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52" name="dp44-implementation-comparison / n46">
            <a:extLst>
              <a:ext uri="{FF2B5EF4-FFF2-40B4-BE49-F238E27FC236}">
                <ns2:creationId id="{CB079C86-E96B-4186-B49C-4C309360566E}"/>
              </a:ext>
            </a:extLst>
          </p:cNvPr>
          <p:cNvSpPr>
            <a:spLocks noGrp="1"/>
          </p:cNvSpPr>
          <p:nvPr/>
        </p:nvSpPr>
        <p:spPr>
          <a:xfrm>
            <a:off x="3381375" y="6172200"/>
            <a:ext cx="2333625" cy="704850"/>
          </a:xfrm>
          <a:prstGeom prst="rect">
            <a:avLst/>
          </a:prstGeom>
          <a:solidFill>
            <a:srgbClr val="FFFFFF"/>
          </a:solidFill>
          <a:ln w="16193">
            <a:solidFill>
              <a:srgbClr val="18232E"/>
            </a:solidFill>
            <a:prstDash val="solid"/>
          </a:ln>
        </p:spPr>
      </p:sp>
      <p:sp>
        <p:nvSpPr>
          <p:cNvPr id="53" name="dp44-implementation-comparison / n47 / text 1">
            <a:extLst>
              <a:ext uri="{FF2B5EF4-FFF2-40B4-BE49-F238E27FC236}">
                <ns2:creationId id="{450CFDE1-BF78-483A-BC74-4867CC0E9A8D}"/>
              </a:ext>
            </a:extLst>
          </p:cNvPr>
          <p:cNvSpPr>
            <a:spLocks noGrp="1"/>
          </p:cNvSpPr>
          <p:nvPr/>
        </p:nvSpPr>
        <p:spPr>
          <a:xfrm>
            <a:off x="3476625" y="6257925"/>
            <a:ext cx="2143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54" name="dp44-implementation-comparison / n48 / text 1">
            <a:extLst>
              <a:ext uri="{FF2B5EF4-FFF2-40B4-BE49-F238E27FC236}">
                <ns2:creationId id="{E9A078D1-5885-450A-844E-A328436EC32F}"/>
              </a:ext>
            </a:extLst>
          </p:cNvPr>
          <p:cNvSpPr>
            <a:spLocks noGrp="1"/>
          </p:cNvSpPr>
          <p:nvPr/>
        </p:nvSpPr>
        <p:spPr>
          <a:xfrm>
            <a:off x="3476625" y="6515100"/>
            <a:ext cx="2143125" cy="220980"/>
          </a:xfrm>
          <a:prstGeom prst="rect">
            <a:avLst/>
          </a:prstGeom>
          <a:noFill/>
          <a:ln w="0">
            <a:noFill/>
            <a:prstDash val="solid"/>
          </a:ln>
        </p:spPr>
        <p:txBody>
          <a:bodyPr wrap="none" lIns="0" tIns="0" rIns="0" bIns="0" anchor="t">
            <a:noAutofit/>
          </a:bodyPr>
          <a:lstStyle>
            <a:defPPr algn="l">
              <a:defRPr sz="1200" b="0" lang="ko-KR">
                <a:solidFill>
                  <a:srgbClr val="5F6B77"/>
                </a:solidFill>
                <a:latin typeface="Calibri"/>
                <a:ea typeface="Calibri"/>
                <a:cs typeface="Calibri"/>
              </a:defRPr>
            </a:defPPr>
          </a:lstStyle>
          <a:p>
            <a:pPr algn="l">
              <a:defRPr sz="1200" b="0" lang="ko-KR">
                <a:solidFill>
                  <a:srgbClr val="5F6B77"/>
                </a:solidFill>
                <a:latin typeface="Calibri"/>
                <a:ea typeface="Calibri"/>
                <a:cs typeface="Calibri"/>
              </a:defRPr>
            </a:pPr>
            <a:r>
              <a:rPr sz="1200" b="0" lang="ko-KR">
                <a:solidFill>
                  <a:srgbClr val="5F6B77"/>
                </a:solidFill>
                <a:latin typeface="Calibri"/>
                <a:ea typeface="Calibri"/>
                <a:cs typeface="Calibri"/>
              </a:rPr>
              <a:t>PrepareAsync</a:t>
            </a:r>
            <a:endParaRPr lang="ko-KR">
              <a:latin typeface="Calibri"/>
              <a:ea typeface="Calibri"/>
              <a:cs typeface="Calibri"/>
            </a:endParaRPr>
          </a:p>
        </p:txBody>
      </p:sp>
      <p:sp>
        <p:nvSpPr>
          <p:cNvPr id="55" name="dp44-implementation-comparison / n49">
            <a:extLst>
              <a:ext uri="{FF2B5EF4-FFF2-40B4-BE49-F238E27FC236}">
                <ns2:creationId id="{EA9536E6-1006-416B-AEE0-BDC303C5EAA4}"/>
              </a:ext>
            </a:extLst>
          </p:cNvPr>
          <p:cNvSpPr>
            <a:spLocks noGrp="1"/>
          </p:cNvSpPr>
          <p:nvPr/>
        </p:nvSpPr>
        <p:spPr>
          <a:xfrm>
            <a:off x="5972175" y="6172200"/>
            <a:ext cx="2571750" cy="704850"/>
          </a:xfrm>
          <a:prstGeom prst="rect">
            <a:avLst/>
          </a:prstGeom>
          <a:solidFill>
            <a:srgbClr val="FFFFFF"/>
          </a:solidFill>
          <a:ln w="16193">
            <a:solidFill>
              <a:srgbClr val="18232E"/>
            </a:solidFill>
            <a:prstDash val="solid"/>
          </a:ln>
        </p:spPr>
      </p:sp>
      <p:sp>
        <p:nvSpPr>
          <p:cNvPr id="56" name="dp44-implementation-comparison / n50 / text 1">
            <a:extLst>
              <a:ext uri="{FF2B5EF4-FFF2-40B4-BE49-F238E27FC236}">
                <ns2:creationId id="{4C1926F2-BABD-41F6-B993-60190E23EE3B}"/>
              </a:ext>
            </a:extLst>
          </p:cNvPr>
          <p:cNvSpPr>
            <a:spLocks noGrp="1"/>
          </p:cNvSpPr>
          <p:nvPr/>
        </p:nvSpPr>
        <p:spPr>
          <a:xfrm>
            <a:off x="6067425" y="6257925"/>
            <a:ext cx="23812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Publication Control</a:t>
            </a:r>
            <a:endParaRPr lang="ko-KR">
              <a:latin typeface="Calibri"/>
              <a:ea typeface="Calibri"/>
              <a:cs typeface="Calibri"/>
            </a:endParaRPr>
          </a:p>
        </p:txBody>
      </p:sp>
      <p:sp>
        <p:nvSpPr>
          <p:cNvPr id="57" name="dp44-implementation-comparison / n51 / text 1">
            <a:extLst>
              <a:ext uri="{FF2B5EF4-FFF2-40B4-BE49-F238E27FC236}">
                <ns2:creationId id="{D8CDA048-7527-44E9-825D-475CA4787D2A}"/>
              </a:ext>
            </a:extLst>
          </p:cNvPr>
          <p:cNvSpPr>
            <a:spLocks noGrp="1"/>
          </p:cNvSpPr>
          <p:nvPr/>
        </p:nvSpPr>
        <p:spPr>
          <a:xfrm>
            <a:off x="6067425" y="6515100"/>
            <a:ext cx="2381250" cy="220980"/>
          </a:xfrm>
          <a:prstGeom prst="rect">
            <a:avLst/>
          </a:prstGeom>
          <a:noFill/>
          <a:ln w="0">
            <a:noFill/>
            <a:prstDash val="solid"/>
          </a:ln>
        </p:spPr>
        <p:txBody>
          <a:bodyPr wrap="none" lIns="0" tIns="0" rIns="0" bIns="0" anchor="t">
            <a:noAutofit/>
          </a:bodyPr>
          <a:lstStyle>
            <a:defPPr algn="l">
              <a:defRPr sz="1200" b="0" lang="ko-KR">
                <a:solidFill>
                  <a:srgbClr val="5F6B77"/>
                </a:solidFill>
                <a:latin typeface="Calibri"/>
                <a:ea typeface="Calibri"/>
                <a:cs typeface="Calibri"/>
              </a:defRPr>
            </a:defPPr>
          </a:lstStyle>
          <a:p>
            <a:pPr algn="l">
              <a:defRPr sz="1200" b="0" lang="ko-KR">
                <a:solidFill>
                  <a:srgbClr val="5F6B77"/>
                </a:solidFill>
                <a:latin typeface="Calibri"/>
                <a:ea typeface="Calibri"/>
                <a:cs typeface="Calibri"/>
              </a:defRPr>
            </a:pPr>
            <a:r>
              <a:rPr sz="1200" b="0" lang="ko-KR">
                <a:solidFill>
                  <a:srgbClr val="5F6B77"/>
                </a:solidFill>
                <a:latin typeface="Calibri"/>
                <a:ea typeface="Calibri"/>
                <a:cs typeface="Calibri"/>
              </a:rPr>
              <a:t>현재성 검사 후 게시</a:t>
            </a:r>
            <a:endParaRPr lang="ko-KR">
              <a:latin typeface="Calibri"/>
              <a:ea typeface="Calibri"/>
              <a:cs typeface="Calibri"/>
            </a:endParaRPr>
          </a:p>
        </p:txBody>
      </p:sp>
      <p:sp>
        <p:nvSpPr>
          <p:cNvPr id="58" name="dp44-implementation-comparison / n52 / path">
            <a:extLst>
              <a:ext uri="{FF2B5EF4-FFF2-40B4-BE49-F238E27FC236}">
                <ns2:creationId id="{72F1D658-D5EF-4646-A890-29FD263FB90E}"/>
              </a:ext>
            </a:extLst>
          </p:cNvPr>
          <p:cNvSpPr>
            <a:spLocks noGrp="1"/>
          </p:cNvSpPr>
          <p:nvPr/>
        </p:nvSpPr>
        <p:spPr>
          <a:xfrm>
            <a:off x="1828800" y="4733925"/>
            <a:ext cx="266700" cy="1438275"/>
          </a:xfrm>
          <a:custGeom>
            <a:pathLst>
              <a:path w="266700" h="1438275">
                <a:moveTo>
                  <a:pt x="266700" y="0"/>
                </a:moveTo>
                <a:lnTo>
                  <a:pt x="0" y="0"/>
                </a:lnTo>
                <a:lnTo>
                  <a:pt x="0" y="1323975"/>
                </a:lnTo>
                <a:lnTo>
                  <a:pt x="123825" y="1323975"/>
                </a:lnTo>
                <a:lnTo>
                  <a:pt x="123825" y="1438275"/>
                </a:lnTo>
              </a:path>
            </a:pathLst>
          </a:custGeom>
          <a:noFill/>
          <a:ln w="19050">
            <a:solidFill>
              <a:srgbClr val="18232E"/>
            </a:solidFill>
            <a:prstDash val="solid"/>
          </a:ln>
        </p:spPr>
      </p:sp>
      <p:sp>
        <p:nvSpPr>
          <p:cNvPr id="59" name="dp44-implementation-comparison / n52 / arrow">
            <a:extLst>
              <a:ext uri="{FF2B5EF4-FFF2-40B4-BE49-F238E27FC236}">
                <ns2:creationId id="{27CC6E90-020E-4452-A632-01CAD1E7A7DE}"/>
              </a:ext>
            </a:extLst>
          </p:cNvPr>
          <p:cNvSpPr>
            <a:spLocks noGrp="1"/>
          </p:cNvSpPr>
          <p:nvPr/>
        </p:nvSpPr>
        <p:spPr>
          <a:xfrm>
            <a:off x="1891665" y="6050280"/>
            <a:ext cx="121920" cy="121920"/>
          </a:xfrm>
          <a:custGeom>
            <a:pathLst>
              <a:path w="121920" h="121920">
                <a:moveTo>
                  <a:pt x="0" y="0"/>
                </a:moveTo>
                <a:lnTo>
                  <a:pt x="60960" y="121920"/>
                </a:lnTo>
                <a:lnTo>
                  <a:pt x="121920" y="0"/>
                </a:lnTo>
              </a:path>
            </a:pathLst>
          </a:custGeom>
          <a:noFill/>
          <a:ln w="24384">
            <a:solidFill>
              <a:srgbClr val="18232E"/>
            </a:solidFill>
            <a:prstDash val="solid"/>
          </a:ln>
        </p:spPr>
      </p:sp>
      <p:sp>
        <p:nvSpPr>
          <p:cNvPr id="60" name="dp44-implementation-comparison / n53 / path">
            <a:extLst>
              <a:ext uri="{FF2B5EF4-FFF2-40B4-BE49-F238E27FC236}">
                <ns2:creationId id="{E33C7163-C295-4805-9EE8-6032D2BD4A1A}"/>
              </a:ext>
            </a:extLst>
          </p:cNvPr>
          <p:cNvSpPr>
            <a:spLocks noGrp="1"/>
          </p:cNvSpPr>
          <p:nvPr/>
        </p:nvSpPr>
        <p:spPr>
          <a:xfrm>
            <a:off x="4210050" y="5076825"/>
            <a:ext cx="333375" cy="1095375"/>
          </a:xfrm>
          <a:custGeom>
            <a:pathLst>
              <a:path w="333375" h="1095375">
                <a:moveTo>
                  <a:pt x="0" y="0"/>
                </a:moveTo>
                <a:lnTo>
                  <a:pt x="0" y="742950"/>
                </a:lnTo>
                <a:lnTo>
                  <a:pt x="333375" y="742950"/>
                </a:lnTo>
                <a:lnTo>
                  <a:pt x="333375" y="1095375"/>
                </a:lnTo>
              </a:path>
            </a:pathLst>
          </a:custGeom>
          <a:noFill/>
          <a:ln w="19050">
            <a:solidFill>
              <a:srgbClr val="18232E"/>
            </a:solidFill>
            <a:prstDash val="solid"/>
          </a:ln>
        </p:spPr>
      </p:sp>
      <p:sp>
        <p:nvSpPr>
          <p:cNvPr id="61" name="dp44-implementation-comparison / n53 / arrow">
            <a:extLst>
              <a:ext uri="{FF2B5EF4-FFF2-40B4-BE49-F238E27FC236}">
                <ns2:creationId id="{44B6CD6B-A8FC-47EE-B396-7D0525CA26E5}"/>
              </a:ext>
            </a:extLst>
          </p:cNvPr>
          <p:cNvSpPr>
            <a:spLocks noGrp="1"/>
          </p:cNvSpPr>
          <p:nvPr/>
        </p:nvSpPr>
        <p:spPr>
          <a:xfrm>
            <a:off x="4482465" y="6050280"/>
            <a:ext cx="121920" cy="121920"/>
          </a:xfrm>
          <a:custGeom>
            <a:pathLst>
              <a:path w="121920" h="121920">
                <a:moveTo>
                  <a:pt x="0" y="0"/>
                </a:moveTo>
                <a:lnTo>
                  <a:pt x="60960" y="121920"/>
                </a:lnTo>
                <a:lnTo>
                  <a:pt x="121920" y="0"/>
                </a:lnTo>
              </a:path>
            </a:pathLst>
          </a:custGeom>
          <a:noFill/>
          <a:ln w="24384">
            <a:solidFill>
              <a:srgbClr val="18232E"/>
            </a:solidFill>
            <a:prstDash val="solid"/>
          </a:ln>
        </p:spPr>
      </p:sp>
      <p:sp>
        <p:nvSpPr>
          <p:cNvPr id="62" name="dp44-implementation-comparison / n54 / path">
            <a:extLst>
              <a:ext uri="{FF2B5EF4-FFF2-40B4-BE49-F238E27FC236}">
                <ns2:creationId id="{C3EEDE61-6160-479F-A7E6-8732C91321C2}"/>
              </a:ext>
            </a:extLst>
          </p:cNvPr>
          <p:cNvSpPr>
            <a:spLocks noGrp="1"/>
          </p:cNvSpPr>
          <p:nvPr/>
        </p:nvSpPr>
        <p:spPr>
          <a:xfrm>
            <a:off x="7239000" y="4733925"/>
            <a:ext cx="1457325" cy="1438275"/>
          </a:xfrm>
          <a:custGeom>
            <a:pathLst>
              <a:path w="1457325" h="1438275">
                <a:moveTo>
                  <a:pt x="0" y="0"/>
                </a:moveTo>
                <a:lnTo>
                  <a:pt x="1457325" y="0"/>
                </a:lnTo>
                <a:lnTo>
                  <a:pt x="1457325" y="1333500"/>
                </a:lnTo>
                <a:lnTo>
                  <a:pt x="19050" y="1333500"/>
                </a:lnTo>
                <a:lnTo>
                  <a:pt x="19050" y="1438275"/>
                </a:lnTo>
              </a:path>
            </a:pathLst>
          </a:custGeom>
          <a:noFill/>
          <a:ln w="19050">
            <a:solidFill>
              <a:srgbClr val="18232E"/>
            </a:solidFill>
            <a:prstDash val="solid"/>
          </a:ln>
        </p:spPr>
      </p:sp>
      <p:sp>
        <p:nvSpPr>
          <p:cNvPr id="63" name="dp44-implementation-comparison / n54 / arrow">
            <a:extLst>
              <a:ext uri="{FF2B5EF4-FFF2-40B4-BE49-F238E27FC236}">
                <ns2:creationId id="{36CECD2E-E74B-47BD-A5C6-99E79BFFB682}"/>
              </a:ext>
            </a:extLst>
          </p:cNvPr>
          <p:cNvSpPr>
            <a:spLocks noGrp="1"/>
          </p:cNvSpPr>
          <p:nvPr/>
        </p:nvSpPr>
        <p:spPr>
          <a:xfrm>
            <a:off x="7197090" y="6050280"/>
            <a:ext cx="121920" cy="121920"/>
          </a:xfrm>
          <a:custGeom>
            <a:pathLst>
              <a:path w="121920" h="121920">
                <a:moveTo>
                  <a:pt x="0" y="0"/>
                </a:moveTo>
                <a:lnTo>
                  <a:pt x="60960" y="121920"/>
                </a:lnTo>
                <a:lnTo>
                  <a:pt x="121920" y="0"/>
                </a:lnTo>
              </a:path>
            </a:pathLst>
          </a:custGeom>
          <a:noFill/>
          <a:ln w="24384">
            <a:solidFill>
              <a:srgbClr val="18232E"/>
            </a:solidFill>
            <a:prstDash val="solid"/>
          </a:ln>
        </p:spPr>
      </p:sp>
      <p:sp>
        <p:nvSpPr>
          <p:cNvPr id="64" name="dp44-implementation-comparison / n55 / path">
            <a:extLst>
              <a:ext uri="{FF2B5EF4-FFF2-40B4-BE49-F238E27FC236}">
                <ns2:creationId id="{DCEEAF66-191A-4E7E-80B7-9911044E96F2}"/>
              </a:ext>
            </a:extLst>
          </p:cNvPr>
          <p:cNvSpPr>
            <a:spLocks noGrp="1"/>
          </p:cNvSpPr>
          <p:nvPr/>
        </p:nvSpPr>
        <p:spPr>
          <a:xfrm>
            <a:off x="657225" y="3552825"/>
            <a:ext cx="3419475" cy="2981325"/>
          </a:xfrm>
          <a:custGeom>
            <a:pathLst>
              <a:path w="3419475" h="2981325">
                <a:moveTo>
                  <a:pt x="133350" y="2981325"/>
                </a:moveTo>
                <a:lnTo>
                  <a:pt x="0" y="2981325"/>
                </a:lnTo>
                <a:lnTo>
                  <a:pt x="0" y="542925"/>
                </a:lnTo>
                <a:lnTo>
                  <a:pt x="3305175" y="542925"/>
                </a:lnTo>
                <a:lnTo>
                  <a:pt x="3305175" y="0"/>
                </a:lnTo>
                <a:lnTo>
                  <a:pt x="3419475" y="0"/>
                </a:lnTo>
              </a:path>
            </a:pathLst>
          </a:custGeom>
          <a:noFill/>
          <a:ln w="19050">
            <a:solidFill>
              <a:srgbClr val="2858A5"/>
            </a:solidFill>
            <a:prstDash val="dash"/>
          </a:ln>
        </p:spPr>
      </p:sp>
      <p:sp>
        <p:nvSpPr>
          <p:cNvPr id="65" name="dp44-implementation-comparison / n55 / arrow">
            <a:extLst>
              <a:ext uri="{FF2B5EF4-FFF2-40B4-BE49-F238E27FC236}">
                <ns2:creationId id="{EBB70164-4264-48FC-9A98-80CBE1A479EC}"/>
              </a:ext>
            </a:extLst>
          </p:cNvPr>
          <p:cNvSpPr>
            <a:spLocks noGrp="1"/>
          </p:cNvSpPr>
          <p:nvPr/>
        </p:nvSpPr>
        <p:spPr>
          <a:xfrm>
            <a:off x="3954780" y="3491865"/>
            <a:ext cx="121920" cy="121920"/>
          </a:xfrm>
          <a:custGeom>
            <a:pathLst>
              <a:path w="121920" h="121920">
                <a:moveTo>
                  <a:pt x="0" y="121920"/>
                </a:moveTo>
                <a:lnTo>
                  <a:pt x="121920" y="60960"/>
                </a:lnTo>
                <a:lnTo>
                  <a:pt x="0" y="0"/>
                </a:lnTo>
              </a:path>
            </a:pathLst>
          </a:custGeom>
          <a:noFill/>
          <a:ln w="24384">
            <a:solidFill>
              <a:srgbClr val="2858A5"/>
            </a:solidFill>
            <a:prstDash val="solid"/>
          </a:ln>
        </p:spPr>
      </p:sp>
      <p:sp>
        <p:nvSpPr>
          <p:cNvPr id="66" name="dp44-implementation-comparison / n56 / path">
            <a:extLst>
              <a:ext uri="{FF2B5EF4-FFF2-40B4-BE49-F238E27FC236}">
                <ns2:creationId id="{55780E26-7F5C-4B0C-8136-972ADB0D2D75}"/>
              </a:ext>
            </a:extLst>
          </p:cNvPr>
          <p:cNvSpPr>
            <a:spLocks noGrp="1"/>
          </p:cNvSpPr>
          <p:nvPr/>
        </p:nvSpPr>
        <p:spPr>
          <a:xfrm>
            <a:off x="5715000" y="3552825"/>
            <a:ext cx="3019425" cy="3638550"/>
          </a:xfrm>
          <a:custGeom>
            <a:pathLst>
              <a:path w="3019425" h="3638550">
                <a:moveTo>
                  <a:pt x="0" y="2981325"/>
                </a:moveTo>
                <a:lnTo>
                  <a:pt x="123825" y="2981325"/>
                </a:lnTo>
                <a:lnTo>
                  <a:pt x="123825" y="3638550"/>
                </a:lnTo>
                <a:lnTo>
                  <a:pt x="3019425" y="3638550"/>
                </a:lnTo>
                <a:lnTo>
                  <a:pt x="3019425" y="438150"/>
                </a:lnTo>
                <a:lnTo>
                  <a:pt x="2924175" y="438150"/>
                </a:lnTo>
                <a:lnTo>
                  <a:pt x="2924175" y="0"/>
                </a:lnTo>
                <a:lnTo>
                  <a:pt x="2838450" y="0"/>
                </a:lnTo>
              </a:path>
            </a:pathLst>
          </a:custGeom>
          <a:noFill/>
          <a:ln w="19050">
            <a:solidFill>
              <a:srgbClr val="2858A5"/>
            </a:solidFill>
            <a:prstDash val="dash"/>
          </a:ln>
        </p:spPr>
      </p:sp>
      <p:sp>
        <p:nvSpPr>
          <p:cNvPr id="67" name="dp44-implementation-comparison / n56 / arrow">
            <a:extLst>
              <a:ext uri="{FF2B5EF4-FFF2-40B4-BE49-F238E27FC236}">
                <ns2:creationId id="{50401EED-88B4-4C64-9763-0B437268DD6D}"/>
              </a:ext>
            </a:extLst>
          </p:cNvPr>
          <p:cNvSpPr>
            <a:spLocks noGrp="1"/>
          </p:cNvSpPr>
          <p:nvPr/>
        </p:nvSpPr>
        <p:spPr>
          <a:xfrm>
            <a:off x="8553450" y="3491865"/>
            <a:ext cx="121920" cy="121920"/>
          </a:xfrm>
          <a:custGeom>
            <a:pathLst>
              <a:path w="121920" h="121920">
                <a:moveTo>
                  <a:pt x="121920" y="0"/>
                </a:moveTo>
                <a:lnTo>
                  <a:pt x="0" y="60960"/>
                </a:lnTo>
                <a:lnTo>
                  <a:pt x="121920" y="121920"/>
                </a:lnTo>
              </a:path>
            </a:pathLst>
          </a:custGeom>
          <a:noFill/>
          <a:ln w="24384">
            <a:solidFill>
              <a:srgbClr val="2858A5"/>
            </a:solidFill>
            <a:prstDash val="solid"/>
          </a:ln>
        </p:spPr>
      </p:sp>
      <p:sp>
        <p:nvSpPr>
          <p:cNvPr id="68" name="dp44-implementation-comparison / n57 / text 1">
            <a:extLst>
              <a:ext uri="{FF2B5EF4-FFF2-40B4-BE49-F238E27FC236}">
                <ns2:creationId id="{E473620D-3B7A-4C64-8B29-48DA1C110928}"/>
              </a:ext>
            </a:extLst>
          </p:cNvPr>
          <p:cNvSpPr>
            <a:spLocks noGrp="1"/>
          </p:cNvSpPr>
          <p:nvPr/>
        </p:nvSpPr>
        <p:spPr>
          <a:xfrm>
            <a:off x="828675" y="7524750"/>
            <a:ext cx="762000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J1 취소 요청 뒤 늦은 완료: Event Mailbox 수신, Dispatcher가 rev1 결과 폐기</a:t>
            </a:r>
            <a:endParaRPr lang="ko-KR">
              <a:latin typeface="Calibri"/>
              <a:ea typeface="Calibri"/>
              <a:cs typeface="Calibri"/>
            </a:endParaRPr>
          </a:p>
        </p:txBody>
      </p:sp>
      <p:sp>
        <p:nvSpPr>
          <p:cNvPr id="69" name="dp44-implementation-comparison / n58 / text 1">
            <a:extLst>
              <a:ext uri="{FF2B5EF4-FFF2-40B4-BE49-F238E27FC236}">
                <ns2:creationId id="{677CE3AA-1DDC-44E6-B868-E8E1D6BEF5AA}"/>
              </a:ext>
            </a:extLst>
          </p:cNvPr>
          <p:cNvSpPr>
            <a:spLocks noGrp="1"/>
          </p:cNvSpPr>
          <p:nvPr/>
        </p:nvSpPr>
        <p:spPr>
          <a:xfrm>
            <a:off x="828675" y="7791450"/>
            <a:ext cx="7620000"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Queue 순서와 실행 중 Job의 CancelHandle은 별개</a:t>
            </a:r>
            <a:endParaRPr lang="ko-KR">
              <a:latin typeface="Calibri"/>
              <a:ea typeface="Calibri"/>
              <a:cs typeface="Calibri"/>
            </a:endParaRPr>
          </a:p>
        </p:txBody>
      </p:sp>
      <p:sp>
        <p:nvSpPr>
          <p:cNvPr id="70" name="dp44-implementation-comparison / n59">
            <a:extLst>
              <a:ext uri="{FF2B5EF4-FFF2-40B4-BE49-F238E27FC236}">
                <ns2:creationId id="{CB3DA4D8-00FA-4257-B560-07C5AD2509B9}"/>
              </a:ext>
            </a:extLst>
          </p:cNvPr>
          <p:cNvSpPr>
            <a:spLocks noGrp="1"/>
          </p:cNvSpPr>
          <p:nvPr/>
        </p:nvSpPr>
        <p:spPr>
          <a:xfrm>
            <a:off x="9486900" y="2686050"/>
            <a:ext cx="8286750" cy="2352675"/>
          </a:xfrm>
          <a:prstGeom prst="rect">
            <a:avLst/>
          </a:prstGeom>
          <a:solidFill>
            <a:srgbClr val="FFFFFF"/>
          </a:solidFill>
          <a:ln w="16193">
            <a:solidFill>
              <a:srgbClr val="18232E"/>
            </a:solidFill>
            <a:prstDash val="solid"/>
          </a:ln>
        </p:spPr>
      </p:sp>
      <p:sp>
        <p:nvSpPr>
          <p:cNvPr id="71" name="dp44-implementation-comparison / n60 / text 1">
            <a:extLst>
              <a:ext uri="{FF2B5EF4-FFF2-40B4-BE49-F238E27FC236}">
                <ns2:creationId id="{9F1F438C-244A-46A0-9686-3F33425D7B10}"/>
              </a:ext>
            </a:extLst>
          </p:cNvPr>
          <p:cNvSpPr>
            <a:spLocks noGrp="1"/>
          </p:cNvSpPr>
          <p:nvPr/>
        </p:nvSpPr>
        <p:spPr>
          <a:xfrm>
            <a:off x="9639300" y="2771775"/>
            <a:ext cx="79819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72" name="dp44-implementation-comparison / n61 / text 1">
            <a:extLst>
              <a:ext uri="{FF2B5EF4-FFF2-40B4-BE49-F238E27FC236}">
                <ns2:creationId id="{BA780781-5BB2-4D69-8B32-66A7FB0F5222}"/>
              </a:ext>
            </a:extLst>
          </p:cNvPr>
          <p:cNvSpPr>
            <a:spLocks noGrp="1"/>
          </p:cNvSpPr>
          <p:nvPr/>
        </p:nvSpPr>
        <p:spPr>
          <a:xfrm>
            <a:off x="9648825" y="3009900"/>
            <a:ext cx="7905750" cy="220980"/>
          </a:xfrm>
          <a:prstGeom prst="rect">
            <a:avLst/>
          </a:prstGeom>
          <a:noFill/>
          <a:ln w="0">
            <a:noFill/>
            <a:prstDash val="solid"/>
          </a:ln>
        </p:spPr>
        <p:txBody>
          <a:bodyPr wrap="none" lIns="0" tIns="0" rIns="0" bIns="0" anchor="t">
            <a:noAutofit/>
          </a:bodyPr>
          <a:lstStyle>
            <a:defPPr algn="l">
              <a:defRPr sz="1200" b="1" lang="ko-KR">
                <a:solidFill>
                  <a:srgbClr val="B63732"/>
                </a:solidFill>
                <a:latin typeface="Calibri"/>
                <a:ea typeface="Calibri"/>
                <a:cs typeface="Calibri"/>
              </a:defRPr>
            </a:defPPr>
          </a:lstStyle>
          <a:p>
            <a:pPr algn="l">
              <a:defRPr sz="1200" b="1" lang="ko-KR">
                <a:solidFill>
                  <a:srgbClr val="B63732"/>
                </a:solidFill>
                <a:latin typeface="Calibri"/>
                <a:ea typeface="Calibri"/>
                <a:cs typeface="Calibri"/>
              </a:defRPr>
            </a:pPr>
            <a:r>
              <a:rPr sz="1200" b="1" lang="ko-KR">
                <a:solidFill>
                  <a:srgbClr val="B63732"/>
                </a:solidFill>
                <a:latin typeface="Calibri"/>
                <a:ea typeface="Calibri"/>
                <a:cs typeface="Calibri"/>
              </a:rPr>
              <a:t>InputStarted와 채택된 Invalidate는 관련 Control Queue마다 복사</a:t>
            </a:r>
            <a:endParaRPr lang="ko-KR">
              <a:latin typeface="Calibri"/>
              <a:ea typeface="Calibri"/>
              <a:cs typeface="Calibri"/>
            </a:endParaRPr>
          </a:p>
        </p:txBody>
      </p:sp>
      <p:sp>
        <p:nvSpPr>
          <p:cNvPr id="73" name="dp44-implementation-comparison / n62 / path">
            <a:extLst>
              <a:ext uri="{FF2B5EF4-FFF2-40B4-BE49-F238E27FC236}">
                <ns2:creationId id="{F6EAE9F7-0B02-4BA1-956E-01F16C474B9A}"/>
              </a:ext>
            </a:extLst>
          </p:cNvPr>
          <p:cNvSpPr>
            <a:spLocks noGrp="1"/>
          </p:cNvSpPr>
          <p:nvPr/>
        </p:nvSpPr>
        <p:spPr>
          <a:xfrm>
            <a:off x="9572625" y="3190875"/>
            <a:ext cx="4048125" cy="953"/>
          </a:xfrm>
          <a:custGeom>
            <a:pathLst>
              <a:path w="4048125" h="953">
                <a:moveTo>
                  <a:pt x="0" y="0"/>
                </a:moveTo>
                <a:lnTo>
                  <a:pt x="4048125" y="0"/>
                </a:lnTo>
              </a:path>
            </a:pathLst>
          </a:custGeom>
          <a:noFill/>
          <a:ln w="19050">
            <a:solidFill>
              <a:srgbClr val="B63732"/>
            </a:solidFill>
            <a:prstDash val="dash"/>
          </a:ln>
        </p:spPr>
      </p:sp>
      <p:sp>
        <p:nvSpPr>
          <p:cNvPr id="74" name="dp44-implementation-comparison / n63 / path">
            <a:extLst>
              <a:ext uri="{FF2B5EF4-FFF2-40B4-BE49-F238E27FC236}">
                <ns2:creationId id="{B36810EF-68A5-4290-A03E-57ACC20F468D}"/>
              </a:ext>
            </a:extLst>
          </p:cNvPr>
          <p:cNvSpPr>
            <a:spLocks noGrp="1"/>
          </p:cNvSpPr>
          <p:nvPr/>
        </p:nvSpPr>
        <p:spPr>
          <a:xfrm>
            <a:off x="9572625" y="3190875"/>
            <a:ext cx="953" cy="3028950"/>
          </a:xfrm>
          <a:custGeom>
            <a:pathLst>
              <a:path w="953" h="3028950">
                <a:moveTo>
                  <a:pt x="0" y="0"/>
                </a:moveTo>
                <a:lnTo>
                  <a:pt x="0" y="3028950"/>
                </a:lnTo>
              </a:path>
            </a:pathLst>
          </a:custGeom>
          <a:noFill/>
          <a:ln w="19050">
            <a:solidFill>
              <a:srgbClr val="B63732"/>
            </a:solidFill>
            <a:prstDash val="dash"/>
          </a:ln>
        </p:spPr>
      </p:sp>
      <p:sp>
        <p:nvSpPr>
          <p:cNvPr id="75" name="dp44-implementation-comparison / n64 / path">
            <a:extLst>
              <a:ext uri="{FF2B5EF4-FFF2-40B4-BE49-F238E27FC236}">
                <ns2:creationId id="{F9BC6D35-84A4-48B2-9D71-A609A8ED31C4}"/>
              </a:ext>
            </a:extLst>
          </p:cNvPr>
          <p:cNvSpPr>
            <a:spLocks noGrp="1"/>
          </p:cNvSpPr>
          <p:nvPr/>
        </p:nvSpPr>
        <p:spPr>
          <a:xfrm>
            <a:off x="13620750" y="3190875"/>
            <a:ext cx="953" cy="3028950"/>
          </a:xfrm>
          <a:custGeom>
            <a:pathLst>
              <a:path w="953" h="3028950">
                <a:moveTo>
                  <a:pt x="0" y="0"/>
                </a:moveTo>
                <a:lnTo>
                  <a:pt x="0" y="3028950"/>
                </a:lnTo>
              </a:path>
            </a:pathLst>
          </a:custGeom>
          <a:noFill/>
          <a:ln w="19050">
            <a:solidFill>
              <a:srgbClr val="B63732"/>
            </a:solidFill>
            <a:prstDash val="dash"/>
          </a:ln>
        </p:spPr>
      </p:sp>
      <p:sp>
        <p:nvSpPr>
          <p:cNvPr id="76" name="dp44-implementation-comparison / n65 / path">
            <a:extLst>
              <a:ext uri="{FF2B5EF4-FFF2-40B4-BE49-F238E27FC236}">
                <ns2:creationId id="{C1F57DAC-5515-47E8-A838-A150A72337DF}"/>
              </a:ext>
            </a:extLst>
          </p:cNvPr>
          <p:cNvSpPr>
            <a:spLocks noGrp="1"/>
          </p:cNvSpPr>
          <p:nvPr/>
        </p:nvSpPr>
        <p:spPr>
          <a:xfrm>
            <a:off x="9572625" y="3876675"/>
            <a:ext cx="161925" cy="953"/>
          </a:xfrm>
          <a:custGeom>
            <a:pathLst>
              <a:path w="161925" h="953">
                <a:moveTo>
                  <a:pt x="0" y="0"/>
                </a:moveTo>
                <a:lnTo>
                  <a:pt x="161925" y="0"/>
                </a:lnTo>
              </a:path>
            </a:pathLst>
          </a:custGeom>
          <a:noFill/>
          <a:ln w="19050">
            <a:solidFill>
              <a:srgbClr val="B63732"/>
            </a:solidFill>
            <a:prstDash val="dash"/>
          </a:ln>
        </p:spPr>
      </p:sp>
      <p:sp>
        <p:nvSpPr>
          <p:cNvPr id="77" name="dp44-implementation-comparison / n65 / arrow">
            <a:extLst>
              <a:ext uri="{FF2B5EF4-FFF2-40B4-BE49-F238E27FC236}">
                <ns2:creationId id="{238CC08F-404D-479C-BA30-C696862ED7AA}"/>
              </a:ext>
            </a:extLst>
          </p:cNvPr>
          <p:cNvSpPr>
            <a:spLocks noGrp="1"/>
          </p:cNvSpPr>
          <p:nvPr/>
        </p:nvSpPr>
        <p:spPr>
          <a:xfrm>
            <a:off x="9612630" y="3815715"/>
            <a:ext cx="121920" cy="121920"/>
          </a:xfrm>
          <a:custGeom>
            <a:pathLst>
              <a:path w="121920" h="121920">
                <a:moveTo>
                  <a:pt x="0" y="121920"/>
                </a:moveTo>
                <a:lnTo>
                  <a:pt x="121920" y="60960"/>
                </a:lnTo>
                <a:lnTo>
                  <a:pt x="0" y="0"/>
                </a:lnTo>
              </a:path>
            </a:pathLst>
          </a:custGeom>
          <a:noFill/>
          <a:ln w="24384">
            <a:solidFill>
              <a:srgbClr val="B63732"/>
            </a:solidFill>
            <a:prstDash val="solid"/>
          </a:ln>
        </p:spPr>
      </p:sp>
      <p:sp>
        <p:nvSpPr>
          <p:cNvPr id="78" name="dp44-implementation-comparison / n66 / path">
            <a:extLst>
              <a:ext uri="{FF2B5EF4-FFF2-40B4-BE49-F238E27FC236}">
                <ns2:creationId id="{E06E1079-86EB-4EC0-A5C7-D00755321E2B}"/>
              </a:ext>
            </a:extLst>
          </p:cNvPr>
          <p:cNvSpPr>
            <a:spLocks noGrp="1"/>
          </p:cNvSpPr>
          <p:nvPr/>
        </p:nvSpPr>
        <p:spPr>
          <a:xfrm>
            <a:off x="13620750" y="3876675"/>
            <a:ext cx="209550" cy="953"/>
          </a:xfrm>
          <a:custGeom>
            <a:pathLst>
              <a:path w="209550" h="953">
                <a:moveTo>
                  <a:pt x="0" y="0"/>
                </a:moveTo>
                <a:lnTo>
                  <a:pt x="209550" y="0"/>
                </a:lnTo>
              </a:path>
            </a:pathLst>
          </a:custGeom>
          <a:noFill/>
          <a:ln w="19050">
            <a:solidFill>
              <a:srgbClr val="B63732"/>
            </a:solidFill>
            <a:prstDash val="dash"/>
          </a:ln>
        </p:spPr>
      </p:sp>
      <p:sp>
        <p:nvSpPr>
          <p:cNvPr id="79" name="dp44-implementation-comparison / n66 / arrow">
            <a:extLst>
              <a:ext uri="{FF2B5EF4-FFF2-40B4-BE49-F238E27FC236}">
                <ns2:creationId id="{EDE11EE4-7FC8-419E-9983-0B14740B7A18}"/>
              </a:ext>
            </a:extLst>
          </p:cNvPr>
          <p:cNvSpPr>
            <a:spLocks noGrp="1"/>
          </p:cNvSpPr>
          <p:nvPr/>
        </p:nvSpPr>
        <p:spPr>
          <a:xfrm>
            <a:off x="13708380" y="3815715"/>
            <a:ext cx="121920" cy="121920"/>
          </a:xfrm>
          <a:custGeom>
            <a:pathLst>
              <a:path w="121920" h="121920">
                <a:moveTo>
                  <a:pt x="0" y="121920"/>
                </a:moveTo>
                <a:lnTo>
                  <a:pt x="121920" y="60960"/>
                </a:lnTo>
                <a:lnTo>
                  <a:pt x="0" y="0"/>
                </a:lnTo>
              </a:path>
            </a:pathLst>
          </a:custGeom>
          <a:noFill/>
          <a:ln w="24384">
            <a:solidFill>
              <a:srgbClr val="B63732"/>
            </a:solidFill>
            <a:prstDash val="solid"/>
          </a:ln>
        </p:spPr>
      </p:sp>
      <p:sp>
        <p:nvSpPr>
          <p:cNvPr id="80" name="dp44-implementation-comparison / n67 / path">
            <a:extLst>
              <a:ext uri="{FF2B5EF4-FFF2-40B4-BE49-F238E27FC236}">
                <ns2:creationId id="{0B0BBD8C-C12E-4CCC-B11F-FA4D03E24B69}"/>
              </a:ext>
            </a:extLst>
          </p:cNvPr>
          <p:cNvSpPr>
            <a:spLocks noGrp="1"/>
          </p:cNvSpPr>
          <p:nvPr/>
        </p:nvSpPr>
        <p:spPr>
          <a:xfrm>
            <a:off x="9572625" y="6238875"/>
            <a:ext cx="161925" cy="953"/>
          </a:xfrm>
          <a:custGeom>
            <a:pathLst>
              <a:path w="161925" h="953">
                <a:moveTo>
                  <a:pt x="0" y="0"/>
                </a:moveTo>
                <a:lnTo>
                  <a:pt x="161925" y="0"/>
                </a:lnTo>
              </a:path>
            </a:pathLst>
          </a:custGeom>
          <a:noFill/>
          <a:ln w="19050">
            <a:solidFill>
              <a:srgbClr val="B63732"/>
            </a:solidFill>
            <a:prstDash val="dash"/>
          </a:ln>
        </p:spPr>
      </p:sp>
      <p:sp>
        <p:nvSpPr>
          <p:cNvPr id="81" name="dp44-implementation-comparison / n67 / arrow">
            <a:extLst>
              <a:ext uri="{FF2B5EF4-FFF2-40B4-BE49-F238E27FC236}">
                <ns2:creationId id="{7A1850CA-93B5-45DC-B64E-36B9D30A1D44}"/>
              </a:ext>
            </a:extLst>
          </p:cNvPr>
          <p:cNvSpPr>
            <a:spLocks noGrp="1"/>
          </p:cNvSpPr>
          <p:nvPr/>
        </p:nvSpPr>
        <p:spPr>
          <a:xfrm>
            <a:off x="9612630" y="6177915"/>
            <a:ext cx="121920" cy="121920"/>
          </a:xfrm>
          <a:custGeom>
            <a:pathLst>
              <a:path w="121920" h="121920">
                <a:moveTo>
                  <a:pt x="0" y="121920"/>
                </a:moveTo>
                <a:lnTo>
                  <a:pt x="121920" y="60960"/>
                </a:lnTo>
                <a:lnTo>
                  <a:pt x="0" y="0"/>
                </a:lnTo>
              </a:path>
            </a:pathLst>
          </a:custGeom>
          <a:noFill/>
          <a:ln w="24384">
            <a:solidFill>
              <a:srgbClr val="B63732"/>
            </a:solidFill>
            <a:prstDash val="solid"/>
          </a:ln>
        </p:spPr>
      </p:sp>
      <p:sp>
        <p:nvSpPr>
          <p:cNvPr id="82" name="dp44-implementation-comparison / n68 / path">
            <a:extLst>
              <a:ext uri="{FF2B5EF4-FFF2-40B4-BE49-F238E27FC236}">
                <ns2:creationId id="{ED16A88B-474D-4098-A046-1C5BAE1CF93C}"/>
              </a:ext>
            </a:extLst>
          </p:cNvPr>
          <p:cNvSpPr>
            <a:spLocks noGrp="1"/>
          </p:cNvSpPr>
          <p:nvPr/>
        </p:nvSpPr>
        <p:spPr>
          <a:xfrm>
            <a:off x="13620750" y="6238875"/>
            <a:ext cx="209550" cy="953"/>
          </a:xfrm>
          <a:custGeom>
            <a:pathLst>
              <a:path w="209550" h="953">
                <a:moveTo>
                  <a:pt x="0" y="0"/>
                </a:moveTo>
                <a:lnTo>
                  <a:pt x="209550" y="0"/>
                </a:lnTo>
              </a:path>
            </a:pathLst>
          </a:custGeom>
          <a:noFill/>
          <a:ln w="19050">
            <a:solidFill>
              <a:srgbClr val="B63732"/>
            </a:solidFill>
            <a:prstDash val="dash"/>
          </a:ln>
        </p:spPr>
      </p:sp>
      <p:sp>
        <p:nvSpPr>
          <p:cNvPr id="83" name="dp44-implementation-comparison / n68 / arrow">
            <a:extLst>
              <a:ext uri="{FF2B5EF4-FFF2-40B4-BE49-F238E27FC236}">
                <ns2:creationId id="{CF5AEA80-DCB5-481E-8A78-856638DC225A}"/>
              </a:ext>
            </a:extLst>
          </p:cNvPr>
          <p:cNvSpPr>
            <a:spLocks noGrp="1"/>
          </p:cNvSpPr>
          <p:nvPr/>
        </p:nvSpPr>
        <p:spPr>
          <a:xfrm>
            <a:off x="13708380" y="6177915"/>
            <a:ext cx="121920" cy="121920"/>
          </a:xfrm>
          <a:custGeom>
            <a:pathLst>
              <a:path w="121920" h="121920">
                <a:moveTo>
                  <a:pt x="0" y="121920"/>
                </a:moveTo>
                <a:lnTo>
                  <a:pt x="121920" y="60960"/>
                </a:lnTo>
                <a:lnTo>
                  <a:pt x="0" y="0"/>
                </a:lnTo>
              </a:path>
            </a:pathLst>
          </a:custGeom>
          <a:noFill/>
          <a:ln w="24384">
            <a:solidFill>
              <a:srgbClr val="B63732"/>
            </a:solidFill>
            <a:prstDash val="solid"/>
          </a:ln>
        </p:spPr>
      </p:sp>
      <p:sp>
        <p:nvSpPr>
          <p:cNvPr id="84" name="dp44-implementation-comparison / n69">
            <a:extLst>
              <a:ext uri="{FF2B5EF4-FFF2-40B4-BE49-F238E27FC236}">
                <ns2:creationId id="{3686D44F-A7A0-442B-8724-8CB76F88838B}"/>
              </a:ext>
            </a:extLst>
          </p:cNvPr>
          <p:cNvSpPr>
            <a:spLocks noGrp="1"/>
          </p:cNvSpPr>
          <p:nvPr/>
        </p:nvSpPr>
        <p:spPr>
          <a:xfrm>
            <a:off x="9639300" y="3238500"/>
            <a:ext cx="3886200" cy="1733550"/>
          </a:xfrm>
          <a:prstGeom prst="rect">
            <a:avLst/>
          </a:prstGeom>
          <a:solidFill>
            <a:srgbClr val="FFF3E5"/>
          </a:solidFill>
          <a:ln w="16193">
            <a:solidFill>
              <a:srgbClr val="B8753F"/>
            </a:solidFill>
            <a:prstDash val="solid"/>
          </a:ln>
        </p:spPr>
      </p:sp>
      <p:sp>
        <p:nvSpPr>
          <p:cNvPr id="85" name="dp44-implementation-comparison / n70 / text 1">
            <a:extLst>
              <a:ext uri="{FF2B5EF4-FFF2-40B4-BE49-F238E27FC236}">
                <ns2:creationId id="{CFAFBB05-2271-47C6-AD68-8C29A3B8FFEB}"/>
              </a:ext>
            </a:extLst>
          </p:cNvPr>
          <p:cNvSpPr>
            <a:spLocks noGrp="1"/>
          </p:cNvSpPr>
          <p:nvPr/>
        </p:nvSpPr>
        <p:spPr>
          <a:xfrm>
            <a:off x="9734550" y="3314700"/>
            <a:ext cx="3695700" cy="262414"/>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Input Resolution Stage</a:t>
            </a:r>
            <a:endParaRPr lang="ko-KR">
              <a:latin typeface="Calibri"/>
              <a:ea typeface="Calibri"/>
              <a:cs typeface="Calibri"/>
            </a:endParaRPr>
          </a:p>
        </p:txBody>
      </p:sp>
      <p:sp>
        <p:nvSpPr>
          <p:cNvPr id="86" name="dp44-implementation-comparison / n71">
            <a:extLst>
              <a:ext uri="{FF2B5EF4-FFF2-40B4-BE49-F238E27FC236}">
                <ns2:creationId id="{74A4EF63-EA71-4DB6-838F-9F63DA84288F}"/>
              </a:ext>
            </a:extLst>
          </p:cNvPr>
          <p:cNvSpPr>
            <a:spLocks noGrp="1"/>
          </p:cNvSpPr>
          <p:nvPr/>
        </p:nvSpPr>
        <p:spPr>
          <a:xfrm>
            <a:off x="9734550" y="3638550"/>
            <a:ext cx="1162050" cy="495300"/>
          </a:xfrm>
          <a:prstGeom prst="rect">
            <a:avLst/>
          </a:prstGeom>
          <a:solidFill>
            <a:srgbClr val="FFFFFF"/>
          </a:solidFill>
          <a:ln w="16193">
            <a:solidFill>
              <a:srgbClr val="B8753F"/>
            </a:solidFill>
            <a:prstDash val="solid"/>
          </a:ln>
        </p:spPr>
      </p:sp>
      <p:sp>
        <p:nvSpPr>
          <p:cNvPr id="87" name="dp44-implementation-comparison / n72 / text 1">
            <a:extLst>
              <a:ext uri="{FF2B5EF4-FFF2-40B4-BE49-F238E27FC236}">
                <ns2:creationId id="{E83EB627-EF0D-4A1B-AC13-3872FDEC306B}"/>
              </a:ext>
            </a:extLst>
          </p:cNvPr>
          <p:cNvSpPr>
            <a:spLocks noGrp="1"/>
          </p:cNvSpPr>
          <p:nvPr/>
        </p:nvSpPr>
        <p:spPr>
          <a:xfrm>
            <a:off x="9820275" y="37052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Control</a:t>
            </a:r>
            <a:endParaRPr lang="ko-KR">
              <a:latin typeface="Calibri"/>
              <a:ea typeface="Calibri"/>
              <a:cs typeface="Calibri"/>
            </a:endParaRPr>
          </a:p>
        </p:txBody>
      </p:sp>
      <p:sp>
        <p:nvSpPr>
          <p:cNvPr id="88" name="dp44-implementation-comparison / n73">
            <a:extLst>
              <a:ext uri="{FF2B5EF4-FFF2-40B4-BE49-F238E27FC236}">
                <ns2:creationId id="{17097A50-B022-4FB2-8870-F67EB8E9A800}"/>
              </a:ext>
            </a:extLst>
          </p:cNvPr>
          <p:cNvSpPr>
            <a:spLocks noGrp="1"/>
          </p:cNvSpPr>
          <p:nvPr/>
        </p:nvSpPr>
        <p:spPr>
          <a:xfrm>
            <a:off x="10096500" y="3924300"/>
            <a:ext cx="142875" cy="142875"/>
          </a:xfrm>
          <a:prstGeom prst="rect">
            <a:avLst/>
          </a:prstGeom>
          <a:solidFill>
            <a:srgbClr val="FFFFFF"/>
          </a:solidFill>
          <a:ln w="16193">
            <a:solidFill>
              <a:srgbClr val="5F6B77"/>
            </a:solidFill>
            <a:prstDash val="solid"/>
          </a:ln>
        </p:spPr>
      </p:sp>
      <p:sp>
        <p:nvSpPr>
          <p:cNvPr id="89" name="dp44-implementation-comparison / n74">
            <a:extLst>
              <a:ext uri="{FF2B5EF4-FFF2-40B4-BE49-F238E27FC236}">
                <ns2:creationId id="{2D9E3049-FF9F-404E-96F4-A2056A94BF8F}"/>
              </a:ext>
            </a:extLst>
          </p:cNvPr>
          <p:cNvSpPr>
            <a:spLocks noGrp="1"/>
          </p:cNvSpPr>
          <p:nvPr/>
        </p:nvSpPr>
        <p:spPr>
          <a:xfrm>
            <a:off x="10277475" y="3924300"/>
            <a:ext cx="142875" cy="142875"/>
          </a:xfrm>
          <a:prstGeom prst="rect">
            <a:avLst/>
          </a:prstGeom>
          <a:solidFill>
            <a:srgbClr val="FFFFFF"/>
          </a:solidFill>
          <a:ln w="16193">
            <a:solidFill>
              <a:srgbClr val="5F6B77"/>
            </a:solidFill>
            <a:prstDash val="solid"/>
          </a:ln>
        </p:spPr>
      </p:sp>
      <p:sp>
        <p:nvSpPr>
          <p:cNvPr id="90" name="dp44-implementation-comparison / n75">
            <a:extLst>
              <a:ext uri="{FF2B5EF4-FFF2-40B4-BE49-F238E27FC236}">
                <ns2:creationId id="{DA54AD8B-F4CF-4357-963B-9B94DC40A65F}"/>
              </a:ext>
            </a:extLst>
          </p:cNvPr>
          <p:cNvSpPr>
            <a:spLocks noGrp="1"/>
          </p:cNvSpPr>
          <p:nvPr/>
        </p:nvSpPr>
        <p:spPr>
          <a:xfrm>
            <a:off x="10458450" y="3924300"/>
            <a:ext cx="142875" cy="142875"/>
          </a:xfrm>
          <a:prstGeom prst="rect">
            <a:avLst/>
          </a:prstGeom>
          <a:solidFill>
            <a:srgbClr val="FFFFFF"/>
          </a:solidFill>
          <a:ln w="16193">
            <a:solidFill>
              <a:srgbClr val="5F6B77"/>
            </a:solidFill>
            <a:prstDash val="solid"/>
          </a:ln>
        </p:spPr>
      </p:sp>
      <p:sp>
        <p:nvSpPr>
          <p:cNvPr id="91" name="dp44-implementation-comparison / n76">
            <a:extLst>
              <a:ext uri="{FF2B5EF4-FFF2-40B4-BE49-F238E27FC236}">
                <ns2:creationId id="{739ADA1B-65FD-4C6A-8F0E-FC39D2F6273D}"/>
              </a:ext>
            </a:extLst>
          </p:cNvPr>
          <p:cNvSpPr>
            <a:spLocks noGrp="1"/>
          </p:cNvSpPr>
          <p:nvPr/>
        </p:nvSpPr>
        <p:spPr>
          <a:xfrm>
            <a:off x="10639425" y="3924300"/>
            <a:ext cx="142875" cy="142875"/>
          </a:xfrm>
          <a:prstGeom prst="rect">
            <a:avLst/>
          </a:prstGeom>
          <a:solidFill>
            <a:srgbClr val="FFFFFF"/>
          </a:solidFill>
          <a:ln w="16193">
            <a:solidFill>
              <a:srgbClr val="5F6B77"/>
            </a:solidFill>
            <a:prstDash val="solid"/>
          </a:ln>
        </p:spPr>
      </p:sp>
      <p:sp>
        <p:nvSpPr>
          <p:cNvPr id="92" name="dp44-implementation-comparison / n77">
            <a:extLst>
              <a:ext uri="{FF2B5EF4-FFF2-40B4-BE49-F238E27FC236}">
                <ns2:creationId id="{5D97749A-772A-45F0-8C15-16D34647B76D}"/>
              </a:ext>
            </a:extLst>
          </p:cNvPr>
          <p:cNvSpPr>
            <a:spLocks noGrp="1"/>
          </p:cNvSpPr>
          <p:nvPr/>
        </p:nvSpPr>
        <p:spPr>
          <a:xfrm>
            <a:off x="11001375" y="3638550"/>
            <a:ext cx="1162050" cy="495300"/>
          </a:xfrm>
          <a:prstGeom prst="rect">
            <a:avLst/>
          </a:prstGeom>
          <a:solidFill>
            <a:srgbClr val="FFFFFF"/>
          </a:solidFill>
          <a:ln w="16193">
            <a:solidFill>
              <a:srgbClr val="B8753F"/>
            </a:solidFill>
            <a:prstDash val="solid"/>
          </a:ln>
        </p:spPr>
      </p:sp>
      <p:sp>
        <p:nvSpPr>
          <p:cNvPr id="93" name="dp44-implementation-comparison / n78 / text 1">
            <a:extLst>
              <a:ext uri="{FF2B5EF4-FFF2-40B4-BE49-F238E27FC236}">
                <ns2:creationId id="{DC106162-D14E-4E91-B239-6F2550117697}"/>
              </a:ext>
            </a:extLst>
          </p:cNvPr>
          <p:cNvSpPr>
            <a:spLocks noGrp="1"/>
          </p:cNvSpPr>
          <p:nvPr/>
        </p:nvSpPr>
        <p:spPr>
          <a:xfrm>
            <a:off x="11087100" y="37052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Input</a:t>
            </a:r>
            <a:endParaRPr lang="ko-KR">
              <a:latin typeface="Calibri"/>
              <a:ea typeface="Calibri"/>
              <a:cs typeface="Calibri"/>
            </a:endParaRPr>
          </a:p>
        </p:txBody>
      </p:sp>
      <p:sp>
        <p:nvSpPr>
          <p:cNvPr id="94" name="dp44-implementation-comparison / n79">
            <a:extLst>
              <a:ext uri="{FF2B5EF4-FFF2-40B4-BE49-F238E27FC236}">
                <ns2:creationId id="{9F0C6421-8F8F-49C6-9EA7-B9B88DEEB02E}"/>
              </a:ext>
            </a:extLst>
          </p:cNvPr>
          <p:cNvSpPr>
            <a:spLocks noGrp="1"/>
          </p:cNvSpPr>
          <p:nvPr/>
        </p:nvSpPr>
        <p:spPr>
          <a:xfrm>
            <a:off x="11363325" y="3924300"/>
            <a:ext cx="142875" cy="142875"/>
          </a:xfrm>
          <a:prstGeom prst="rect">
            <a:avLst/>
          </a:prstGeom>
          <a:solidFill>
            <a:srgbClr val="FFFFFF"/>
          </a:solidFill>
          <a:ln w="16193">
            <a:solidFill>
              <a:srgbClr val="5F6B77"/>
            </a:solidFill>
            <a:prstDash val="solid"/>
          </a:ln>
        </p:spPr>
      </p:sp>
      <p:sp>
        <p:nvSpPr>
          <p:cNvPr id="95" name="dp44-implementation-comparison / n80">
            <a:extLst>
              <a:ext uri="{FF2B5EF4-FFF2-40B4-BE49-F238E27FC236}">
                <ns2:creationId id="{657862B7-A1FB-40A6-B58C-47880446FB44}"/>
              </a:ext>
            </a:extLst>
          </p:cNvPr>
          <p:cNvSpPr>
            <a:spLocks noGrp="1"/>
          </p:cNvSpPr>
          <p:nvPr/>
        </p:nvSpPr>
        <p:spPr>
          <a:xfrm>
            <a:off x="11544300" y="3924300"/>
            <a:ext cx="142875" cy="142875"/>
          </a:xfrm>
          <a:prstGeom prst="rect">
            <a:avLst/>
          </a:prstGeom>
          <a:solidFill>
            <a:srgbClr val="FFFFFF"/>
          </a:solidFill>
          <a:ln w="16193">
            <a:solidFill>
              <a:srgbClr val="5F6B77"/>
            </a:solidFill>
            <a:prstDash val="solid"/>
          </a:ln>
        </p:spPr>
      </p:sp>
      <p:sp>
        <p:nvSpPr>
          <p:cNvPr id="96" name="dp44-implementation-comparison / n81">
            <a:extLst>
              <a:ext uri="{FF2B5EF4-FFF2-40B4-BE49-F238E27FC236}">
                <ns2:creationId id="{4E9C3DEB-314A-4656-A2E3-31577E0AFA63}"/>
              </a:ext>
            </a:extLst>
          </p:cNvPr>
          <p:cNvSpPr>
            <a:spLocks noGrp="1"/>
          </p:cNvSpPr>
          <p:nvPr/>
        </p:nvSpPr>
        <p:spPr>
          <a:xfrm>
            <a:off x="11725275" y="3924300"/>
            <a:ext cx="142875" cy="142875"/>
          </a:xfrm>
          <a:prstGeom prst="rect">
            <a:avLst/>
          </a:prstGeom>
          <a:solidFill>
            <a:srgbClr val="FFFFFF"/>
          </a:solidFill>
          <a:ln w="16193">
            <a:solidFill>
              <a:srgbClr val="5F6B77"/>
            </a:solidFill>
            <a:prstDash val="solid"/>
          </a:ln>
        </p:spPr>
      </p:sp>
      <p:sp>
        <p:nvSpPr>
          <p:cNvPr id="97" name="dp44-implementation-comparison / n82">
            <a:extLst>
              <a:ext uri="{FF2B5EF4-FFF2-40B4-BE49-F238E27FC236}">
                <ns2:creationId id="{B6F0AC46-8F8B-4E20-8FBE-36A050A6AD84}"/>
              </a:ext>
            </a:extLst>
          </p:cNvPr>
          <p:cNvSpPr>
            <a:spLocks noGrp="1"/>
          </p:cNvSpPr>
          <p:nvPr/>
        </p:nvSpPr>
        <p:spPr>
          <a:xfrm>
            <a:off x="11906250" y="3924300"/>
            <a:ext cx="142875" cy="142875"/>
          </a:xfrm>
          <a:prstGeom prst="rect">
            <a:avLst/>
          </a:prstGeom>
          <a:solidFill>
            <a:srgbClr val="FFFFFF"/>
          </a:solidFill>
          <a:ln w="16193">
            <a:solidFill>
              <a:srgbClr val="5F6B77"/>
            </a:solidFill>
            <a:prstDash val="solid"/>
          </a:ln>
        </p:spPr>
      </p:sp>
      <p:sp>
        <p:nvSpPr>
          <p:cNvPr id="98" name="dp44-implementation-comparison / n83">
            <a:extLst>
              <a:ext uri="{FF2B5EF4-FFF2-40B4-BE49-F238E27FC236}">
                <ns2:creationId id="{D52571D2-7516-472A-B86F-13CE8F3F4789}"/>
              </a:ext>
            </a:extLst>
          </p:cNvPr>
          <p:cNvSpPr>
            <a:spLocks noGrp="1"/>
          </p:cNvSpPr>
          <p:nvPr/>
        </p:nvSpPr>
        <p:spPr>
          <a:xfrm>
            <a:off x="12268200" y="3638550"/>
            <a:ext cx="1162050" cy="495300"/>
          </a:xfrm>
          <a:prstGeom prst="rect">
            <a:avLst/>
          </a:prstGeom>
          <a:solidFill>
            <a:srgbClr val="FFFFFF"/>
          </a:solidFill>
          <a:ln w="16193">
            <a:solidFill>
              <a:srgbClr val="B8753F"/>
            </a:solidFill>
            <a:prstDash val="solid"/>
          </a:ln>
        </p:spPr>
      </p:sp>
      <p:sp>
        <p:nvSpPr>
          <p:cNvPr id="99" name="dp44-implementation-comparison / n84 / text 1">
            <a:extLst>
              <a:ext uri="{FF2B5EF4-FFF2-40B4-BE49-F238E27FC236}">
                <ns2:creationId id="{3AC12158-F84B-4B04-93BF-56805B24B792}"/>
              </a:ext>
            </a:extLst>
          </p:cNvPr>
          <p:cNvSpPr>
            <a:spLocks noGrp="1"/>
          </p:cNvSpPr>
          <p:nvPr/>
        </p:nvSpPr>
        <p:spPr>
          <a:xfrm>
            <a:off x="12353925" y="37052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Done</a:t>
            </a:r>
            <a:endParaRPr lang="ko-KR">
              <a:latin typeface="Calibri"/>
              <a:ea typeface="Calibri"/>
              <a:cs typeface="Calibri"/>
            </a:endParaRPr>
          </a:p>
        </p:txBody>
      </p:sp>
      <p:sp>
        <p:nvSpPr>
          <p:cNvPr id="100" name="dp44-implementation-comparison / n85">
            <a:extLst>
              <a:ext uri="{FF2B5EF4-FFF2-40B4-BE49-F238E27FC236}">
                <ns2:creationId id="{FD5E27E9-568D-4EF7-93AB-5E0651F87202}"/>
              </a:ext>
            </a:extLst>
          </p:cNvPr>
          <p:cNvSpPr>
            <a:spLocks noGrp="1"/>
          </p:cNvSpPr>
          <p:nvPr/>
        </p:nvSpPr>
        <p:spPr>
          <a:xfrm>
            <a:off x="12630150" y="3924300"/>
            <a:ext cx="142875" cy="142875"/>
          </a:xfrm>
          <a:prstGeom prst="rect">
            <a:avLst/>
          </a:prstGeom>
          <a:solidFill>
            <a:srgbClr val="FFFFFF"/>
          </a:solidFill>
          <a:ln w="16193">
            <a:solidFill>
              <a:srgbClr val="5F6B77"/>
            </a:solidFill>
            <a:prstDash val="solid"/>
          </a:ln>
        </p:spPr>
      </p:sp>
      <p:sp>
        <p:nvSpPr>
          <p:cNvPr id="101" name="dp44-implementation-comparison / n86">
            <a:extLst>
              <a:ext uri="{FF2B5EF4-FFF2-40B4-BE49-F238E27FC236}">
                <ns2:creationId id="{90F6A07B-10F2-466C-8D90-23F236FF6F86}"/>
              </a:ext>
            </a:extLst>
          </p:cNvPr>
          <p:cNvSpPr>
            <a:spLocks noGrp="1"/>
          </p:cNvSpPr>
          <p:nvPr/>
        </p:nvSpPr>
        <p:spPr>
          <a:xfrm>
            <a:off x="12811125" y="3924300"/>
            <a:ext cx="142875" cy="142875"/>
          </a:xfrm>
          <a:prstGeom prst="rect">
            <a:avLst/>
          </a:prstGeom>
          <a:solidFill>
            <a:srgbClr val="FFFFFF"/>
          </a:solidFill>
          <a:ln w="16193">
            <a:solidFill>
              <a:srgbClr val="5F6B77"/>
            </a:solidFill>
            <a:prstDash val="solid"/>
          </a:ln>
        </p:spPr>
      </p:sp>
      <p:sp>
        <p:nvSpPr>
          <p:cNvPr id="102" name="dp44-implementation-comparison / n87">
            <a:extLst>
              <a:ext uri="{FF2B5EF4-FFF2-40B4-BE49-F238E27FC236}">
                <ns2:creationId id="{22CBEAAA-FB35-4137-82B2-03656C584568}"/>
              </a:ext>
            </a:extLst>
          </p:cNvPr>
          <p:cNvSpPr>
            <a:spLocks noGrp="1"/>
          </p:cNvSpPr>
          <p:nvPr/>
        </p:nvSpPr>
        <p:spPr>
          <a:xfrm>
            <a:off x="12992100" y="3924300"/>
            <a:ext cx="142875" cy="142875"/>
          </a:xfrm>
          <a:prstGeom prst="rect">
            <a:avLst/>
          </a:prstGeom>
          <a:solidFill>
            <a:srgbClr val="FFFFFF"/>
          </a:solidFill>
          <a:ln w="16193">
            <a:solidFill>
              <a:srgbClr val="5F6B77"/>
            </a:solidFill>
            <a:prstDash val="solid"/>
          </a:ln>
        </p:spPr>
      </p:sp>
      <p:sp>
        <p:nvSpPr>
          <p:cNvPr id="103" name="dp44-implementation-comparison / n88">
            <a:extLst>
              <a:ext uri="{FF2B5EF4-FFF2-40B4-BE49-F238E27FC236}">
                <ns2:creationId id="{B2F75FF2-5D7C-41DC-85CF-702981B1028F}"/>
              </a:ext>
            </a:extLst>
          </p:cNvPr>
          <p:cNvSpPr>
            <a:spLocks noGrp="1"/>
          </p:cNvSpPr>
          <p:nvPr/>
        </p:nvSpPr>
        <p:spPr>
          <a:xfrm>
            <a:off x="13173075" y="3924300"/>
            <a:ext cx="142875" cy="142875"/>
          </a:xfrm>
          <a:prstGeom prst="rect">
            <a:avLst/>
          </a:prstGeom>
          <a:solidFill>
            <a:srgbClr val="FFFFFF"/>
          </a:solidFill>
          <a:ln w="16193">
            <a:solidFill>
              <a:srgbClr val="5F6B77"/>
            </a:solidFill>
            <a:prstDash val="solid"/>
          </a:ln>
        </p:spPr>
      </p:sp>
      <p:sp>
        <p:nvSpPr>
          <p:cNvPr id="104" name="dp44-implementation-comparison / n89">
            <a:extLst>
              <a:ext uri="{FF2B5EF4-FFF2-40B4-BE49-F238E27FC236}">
                <ns2:creationId id="{CC9FE7DE-61C5-4813-8A59-907AED69D19F}"/>
              </a:ext>
            </a:extLst>
          </p:cNvPr>
          <p:cNvSpPr>
            <a:spLocks noGrp="1"/>
          </p:cNvSpPr>
          <p:nvPr/>
        </p:nvSpPr>
        <p:spPr>
          <a:xfrm>
            <a:off x="9734550" y="4181475"/>
            <a:ext cx="3695700" cy="333375"/>
          </a:xfrm>
          <a:prstGeom prst="rect">
            <a:avLst/>
          </a:prstGeom>
          <a:solidFill>
            <a:srgbClr val="FFFFFF"/>
          </a:solidFill>
          <a:ln w="16193">
            <a:solidFill>
              <a:srgbClr val="B8753F"/>
            </a:solidFill>
            <a:prstDash val="solid"/>
          </a:ln>
        </p:spPr>
      </p:sp>
      <p:sp>
        <p:nvSpPr>
          <p:cNvPr id="105" name="dp44-implementation-comparison / n90 / text 1">
            <a:extLst>
              <a:ext uri="{FF2B5EF4-FFF2-40B4-BE49-F238E27FC236}">
                <ns2:creationId id="{9320E13F-F040-4C14-92D1-1B3EB62CDA5F}"/>
              </a:ext>
            </a:extLst>
          </p:cNvPr>
          <p:cNvSpPr>
            <a:spLocks noGrp="1"/>
          </p:cNvSpPr>
          <p:nvPr/>
        </p:nvSpPr>
        <p:spPr>
          <a:xfrm>
            <a:off x="9829800" y="4267200"/>
            <a:ext cx="3505200" cy="234791"/>
          </a:xfrm>
          <a:prstGeom prst="rect">
            <a:avLst/>
          </a:prstGeom>
          <a:noFill/>
          <a:ln w="0">
            <a:noFill/>
            <a:prstDash val="solid"/>
          </a:ln>
        </p:spPr>
        <p:txBody>
          <a:bodyPr wrap="none" lIns="0" tIns="0" rIns="0" bIns="0" anchor="t">
            <a:noAutofit/>
          </a:bodyPr>
          <a:lstStyle>
            <a:defPPr algn="l">
              <a:defRPr sz="1300" b="1" lang="ko-KR">
                <a:solidFill>
                  <a:srgbClr val="18232E"/>
                </a:solidFill>
                <a:latin typeface="Calibri"/>
                <a:ea typeface="Calibri"/>
                <a:cs typeface="Calibri"/>
              </a:defRPr>
            </a:defPPr>
          </a:lstStyle>
          <a:p>
            <a:pPr algn="l">
              <a:defRPr sz="1300" b="1" lang="ko-KR">
                <a:solidFill>
                  <a:srgbClr val="18232E"/>
                </a:solidFill>
                <a:latin typeface="Calibri"/>
                <a:ea typeface="Calibri"/>
                <a:cs typeface="Calibri"/>
              </a:defRPr>
            </a:pPr>
            <a:r>
              <a:rPr sz="1300" b="1" lang="ko-KR">
                <a:solidFill>
                  <a:srgbClr val="18232E"/>
                </a:solidFill>
                <a:latin typeface="Calibri"/>
                <a:ea typeface="Calibri"/>
                <a:cs typeface="Calibri"/>
              </a:rPr>
              <a:t>Pump / InterpretAsync</a:t>
            </a:r>
            <a:endParaRPr lang="ko-KR">
              <a:latin typeface="Calibri"/>
              <a:ea typeface="Calibri"/>
              <a:cs typeface="Calibri"/>
            </a:endParaRPr>
          </a:p>
        </p:txBody>
      </p:sp>
      <p:sp>
        <p:nvSpPr>
          <p:cNvPr id="106" name="dp44-implementation-comparison / n91">
            <a:extLst>
              <a:ext uri="{FF2B5EF4-FFF2-40B4-BE49-F238E27FC236}">
                <ns2:creationId id="{89F9D897-F286-4944-93DA-0D71EE45FDBE}"/>
              </a:ext>
            </a:extLst>
          </p:cNvPr>
          <p:cNvSpPr>
            <a:spLocks noGrp="1"/>
          </p:cNvSpPr>
          <p:nvPr/>
        </p:nvSpPr>
        <p:spPr>
          <a:xfrm>
            <a:off x="9734550" y="4591050"/>
            <a:ext cx="3695700" cy="381000"/>
          </a:xfrm>
          <a:prstGeom prst="can">
            <a:avLst/>
          </a:prstGeom>
          <a:solidFill>
            <a:srgbClr val="FFF3E5"/>
          </a:solidFill>
          <a:ln w="16193">
            <a:solidFill>
              <a:srgbClr val="B8753F"/>
            </a:solidFill>
            <a:prstDash val="solid"/>
          </a:ln>
        </p:spPr>
      </p:sp>
      <p:sp>
        <p:nvSpPr>
          <p:cNvPr id="107" name="dp44-implementation-comparison / n92 / text 1">
            <a:extLst>
              <a:ext uri="{FF2B5EF4-FFF2-40B4-BE49-F238E27FC236}">
                <ns2:creationId id="{C82D68E0-E8A2-4880-92CD-696C96937F35}"/>
              </a:ext>
            </a:extLst>
          </p:cNvPr>
          <p:cNvSpPr>
            <a:spLocks noGrp="1"/>
          </p:cNvSpPr>
          <p:nvPr/>
        </p:nvSpPr>
        <p:spPr>
          <a:xfrm>
            <a:off x="9820275" y="4762500"/>
            <a:ext cx="3524250" cy="207169"/>
          </a:xfrm>
          <a:prstGeom prst="rect">
            <a:avLst/>
          </a:prstGeom>
          <a:noFill/>
          <a:ln w="0">
            <a:noFill/>
            <a:prstDash val="solid"/>
          </a:ln>
        </p:spPr>
        <p:txBody>
          <a:bodyPr wrap="none" lIns="0" tIns="0" rIns="0" bIns="0" anchor="t">
            <a:noAutofit/>
          </a:bodyPr>
          <a:lstStyle>
            <a:defPPr algn="l">
              <a:defRPr sz="1100" b="0" lang="ko-KR">
                <a:solidFill>
                  <a:srgbClr val="18232E"/>
                </a:solidFill>
                <a:latin typeface="Calibri"/>
                <a:ea typeface="Calibri"/>
                <a:cs typeface="Calibri"/>
              </a:defRPr>
            </a:defP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Input Window (RAM)</a:t>
            </a:r>
            <a:endParaRPr lang="ko-KR">
              <a:latin typeface="Calibri"/>
              <a:ea typeface="Calibri"/>
              <a:cs typeface="Calibri"/>
            </a:endParaRPr>
          </a:p>
        </p:txBody>
      </p:sp>
      <p:sp>
        <p:nvSpPr>
          <p:cNvPr id="108" name="dp44-implementation-comparison / n93 / path">
            <a:extLst>
              <a:ext uri="{FF2B5EF4-FFF2-40B4-BE49-F238E27FC236}">
                <ns2:creationId id="{EBD6576D-A11C-485E-98FD-E698AD6B49A3}"/>
              </a:ext>
            </a:extLst>
          </p:cNvPr>
          <p:cNvSpPr>
            <a:spLocks noGrp="1"/>
          </p:cNvSpPr>
          <p:nvPr/>
        </p:nvSpPr>
        <p:spPr>
          <a:xfrm>
            <a:off x="13430250" y="3895725"/>
            <a:ext cx="47625" cy="523875"/>
          </a:xfrm>
          <a:custGeom>
            <a:pathLst>
              <a:path w="47625" h="523875">
                <a:moveTo>
                  <a:pt x="0" y="523875"/>
                </a:moveTo>
                <a:lnTo>
                  <a:pt x="47625" y="523875"/>
                </a:lnTo>
                <a:lnTo>
                  <a:pt x="47625" y="0"/>
                </a:lnTo>
                <a:lnTo>
                  <a:pt x="0" y="0"/>
                </a:lnTo>
              </a:path>
            </a:pathLst>
          </a:custGeom>
          <a:noFill/>
          <a:ln w="16193">
            <a:solidFill>
              <a:srgbClr val="2858A5"/>
            </a:solidFill>
            <a:prstDash val="dash"/>
          </a:ln>
        </p:spPr>
      </p:sp>
      <p:sp>
        <p:nvSpPr>
          <p:cNvPr id="109" name="dp44-implementation-comparison / n93 / arrow">
            <a:extLst>
              <a:ext uri="{FF2B5EF4-FFF2-40B4-BE49-F238E27FC236}">
                <ns2:creationId id="{6239E9FA-E655-448E-9DA6-4BDF777FC9E8}"/>
              </a:ext>
            </a:extLst>
          </p:cNvPr>
          <p:cNvSpPr>
            <a:spLocks noGrp="1"/>
          </p:cNvSpPr>
          <p:nvPr/>
        </p:nvSpPr>
        <p:spPr>
          <a:xfrm>
            <a:off x="13430250" y="3843909"/>
            <a:ext cx="103632" cy="103632"/>
          </a:xfrm>
          <a:custGeom>
            <a:pathLst>
              <a:path w="103632" h="103632">
                <a:moveTo>
                  <a:pt x="103632" y="0"/>
                </a:moveTo>
                <a:lnTo>
                  <a:pt x="0" y="51816"/>
                </a:lnTo>
                <a:lnTo>
                  <a:pt x="103632" y="103632"/>
                </a:lnTo>
              </a:path>
            </a:pathLst>
          </a:custGeom>
          <a:noFill/>
          <a:ln w="20726">
            <a:solidFill>
              <a:srgbClr val="2858A5"/>
            </a:solidFill>
            <a:prstDash val="solid"/>
          </a:ln>
        </p:spPr>
      </p:sp>
      <p:sp>
        <p:nvSpPr>
          <p:cNvPr id="110" name="dp44-implementation-comparison / n94">
            <a:extLst>
              <a:ext uri="{FF2B5EF4-FFF2-40B4-BE49-F238E27FC236}">
                <ns2:creationId id="{83F28933-3C9F-414F-94DE-2563778D0C82}"/>
              </a:ext>
            </a:extLst>
          </p:cNvPr>
          <p:cNvSpPr>
            <a:spLocks noGrp="1"/>
          </p:cNvSpPr>
          <p:nvPr/>
        </p:nvSpPr>
        <p:spPr>
          <a:xfrm>
            <a:off x="13735050" y="3238500"/>
            <a:ext cx="3886200" cy="1733550"/>
          </a:xfrm>
          <a:prstGeom prst="rect">
            <a:avLst/>
          </a:prstGeom>
          <a:solidFill>
            <a:srgbClr val="FFF3E5"/>
          </a:solidFill>
          <a:ln w="16193">
            <a:solidFill>
              <a:srgbClr val="B8753F"/>
            </a:solidFill>
            <a:prstDash val="solid"/>
          </a:ln>
        </p:spPr>
      </p:sp>
      <p:sp>
        <p:nvSpPr>
          <p:cNvPr id="111" name="dp44-implementation-comparison / n95 / text 1">
            <a:extLst>
              <a:ext uri="{FF2B5EF4-FFF2-40B4-BE49-F238E27FC236}">
                <ns2:creationId id="{4A6C927D-44BA-4D40-950A-E9EA96612345}"/>
              </a:ext>
            </a:extLst>
          </p:cNvPr>
          <p:cNvSpPr>
            <a:spLocks noGrp="1"/>
          </p:cNvSpPr>
          <p:nvPr/>
        </p:nvSpPr>
        <p:spPr>
          <a:xfrm>
            <a:off x="13830300" y="3314700"/>
            <a:ext cx="3695700" cy="262414"/>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Task Notice Stage</a:t>
            </a:r>
            <a:endParaRPr lang="ko-KR">
              <a:latin typeface="Calibri"/>
              <a:ea typeface="Calibri"/>
              <a:cs typeface="Calibri"/>
            </a:endParaRPr>
          </a:p>
        </p:txBody>
      </p:sp>
      <p:sp>
        <p:nvSpPr>
          <p:cNvPr id="112" name="dp44-implementation-comparison / n96">
            <a:extLst>
              <a:ext uri="{FF2B5EF4-FFF2-40B4-BE49-F238E27FC236}">
                <ns2:creationId id="{D7E071DA-18E2-4BC7-9F2E-95EDE4E09B0C}"/>
              </a:ext>
            </a:extLst>
          </p:cNvPr>
          <p:cNvSpPr>
            <a:spLocks noGrp="1"/>
          </p:cNvSpPr>
          <p:nvPr/>
        </p:nvSpPr>
        <p:spPr>
          <a:xfrm>
            <a:off x="13830300" y="3638550"/>
            <a:ext cx="1162050" cy="495300"/>
          </a:xfrm>
          <a:prstGeom prst="rect">
            <a:avLst/>
          </a:prstGeom>
          <a:solidFill>
            <a:srgbClr val="FFFFFF"/>
          </a:solidFill>
          <a:ln w="16193">
            <a:solidFill>
              <a:srgbClr val="B8753F"/>
            </a:solidFill>
            <a:prstDash val="solid"/>
          </a:ln>
        </p:spPr>
      </p:sp>
      <p:sp>
        <p:nvSpPr>
          <p:cNvPr id="113" name="dp44-implementation-comparison / n97 / text 1">
            <a:extLst>
              <a:ext uri="{FF2B5EF4-FFF2-40B4-BE49-F238E27FC236}">
                <ns2:creationId id="{BD1842C6-8771-456A-841D-561C2567963F}"/>
              </a:ext>
            </a:extLst>
          </p:cNvPr>
          <p:cNvSpPr>
            <a:spLocks noGrp="1"/>
          </p:cNvSpPr>
          <p:nvPr/>
        </p:nvSpPr>
        <p:spPr>
          <a:xfrm>
            <a:off x="13916025" y="37052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Control</a:t>
            </a:r>
            <a:endParaRPr lang="ko-KR">
              <a:latin typeface="Calibri"/>
              <a:ea typeface="Calibri"/>
              <a:cs typeface="Calibri"/>
            </a:endParaRPr>
          </a:p>
        </p:txBody>
      </p:sp>
      <p:sp>
        <p:nvSpPr>
          <p:cNvPr id="114" name="dp44-implementation-comparison / n98">
            <a:extLst>
              <a:ext uri="{FF2B5EF4-FFF2-40B4-BE49-F238E27FC236}">
                <ns2:creationId id="{90EF6DF9-FE2B-4692-BE18-9AF7884A7D7A}"/>
              </a:ext>
            </a:extLst>
          </p:cNvPr>
          <p:cNvSpPr>
            <a:spLocks noGrp="1"/>
          </p:cNvSpPr>
          <p:nvPr/>
        </p:nvSpPr>
        <p:spPr>
          <a:xfrm>
            <a:off x="14192250" y="3924300"/>
            <a:ext cx="142875" cy="142875"/>
          </a:xfrm>
          <a:prstGeom prst="rect">
            <a:avLst/>
          </a:prstGeom>
          <a:solidFill>
            <a:srgbClr val="FFFFFF"/>
          </a:solidFill>
          <a:ln w="16193">
            <a:solidFill>
              <a:srgbClr val="5F6B77"/>
            </a:solidFill>
            <a:prstDash val="solid"/>
          </a:ln>
        </p:spPr>
      </p:sp>
      <p:sp>
        <p:nvSpPr>
          <p:cNvPr id="115" name="dp44-implementation-comparison / n99">
            <a:extLst>
              <a:ext uri="{FF2B5EF4-FFF2-40B4-BE49-F238E27FC236}">
                <ns2:creationId id="{C79A2433-C304-4A71-9B4E-5120D340BFDE}"/>
              </a:ext>
            </a:extLst>
          </p:cNvPr>
          <p:cNvSpPr>
            <a:spLocks noGrp="1"/>
          </p:cNvSpPr>
          <p:nvPr/>
        </p:nvSpPr>
        <p:spPr>
          <a:xfrm>
            <a:off x="14373225" y="3924300"/>
            <a:ext cx="142875" cy="142875"/>
          </a:xfrm>
          <a:prstGeom prst="rect">
            <a:avLst/>
          </a:prstGeom>
          <a:solidFill>
            <a:srgbClr val="FFFFFF"/>
          </a:solidFill>
          <a:ln w="16193">
            <a:solidFill>
              <a:srgbClr val="5F6B77"/>
            </a:solidFill>
            <a:prstDash val="solid"/>
          </a:ln>
        </p:spPr>
      </p:sp>
      <p:sp>
        <p:nvSpPr>
          <p:cNvPr id="116" name="dp44-implementation-comparison / n100">
            <a:extLst>
              <a:ext uri="{FF2B5EF4-FFF2-40B4-BE49-F238E27FC236}">
                <ns2:creationId id="{03C1B7F0-E8AB-41E1-9883-199FFC793014}"/>
              </a:ext>
            </a:extLst>
          </p:cNvPr>
          <p:cNvSpPr>
            <a:spLocks noGrp="1"/>
          </p:cNvSpPr>
          <p:nvPr/>
        </p:nvSpPr>
        <p:spPr>
          <a:xfrm>
            <a:off x="14554200" y="3924300"/>
            <a:ext cx="142875" cy="142875"/>
          </a:xfrm>
          <a:prstGeom prst="rect">
            <a:avLst/>
          </a:prstGeom>
          <a:solidFill>
            <a:srgbClr val="FFFFFF"/>
          </a:solidFill>
          <a:ln w="16193">
            <a:solidFill>
              <a:srgbClr val="5F6B77"/>
            </a:solidFill>
            <a:prstDash val="solid"/>
          </a:ln>
        </p:spPr>
      </p:sp>
      <p:sp>
        <p:nvSpPr>
          <p:cNvPr id="117" name="dp44-implementation-comparison / n101">
            <a:extLst>
              <a:ext uri="{FF2B5EF4-FFF2-40B4-BE49-F238E27FC236}">
                <ns2:creationId id="{3FAEE270-E59B-4D9F-BF93-BECB8DA427C7}"/>
              </a:ext>
            </a:extLst>
          </p:cNvPr>
          <p:cNvSpPr>
            <a:spLocks noGrp="1"/>
          </p:cNvSpPr>
          <p:nvPr/>
        </p:nvSpPr>
        <p:spPr>
          <a:xfrm>
            <a:off x="14735175" y="3924300"/>
            <a:ext cx="142875" cy="142875"/>
          </a:xfrm>
          <a:prstGeom prst="rect">
            <a:avLst/>
          </a:prstGeom>
          <a:solidFill>
            <a:srgbClr val="FFFFFF"/>
          </a:solidFill>
          <a:ln w="16193">
            <a:solidFill>
              <a:srgbClr val="5F6B77"/>
            </a:solidFill>
            <a:prstDash val="solid"/>
          </a:ln>
        </p:spPr>
      </p:sp>
      <p:sp>
        <p:nvSpPr>
          <p:cNvPr id="118" name="dp44-implementation-comparison / n102">
            <a:extLst>
              <a:ext uri="{FF2B5EF4-FFF2-40B4-BE49-F238E27FC236}">
                <ns2:creationId id="{25267D25-3747-4ABE-8412-932FF29FE9AA}"/>
              </a:ext>
            </a:extLst>
          </p:cNvPr>
          <p:cNvSpPr>
            <a:spLocks noGrp="1"/>
          </p:cNvSpPr>
          <p:nvPr/>
        </p:nvSpPr>
        <p:spPr>
          <a:xfrm>
            <a:off x="15097125" y="3638550"/>
            <a:ext cx="1162050" cy="495300"/>
          </a:xfrm>
          <a:prstGeom prst="rect">
            <a:avLst/>
          </a:prstGeom>
          <a:solidFill>
            <a:srgbClr val="FFFFFF"/>
          </a:solidFill>
          <a:ln w="16193">
            <a:solidFill>
              <a:srgbClr val="B8753F"/>
            </a:solidFill>
            <a:prstDash val="solid"/>
          </a:ln>
        </p:spPr>
      </p:sp>
      <p:sp>
        <p:nvSpPr>
          <p:cNvPr id="119" name="dp44-implementation-comparison / n103 / text 1">
            <a:extLst>
              <a:ext uri="{FF2B5EF4-FFF2-40B4-BE49-F238E27FC236}">
                <ns2:creationId id="{5568A2B5-6E61-4DE0-B2DE-A1E8A8F132C8}"/>
              </a:ext>
            </a:extLst>
          </p:cNvPr>
          <p:cNvSpPr>
            <a:spLocks noGrp="1"/>
          </p:cNvSpPr>
          <p:nvPr/>
        </p:nvSpPr>
        <p:spPr>
          <a:xfrm>
            <a:off x="15182850" y="37052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Task</a:t>
            </a:r>
            <a:endParaRPr lang="ko-KR">
              <a:latin typeface="Calibri"/>
              <a:ea typeface="Calibri"/>
              <a:cs typeface="Calibri"/>
            </a:endParaRPr>
          </a:p>
        </p:txBody>
      </p:sp>
      <p:sp>
        <p:nvSpPr>
          <p:cNvPr id="120" name="dp44-implementation-comparison / n104">
            <a:extLst>
              <a:ext uri="{FF2B5EF4-FFF2-40B4-BE49-F238E27FC236}">
                <ns2:creationId id="{899BF249-CC53-4776-9D45-6E272B52E725}"/>
              </a:ext>
            </a:extLst>
          </p:cNvPr>
          <p:cNvSpPr>
            <a:spLocks noGrp="1"/>
          </p:cNvSpPr>
          <p:nvPr/>
        </p:nvSpPr>
        <p:spPr>
          <a:xfrm>
            <a:off x="15459075" y="3924300"/>
            <a:ext cx="142875" cy="142875"/>
          </a:xfrm>
          <a:prstGeom prst="rect">
            <a:avLst/>
          </a:prstGeom>
          <a:solidFill>
            <a:srgbClr val="FFFFFF"/>
          </a:solidFill>
          <a:ln w="16193">
            <a:solidFill>
              <a:srgbClr val="5F6B77"/>
            </a:solidFill>
            <a:prstDash val="solid"/>
          </a:ln>
        </p:spPr>
      </p:sp>
      <p:sp>
        <p:nvSpPr>
          <p:cNvPr id="121" name="dp44-implementation-comparison / n105">
            <a:extLst>
              <a:ext uri="{FF2B5EF4-FFF2-40B4-BE49-F238E27FC236}">
                <ns2:creationId id="{90703299-B445-4534-ABC9-2A39830FA4CC}"/>
              </a:ext>
            </a:extLst>
          </p:cNvPr>
          <p:cNvSpPr>
            <a:spLocks noGrp="1"/>
          </p:cNvSpPr>
          <p:nvPr/>
        </p:nvSpPr>
        <p:spPr>
          <a:xfrm>
            <a:off x="15640050" y="3924300"/>
            <a:ext cx="142875" cy="142875"/>
          </a:xfrm>
          <a:prstGeom prst="rect">
            <a:avLst/>
          </a:prstGeom>
          <a:solidFill>
            <a:srgbClr val="FFFFFF"/>
          </a:solidFill>
          <a:ln w="16193">
            <a:solidFill>
              <a:srgbClr val="5F6B77"/>
            </a:solidFill>
            <a:prstDash val="solid"/>
          </a:ln>
        </p:spPr>
      </p:sp>
      <p:sp>
        <p:nvSpPr>
          <p:cNvPr id="122" name="dp44-implementation-comparison / n106">
            <a:extLst>
              <a:ext uri="{FF2B5EF4-FFF2-40B4-BE49-F238E27FC236}">
                <ns2:creationId id="{7FBB533B-6D67-42DE-9077-8ED4ADE89497}"/>
              </a:ext>
            </a:extLst>
          </p:cNvPr>
          <p:cNvSpPr>
            <a:spLocks noGrp="1"/>
          </p:cNvSpPr>
          <p:nvPr/>
        </p:nvSpPr>
        <p:spPr>
          <a:xfrm>
            <a:off x="15821025" y="3924300"/>
            <a:ext cx="142875" cy="142875"/>
          </a:xfrm>
          <a:prstGeom prst="rect">
            <a:avLst/>
          </a:prstGeom>
          <a:solidFill>
            <a:srgbClr val="FFFFFF"/>
          </a:solidFill>
          <a:ln w="16193">
            <a:solidFill>
              <a:srgbClr val="5F6B77"/>
            </a:solidFill>
            <a:prstDash val="solid"/>
          </a:ln>
        </p:spPr>
      </p:sp>
      <p:sp>
        <p:nvSpPr>
          <p:cNvPr id="123" name="dp44-implementation-comparison / n107">
            <a:extLst>
              <a:ext uri="{FF2B5EF4-FFF2-40B4-BE49-F238E27FC236}">
                <ns2:creationId id="{879E82C7-71A5-4F95-8F4D-F04DFA165DED}"/>
              </a:ext>
            </a:extLst>
          </p:cNvPr>
          <p:cNvSpPr>
            <a:spLocks noGrp="1"/>
          </p:cNvSpPr>
          <p:nvPr/>
        </p:nvSpPr>
        <p:spPr>
          <a:xfrm>
            <a:off x="16002000" y="3924300"/>
            <a:ext cx="142875" cy="142875"/>
          </a:xfrm>
          <a:prstGeom prst="rect">
            <a:avLst/>
          </a:prstGeom>
          <a:solidFill>
            <a:srgbClr val="FFFFFF"/>
          </a:solidFill>
          <a:ln w="16193">
            <a:solidFill>
              <a:srgbClr val="5F6B77"/>
            </a:solidFill>
            <a:prstDash val="solid"/>
          </a:ln>
        </p:spPr>
      </p:sp>
      <p:sp>
        <p:nvSpPr>
          <p:cNvPr id="124" name="dp44-implementation-comparison / n108">
            <a:extLst>
              <a:ext uri="{FF2B5EF4-FFF2-40B4-BE49-F238E27FC236}">
                <ns2:creationId id="{C13B220C-22AD-435E-9495-44B897848C14}"/>
              </a:ext>
            </a:extLst>
          </p:cNvPr>
          <p:cNvSpPr>
            <a:spLocks noGrp="1"/>
          </p:cNvSpPr>
          <p:nvPr/>
        </p:nvSpPr>
        <p:spPr>
          <a:xfrm>
            <a:off x="16363950" y="3638550"/>
            <a:ext cx="1162050" cy="495300"/>
          </a:xfrm>
          <a:prstGeom prst="rect">
            <a:avLst/>
          </a:prstGeom>
          <a:solidFill>
            <a:srgbClr val="FFFFFF"/>
          </a:solidFill>
          <a:ln w="16193">
            <a:solidFill>
              <a:srgbClr val="B8753F"/>
            </a:solidFill>
            <a:prstDash val="solid"/>
          </a:ln>
        </p:spPr>
      </p:sp>
      <p:sp>
        <p:nvSpPr>
          <p:cNvPr id="125" name="dp44-implementation-comparison / n109 / text 1">
            <a:extLst>
              <a:ext uri="{FF2B5EF4-FFF2-40B4-BE49-F238E27FC236}">
                <ns2:creationId id="{20E40BB0-AF71-40FF-9BD9-BD476CF1E384}"/>
              </a:ext>
            </a:extLst>
          </p:cNvPr>
          <p:cNvSpPr>
            <a:spLocks noGrp="1"/>
          </p:cNvSpPr>
          <p:nvPr/>
        </p:nvSpPr>
        <p:spPr>
          <a:xfrm>
            <a:off x="16449675" y="37052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Done</a:t>
            </a:r>
            <a:endParaRPr lang="ko-KR">
              <a:latin typeface="Calibri"/>
              <a:ea typeface="Calibri"/>
              <a:cs typeface="Calibri"/>
            </a:endParaRPr>
          </a:p>
        </p:txBody>
      </p:sp>
      <p:sp>
        <p:nvSpPr>
          <p:cNvPr id="126" name="dp44-implementation-comparison / n110">
            <a:extLst>
              <a:ext uri="{FF2B5EF4-FFF2-40B4-BE49-F238E27FC236}">
                <ns2:creationId id="{2C707169-0241-4FBC-9ED2-AAF6143843B4}"/>
              </a:ext>
            </a:extLst>
          </p:cNvPr>
          <p:cNvSpPr>
            <a:spLocks noGrp="1"/>
          </p:cNvSpPr>
          <p:nvPr/>
        </p:nvSpPr>
        <p:spPr>
          <a:xfrm>
            <a:off x="16725900" y="3924300"/>
            <a:ext cx="142875" cy="142875"/>
          </a:xfrm>
          <a:prstGeom prst="rect">
            <a:avLst/>
          </a:prstGeom>
          <a:solidFill>
            <a:srgbClr val="FFFFFF"/>
          </a:solidFill>
          <a:ln w="16193">
            <a:solidFill>
              <a:srgbClr val="5F6B77"/>
            </a:solidFill>
            <a:prstDash val="solid"/>
          </a:ln>
        </p:spPr>
      </p:sp>
      <p:sp>
        <p:nvSpPr>
          <p:cNvPr id="127" name="dp44-implementation-comparison / n111">
            <a:extLst>
              <a:ext uri="{FF2B5EF4-FFF2-40B4-BE49-F238E27FC236}">
                <ns2:creationId id="{78D66535-5F3D-4FB2-8E17-8F0DCE4299EF}"/>
              </a:ext>
            </a:extLst>
          </p:cNvPr>
          <p:cNvSpPr>
            <a:spLocks noGrp="1"/>
          </p:cNvSpPr>
          <p:nvPr/>
        </p:nvSpPr>
        <p:spPr>
          <a:xfrm>
            <a:off x="16906875" y="3924300"/>
            <a:ext cx="142875" cy="142875"/>
          </a:xfrm>
          <a:prstGeom prst="rect">
            <a:avLst/>
          </a:prstGeom>
          <a:solidFill>
            <a:srgbClr val="FFFFFF"/>
          </a:solidFill>
          <a:ln w="16193">
            <a:solidFill>
              <a:srgbClr val="5F6B77"/>
            </a:solidFill>
            <a:prstDash val="solid"/>
          </a:ln>
        </p:spPr>
      </p:sp>
      <p:sp>
        <p:nvSpPr>
          <p:cNvPr id="128" name="dp44-implementation-comparison / n112">
            <a:extLst>
              <a:ext uri="{FF2B5EF4-FFF2-40B4-BE49-F238E27FC236}">
                <ns2:creationId id="{763EE596-1EB4-4091-8CCC-1BBB7729476C}"/>
              </a:ext>
            </a:extLst>
          </p:cNvPr>
          <p:cNvSpPr>
            <a:spLocks noGrp="1"/>
          </p:cNvSpPr>
          <p:nvPr/>
        </p:nvSpPr>
        <p:spPr>
          <a:xfrm>
            <a:off x="17087850" y="3924300"/>
            <a:ext cx="142875" cy="142875"/>
          </a:xfrm>
          <a:prstGeom prst="rect">
            <a:avLst/>
          </a:prstGeom>
          <a:solidFill>
            <a:srgbClr val="FFFFFF"/>
          </a:solidFill>
          <a:ln w="16193">
            <a:solidFill>
              <a:srgbClr val="5F6B77"/>
            </a:solidFill>
            <a:prstDash val="solid"/>
          </a:ln>
        </p:spPr>
      </p:sp>
      <p:sp>
        <p:nvSpPr>
          <p:cNvPr id="129" name="dp44-implementation-comparison / n113">
            <a:extLst>
              <a:ext uri="{FF2B5EF4-FFF2-40B4-BE49-F238E27FC236}">
                <ns2:creationId id="{1E2B0006-3F1F-4102-BF5A-360EA90F90B8}"/>
              </a:ext>
            </a:extLst>
          </p:cNvPr>
          <p:cNvSpPr>
            <a:spLocks noGrp="1"/>
          </p:cNvSpPr>
          <p:nvPr/>
        </p:nvSpPr>
        <p:spPr>
          <a:xfrm>
            <a:off x="17268825" y="3924300"/>
            <a:ext cx="142875" cy="142875"/>
          </a:xfrm>
          <a:prstGeom prst="rect">
            <a:avLst/>
          </a:prstGeom>
          <a:solidFill>
            <a:srgbClr val="FFFFFF"/>
          </a:solidFill>
          <a:ln w="16193">
            <a:solidFill>
              <a:srgbClr val="5F6B77"/>
            </a:solidFill>
            <a:prstDash val="solid"/>
          </a:ln>
        </p:spPr>
      </p:sp>
      <p:sp>
        <p:nvSpPr>
          <p:cNvPr id="130" name="dp44-implementation-comparison / n114">
            <a:extLst>
              <a:ext uri="{FF2B5EF4-FFF2-40B4-BE49-F238E27FC236}">
                <ns2:creationId id="{DD7993F8-5D14-4310-A3A2-4B79090C86A2}"/>
              </a:ext>
            </a:extLst>
          </p:cNvPr>
          <p:cNvSpPr>
            <a:spLocks noGrp="1"/>
          </p:cNvSpPr>
          <p:nvPr/>
        </p:nvSpPr>
        <p:spPr>
          <a:xfrm>
            <a:off x="13830300" y="4181475"/>
            <a:ext cx="3695700" cy="333375"/>
          </a:xfrm>
          <a:prstGeom prst="rect">
            <a:avLst/>
          </a:prstGeom>
          <a:solidFill>
            <a:srgbClr val="FFFFFF"/>
          </a:solidFill>
          <a:ln w="16193">
            <a:solidFill>
              <a:srgbClr val="B8753F"/>
            </a:solidFill>
            <a:prstDash val="solid"/>
          </a:ln>
        </p:spPr>
      </p:sp>
      <p:sp>
        <p:nvSpPr>
          <p:cNvPr id="131" name="dp44-implementation-comparison / n115 / text 1">
            <a:extLst>
              <a:ext uri="{FF2B5EF4-FFF2-40B4-BE49-F238E27FC236}">
                <ns2:creationId id="{C808D07C-5ED6-4965-B1D7-337CB1398035}"/>
              </a:ext>
            </a:extLst>
          </p:cNvPr>
          <p:cNvSpPr>
            <a:spLocks noGrp="1"/>
          </p:cNvSpPr>
          <p:nvPr/>
        </p:nvSpPr>
        <p:spPr>
          <a:xfrm>
            <a:off x="13925550" y="4267200"/>
            <a:ext cx="3505200" cy="234791"/>
          </a:xfrm>
          <a:prstGeom prst="rect">
            <a:avLst/>
          </a:prstGeom>
          <a:noFill/>
          <a:ln w="0">
            <a:noFill/>
            <a:prstDash val="solid"/>
          </a:ln>
        </p:spPr>
        <p:txBody>
          <a:bodyPr wrap="none" lIns="0" tIns="0" rIns="0" bIns="0" anchor="t">
            <a:noAutofit/>
          </a:bodyPr>
          <a:lstStyle>
            <a:defPPr algn="l">
              <a:defRPr sz="1300" b="1" lang="ko-KR">
                <a:solidFill>
                  <a:srgbClr val="18232E"/>
                </a:solidFill>
                <a:latin typeface="Calibri"/>
                <a:ea typeface="Calibri"/>
                <a:cs typeface="Calibri"/>
              </a:defRPr>
            </a:defPPr>
          </a:lstStyle>
          <a:p>
            <a:pPr algn="l">
              <a:defRPr sz="1300" b="1" lang="ko-KR">
                <a:solidFill>
                  <a:srgbClr val="18232E"/>
                </a:solidFill>
                <a:latin typeface="Calibri"/>
                <a:ea typeface="Calibri"/>
                <a:cs typeface="Calibri"/>
              </a:defRPr>
            </a:pPr>
            <a:r>
              <a:rPr sz="1300" b="1" lang="ko-KR">
                <a:solidFill>
                  <a:srgbClr val="18232E"/>
                </a:solidFill>
                <a:latin typeface="Calibri"/>
                <a:ea typeface="Calibri"/>
                <a:cs typeface="Calibri"/>
              </a:rPr>
              <a:t>Pump / NoticeAsync</a:t>
            </a:r>
            <a:endParaRPr lang="ko-KR">
              <a:latin typeface="Calibri"/>
              <a:ea typeface="Calibri"/>
              <a:cs typeface="Calibri"/>
            </a:endParaRPr>
          </a:p>
        </p:txBody>
      </p:sp>
      <p:sp>
        <p:nvSpPr>
          <p:cNvPr id="132" name="dp44-implementation-comparison / n116">
            <a:extLst>
              <a:ext uri="{FF2B5EF4-FFF2-40B4-BE49-F238E27FC236}">
                <ns2:creationId id="{17054BE8-3189-49DC-AD36-C35221B36ABD}"/>
              </a:ext>
            </a:extLst>
          </p:cNvPr>
          <p:cNvSpPr>
            <a:spLocks noGrp="1"/>
          </p:cNvSpPr>
          <p:nvPr/>
        </p:nvSpPr>
        <p:spPr>
          <a:xfrm>
            <a:off x="13830300" y="4591050"/>
            <a:ext cx="3695700" cy="381000"/>
          </a:xfrm>
          <a:prstGeom prst="can">
            <a:avLst/>
          </a:prstGeom>
          <a:solidFill>
            <a:srgbClr val="FFF3E5"/>
          </a:solidFill>
          <a:ln w="16193">
            <a:solidFill>
              <a:srgbClr val="B8753F"/>
            </a:solidFill>
            <a:prstDash val="solid"/>
          </a:ln>
        </p:spPr>
      </p:sp>
      <p:sp>
        <p:nvSpPr>
          <p:cNvPr id="133" name="dp44-implementation-comparison / n117 / text 1">
            <a:extLst>
              <a:ext uri="{FF2B5EF4-FFF2-40B4-BE49-F238E27FC236}">
                <ns2:creationId id="{DF70262F-35DE-400D-B866-0C4AE6849632}"/>
              </a:ext>
            </a:extLst>
          </p:cNvPr>
          <p:cNvSpPr>
            <a:spLocks noGrp="1"/>
          </p:cNvSpPr>
          <p:nvPr/>
        </p:nvSpPr>
        <p:spPr>
          <a:xfrm>
            <a:off x="13916025" y="4762500"/>
            <a:ext cx="3524250" cy="207169"/>
          </a:xfrm>
          <a:prstGeom prst="rect">
            <a:avLst/>
          </a:prstGeom>
          <a:noFill/>
          <a:ln w="0">
            <a:noFill/>
            <a:prstDash val="solid"/>
          </a:ln>
        </p:spPr>
        <p:txBody>
          <a:bodyPr wrap="none" lIns="0" tIns="0" rIns="0" bIns="0" anchor="t">
            <a:noAutofit/>
          </a:bodyPr>
          <a:lstStyle>
            <a:defPPr algn="l">
              <a:defRPr sz="1100" b="0" lang="ko-KR">
                <a:solidFill>
                  <a:srgbClr val="18232E"/>
                </a:solidFill>
                <a:latin typeface="Calibri"/>
                <a:ea typeface="Calibri"/>
                <a:cs typeface="Calibri"/>
              </a:defRPr>
            </a:defP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Notice Window (RAM)</a:t>
            </a:r>
            <a:endParaRPr lang="ko-KR">
              <a:latin typeface="Calibri"/>
              <a:ea typeface="Calibri"/>
              <a:cs typeface="Calibri"/>
            </a:endParaRPr>
          </a:p>
        </p:txBody>
      </p:sp>
      <p:sp>
        <p:nvSpPr>
          <p:cNvPr id="134" name="dp44-implementation-comparison / n118 / path">
            <a:extLst>
              <a:ext uri="{FF2B5EF4-FFF2-40B4-BE49-F238E27FC236}">
                <ns2:creationId id="{EA259E3B-E932-46CC-95D3-50CFEFE20FEA}"/>
              </a:ext>
            </a:extLst>
          </p:cNvPr>
          <p:cNvSpPr>
            <a:spLocks noGrp="1"/>
          </p:cNvSpPr>
          <p:nvPr/>
        </p:nvSpPr>
        <p:spPr>
          <a:xfrm>
            <a:off x="17526000" y="3895725"/>
            <a:ext cx="47625" cy="523875"/>
          </a:xfrm>
          <a:custGeom>
            <a:pathLst>
              <a:path w="47625" h="523875">
                <a:moveTo>
                  <a:pt x="0" y="523875"/>
                </a:moveTo>
                <a:lnTo>
                  <a:pt x="47625" y="523875"/>
                </a:lnTo>
                <a:lnTo>
                  <a:pt x="47625" y="0"/>
                </a:lnTo>
                <a:lnTo>
                  <a:pt x="0" y="0"/>
                </a:lnTo>
              </a:path>
            </a:pathLst>
          </a:custGeom>
          <a:noFill/>
          <a:ln w="16193">
            <a:solidFill>
              <a:srgbClr val="2858A5"/>
            </a:solidFill>
            <a:prstDash val="dash"/>
          </a:ln>
        </p:spPr>
      </p:sp>
      <p:sp>
        <p:nvSpPr>
          <p:cNvPr id="135" name="dp44-implementation-comparison / n118 / arrow">
            <a:extLst>
              <a:ext uri="{FF2B5EF4-FFF2-40B4-BE49-F238E27FC236}">
                <ns2:creationId id="{D89102E1-1FB9-4C3B-BD4B-1E66570A844C}"/>
              </a:ext>
            </a:extLst>
          </p:cNvPr>
          <p:cNvSpPr>
            <a:spLocks noGrp="1"/>
          </p:cNvSpPr>
          <p:nvPr/>
        </p:nvSpPr>
        <p:spPr>
          <a:xfrm>
            <a:off x="17526000" y="3843909"/>
            <a:ext cx="103632" cy="103632"/>
          </a:xfrm>
          <a:custGeom>
            <a:pathLst>
              <a:path w="103632" h="103632">
                <a:moveTo>
                  <a:pt x="103632" y="0"/>
                </a:moveTo>
                <a:lnTo>
                  <a:pt x="0" y="51816"/>
                </a:lnTo>
                <a:lnTo>
                  <a:pt x="103632" y="103632"/>
                </a:lnTo>
              </a:path>
            </a:pathLst>
          </a:custGeom>
          <a:noFill/>
          <a:ln w="20726">
            <a:solidFill>
              <a:srgbClr val="2858A5"/>
            </a:solidFill>
            <a:prstDash val="solid"/>
          </a:ln>
        </p:spPr>
      </p:sp>
      <p:sp>
        <p:nvSpPr>
          <p:cNvPr id="136" name="dp44-implementation-comparison / n119">
            <a:extLst>
              <a:ext uri="{FF2B5EF4-FFF2-40B4-BE49-F238E27FC236}">
                <ns2:creationId id="{BB15DFF1-74F9-4761-9944-819A933B9BF6}"/>
              </a:ext>
            </a:extLst>
          </p:cNvPr>
          <p:cNvSpPr>
            <a:spLocks noGrp="1"/>
          </p:cNvSpPr>
          <p:nvPr/>
        </p:nvSpPr>
        <p:spPr>
          <a:xfrm>
            <a:off x="9486900" y="5229225"/>
            <a:ext cx="8286750" cy="2466975"/>
          </a:xfrm>
          <a:prstGeom prst="rect">
            <a:avLst/>
          </a:prstGeom>
          <a:solidFill>
            <a:srgbClr val="FFFFFF"/>
          </a:solidFill>
          <a:ln w="16193">
            <a:solidFill>
              <a:srgbClr val="18232E"/>
            </a:solidFill>
            <a:prstDash val="solid"/>
          </a:ln>
        </p:spPr>
      </p:sp>
      <p:sp>
        <p:nvSpPr>
          <p:cNvPr id="137" name="dp44-implementation-comparison / n120 / text 1">
            <a:extLst>
              <a:ext uri="{FF2B5EF4-FFF2-40B4-BE49-F238E27FC236}">
                <ns2:creationId id="{9E8D14F6-3DAD-40A6-BDA7-870F1F3121F7}"/>
              </a:ext>
            </a:extLst>
          </p:cNvPr>
          <p:cNvSpPr>
            <a:spLocks noGrp="1"/>
          </p:cNvSpPr>
          <p:nvPr/>
        </p:nvSpPr>
        <p:spPr>
          <a:xfrm>
            <a:off x="9639300" y="5314950"/>
            <a:ext cx="79819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138" name="dp44-implementation-comparison / n121">
            <a:extLst>
              <a:ext uri="{FF2B5EF4-FFF2-40B4-BE49-F238E27FC236}">
                <ns2:creationId id="{147E62B5-0903-4090-8687-8D5716543488}"/>
              </a:ext>
            </a:extLst>
          </p:cNvPr>
          <p:cNvSpPr>
            <a:spLocks noGrp="1"/>
          </p:cNvSpPr>
          <p:nvPr/>
        </p:nvSpPr>
        <p:spPr>
          <a:xfrm>
            <a:off x="9639300" y="5600700"/>
            <a:ext cx="3886200" cy="1733550"/>
          </a:xfrm>
          <a:prstGeom prst="rect">
            <a:avLst/>
          </a:prstGeom>
          <a:solidFill>
            <a:srgbClr val="FFF3E5"/>
          </a:solidFill>
          <a:ln w="16193">
            <a:solidFill>
              <a:srgbClr val="B8753F"/>
            </a:solidFill>
            <a:prstDash val="solid"/>
          </a:ln>
        </p:spPr>
      </p:sp>
      <p:sp>
        <p:nvSpPr>
          <p:cNvPr id="139" name="dp44-implementation-comparison / n122 / text 1">
            <a:extLst>
              <a:ext uri="{FF2B5EF4-FFF2-40B4-BE49-F238E27FC236}">
                <ns2:creationId id="{8DA40F7D-A4CF-452D-9661-1EB9D2EDFE9B}"/>
              </a:ext>
            </a:extLst>
          </p:cNvPr>
          <p:cNvSpPr>
            <a:spLocks noGrp="1"/>
          </p:cNvSpPr>
          <p:nvPr/>
        </p:nvSpPr>
        <p:spPr>
          <a:xfrm>
            <a:off x="9734550" y="5676900"/>
            <a:ext cx="3695700" cy="262414"/>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140" name="dp44-implementation-comparison / n123">
            <a:extLst>
              <a:ext uri="{FF2B5EF4-FFF2-40B4-BE49-F238E27FC236}">
                <ns2:creationId id="{CE871500-A811-49A0-9603-2E61268B49B9}"/>
              </a:ext>
            </a:extLst>
          </p:cNvPr>
          <p:cNvSpPr>
            <a:spLocks noGrp="1"/>
          </p:cNvSpPr>
          <p:nvPr/>
        </p:nvSpPr>
        <p:spPr>
          <a:xfrm>
            <a:off x="9734550" y="6000750"/>
            <a:ext cx="1162050" cy="495300"/>
          </a:xfrm>
          <a:prstGeom prst="rect">
            <a:avLst/>
          </a:prstGeom>
          <a:solidFill>
            <a:srgbClr val="FFFFFF"/>
          </a:solidFill>
          <a:ln w="16193">
            <a:solidFill>
              <a:srgbClr val="B8753F"/>
            </a:solidFill>
            <a:prstDash val="solid"/>
          </a:ln>
        </p:spPr>
      </p:sp>
      <p:sp>
        <p:nvSpPr>
          <p:cNvPr id="141" name="dp44-implementation-comparison / n124 / text 1">
            <a:extLst>
              <a:ext uri="{FF2B5EF4-FFF2-40B4-BE49-F238E27FC236}">
                <ns2:creationId id="{C7BAA4F6-DBA1-4343-A583-6F778C64C3E5}"/>
              </a:ext>
            </a:extLst>
          </p:cNvPr>
          <p:cNvSpPr>
            <a:spLocks noGrp="1"/>
          </p:cNvSpPr>
          <p:nvPr/>
        </p:nvSpPr>
        <p:spPr>
          <a:xfrm>
            <a:off x="9820275" y="60674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Control</a:t>
            </a:r>
            <a:endParaRPr lang="ko-KR">
              <a:latin typeface="Calibri"/>
              <a:ea typeface="Calibri"/>
              <a:cs typeface="Calibri"/>
            </a:endParaRPr>
          </a:p>
        </p:txBody>
      </p:sp>
      <p:sp>
        <p:nvSpPr>
          <p:cNvPr id="142" name="dp44-implementation-comparison / n125">
            <a:extLst>
              <a:ext uri="{FF2B5EF4-FFF2-40B4-BE49-F238E27FC236}">
                <ns2:creationId id="{A4B8762B-C373-4BE8-A78F-4A12AD704D29}"/>
              </a:ext>
            </a:extLst>
          </p:cNvPr>
          <p:cNvSpPr>
            <a:spLocks noGrp="1"/>
          </p:cNvSpPr>
          <p:nvPr/>
        </p:nvSpPr>
        <p:spPr>
          <a:xfrm>
            <a:off x="10096500" y="6286500"/>
            <a:ext cx="142875" cy="142875"/>
          </a:xfrm>
          <a:prstGeom prst="rect">
            <a:avLst/>
          </a:prstGeom>
          <a:solidFill>
            <a:srgbClr val="FFFFFF"/>
          </a:solidFill>
          <a:ln w="16193">
            <a:solidFill>
              <a:srgbClr val="5F6B77"/>
            </a:solidFill>
            <a:prstDash val="solid"/>
          </a:ln>
        </p:spPr>
      </p:sp>
      <p:sp>
        <p:nvSpPr>
          <p:cNvPr id="143" name="dp44-implementation-comparison / n126">
            <a:extLst>
              <a:ext uri="{FF2B5EF4-FFF2-40B4-BE49-F238E27FC236}">
                <ns2:creationId id="{70D633E4-CB62-47D0-B1B6-A8B8D2CFE000}"/>
              </a:ext>
            </a:extLst>
          </p:cNvPr>
          <p:cNvSpPr>
            <a:spLocks noGrp="1"/>
          </p:cNvSpPr>
          <p:nvPr/>
        </p:nvSpPr>
        <p:spPr>
          <a:xfrm>
            <a:off x="10277475" y="6286500"/>
            <a:ext cx="142875" cy="142875"/>
          </a:xfrm>
          <a:prstGeom prst="rect">
            <a:avLst/>
          </a:prstGeom>
          <a:solidFill>
            <a:srgbClr val="FFFFFF"/>
          </a:solidFill>
          <a:ln w="16193">
            <a:solidFill>
              <a:srgbClr val="5F6B77"/>
            </a:solidFill>
            <a:prstDash val="solid"/>
          </a:ln>
        </p:spPr>
      </p:sp>
      <p:sp>
        <p:nvSpPr>
          <p:cNvPr id="144" name="dp44-implementation-comparison / n127">
            <a:extLst>
              <a:ext uri="{FF2B5EF4-FFF2-40B4-BE49-F238E27FC236}">
                <ns2:creationId id="{050302AA-0E82-410B-8BC1-06AAE7B24A45}"/>
              </a:ext>
            </a:extLst>
          </p:cNvPr>
          <p:cNvSpPr>
            <a:spLocks noGrp="1"/>
          </p:cNvSpPr>
          <p:nvPr/>
        </p:nvSpPr>
        <p:spPr>
          <a:xfrm>
            <a:off x="10458450" y="6286500"/>
            <a:ext cx="142875" cy="142875"/>
          </a:xfrm>
          <a:prstGeom prst="rect">
            <a:avLst/>
          </a:prstGeom>
          <a:solidFill>
            <a:srgbClr val="FFFFFF"/>
          </a:solidFill>
          <a:ln w="16193">
            <a:solidFill>
              <a:srgbClr val="5F6B77"/>
            </a:solidFill>
            <a:prstDash val="solid"/>
          </a:ln>
        </p:spPr>
      </p:sp>
      <p:sp>
        <p:nvSpPr>
          <p:cNvPr id="145" name="dp44-implementation-comparison / n128">
            <a:extLst>
              <a:ext uri="{FF2B5EF4-FFF2-40B4-BE49-F238E27FC236}">
                <ns2:creationId id="{93C07CA1-293A-4EC2-8E82-4ADE8BB28AB2}"/>
              </a:ext>
            </a:extLst>
          </p:cNvPr>
          <p:cNvSpPr>
            <a:spLocks noGrp="1"/>
          </p:cNvSpPr>
          <p:nvPr/>
        </p:nvSpPr>
        <p:spPr>
          <a:xfrm>
            <a:off x="10639425" y="6286500"/>
            <a:ext cx="142875" cy="142875"/>
          </a:xfrm>
          <a:prstGeom prst="rect">
            <a:avLst/>
          </a:prstGeom>
          <a:solidFill>
            <a:srgbClr val="FFFFFF"/>
          </a:solidFill>
          <a:ln w="16193">
            <a:solidFill>
              <a:srgbClr val="5F6B77"/>
            </a:solidFill>
            <a:prstDash val="solid"/>
          </a:ln>
        </p:spPr>
      </p:sp>
      <p:sp>
        <p:nvSpPr>
          <p:cNvPr id="146" name="dp44-implementation-comparison / n129">
            <a:extLst>
              <a:ext uri="{FF2B5EF4-FFF2-40B4-BE49-F238E27FC236}">
                <ns2:creationId id="{D70E09A8-206C-48DF-8F37-1982DC44F0CF}"/>
              </a:ext>
            </a:extLst>
          </p:cNvPr>
          <p:cNvSpPr>
            <a:spLocks noGrp="1"/>
          </p:cNvSpPr>
          <p:nvPr/>
        </p:nvSpPr>
        <p:spPr>
          <a:xfrm>
            <a:off x="11001375" y="6000750"/>
            <a:ext cx="1162050" cy="495300"/>
          </a:xfrm>
          <a:prstGeom prst="rect">
            <a:avLst/>
          </a:prstGeom>
          <a:solidFill>
            <a:srgbClr val="FFFFFF"/>
          </a:solidFill>
          <a:ln w="16193">
            <a:solidFill>
              <a:srgbClr val="B8753F"/>
            </a:solidFill>
            <a:prstDash val="solid"/>
          </a:ln>
        </p:spPr>
      </p:sp>
      <p:sp>
        <p:nvSpPr>
          <p:cNvPr id="147" name="dp44-implementation-comparison / n130 / text 1">
            <a:extLst>
              <a:ext uri="{FF2B5EF4-FFF2-40B4-BE49-F238E27FC236}">
                <ns2:creationId id="{BDB02920-09C3-4C60-B5D4-19E57012C68B}"/>
              </a:ext>
            </a:extLst>
          </p:cNvPr>
          <p:cNvSpPr>
            <a:spLocks noGrp="1"/>
          </p:cNvSpPr>
          <p:nvPr/>
        </p:nvSpPr>
        <p:spPr>
          <a:xfrm>
            <a:off x="11087100" y="60674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Prepare</a:t>
            </a:r>
            <a:endParaRPr lang="ko-KR">
              <a:latin typeface="Calibri"/>
              <a:ea typeface="Calibri"/>
              <a:cs typeface="Calibri"/>
            </a:endParaRPr>
          </a:p>
        </p:txBody>
      </p:sp>
      <p:sp>
        <p:nvSpPr>
          <p:cNvPr id="148" name="dp44-implementation-comparison / n131">
            <a:extLst>
              <a:ext uri="{FF2B5EF4-FFF2-40B4-BE49-F238E27FC236}">
                <ns2:creationId id="{521FB23A-4882-43E1-883D-9162B4286558}"/>
              </a:ext>
            </a:extLst>
          </p:cNvPr>
          <p:cNvSpPr>
            <a:spLocks noGrp="1"/>
          </p:cNvSpPr>
          <p:nvPr/>
        </p:nvSpPr>
        <p:spPr>
          <a:xfrm>
            <a:off x="11363325" y="6286500"/>
            <a:ext cx="142875" cy="142875"/>
          </a:xfrm>
          <a:prstGeom prst="rect">
            <a:avLst/>
          </a:prstGeom>
          <a:solidFill>
            <a:srgbClr val="FFFFFF"/>
          </a:solidFill>
          <a:ln w="16193">
            <a:solidFill>
              <a:srgbClr val="5F6B77"/>
            </a:solidFill>
            <a:prstDash val="solid"/>
          </a:ln>
        </p:spPr>
      </p:sp>
      <p:sp>
        <p:nvSpPr>
          <p:cNvPr id="149" name="dp44-implementation-comparison / n132">
            <a:extLst>
              <a:ext uri="{FF2B5EF4-FFF2-40B4-BE49-F238E27FC236}">
                <ns2:creationId id="{CE1F7A94-0704-416B-AADD-00EECCDF1876}"/>
              </a:ext>
            </a:extLst>
          </p:cNvPr>
          <p:cNvSpPr>
            <a:spLocks noGrp="1"/>
          </p:cNvSpPr>
          <p:nvPr/>
        </p:nvSpPr>
        <p:spPr>
          <a:xfrm>
            <a:off x="11544300" y="6286500"/>
            <a:ext cx="142875" cy="142875"/>
          </a:xfrm>
          <a:prstGeom prst="rect">
            <a:avLst/>
          </a:prstGeom>
          <a:solidFill>
            <a:srgbClr val="FFFFFF"/>
          </a:solidFill>
          <a:ln w="16193">
            <a:solidFill>
              <a:srgbClr val="5F6B77"/>
            </a:solidFill>
            <a:prstDash val="solid"/>
          </a:ln>
        </p:spPr>
      </p:sp>
      <p:sp>
        <p:nvSpPr>
          <p:cNvPr id="150" name="dp44-implementation-comparison / n133">
            <a:extLst>
              <a:ext uri="{FF2B5EF4-FFF2-40B4-BE49-F238E27FC236}">
                <ns2:creationId id="{8B9DC508-D1ED-4913-B4AB-C7A38EA7857A}"/>
              </a:ext>
            </a:extLst>
          </p:cNvPr>
          <p:cNvSpPr>
            <a:spLocks noGrp="1"/>
          </p:cNvSpPr>
          <p:nvPr/>
        </p:nvSpPr>
        <p:spPr>
          <a:xfrm>
            <a:off x="11725275" y="6286500"/>
            <a:ext cx="142875" cy="142875"/>
          </a:xfrm>
          <a:prstGeom prst="rect">
            <a:avLst/>
          </a:prstGeom>
          <a:solidFill>
            <a:srgbClr val="FFFFFF"/>
          </a:solidFill>
          <a:ln w="16193">
            <a:solidFill>
              <a:srgbClr val="5F6B77"/>
            </a:solidFill>
            <a:prstDash val="solid"/>
          </a:ln>
        </p:spPr>
      </p:sp>
      <p:sp>
        <p:nvSpPr>
          <p:cNvPr id="151" name="dp44-implementation-comparison / n134">
            <a:extLst>
              <a:ext uri="{FF2B5EF4-FFF2-40B4-BE49-F238E27FC236}">
                <ns2:creationId id="{5357C65D-2217-4F9E-8897-21663CADFC58}"/>
              </a:ext>
            </a:extLst>
          </p:cNvPr>
          <p:cNvSpPr>
            <a:spLocks noGrp="1"/>
          </p:cNvSpPr>
          <p:nvPr/>
        </p:nvSpPr>
        <p:spPr>
          <a:xfrm>
            <a:off x="11906250" y="6286500"/>
            <a:ext cx="142875" cy="142875"/>
          </a:xfrm>
          <a:prstGeom prst="rect">
            <a:avLst/>
          </a:prstGeom>
          <a:solidFill>
            <a:srgbClr val="FFFFFF"/>
          </a:solidFill>
          <a:ln w="16193">
            <a:solidFill>
              <a:srgbClr val="5F6B77"/>
            </a:solidFill>
            <a:prstDash val="solid"/>
          </a:ln>
        </p:spPr>
      </p:sp>
      <p:sp>
        <p:nvSpPr>
          <p:cNvPr id="152" name="dp44-implementation-comparison / n135">
            <a:extLst>
              <a:ext uri="{FF2B5EF4-FFF2-40B4-BE49-F238E27FC236}">
                <ns2:creationId id="{BBC9E0F2-8F66-4528-A7EA-973DFE39E48B}"/>
              </a:ext>
            </a:extLst>
          </p:cNvPr>
          <p:cNvSpPr>
            <a:spLocks noGrp="1"/>
          </p:cNvSpPr>
          <p:nvPr/>
        </p:nvSpPr>
        <p:spPr>
          <a:xfrm>
            <a:off x="12268200" y="6000750"/>
            <a:ext cx="1162050" cy="495300"/>
          </a:xfrm>
          <a:prstGeom prst="rect">
            <a:avLst/>
          </a:prstGeom>
          <a:solidFill>
            <a:srgbClr val="FFFFFF"/>
          </a:solidFill>
          <a:ln w="16193">
            <a:solidFill>
              <a:srgbClr val="B8753F"/>
            </a:solidFill>
            <a:prstDash val="solid"/>
          </a:ln>
        </p:spPr>
      </p:sp>
      <p:sp>
        <p:nvSpPr>
          <p:cNvPr id="153" name="dp44-implementation-comparison / n136 / text 1">
            <a:extLst>
              <a:ext uri="{FF2B5EF4-FFF2-40B4-BE49-F238E27FC236}">
                <ns2:creationId id="{6FBCF918-E354-43D6-BB63-C1595D827623}"/>
              </a:ext>
            </a:extLst>
          </p:cNvPr>
          <p:cNvSpPr>
            <a:spLocks noGrp="1"/>
          </p:cNvSpPr>
          <p:nvPr/>
        </p:nvSpPr>
        <p:spPr>
          <a:xfrm>
            <a:off x="12353925" y="60674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Done</a:t>
            </a:r>
            <a:endParaRPr lang="ko-KR">
              <a:latin typeface="Calibri"/>
              <a:ea typeface="Calibri"/>
              <a:cs typeface="Calibri"/>
            </a:endParaRPr>
          </a:p>
        </p:txBody>
      </p:sp>
      <p:sp>
        <p:nvSpPr>
          <p:cNvPr id="154" name="dp44-implementation-comparison / n137">
            <a:extLst>
              <a:ext uri="{FF2B5EF4-FFF2-40B4-BE49-F238E27FC236}">
                <ns2:creationId id="{109B3F12-5CF2-47D9-86EA-D7D8290C2A4F}"/>
              </a:ext>
            </a:extLst>
          </p:cNvPr>
          <p:cNvSpPr>
            <a:spLocks noGrp="1"/>
          </p:cNvSpPr>
          <p:nvPr/>
        </p:nvSpPr>
        <p:spPr>
          <a:xfrm>
            <a:off x="12630150" y="6286500"/>
            <a:ext cx="142875" cy="142875"/>
          </a:xfrm>
          <a:prstGeom prst="rect">
            <a:avLst/>
          </a:prstGeom>
          <a:solidFill>
            <a:srgbClr val="FFFFFF"/>
          </a:solidFill>
          <a:ln w="16193">
            <a:solidFill>
              <a:srgbClr val="5F6B77"/>
            </a:solidFill>
            <a:prstDash val="solid"/>
          </a:ln>
        </p:spPr>
      </p:sp>
      <p:sp>
        <p:nvSpPr>
          <p:cNvPr id="155" name="dp44-implementation-comparison / n138">
            <a:extLst>
              <a:ext uri="{FF2B5EF4-FFF2-40B4-BE49-F238E27FC236}">
                <ns2:creationId id="{9E0824D8-41B9-4EBF-9A99-DBDB7EE1174D}"/>
              </a:ext>
            </a:extLst>
          </p:cNvPr>
          <p:cNvSpPr>
            <a:spLocks noGrp="1"/>
          </p:cNvSpPr>
          <p:nvPr/>
        </p:nvSpPr>
        <p:spPr>
          <a:xfrm>
            <a:off x="12811125" y="6286500"/>
            <a:ext cx="142875" cy="142875"/>
          </a:xfrm>
          <a:prstGeom prst="rect">
            <a:avLst/>
          </a:prstGeom>
          <a:solidFill>
            <a:srgbClr val="FFFFFF"/>
          </a:solidFill>
          <a:ln w="16193">
            <a:solidFill>
              <a:srgbClr val="5F6B77"/>
            </a:solidFill>
            <a:prstDash val="solid"/>
          </a:ln>
        </p:spPr>
      </p:sp>
      <p:sp>
        <p:nvSpPr>
          <p:cNvPr id="156" name="dp44-implementation-comparison / n139">
            <a:extLst>
              <a:ext uri="{FF2B5EF4-FFF2-40B4-BE49-F238E27FC236}">
                <ns2:creationId id="{9A6CB52F-AAB7-4068-A606-B506D32D3038}"/>
              </a:ext>
            </a:extLst>
          </p:cNvPr>
          <p:cNvSpPr>
            <a:spLocks noGrp="1"/>
          </p:cNvSpPr>
          <p:nvPr/>
        </p:nvSpPr>
        <p:spPr>
          <a:xfrm>
            <a:off x="12992100" y="6286500"/>
            <a:ext cx="142875" cy="142875"/>
          </a:xfrm>
          <a:prstGeom prst="rect">
            <a:avLst/>
          </a:prstGeom>
          <a:solidFill>
            <a:srgbClr val="FFFFFF"/>
          </a:solidFill>
          <a:ln w="16193">
            <a:solidFill>
              <a:srgbClr val="5F6B77"/>
            </a:solidFill>
            <a:prstDash val="solid"/>
          </a:ln>
        </p:spPr>
      </p:sp>
      <p:sp>
        <p:nvSpPr>
          <p:cNvPr id="157" name="dp44-implementation-comparison / n140">
            <a:extLst>
              <a:ext uri="{FF2B5EF4-FFF2-40B4-BE49-F238E27FC236}">
                <ns2:creationId id="{4859415F-E027-4A26-BCD7-79C2C88FB45F}"/>
              </a:ext>
            </a:extLst>
          </p:cNvPr>
          <p:cNvSpPr>
            <a:spLocks noGrp="1"/>
          </p:cNvSpPr>
          <p:nvPr/>
        </p:nvSpPr>
        <p:spPr>
          <a:xfrm>
            <a:off x="13173075" y="6286500"/>
            <a:ext cx="142875" cy="142875"/>
          </a:xfrm>
          <a:prstGeom prst="rect">
            <a:avLst/>
          </a:prstGeom>
          <a:solidFill>
            <a:srgbClr val="FFFFFF"/>
          </a:solidFill>
          <a:ln w="16193">
            <a:solidFill>
              <a:srgbClr val="5F6B77"/>
            </a:solidFill>
            <a:prstDash val="solid"/>
          </a:ln>
        </p:spPr>
      </p:sp>
      <p:sp>
        <p:nvSpPr>
          <p:cNvPr id="158" name="dp44-implementation-comparison / n141">
            <a:extLst>
              <a:ext uri="{FF2B5EF4-FFF2-40B4-BE49-F238E27FC236}">
                <ns2:creationId id="{2B01E2B3-DB71-49D7-95E7-B38FB49EE2AE}"/>
              </a:ext>
            </a:extLst>
          </p:cNvPr>
          <p:cNvSpPr>
            <a:spLocks noGrp="1"/>
          </p:cNvSpPr>
          <p:nvPr/>
        </p:nvSpPr>
        <p:spPr>
          <a:xfrm>
            <a:off x="9734550" y="6543675"/>
            <a:ext cx="3695700" cy="333375"/>
          </a:xfrm>
          <a:prstGeom prst="rect">
            <a:avLst/>
          </a:prstGeom>
          <a:solidFill>
            <a:srgbClr val="FFFFFF"/>
          </a:solidFill>
          <a:ln w="16193">
            <a:solidFill>
              <a:srgbClr val="B8753F"/>
            </a:solidFill>
            <a:prstDash val="solid"/>
          </a:ln>
        </p:spPr>
      </p:sp>
      <p:sp>
        <p:nvSpPr>
          <p:cNvPr id="159" name="dp44-implementation-comparison / n142 / text 1">
            <a:extLst>
              <a:ext uri="{FF2B5EF4-FFF2-40B4-BE49-F238E27FC236}">
                <ns2:creationId id="{FE038B19-2171-474F-8F2E-18AC685CA0D3}"/>
              </a:ext>
            </a:extLst>
          </p:cNvPr>
          <p:cNvSpPr>
            <a:spLocks noGrp="1"/>
          </p:cNvSpPr>
          <p:nvPr/>
        </p:nvSpPr>
        <p:spPr>
          <a:xfrm>
            <a:off x="9829800" y="6629400"/>
            <a:ext cx="3505200" cy="234791"/>
          </a:xfrm>
          <a:prstGeom prst="rect">
            <a:avLst/>
          </a:prstGeom>
          <a:noFill/>
          <a:ln w="0">
            <a:noFill/>
            <a:prstDash val="solid"/>
          </a:ln>
        </p:spPr>
        <p:txBody>
          <a:bodyPr wrap="none" lIns="0" tIns="0" rIns="0" bIns="0" anchor="t">
            <a:noAutofit/>
          </a:bodyPr>
          <a:lstStyle>
            <a:defPPr algn="l">
              <a:defRPr sz="1300" b="1" lang="ko-KR">
                <a:solidFill>
                  <a:srgbClr val="18232E"/>
                </a:solidFill>
                <a:latin typeface="Calibri"/>
                <a:ea typeface="Calibri"/>
                <a:cs typeface="Calibri"/>
              </a:defRPr>
            </a:defPPr>
          </a:lstStyle>
          <a:p>
            <a:pPr algn="l">
              <a:defRPr sz="1300" b="1" lang="ko-KR">
                <a:solidFill>
                  <a:srgbClr val="18232E"/>
                </a:solidFill>
                <a:latin typeface="Calibri"/>
                <a:ea typeface="Calibri"/>
                <a:cs typeface="Calibri"/>
              </a:defRPr>
            </a:pPr>
            <a:r>
              <a:rPr sz="1300" b="1" lang="ko-KR">
                <a:solidFill>
                  <a:srgbClr val="18232E"/>
                </a:solidFill>
                <a:latin typeface="Calibri"/>
                <a:ea typeface="Calibri"/>
                <a:cs typeface="Calibri"/>
              </a:rPr>
              <a:t>Pump / PrepareAsync</a:t>
            </a:r>
            <a:endParaRPr lang="ko-KR">
              <a:latin typeface="Calibri"/>
              <a:ea typeface="Calibri"/>
              <a:cs typeface="Calibri"/>
            </a:endParaRPr>
          </a:p>
        </p:txBody>
      </p:sp>
      <p:sp>
        <p:nvSpPr>
          <p:cNvPr id="160" name="dp44-implementation-comparison / n143">
            <a:extLst>
              <a:ext uri="{FF2B5EF4-FFF2-40B4-BE49-F238E27FC236}">
                <ns2:creationId id="{27CB2DCE-4140-4B33-AB71-D7F25026E583}"/>
              </a:ext>
            </a:extLst>
          </p:cNvPr>
          <p:cNvSpPr>
            <a:spLocks noGrp="1"/>
          </p:cNvSpPr>
          <p:nvPr/>
        </p:nvSpPr>
        <p:spPr>
          <a:xfrm>
            <a:off x="9734550" y="6953250"/>
            <a:ext cx="3695700" cy="381000"/>
          </a:xfrm>
          <a:prstGeom prst="can">
            <a:avLst/>
          </a:prstGeom>
          <a:solidFill>
            <a:srgbClr val="FFF3E5"/>
          </a:solidFill>
          <a:ln w="16193">
            <a:solidFill>
              <a:srgbClr val="B8753F"/>
            </a:solidFill>
            <a:prstDash val="solid"/>
          </a:ln>
        </p:spPr>
      </p:sp>
      <p:sp>
        <p:nvSpPr>
          <p:cNvPr id="161" name="dp44-implementation-comparison / n144 / text 1">
            <a:extLst>
              <a:ext uri="{FF2B5EF4-FFF2-40B4-BE49-F238E27FC236}">
                <ns2:creationId id="{B2BF0A30-FDBF-4BCD-8FE8-DF3309AA0F25}"/>
              </a:ext>
            </a:extLst>
          </p:cNvPr>
          <p:cNvSpPr>
            <a:spLocks noGrp="1"/>
          </p:cNvSpPr>
          <p:nvPr/>
        </p:nvSpPr>
        <p:spPr>
          <a:xfrm>
            <a:off x="9820275" y="7124700"/>
            <a:ext cx="3524250" cy="207169"/>
          </a:xfrm>
          <a:prstGeom prst="rect">
            <a:avLst/>
          </a:prstGeom>
          <a:noFill/>
          <a:ln w="0">
            <a:noFill/>
            <a:prstDash val="solid"/>
          </a:ln>
        </p:spPr>
        <p:txBody>
          <a:bodyPr wrap="none" lIns="0" tIns="0" rIns="0" bIns="0" anchor="t">
            <a:noAutofit/>
          </a:bodyPr>
          <a:lstStyle>
            <a:defPPr algn="l">
              <a:defRPr sz="1100" b="0" lang="ko-KR">
                <a:solidFill>
                  <a:srgbClr val="18232E"/>
                </a:solidFill>
                <a:latin typeface="Calibri"/>
                <a:ea typeface="Calibri"/>
                <a:cs typeface="Calibri"/>
              </a:defRPr>
            </a:defP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Prepare Job Index (RAM)</a:t>
            </a:r>
            <a:endParaRPr lang="ko-KR">
              <a:latin typeface="Calibri"/>
              <a:ea typeface="Calibri"/>
              <a:cs typeface="Calibri"/>
            </a:endParaRPr>
          </a:p>
        </p:txBody>
      </p:sp>
      <p:sp>
        <p:nvSpPr>
          <p:cNvPr id="162" name="dp44-implementation-comparison / n145 / path">
            <a:extLst>
              <a:ext uri="{FF2B5EF4-FFF2-40B4-BE49-F238E27FC236}">
                <ns2:creationId id="{0CA496B7-D55A-4377-B866-ED66447D9A85}"/>
              </a:ext>
            </a:extLst>
          </p:cNvPr>
          <p:cNvSpPr>
            <a:spLocks noGrp="1"/>
          </p:cNvSpPr>
          <p:nvPr/>
        </p:nvSpPr>
        <p:spPr>
          <a:xfrm>
            <a:off x="13430250" y="6257925"/>
            <a:ext cx="47625" cy="523875"/>
          </a:xfrm>
          <a:custGeom>
            <a:pathLst>
              <a:path w="47625" h="523875">
                <a:moveTo>
                  <a:pt x="0" y="523875"/>
                </a:moveTo>
                <a:lnTo>
                  <a:pt x="47625" y="523875"/>
                </a:lnTo>
                <a:lnTo>
                  <a:pt x="47625" y="0"/>
                </a:lnTo>
                <a:lnTo>
                  <a:pt x="0" y="0"/>
                </a:lnTo>
              </a:path>
            </a:pathLst>
          </a:custGeom>
          <a:noFill/>
          <a:ln w="16193">
            <a:solidFill>
              <a:srgbClr val="2858A5"/>
            </a:solidFill>
            <a:prstDash val="dash"/>
          </a:ln>
        </p:spPr>
      </p:sp>
      <p:sp>
        <p:nvSpPr>
          <p:cNvPr id="163" name="dp44-implementation-comparison / n145 / arrow">
            <a:extLst>
              <a:ext uri="{FF2B5EF4-FFF2-40B4-BE49-F238E27FC236}">
                <ns2:creationId id="{2169F7BB-07C5-4D72-A448-717B836E407B}"/>
              </a:ext>
            </a:extLst>
          </p:cNvPr>
          <p:cNvSpPr>
            <a:spLocks noGrp="1"/>
          </p:cNvSpPr>
          <p:nvPr/>
        </p:nvSpPr>
        <p:spPr>
          <a:xfrm>
            <a:off x="13430250" y="6206109"/>
            <a:ext cx="103632" cy="103632"/>
          </a:xfrm>
          <a:custGeom>
            <a:pathLst>
              <a:path w="103632" h="103632">
                <a:moveTo>
                  <a:pt x="103632" y="0"/>
                </a:moveTo>
                <a:lnTo>
                  <a:pt x="0" y="51816"/>
                </a:lnTo>
                <a:lnTo>
                  <a:pt x="103632" y="103632"/>
                </a:lnTo>
              </a:path>
            </a:pathLst>
          </a:custGeom>
          <a:noFill/>
          <a:ln w="20726">
            <a:solidFill>
              <a:srgbClr val="2858A5"/>
            </a:solidFill>
            <a:prstDash val="solid"/>
          </a:ln>
        </p:spPr>
      </p:sp>
      <p:sp>
        <p:nvSpPr>
          <p:cNvPr id="164" name="dp44-implementation-comparison / n146">
            <a:extLst>
              <a:ext uri="{FF2B5EF4-FFF2-40B4-BE49-F238E27FC236}">
                <ns2:creationId id="{2A1BB82E-8ED9-4AC1-911B-A0B1A1FD9CDF}"/>
              </a:ext>
            </a:extLst>
          </p:cNvPr>
          <p:cNvSpPr>
            <a:spLocks noGrp="1"/>
          </p:cNvSpPr>
          <p:nvPr/>
        </p:nvSpPr>
        <p:spPr>
          <a:xfrm>
            <a:off x="13735050" y="5600700"/>
            <a:ext cx="3886200" cy="1733550"/>
          </a:xfrm>
          <a:prstGeom prst="rect">
            <a:avLst/>
          </a:prstGeom>
          <a:solidFill>
            <a:srgbClr val="FFF3E5"/>
          </a:solidFill>
          <a:ln w="16193">
            <a:solidFill>
              <a:srgbClr val="B8753F"/>
            </a:solidFill>
            <a:prstDash val="solid"/>
          </a:ln>
        </p:spPr>
      </p:sp>
      <p:sp>
        <p:nvSpPr>
          <p:cNvPr id="165" name="dp44-implementation-comparison / n147 / text 1">
            <a:extLst>
              <a:ext uri="{FF2B5EF4-FFF2-40B4-BE49-F238E27FC236}">
                <ns2:creationId id="{C8C22E12-BA4E-48AF-8772-EDA36EF02A16}"/>
              </a:ext>
            </a:extLst>
          </p:cNvPr>
          <p:cNvSpPr>
            <a:spLocks noGrp="1"/>
          </p:cNvSpPr>
          <p:nvPr/>
        </p:nvSpPr>
        <p:spPr>
          <a:xfrm>
            <a:off x="13830300" y="5676900"/>
            <a:ext cx="3695700" cy="262414"/>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Publication Join</a:t>
            </a:r>
            <a:endParaRPr lang="ko-KR">
              <a:latin typeface="Calibri"/>
              <a:ea typeface="Calibri"/>
              <a:cs typeface="Calibri"/>
            </a:endParaRPr>
          </a:p>
        </p:txBody>
      </p:sp>
      <p:sp>
        <p:nvSpPr>
          <p:cNvPr id="166" name="dp44-implementation-comparison / n148">
            <a:extLst>
              <a:ext uri="{FF2B5EF4-FFF2-40B4-BE49-F238E27FC236}">
                <ns2:creationId id="{0D084819-478B-4BEE-8D3D-2ADC9241B408}"/>
              </a:ext>
            </a:extLst>
          </p:cNvPr>
          <p:cNvSpPr>
            <a:spLocks noGrp="1"/>
          </p:cNvSpPr>
          <p:nvPr/>
        </p:nvSpPr>
        <p:spPr>
          <a:xfrm>
            <a:off x="13830300" y="6000750"/>
            <a:ext cx="1162050" cy="495300"/>
          </a:xfrm>
          <a:prstGeom prst="rect">
            <a:avLst/>
          </a:prstGeom>
          <a:solidFill>
            <a:srgbClr val="FFFFFF"/>
          </a:solidFill>
          <a:ln w="16193">
            <a:solidFill>
              <a:srgbClr val="B8753F"/>
            </a:solidFill>
            <a:prstDash val="solid"/>
          </a:ln>
        </p:spPr>
      </p:sp>
      <p:sp>
        <p:nvSpPr>
          <p:cNvPr id="167" name="dp44-implementation-comparison / n149 / text 1">
            <a:extLst>
              <a:ext uri="{FF2B5EF4-FFF2-40B4-BE49-F238E27FC236}">
                <ns2:creationId id="{3C85A003-6611-4B9E-832E-A5B946026E1F}"/>
              </a:ext>
            </a:extLst>
          </p:cNvPr>
          <p:cNvSpPr>
            <a:spLocks noGrp="1"/>
          </p:cNvSpPr>
          <p:nvPr/>
        </p:nvSpPr>
        <p:spPr>
          <a:xfrm>
            <a:off x="13916025" y="60674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Control</a:t>
            </a:r>
            <a:endParaRPr lang="ko-KR">
              <a:latin typeface="Calibri"/>
              <a:ea typeface="Calibri"/>
              <a:cs typeface="Calibri"/>
            </a:endParaRPr>
          </a:p>
        </p:txBody>
      </p:sp>
      <p:sp>
        <p:nvSpPr>
          <p:cNvPr id="168" name="dp44-implementation-comparison / n150">
            <a:extLst>
              <a:ext uri="{FF2B5EF4-FFF2-40B4-BE49-F238E27FC236}">
                <ns2:creationId id="{CD529999-A4E6-4554-A9B4-D3AAC46B5C59}"/>
              </a:ext>
            </a:extLst>
          </p:cNvPr>
          <p:cNvSpPr>
            <a:spLocks noGrp="1"/>
          </p:cNvSpPr>
          <p:nvPr/>
        </p:nvSpPr>
        <p:spPr>
          <a:xfrm>
            <a:off x="14192250" y="6286500"/>
            <a:ext cx="142875" cy="142875"/>
          </a:xfrm>
          <a:prstGeom prst="rect">
            <a:avLst/>
          </a:prstGeom>
          <a:solidFill>
            <a:srgbClr val="FFFFFF"/>
          </a:solidFill>
          <a:ln w="16193">
            <a:solidFill>
              <a:srgbClr val="5F6B77"/>
            </a:solidFill>
            <a:prstDash val="solid"/>
          </a:ln>
        </p:spPr>
      </p:sp>
      <p:sp>
        <p:nvSpPr>
          <p:cNvPr id="169" name="dp44-implementation-comparison / n151">
            <a:extLst>
              <a:ext uri="{FF2B5EF4-FFF2-40B4-BE49-F238E27FC236}">
                <ns2:creationId id="{D308271D-50BA-4B58-A82A-79685176F9D7}"/>
              </a:ext>
            </a:extLst>
          </p:cNvPr>
          <p:cNvSpPr>
            <a:spLocks noGrp="1"/>
          </p:cNvSpPr>
          <p:nvPr/>
        </p:nvSpPr>
        <p:spPr>
          <a:xfrm>
            <a:off x="14373225" y="6286500"/>
            <a:ext cx="142875" cy="142875"/>
          </a:xfrm>
          <a:prstGeom prst="rect">
            <a:avLst/>
          </a:prstGeom>
          <a:solidFill>
            <a:srgbClr val="FFFFFF"/>
          </a:solidFill>
          <a:ln w="16193">
            <a:solidFill>
              <a:srgbClr val="5F6B77"/>
            </a:solidFill>
            <a:prstDash val="solid"/>
          </a:ln>
        </p:spPr>
      </p:sp>
      <p:sp>
        <p:nvSpPr>
          <p:cNvPr id="170" name="dp44-implementation-comparison / n152">
            <a:extLst>
              <a:ext uri="{FF2B5EF4-FFF2-40B4-BE49-F238E27FC236}">
                <ns2:creationId id="{C8D41169-6141-462A-8866-EA713184CCAA}"/>
              </a:ext>
            </a:extLst>
          </p:cNvPr>
          <p:cNvSpPr>
            <a:spLocks noGrp="1"/>
          </p:cNvSpPr>
          <p:nvPr/>
        </p:nvSpPr>
        <p:spPr>
          <a:xfrm>
            <a:off x="14554200" y="6286500"/>
            <a:ext cx="142875" cy="142875"/>
          </a:xfrm>
          <a:prstGeom prst="rect">
            <a:avLst/>
          </a:prstGeom>
          <a:solidFill>
            <a:srgbClr val="FFFFFF"/>
          </a:solidFill>
          <a:ln w="16193">
            <a:solidFill>
              <a:srgbClr val="5F6B77"/>
            </a:solidFill>
            <a:prstDash val="solid"/>
          </a:ln>
        </p:spPr>
      </p:sp>
      <p:sp>
        <p:nvSpPr>
          <p:cNvPr id="171" name="dp44-implementation-comparison / n153">
            <a:extLst>
              <a:ext uri="{FF2B5EF4-FFF2-40B4-BE49-F238E27FC236}">
                <ns2:creationId id="{72091D57-94A6-43F6-86BF-235763A4F8D2}"/>
              </a:ext>
            </a:extLst>
          </p:cNvPr>
          <p:cNvSpPr>
            <a:spLocks noGrp="1"/>
          </p:cNvSpPr>
          <p:nvPr/>
        </p:nvSpPr>
        <p:spPr>
          <a:xfrm>
            <a:off x="14735175" y="6286500"/>
            <a:ext cx="142875" cy="142875"/>
          </a:xfrm>
          <a:prstGeom prst="rect">
            <a:avLst/>
          </a:prstGeom>
          <a:solidFill>
            <a:srgbClr val="FFFFFF"/>
          </a:solidFill>
          <a:ln w="16193">
            <a:solidFill>
              <a:srgbClr val="5F6B77"/>
            </a:solidFill>
            <a:prstDash val="solid"/>
          </a:ln>
        </p:spPr>
      </p:sp>
      <p:sp>
        <p:nvSpPr>
          <p:cNvPr id="172" name="dp44-implementation-comparison / n154">
            <a:extLst>
              <a:ext uri="{FF2B5EF4-FFF2-40B4-BE49-F238E27FC236}">
                <ns2:creationId id="{79607744-7C5A-4A48-9464-D82A4C301B39}"/>
              </a:ext>
            </a:extLst>
          </p:cNvPr>
          <p:cNvSpPr>
            <a:spLocks noGrp="1"/>
          </p:cNvSpPr>
          <p:nvPr/>
        </p:nvSpPr>
        <p:spPr>
          <a:xfrm>
            <a:off x="15097125" y="6000750"/>
            <a:ext cx="1162050" cy="495300"/>
          </a:xfrm>
          <a:prstGeom prst="rect">
            <a:avLst/>
          </a:prstGeom>
          <a:solidFill>
            <a:srgbClr val="FFFFFF"/>
          </a:solidFill>
          <a:ln w="16193">
            <a:solidFill>
              <a:srgbClr val="B8753F"/>
            </a:solidFill>
            <a:prstDash val="solid"/>
          </a:ln>
        </p:spPr>
      </p:sp>
      <p:sp>
        <p:nvSpPr>
          <p:cNvPr id="173" name="dp44-implementation-comparison / n155 / text 1">
            <a:extLst>
              <a:ext uri="{FF2B5EF4-FFF2-40B4-BE49-F238E27FC236}">
                <ns2:creationId id="{5F6796B2-A9A4-42A4-AAAE-A3137B446F97}"/>
              </a:ext>
            </a:extLst>
          </p:cNvPr>
          <p:cNvSpPr>
            <a:spLocks noGrp="1"/>
          </p:cNvSpPr>
          <p:nvPr/>
        </p:nvSpPr>
        <p:spPr>
          <a:xfrm>
            <a:off x="15182850" y="60674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Candidate</a:t>
            </a:r>
            <a:endParaRPr lang="ko-KR">
              <a:latin typeface="Calibri"/>
              <a:ea typeface="Calibri"/>
              <a:cs typeface="Calibri"/>
            </a:endParaRPr>
          </a:p>
        </p:txBody>
      </p:sp>
      <p:sp>
        <p:nvSpPr>
          <p:cNvPr id="174" name="dp44-implementation-comparison / n156">
            <a:extLst>
              <a:ext uri="{FF2B5EF4-FFF2-40B4-BE49-F238E27FC236}">
                <ns2:creationId id="{E58BDE10-12BE-4444-AE13-3D307E479F8B}"/>
              </a:ext>
            </a:extLst>
          </p:cNvPr>
          <p:cNvSpPr>
            <a:spLocks noGrp="1"/>
          </p:cNvSpPr>
          <p:nvPr/>
        </p:nvSpPr>
        <p:spPr>
          <a:xfrm>
            <a:off x="15459075" y="6286500"/>
            <a:ext cx="142875" cy="142875"/>
          </a:xfrm>
          <a:prstGeom prst="rect">
            <a:avLst/>
          </a:prstGeom>
          <a:solidFill>
            <a:srgbClr val="FFFFFF"/>
          </a:solidFill>
          <a:ln w="16193">
            <a:solidFill>
              <a:srgbClr val="5F6B77"/>
            </a:solidFill>
            <a:prstDash val="solid"/>
          </a:ln>
        </p:spPr>
      </p:sp>
      <p:sp>
        <p:nvSpPr>
          <p:cNvPr id="175" name="dp44-implementation-comparison / n157">
            <a:extLst>
              <a:ext uri="{FF2B5EF4-FFF2-40B4-BE49-F238E27FC236}">
                <ns2:creationId id="{28DBD0AD-E581-45BE-BA73-C43B06214007}"/>
              </a:ext>
            </a:extLst>
          </p:cNvPr>
          <p:cNvSpPr>
            <a:spLocks noGrp="1"/>
          </p:cNvSpPr>
          <p:nvPr/>
        </p:nvSpPr>
        <p:spPr>
          <a:xfrm>
            <a:off x="15640050" y="6286500"/>
            <a:ext cx="142875" cy="142875"/>
          </a:xfrm>
          <a:prstGeom prst="rect">
            <a:avLst/>
          </a:prstGeom>
          <a:solidFill>
            <a:srgbClr val="FFFFFF"/>
          </a:solidFill>
          <a:ln w="16193">
            <a:solidFill>
              <a:srgbClr val="5F6B77"/>
            </a:solidFill>
            <a:prstDash val="solid"/>
          </a:ln>
        </p:spPr>
      </p:sp>
      <p:sp>
        <p:nvSpPr>
          <p:cNvPr id="176" name="dp44-implementation-comparison / n158">
            <a:extLst>
              <a:ext uri="{FF2B5EF4-FFF2-40B4-BE49-F238E27FC236}">
                <ns2:creationId id="{A3A9FA7B-DEE1-43DE-9603-40DB2CB98B0A}"/>
              </a:ext>
            </a:extLst>
          </p:cNvPr>
          <p:cNvSpPr>
            <a:spLocks noGrp="1"/>
          </p:cNvSpPr>
          <p:nvPr/>
        </p:nvSpPr>
        <p:spPr>
          <a:xfrm>
            <a:off x="15821025" y="6286500"/>
            <a:ext cx="142875" cy="142875"/>
          </a:xfrm>
          <a:prstGeom prst="rect">
            <a:avLst/>
          </a:prstGeom>
          <a:solidFill>
            <a:srgbClr val="FFFFFF"/>
          </a:solidFill>
          <a:ln w="16193">
            <a:solidFill>
              <a:srgbClr val="5F6B77"/>
            </a:solidFill>
            <a:prstDash val="solid"/>
          </a:ln>
        </p:spPr>
      </p:sp>
      <p:sp>
        <p:nvSpPr>
          <p:cNvPr id="177" name="dp44-implementation-comparison / n159">
            <a:extLst>
              <a:ext uri="{FF2B5EF4-FFF2-40B4-BE49-F238E27FC236}">
                <ns2:creationId id="{CE088E17-4CAD-4AE0-AA2F-359E26A0C8C6}"/>
              </a:ext>
            </a:extLst>
          </p:cNvPr>
          <p:cNvSpPr>
            <a:spLocks noGrp="1"/>
          </p:cNvSpPr>
          <p:nvPr/>
        </p:nvSpPr>
        <p:spPr>
          <a:xfrm>
            <a:off x="16002000" y="6286500"/>
            <a:ext cx="142875" cy="142875"/>
          </a:xfrm>
          <a:prstGeom prst="rect">
            <a:avLst/>
          </a:prstGeom>
          <a:solidFill>
            <a:srgbClr val="FFFFFF"/>
          </a:solidFill>
          <a:ln w="16193">
            <a:solidFill>
              <a:srgbClr val="5F6B77"/>
            </a:solidFill>
            <a:prstDash val="solid"/>
          </a:ln>
        </p:spPr>
      </p:sp>
      <p:sp>
        <p:nvSpPr>
          <p:cNvPr id="178" name="dp44-implementation-comparison / n160">
            <a:extLst>
              <a:ext uri="{FF2B5EF4-FFF2-40B4-BE49-F238E27FC236}">
                <ns2:creationId id="{7D6EC768-F89B-4D7A-A12A-110DC3EC2E58}"/>
              </a:ext>
            </a:extLst>
          </p:cNvPr>
          <p:cNvSpPr>
            <a:spLocks noGrp="1"/>
          </p:cNvSpPr>
          <p:nvPr/>
        </p:nvSpPr>
        <p:spPr>
          <a:xfrm>
            <a:off x="16363950" y="6000750"/>
            <a:ext cx="1162050" cy="495300"/>
          </a:xfrm>
          <a:prstGeom prst="rect">
            <a:avLst/>
          </a:prstGeom>
          <a:solidFill>
            <a:srgbClr val="FFFFFF"/>
          </a:solidFill>
          <a:ln w="16193">
            <a:solidFill>
              <a:srgbClr val="B8753F"/>
            </a:solidFill>
            <a:prstDash val="solid"/>
          </a:ln>
        </p:spPr>
      </p:sp>
      <p:sp>
        <p:nvSpPr>
          <p:cNvPr id="179" name="dp44-implementation-comparison / n161 / text 1">
            <a:extLst>
              <a:ext uri="{FF2B5EF4-FFF2-40B4-BE49-F238E27FC236}">
                <ns2:creationId id="{C452F4C9-B896-48B2-B00B-3CE034A0BD17}"/>
              </a:ext>
            </a:extLst>
          </p:cNvPr>
          <p:cNvSpPr>
            <a:spLocks noGrp="1"/>
          </p:cNvSpPr>
          <p:nvPr/>
        </p:nvSpPr>
        <p:spPr>
          <a:xfrm>
            <a:off x="16449675" y="60674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Condition</a:t>
            </a:r>
            <a:endParaRPr lang="ko-KR">
              <a:latin typeface="Calibri"/>
              <a:ea typeface="Calibri"/>
              <a:cs typeface="Calibri"/>
            </a:endParaRPr>
          </a:p>
        </p:txBody>
      </p:sp>
      <p:sp>
        <p:nvSpPr>
          <p:cNvPr id="180" name="dp44-implementation-comparison / n162">
            <a:extLst>
              <a:ext uri="{FF2B5EF4-FFF2-40B4-BE49-F238E27FC236}">
                <ns2:creationId id="{9D2644A2-2320-44B8-A865-81C8A22F5E56}"/>
              </a:ext>
            </a:extLst>
          </p:cNvPr>
          <p:cNvSpPr>
            <a:spLocks noGrp="1"/>
          </p:cNvSpPr>
          <p:nvPr/>
        </p:nvSpPr>
        <p:spPr>
          <a:xfrm>
            <a:off x="16725900" y="6286500"/>
            <a:ext cx="142875" cy="142875"/>
          </a:xfrm>
          <a:prstGeom prst="rect">
            <a:avLst/>
          </a:prstGeom>
          <a:solidFill>
            <a:srgbClr val="FFFFFF"/>
          </a:solidFill>
          <a:ln w="16193">
            <a:solidFill>
              <a:srgbClr val="5F6B77"/>
            </a:solidFill>
            <a:prstDash val="solid"/>
          </a:ln>
        </p:spPr>
      </p:sp>
      <p:sp>
        <p:nvSpPr>
          <p:cNvPr id="181" name="dp44-implementation-comparison / n163">
            <a:extLst>
              <a:ext uri="{FF2B5EF4-FFF2-40B4-BE49-F238E27FC236}">
                <ns2:creationId id="{A9ADA347-33FD-4FB1-A3F6-6EB41383B10E}"/>
              </a:ext>
            </a:extLst>
          </p:cNvPr>
          <p:cNvSpPr>
            <a:spLocks noGrp="1"/>
          </p:cNvSpPr>
          <p:nvPr/>
        </p:nvSpPr>
        <p:spPr>
          <a:xfrm>
            <a:off x="16906875" y="6286500"/>
            <a:ext cx="142875" cy="142875"/>
          </a:xfrm>
          <a:prstGeom prst="rect">
            <a:avLst/>
          </a:prstGeom>
          <a:solidFill>
            <a:srgbClr val="FFFFFF"/>
          </a:solidFill>
          <a:ln w="16193">
            <a:solidFill>
              <a:srgbClr val="5F6B77"/>
            </a:solidFill>
            <a:prstDash val="solid"/>
          </a:ln>
        </p:spPr>
      </p:sp>
      <p:sp>
        <p:nvSpPr>
          <p:cNvPr id="182" name="dp44-implementation-comparison / n164">
            <a:extLst>
              <a:ext uri="{FF2B5EF4-FFF2-40B4-BE49-F238E27FC236}">
                <ns2:creationId id="{23415F49-760F-4B00-9764-0376C6FA1DD7}"/>
              </a:ext>
            </a:extLst>
          </p:cNvPr>
          <p:cNvSpPr>
            <a:spLocks noGrp="1"/>
          </p:cNvSpPr>
          <p:nvPr/>
        </p:nvSpPr>
        <p:spPr>
          <a:xfrm>
            <a:off x="17087850" y="6286500"/>
            <a:ext cx="142875" cy="142875"/>
          </a:xfrm>
          <a:prstGeom prst="rect">
            <a:avLst/>
          </a:prstGeom>
          <a:solidFill>
            <a:srgbClr val="FFFFFF"/>
          </a:solidFill>
          <a:ln w="16193">
            <a:solidFill>
              <a:srgbClr val="5F6B77"/>
            </a:solidFill>
            <a:prstDash val="solid"/>
          </a:ln>
        </p:spPr>
      </p:sp>
      <p:sp>
        <p:nvSpPr>
          <p:cNvPr id="183" name="dp44-implementation-comparison / n165">
            <a:extLst>
              <a:ext uri="{FF2B5EF4-FFF2-40B4-BE49-F238E27FC236}">
                <ns2:creationId id="{57FD2A73-1EFB-4C52-9DE3-4D1D8DB9ED94}"/>
              </a:ext>
            </a:extLst>
          </p:cNvPr>
          <p:cNvSpPr>
            <a:spLocks noGrp="1"/>
          </p:cNvSpPr>
          <p:nvPr/>
        </p:nvSpPr>
        <p:spPr>
          <a:xfrm>
            <a:off x="17268825" y="6286500"/>
            <a:ext cx="142875" cy="142875"/>
          </a:xfrm>
          <a:prstGeom prst="rect">
            <a:avLst/>
          </a:prstGeom>
          <a:solidFill>
            <a:srgbClr val="FFFFFF"/>
          </a:solidFill>
          <a:ln w="16193">
            <a:solidFill>
              <a:srgbClr val="5F6B77"/>
            </a:solidFill>
            <a:prstDash val="solid"/>
          </a:ln>
        </p:spPr>
      </p:sp>
      <p:sp>
        <p:nvSpPr>
          <p:cNvPr id="184" name="dp44-implementation-comparison / n166">
            <a:extLst>
              <a:ext uri="{FF2B5EF4-FFF2-40B4-BE49-F238E27FC236}">
                <ns2:creationId id="{41E73458-8C6D-41DD-8EA9-8B393A8FF775}"/>
              </a:ext>
            </a:extLst>
          </p:cNvPr>
          <p:cNvSpPr>
            <a:spLocks noGrp="1"/>
          </p:cNvSpPr>
          <p:nvPr/>
        </p:nvSpPr>
        <p:spPr>
          <a:xfrm>
            <a:off x="13830300" y="6543675"/>
            <a:ext cx="3695700" cy="333375"/>
          </a:xfrm>
          <a:prstGeom prst="rect">
            <a:avLst/>
          </a:prstGeom>
          <a:solidFill>
            <a:srgbClr val="FFFFFF"/>
          </a:solidFill>
          <a:ln w="16193">
            <a:solidFill>
              <a:srgbClr val="B8753F"/>
            </a:solidFill>
            <a:prstDash val="solid"/>
          </a:ln>
        </p:spPr>
      </p:sp>
      <p:sp>
        <p:nvSpPr>
          <p:cNvPr id="185" name="dp44-implementation-comparison / n167 / text 1">
            <a:extLst>
              <a:ext uri="{FF2B5EF4-FFF2-40B4-BE49-F238E27FC236}">
                <ns2:creationId id="{100BDC16-D52F-4972-A95B-9A722CE06624}"/>
              </a:ext>
            </a:extLst>
          </p:cNvPr>
          <p:cNvSpPr>
            <a:spLocks noGrp="1"/>
          </p:cNvSpPr>
          <p:nvPr/>
        </p:nvSpPr>
        <p:spPr>
          <a:xfrm>
            <a:off x="13925550" y="6629400"/>
            <a:ext cx="3505200" cy="234791"/>
          </a:xfrm>
          <a:prstGeom prst="rect">
            <a:avLst/>
          </a:prstGeom>
          <a:noFill/>
          <a:ln w="0">
            <a:noFill/>
            <a:prstDash val="solid"/>
          </a:ln>
        </p:spPr>
        <p:txBody>
          <a:bodyPr wrap="none" lIns="0" tIns="0" rIns="0" bIns="0" anchor="t">
            <a:noAutofit/>
          </a:bodyPr>
          <a:lstStyle>
            <a:defPPr algn="l">
              <a:defRPr sz="1300" b="1" lang="ko-KR">
                <a:solidFill>
                  <a:srgbClr val="18232E"/>
                </a:solidFill>
                <a:latin typeface="Calibri"/>
                <a:ea typeface="Calibri"/>
                <a:cs typeface="Calibri"/>
              </a:defRPr>
            </a:defPPr>
          </a:lstStyle>
          <a:p>
            <a:pPr algn="l">
              <a:defRPr sz="1300" b="1" lang="ko-KR">
                <a:solidFill>
                  <a:srgbClr val="18232E"/>
                </a:solidFill>
                <a:latin typeface="Calibri"/>
                <a:ea typeface="Calibri"/>
                <a:cs typeface="Calibri"/>
              </a:defRPr>
            </a:pPr>
            <a:r>
              <a:rPr sz="1300" b="1" lang="ko-KR">
                <a:solidFill>
                  <a:srgbClr val="18232E"/>
                </a:solidFill>
                <a:latin typeface="Calibri"/>
                <a:ea typeface="Calibri"/>
                <a:cs typeface="Calibri"/>
              </a:rPr>
              <a:t>Pump / match ID and revision</a:t>
            </a:r>
            <a:endParaRPr lang="ko-KR">
              <a:latin typeface="Calibri"/>
              <a:ea typeface="Calibri"/>
              <a:cs typeface="Calibri"/>
            </a:endParaRPr>
          </a:p>
        </p:txBody>
      </p:sp>
      <p:sp>
        <p:nvSpPr>
          <p:cNvPr id="186" name="dp44-implementation-comparison / n168">
            <a:extLst>
              <a:ext uri="{FF2B5EF4-FFF2-40B4-BE49-F238E27FC236}">
                <ns2:creationId id="{130B2985-1624-4F7E-AB0F-B6BDE94EB058}"/>
              </a:ext>
            </a:extLst>
          </p:cNvPr>
          <p:cNvSpPr>
            <a:spLocks noGrp="1"/>
          </p:cNvSpPr>
          <p:nvPr/>
        </p:nvSpPr>
        <p:spPr>
          <a:xfrm>
            <a:off x="13830300" y="6953250"/>
            <a:ext cx="3695700" cy="381000"/>
          </a:xfrm>
          <a:prstGeom prst="can">
            <a:avLst/>
          </a:prstGeom>
          <a:solidFill>
            <a:srgbClr val="FFF3E5"/>
          </a:solidFill>
          <a:ln w="16193">
            <a:solidFill>
              <a:srgbClr val="B8753F"/>
            </a:solidFill>
            <a:prstDash val="solid"/>
          </a:ln>
        </p:spPr>
      </p:sp>
      <p:sp>
        <p:nvSpPr>
          <p:cNvPr id="187" name="dp44-implementation-comparison / n169 / text 1">
            <a:extLst>
              <a:ext uri="{FF2B5EF4-FFF2-40B4-BE49-F238E27FC236}">
                <ns2:creationId id="{61790563-8D59-4A44-9ADF-985286B7E987}"/>
              </a:ext>
            </a:extLst>
          </p:cNvPr>
          <p:cNvSpPr>
            <a:spLocks noGrp="1"/>
          </p:cNvSpPr>
          <p:nvPr/>
        </p:nvSpPr>
        <p:spPr>
          <a:xfrm>
            <a:off x="13916025" y="7124700"/>
            <a:ext cx="3524250" cy="207169"/>
          </a:xfrm>
          <a:prstGeom prst="rect">
            <a:avLst/>
          </a:prstGeom>
          <a:noFill/>
          <a:ln w="0">
            <a:noFill/>
            <a:prstDash val="solid"/>
          </a:ln>
        </p:spPr>
        <p:txBody>
          <a:bodyPr wrap="none" lIns="0" tIns="0" rIns="0" bIns="0" anchor="t">
            <a:noAutofit/>
          </a:bodyPr>
          <a:lstStyle>
            <a:defPPr algn="l">
              <a:defRPr sz="1100" b="0" lang="ko-KR">
                <a:solidFill>
                  <a:srgbClr val="18232E"/>
                </a:solidFill>
                <a:latin typeface="Calibri"/>
                <a:ea typeface="Calibri"/>
                <a:cs typeface="Calibri"/>
              </a:defRPr>
            </a:defP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Publication Window (RAM)</a:t>
            </a:r>
            <a:endParaRPr lang="ko-KR">
              <a:latin typeface="Calibri"/>
              <a:ea typeface="Calibri"/>
              <a:cs typeface="Calibri"/>
            </a:endParaRPr>
          </a:p>
        </p:txBody>
      </p:sp>
      <p:sp>
        <p:nvSpPr>
          <p:cNvPr id="188" name="dp44-implementation-comparison / n170 / path">
            <a:extLst>
              <a:ext uri="{FF2B5EF4-FFF2-40B4-BE49-F238E27FC236}">
                <ns2:creationId id="{3713F355-39EF-4D61-86C7-7215852F8BBE}"/>
              </a:ext>
            </a:extLst>
          </p:cNvPr>
          <p:cNvSpPr>
            <a:spLocks noGrp="1"/>
          </p:cNvSpPr>
          <p:nvPr/>
        </p:nvSpPr>
        <p:spPr>
          <a:xfrm>
            <a:off x="11582400" y="4972050"/>
            <a:ext cx="953" cy="628650"/>
          </a:xfrm>
          <a:custGeom>
            <a:pathLst>
              <a:path w="953" h="628650">
                <a:moveTo>
                  <a:pt x="0" y="0"/>
                </a:moveTo>
                <a:lnTo>
                  <a:pt x="0" y="628650"/>
                </a:lnTo>
              </a:path>
            </a:pathLst>
          </a:custGeom>
          <a:noFill/>
          <a:ln w="19050">
            <a:solidFill>
              <a:srgbClr val="2858A5"/>
            </a:solidFill>
            <a:prstDash val="solid"/>
          </a:ln>
        </p:spPr>
      </p:sp>
      <p:sp>
        <p:nvSpPr>
          <p:cNvPr id="189" name="dp44-implementation-comparison / n170 / arrow">
            <a:extLst>
              <a:ext uri="{FF2B5EF4-FFF2-40B4-BE49-F238E27FC236}">
                <ns2:creationId id="{28B03D4A-F9C2-4110-8230-5E65ADD7BB49}"/>
              </a:ext>
            </a:extLst>
          </p:cNvPr>
          <p:cNvSpPr>
            <a:spLocks noGrp="1"/>
          </p:cNvSpPr>
          <p:nvPr/>
        </p:nvSpPr>
        <p:spPr>
          <a:xfrm>
            <a:off x="11521440" y="5478780"/>
            <a:ext cx="121920" cy="121920"/>
          </a:xfrm>
          <a:custGeom>
            <a:pathLst>
              <a:path w="121920" h="121920">
                <a:moveTo>
                  <a:pt x="0" y="0"/>
                </a:moveTo>
                <a:lnTo>
                  <a:pt x="60960" y="121920"/>
                </a:lnTo>
                <a:lnTo>
                  <a:pt x="121920" y="0"/>
                </a:lnTo>
              </a:path>
            </a:pathLst>
          </a:custGeom>
          <a:noFill/>
          <a:ln w="24384">
            <a:solidFill>
              <a:srgbClr val="2858A5"/>
            </a:solidFill>
            <a:prstDash val="solid"/>
          </a:ln>
        </p:spPr>
      </p:sp>
      <p:sp>
        <p:nvSpPr>
          <p:cNvPr id="190" name="dp44-implementation-comparison / n171 / path">
            <a:extLst>
              <a:ext uri="{FF2B5EF4-FFF2-40B4-BE49-F238E27FC236}">
                <ns2:creationId id="{26635A38-FEFE-4CB6-9063-1346AC3E77D3}"/>
              </a:ext>
            </a:extLst>
          </p:cNvPr>
          <p:cNvSpPr>
            <a:spLocks noGrp="1"/>
          </p:cNvSpPr>
          <p:nvPr/>
        </p:nvSpPr>
        <p:spPr>
          <a:xfrm>
            <a:off x="11811000" y="4972050"/>
            <a:ext cx="3867150" cy="628650"/>
          </a:xfrm>
          <a:custGeom>
            <a:pathLst>
              <a:path w="3867150" h="628650">
                <a:moveTo>
                  <a:pt x="3867150" y="0"/>
                </a:moveTo>
                <a:lnTo>
                  <a:pt x="3867150" y="161925"/>
                </a:lnTo>
                <a:lnTo>
                  <a:pt x="0" y="161925"/>
                </a:lnTo>
                <a:lnTo>
                  <a:pt x="0" y="628650"/>
                </a:lnTo>
              </a:path>
            </a:pathLst>
          </a:custGeom>
          <a:noFill/>
          <a:ln w="19050">
            <a:solidFill>
              <a:srgbClr val="2858A5"/>
            </a:solidFill>
            <a:prstDash val="solid"/>
          </a:ln>
        </p:spPr>
      </p:sp>
      <p:sp>
        <p:nvSpPr>
          <p:cNvPr id="191" name="dp44-implementation-comparison / n171 / arrow">
            <a:extLst>
              <a:ext uri="{FF2B5EF4-FFF2-40B4-BE49-F238E27FC236}">
                <ns2:creationId id="{EF12B08B-0417-4477-A3D7-86B07E98F703}"/>
              </a:ext>
            </a:extLst>
          </p:cNvPr>
          <p:cNvSpPr>
            <a:spLocks noGrp="1"/>
          </p:cNvSpPr>
          <p:nvPr/>
        </p:nvSpPr>
        <p:spPr>
          <a:xfrm>
            <a:off x="11750040" y="5478780"/>
            <a:ext cx="121920" cy="121920"/>
          </a:xfrm>
          <a:custGeom>
            <a:pathLst>
              <a:path w="121920" h="121920">
                <a:moveTo>
                  <a:pt x="0" y="0"/>
                </a:moveTo>
                <a:lnTo>
                  <a:pt x="60960" y="121920"/>
                </a:lnTo>
                <a:lnTo>
                  <a:pt x="121920" y="0"/>
                </a:lnTo>
              </a:path>
            </a:pathLst>
          </a:custGeom>
          <a:noFill/>
          <a:ln w="24384">
            <a:solidFill>
              <a:srgbClr val="2858A5"/>
            </a:solidFill>
            <a:prstDash val="solid"/>
          </a:ln>
        </p:spPr>
      </p:sp>
      <p:sp>
        <p:nvSpPr>
          <p:cNvPr id="192" name="dp44-implementation-comparison / n172 / path">
            <a:extLst>
              <a:ext uri="{FF2B5EF4-FFF2-40B4-BE49-F238E27FC236}">
                <ns2:creationId id="{F2583646-06D2-48D0-BD9D-3CF82B3EF76C}"/>
              </a:ext>
            </a:extLst>
          </p:cNvPr>
          <p:cNvSpPr>
            <a:spLocks noGrp="1"/>
          </p:cNvSpPr>
          <p:nvPr/>
        </p:nvSpPr>
        <p:spPr>
          <a:xfrm>
            <a:off x="13525500" y="5838825"/>
            <a:ext cx="2152650" cy="409575"/>
          </a:xfrm>
          <a:custGeom>
            <a:pathLst>
              <a:path w="2152650" h="409575">
                <a:moveTo>
                  <a:pt x="0" y="409575"/>
                </a:moveTo>
                <a:lnTo>
                  <a:pt x="171450" y="409575"/>
                </a:lnTo>
                <a:lnTo>
                  <a:pt x="171450" y="0"/>
                </a:lnTo>
                <a:lnTo>
                  <a:pt x="2152650" y="0"/>
                </a:lnTo>
                <a:lnTo>
                  <a:pt x="2152650" y="161925"/>
                </a:lnTo>
              </a:path>
            </a:pathLst>
          </a:custGeom>
          <a:noFill/>
          <a:ln w="19050">
            <a:solidFill>
              <a:srgbClr val="2858A5"/>
            </a:solidFill>
            <a:prstDash val="solid"/>
          </a:ln>
        </p:spPr>
      </p:sp>
      <p:sp>
        <p:nvSpPr>
          <p:cNvPr id="193" name="dp44-implementation-comparison / n172 / arrow">
            <a:extLst>
              <a:ext uri="{FF2B5EF4-FFF2-40B4-BE49-F238E27FC236}">
                <ns2:creationId id="{39440E9E-D65A-49AF-92EB-521B5592ECF0}"/>
              </a:ext>
            </a:extLst>
          </p:cNvPr>
          <p:cNvSpPr>
            <a:spLocks noGrp="1"/>
          </p:cNvSpPr>
          <p:nvPr/>
        </p:nvSpPr>
        <p:spPr>
          <a:xfrm>
            <a:off x="15617190" y="5878830"/>
            <a:ext cx="121920" cy="121920"/>
          </a:xfrm>
          <a:custGeom>
            <a:pathLst>
              <a:path w="121920" h="121920">
                <a:moveTo>
                  <a:pt x="0" y="0"/>
                </a:moveTo>
                <a:lnTo>
                  <a:pt x="60960" y="121920"/>
                </a:lnTo>
                <a:lnTo>
                  <a:pt x="121920" y="0"/>
                </a:lnTo>
              </a:path>
            </a:pathLst>
          </a:custGeom>
          <a:noFill/>
          <a:ln w="24384">
            <a:solidFill>
              <a:srgbClr val="2858A5"/>
            </a:solidFill>
            <a:prstDash val="solid"/>
          </a:ln>
        </p:spPr>
      </p:sp>
      <p:sp>
        <p:nvSpPr>
          <p:cNvPr id="194" name="dp44-implementation-comparison / n173 / path">
            <a:extLst>
              <a:ext uri="{FF2B5EF4-FFF2-40B4-BE49-F238E27FC236}">
                <ns2:creationId id="{8C115B19-9492-474A-B42C-7F5EFC65E474}"/>
              </a:ext>
            </a:extLst>
          </p:cNvPr>
          <p:cNvSpPr>
            <a:spLocks noGrp="1"/>
          </p:cNvSpPr>
          <p:nvPr/>
        </p:nvSpPr>
        <p:spPr>
          <a:xfrm>
            <a:off x="15678150" y="4972050"/>
            <a:ext cx="1295400" cy="1028700"/>
          </a:xfrm>
          <a:custGeom>
            <a:pathLst>
              <a:path w="1295400" h="1028700">
                <a:moveTo>
                  <a:pt x="0" y="0"/>
                </a:moveTo>
                <a:lnTo>
                  <a:pt x="0" y="238125"/>
                </a:lnTo>
                <a:lnTo>
                  <a:pt x="1295400" y="238125"/>
                </a:lnTo>
                <a:lnTo>
                  <a:pt x="1295400" y="1028700"/>
                </a:lnTo>
              </a:path>
            </a:pathLst>
          </a:custGeom>
          <a:noFill/>
          <a:ln w="19050">
            <a:solidFill>
              <a:srgbClr val="2858A5"/>
            </a:solidFill>
            <a:prstDash val="solid"/>
          </a:ln>
        </p:spPr>
      </p:sp>
      <p:sp>
        <p:nvSpPr>
          <p:cNvPr id="195" name="dp44-implementation-comparison / n173 / arrow">
            <a:extLst>
              <a:ext uri="{FF2B5EF4-FFF2-40B4-BE49-F238E27FC236}">
                <ns2:creationId id="{F1687FBD-ACF7-49AA-B26D-37B24486A200}"/>
              </a:ext>
            </a:extLst>
          </p:cNvPr>
          <p:cNvSpPr>
            <a:spLocks noGrp="1"/>
          </p:cNvSpPr>
          <p:nvPr/>
        </p:nvSpPr>
        <p:spPr>
          <a:xfrm>
            <a:off x="16912590" y="5878830"/>
            <a:ext cx="121920" cy="121920"/>
          </a:xfrm>
          <a:custGeom>
            <a:pathLst>
              <a:path w="121920" h="121920">
                <a:moveTo>
                  <a:pt x="0" y="0"/>
                </a:moveTo>
                <a:lnTo>
                  <a:pt x="60960" y="121920"/>
                </a:lnTo>
                <a:lnTo>
                  <a:pt x="121920" y="0"/>
                </a:lnTo>
              </a:path>
            </a:pathLst>
          </a:custGeom>
          <a:noFill/>
          <a:ln w="24384">
            <a:solidFill>
              <a:srgbClr val="2858A5"/>
            </a:solidFill>
            <a:prstDash val="solid"/>
          </a:ln>
        </p:spPr>
      </p:sp>
      <p:sp>
        <p:nvSpPr>
          <p:cNvPr id="196" name="dp44-implementation-comparison / n174 / path">
            <a:extLst>
              <a:ext uri="{FF2B5EF4-FFF2-40B4-BE49-F238E27FC236}">
                <ns2:creationId id="{7B95A32B-001E-4D66-B5DD-EF9EE68074A4}"/>
              </a:ext>
            </a:extLst>
          </p:cNvPr>
          <p:cNvSpPr>
            <a:spLocks noGrp="1"/>
          </p:cNvSpPr>
          <p:nvPr/>
        </p:nvSpPr>
        <p:spPr>
          <a:xfrm>
            <a:off x="12954000" y="4972050"/>
            <a:ext cx="4733925" cy="1266825"/>
          </a:xfrm>
          <a:custGeom>
            <a:pathLst>
              <a:path w="4733925" h="1266825">
                <a:moveTo>
                  <a:pt x="0" y="0"/>
                </a:moveTo>
                <a:lnTo>
                  <a:pt x="0" y="95250"/>
                </a:lnTo>
                <a:lnTo>
                  <a:pt x="4733925" y="95250"/>
                </a:lnTo>
                <a:lnTo>
                  <a:pt x="4733925" y="1266825"/>
                </a:lnTo>
                <a:lnTo>
                  <a:pt x="4572000" y="1266825"/>
                </a:lnTo>
              </a:path>
            </a:pathLst>
          </a:custGeom>
          <a:noFill/>
          <a:ln w="19050">
            <a:solidFill>
              <a:srgbClr val="2858A5"/>
            </a:solidFill>
            <a:prstDash val="solid"/>
          </a:ln>
        </p:spPr>
      </p:sp>
      <p:sp>
        <p:nvSpPr>
          <p:cNvPr id="197" name="dp44-implementation-comparison / n174 / arrow">
            <a:extLst>
              <a:ext uri="{FF2B5EF4-FFF2-40B4-BE49-F238E27FC236}">
                <ns2:creationId id="{AA2D7968-0B5C-47AA-83D0-BA1D384108F8}"/>
              </a:ext>
            </a:extLst>
          </p:cNvPr>
          <p:cNvSpPr>
            <a:spLocks noGrp="1"/>
          </p:cNvSpPr>
          <p:nvPr/>
        </p:nvSpPr>
        <p:spPr>
          <a:xfrm>
            <a:off x="17526000" y="6177915"/>
            <a:ext cx="121920" cy="121920"/>
          </a:xfrm>
          <a:custGeom>
            <a:pathLst>
              <a:path w="121920" h="121920">
                <a:moveTo>
                  <a:pt x="121920" y="0"/>
                </a:moveTo>
                <a:lnTo>
                  <a:pt x="0" y="60960"/>
                </a:lnTo>
                <a:lnTo>
                  <a:pt x="121920" y="121920"/>
                </a:lnTo>
              </a:path>
            </a:pathLst>
          </a:custGeom>
          <a:noFill/>
          <a:ln w="24384">
            <a:solidFill>
              <a:srgbClr val="2858A5"/>
            </a:solidFill>
            <a:prstDash val="solid"/>
          </a:ln>
        </p:spPr>
      </p:sp>
      <p:sp>
        <p:nvSpPr>
          <p:cNvPr id="198" name="dp44-implementation-comparison / n175 / path">
            <a:extLst>
              <a:ext uri="{FF2B5EF4-FFF2-40B4-BE49-F238E27FC236}">
                <ns2:creationId id="{7409D589-CDE5-40BD-BCBE-D7A11D2E0AC8}"/>
              </a:ext>
            </a:extLst>
          </p:cNvPr>
          <p:cNvSpPr>
            <a:spLocks noGrp="1"/>
          </p:cNvSpPr>
          <p:nvPr/>
        </p:nvSpPr>
        <p:spPr>
          <a:xfrm>
            <a:off x="15678150" y="7334250"/>
            <a:ext cx="953" cy="200025"/>
          </a:xfrm>
          <a:custGeom>
            <a:pathLst>
              <a:path w="953" h="200025">
                <a:moveTo>
                  <a:pt x="0" y="0"/>
                </a:moveTo>
                <a:lnTo>
                  <a:pt x="0" y="200025"/>
                </a:lnTo>
              </a:path>
            </a:pathLst>
          </a:custGeom>
          <a:noFill/>
          <a:ln w="19050">
            <a:solidFill>
              <a:srgbClr val="2858A5"/>
            </a:solidFill>
            <a:prstDash val="solid"/>
          </a:ln>
        </p:spPr>
      </p:sp>
      <p:sp>
        <p:nvSpPr>
          <p:cNvPr id="199" name="dp44-implementation-comparison / n175 / arrow">
            <a:extLst>
              <a:ext uri="{FF2B5EF4-FFF2-40B4-BE49-F238E27FC236}">
                <ns2:creationId id="{3350961C-2E9D-4DDD-BD3D-713957569B56}"/>
              </a:ext>
            </a:extLst>
          </p:cNvPr>
          <p:cNvSpPr>
            <a:spLocks noGrp="1"/>
          </p:cNvSpPr>
          <p:nvPr/>
        </p:nvSpPr>
        <p:spPr>
          <a:xfrm>
            <a:off x="15617190" y="7412355"/>
            <a:ext cx="121920" cy="121920"/>
          </a:xfrm>
          <a:custGeom>
            <a:pathLst>
              <a:path w="121920" h="121920">
                <a:moveTo>
                  <a:pt x="0" y="0"/>
                </a:moveTo>
                <a:lnTo>
                  <a:pt x="60960" y="121920"/>
                </a:lnTo>
                <a:lnTo>
                  <a:pt x="121920" y="0"/>
                </a:lnTo>
              </a:path>
            </a:pathLst>
          </a:custGeom>
          <a:noFill/>
          <a:ln w="24384">
            <a:solidFill>
              <a:srgbClr val="2858A5"/>
            </a:solidFill>
            <a:prstDash val="solid"/>
          </a:ln>
        </p:spPr>
      </p:sp>
      <p:sp>
        <p:nvSpPr>
          <p:cNvPr id="200" name="dp44-implementation-comparison / n176 / text 1">
            <a:extLst>
              <a:ext uri="{FF2B5EF4-FFF2-40B4-BE49-F238E27FC236}">
                <ns2:creationId id="{0524BF6F-E499-46BE-8E0B-72E2290CC138}"/>
              </a:ext>
            </a:extLst>
          </p:cNvPr>
          <p:cNvSpPr>
            <a:spLocks noGrp="1"/>
          </p:cNvSpPr>
          <p:nvPr/>
        </p:nvSpPr>
        <p:spPr>
          <a:xfrm>
            <a:off x="12668250" y="7458075"/>
            <a:ext cx="2857500" cy="220980"/>
          </a:xfrm>
          <a:prstGeom prst="rect">
            <a:avLst/>
          </a:prstGeom>
          <a:noFill/>
          <a:ln w="0">
            <a:noFill/>
            <a:prstDash val="solid"/>
          </a:ln>
        </p:spPr>
        <p:txBody>
          <a:bodyPr wrap="none" lIns="0" tIns="0" rIns="0" bIns="0" anchor="t">
            <a:noAutofit/>
          </a:bodyPr>
          <a:lstStyle>
            <a:defPPr algn="l">
              <a:defRPr sz="1200" b="0" lang="ko-KR">
                <a:solidFill>
                  <a:srgbClr val="2858A5"/>
                </a:solidFill>
                <a:latin typeface="Calibri"/>
                <a:ea typeface="Calibri"/>
                <a:cs typeface="Calibri"/>
              </a:defRPr>
            </a:defPPr>
          </a:lstStyle>
          <a:p>
            <a:pPr algn="l">
              <a:defRPr sz="1200" b="0" lang="ko-KR">
                <a:solidFill>
                  <a:srgbClr val="2858A5"/>
                </a:solidFill>
                <a:latin typeface="Calibri"/>
                <a:ea typeface="Calibri"/>
                <a:cs typeface="Calibri"/>
              </a:defRPr>
            </a:pPr>
            <a:r>
              <a:rPr sz="1200" b="0" lang="ko-KR">
                <a:solidFill>
                  <a:srgbClr val="2858A5"/>
                </a:solidFill>
                <a:latin typeface="Calibri"/>
                <a:ea typeface="Calibri"/>
                <a:cs typeface="Calibri"/>
              </a:rPr>
              <a:t>eligible → Publication Control</a:t>
            </a:r>
            <a:endParaRPr lang="ko-KR">
              <a:latin typeface="Calibri"/>
              <a:ea typeface="Calibri"/>
              <a:cs typeface="Calibri"/>
            </a:endParaRPr>
          </a:p>
        </p:txBody>
      </p:sp>
      <p:sp>
        <p:nvSpPr>
          <p:cNvPr id="201" name="dp44-implementation-comparison / n177 / text 1">
            <a:extLst>
              <a:ext uri="{FF2B5EF4-FFF2-40B4-BE49-F238E27FC236}">
                <ns2:creationId id="{21CC0CB2-2C6B-4EF5-8898-94C87C02701B}"/>
              </a:ext>
            </a:extLst>
          </p:cNvPr>
          <p:cNvSpPr>
            <a:spLocks noGrp="1"/>
          </p:cNvSpPr>
          <p:nvPr/>
        </p:nvSpPr>
        <p:spPr>
          <a:xfrm>
            <a:off x="9667875" y="7848600"/>
            <a:ext cx="795337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J1 늦은 완료: Composer Done Queue에서 자기 Job 무효 검사 후 폐기</a:t>
            </a:r>
            <a:endParaRPr lang="ko-KR">
              <a:latin typeface="Calibri"/>
              <a:ea typeface="Calibri"/>
              <a:cs typeface="Calibri"/>
            </a:endParaRPr>
          </a:p>
        </p:txBody>
      </p:sp>
      <p:sp>
        <p:nvSpPr>
          <p:cNvPr id="202" name="dp44-implementation-comparison / n178 / text 1">
            <a:extLst>
              <a:ext uri="{FF2B5EF4-FFF2-40B4-BE49-F238E27FC236}">
                <ns2:creationId id="{3205E201-A206-47CA-915F-6B4FFE01B821}"/>
              </a:ext>
            </a:extLst>
          </p:cNvPr>
          <p:cNvSpPr>
            <a:spLocks noGrp="1"/>
          </p:cNvSpPr>
          <p:nvPr/>
        </p:nvSpPr>
        <p:spPr>
          <a:xfrm>
            <a:off x="9667875" y="8096250"/>
            <a:ext cx="7953375"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후보와 조건은 Join의 별도 Queue에 도착하며 ID와 revision으로 결합</a:t>
            </a:r>
            <a:endParaRPr lang="ko-KR">
              <a:latin typeface="Calibri"/>
              <a:ea typeface="Calibri"/>
              <a:cs typeface="Calibri"/>
            </a:endParaRPr>
          </a:p>
        </p:txBody>
      </p:sp>
      <p:sp>
        <p:nvSpPr>
          <p:cNvPr id="203" name="dp44-implementation-comparison / n179">
            <a:extLst>
              <a:ext uri="{FF2B5EF4-FFF2-40B4-BE49-F238E27FC236}">
                <ns2:creationId id="{CF04AAC4-A702-4233-8B4F-0560FCB3B55A}"/>
              </a:ext>
            </a:extLst>
          </p:cNvPr>
          <p:cNvSpPr>
            <a:spLocks noGrp="1"/>
          </p:cNvSpPr>
          <p:nvPr/>
        </p:nvSpPr>
        <p:spPr>
          <a:xfrm>
            <a:off x="514350" y="8382000"/>
            <a:ext cx="17259300" cy="638175"/>
          </a:xfrm>
          <a:prstGeom prst="rect">
            <a:avLst/>
          </a:prstGeom>
          <a:solidFill>
            <a:srgbClr val="F4F7FA"/>
          </a:solidFill>
          <a:ln w="16193">
            <a:solidFill>
              <a:srgbClr val="CDD6DE"/>
            </a:solidFill>
            <a:prstDash val="solid"/>
          </a:ln>
        </p:spPr>
      </p:sp>
      <p:sp>
        <p:nvSpPr>
          <p:cNvPr id="204" name="dp44-implementation-comparison / n180 / text 1">
            <a:extLst>
              <a:ext uri="{FF2B5EF4-FFF2-40B4-BE49-F238E27FC236}">
                <ns2:creationId id="{D1DF7E0E-846B-496D-AADC-591986AC03F9}"/>
              </a:ext>
            </a:extLst>
          </p:cNvPr>
          <p:cNvSpPr>
            <a:spLocks noGrp="1"/>
          </p:cNvSpPr>
          <p:nvPr/>
        </p:nvSpPr>
        <p:spPr>
          <a:xfrm>
            <a:off x="666750" y="8486775"/>
            <a:ext cx="2190750" cy="262414"/>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양안 공통 최종 전달</a:t>
            </a:r>
            <a:endParaRPr lang="ko-KR">
              <a:latin typeface="Calibri"/>
              <a:ea typeface="Calibri"/>
              <a:cs typeface="Calibri"/>
            </a:endParaRPr>
          </a:p>
        </p:txBody>
      </p:sp>
      <p:sp>
        <p:nvSpPr>
          <p:cNvPr id="205" name="dp44-implementation-comparison / n181 / text 1">
            <a:extLst>
              <a:ext uri="{FF2B5EF4-FFF2-40B4-BE49-F238E27FC236}">
                <ns2:creationId id="{B6576458-D0B1-4880-850A-D5E0316B0FCC}"/>
              </a:ext>
            </a:extLst>
          </p:cNvPr>
          <p:cNvSpPr>
            <a:spLocks noGrp="1"/>
          </p:cNvSpPr>
          <p:nvPr/>
        </p:nvSpPr>
        <p:spPr>
          <a:xfrm>
            <a:off x="3000375" y="8486775"/>
            <a:ext cx="14620875" cy="262414"/>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Publication Control 현재성 및 권한 확인 → Interaction Manager 실제 표시와 재생 → ActualReceipt → Presented</a:t>
            </a:r>
            <a:endParaRPr lang="ko-KR">
              <a:latin typeface="Calibri"/>
              <a:ea typeface="Calibri"/>
              <a:cs typeface="Calibri"/>
            </a:endParaRPr>
          </a:p>
        </p:txBody>
      </p:sp>
      <p:sp>
        <p:nvSpPr>
          <p:cNvPr id="206" name="dp44-implementation-comparison / n182 / text 1">
            <a:extLst>
              <a:ext uri="{FF2B5EF4-FFF2-40B4-BE49-F238E27FC236}">
                <ns2:creationId id="{09B47BFB-2AC9-45E6-BB4D-D39AD8717D74}"/>
              </a:ext>
            </a:extLst>
          </p:cNvPr>
          <p:cNvSpPr>
            <a:spLocks noGrp="1"/>
          </p:cNvSpPr>
          <p:nvPr/>
        </p:nvSpPr>
        <p:spPr>
          <a:xfrm>
            <a:off x="666750" y="8743950"/>
            <a:ext cx="16906875"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발화 감지는 즉시 출력 중단과 관련 게시 hold를 유발한다. Task나 Job 취소는 정정 의도 채택 후 별도로 판단한다.</a:t>
            </a:r>
            <a:endParaRPr lang="ko-KR">
              <a:latin typeface="Calibri"/>
              <a:ea typeface="Calibri"/>
              <a:cs typeface="Calibri"/>
            </a:endParaRPr>
          </a:p>
        </p:txBody>
      </p:sp>
      <p:sp>
        <p:nvSpPr>
          <p:cNvPr id="207" name="dp44-implementation-comparison / n183">
            <a:extLst>
              <a:ext uri="{FF2B5EF4-FFF2-40B4-BE49-F238E27FC236}">
                <ns2:creationId id="{833C0BCE-2FB5-4FD2-A017-3C0DD7CC00B3}"/>
              </a:ext>
            </a:extLst>
          </p:cNvPr>
          <p:cNvSpPr>
            <a:spLocks noGrp="1"/>
          </p:cNvSpPr>
          <p:nvPr/>
        </p:nvSpPr>
        <p:spPr>
          <a:xfrm>
            <a:off x="514350" y="9286875"/>
            <a:ext cx="1695450" cy="438150"/>
          </a:xfrm>
          <a:prstGeom prst="rect">
            <a:avLst/>
          </a:prstGeom>
          <a:solidFill>
            <a:srgbClr val="FFFFFF"/>
          </a:solidFill>
          <a:ln w="16193">
            <a:solidFill>
              <a:srgbClr val="B8753F"/>
            </a:solidFill>
            <a:prstDash val="solid"/>
          </a:ln>
        </p:spPr>
      </p:sp>
      <p:sp>
        <p:nvSpPr>
          <p:cNvPr id="208" name="dp44-implementation-comparison / n184 / text 1">
            <a:extLst>
              <a:ext uri="{FF2B5EF4-FFF2-40B4-BE49-F238E27FC236}">
                <ns2:creationId id="{E0944747-2111-4093-B856-72B5FAEECC6E}"/>
              </a:ext>
            </a:extLst>
          </p:cNvPr>
          <p:cNvSpPr>
            <a:spLocks noGrp="1"/>
          </p:cNvSpPr>
          <p:nvPr/>
        </p:nvSpPr>
        <p:spPr>
          <a:xfrm>
            <a:off x="600075" y="9353550"/>
            <a:ext cx="15240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Queue</a:t>
            </a:r>
            <a:endParaRPr lang="ko-KR">
              <a:latin typeface="Calibri"/>
              <a:ea typeface="Calibri"/>
              <a:cs typeface="Calibri"/>
            </a:endParaRPr>
          </a:p>
        </p:txBody>
      </p:sp>
      <p:sp>
        <p:nvSpPr>
          <p:cNvPr id="209" name="dp44-implementation-comparison / n185">
            <a:extLst>
              <a:ext uri="{FF2B5EF4-FFF2-40B4-BE49-F238E27FC236}">
                <ns2:creationId id="{7631E87E-819C-4581-BE74-BE58407181BE}"/>
              </a:ext>
            </a:extLst>
          </p:cNvPr>
          <p:cNvSpPr>
            <a:spLocks noGrp="1"/>
          </p:cNvSpPr>
          <p:nvPr/>
        </p:nvSpPr>
        <p:spPr>
          <a:xfrm>
            <a:off x="1409700" y="9515475"/>
            <a:ext cx="142875" cy="142875"/>
          </a:xfrm>
          <a:prstGeom prst="rect">
            <a:avLst/>
          </a:prstGeom>
          <a:solidFill>
            <a:srgbClr val="FFFFFF"/>
          </a:solidFill>
          <a:ln w="16193">
            <a:solidFill>
              <a:srgbClr val="5F6B77"/>
            </a:solidFill>
            <a:prstDash val="solid"/>
          </a:ln>
        </p:spPr>
      </p:sp>
      <p:sp>
        <p:nvSpPr>
          <p:cNvPr id="210" name="dp44-implementation-comparison / n186">
            <a:extLst>
              <a:ext uri="{FF2B5EF4-FFF2-40B4-BE49-F238E27FC236}">
                <ns2:creationId id="{85D2A975-5C3D-43F6-BE9E-602C3E8E9A09}"/>
              </a:ext>
            </a:extLst>
          </p:cNvPr>
          <p:cNvSpPr>
            <a:spLocks noGrp="1"/>
          </p:cNvSpPr>
          <p:nvPr/>
        </p:nvSpPr>
        <p:spPr>
          <a:xfrm>
            <a:off x="1590675" y="9515475"/>
            <a:ext cx="142875" cy="142875"/>
          </a:xfrm>
          <a:prstGeom prst="rect">
            <a:avLst/>
          </a:prstGeom>
          <a:solidFill>
            <a:srgbClr val="FFFFFF"/>
          </a:solidFill>
          <a:ln w="16193">
            <a:solidFill>
              <a:srgbClr val="5F6B77"/>
            </a:solidFill>
            <a:prstDash val="solid"/>
          </a:ln>
        </p:spPr>
      </p:sp>
      <p:sp>
        <p:nvSpPr>
          <p:cNvPr id="211" name="dp44-implementation-comparison / n187">
            <a:extLst>
              <a:ext uri="{FF2B5EF4-FFF2-40B4-BE49-F238E27FC236}">
                <ns2:creationId id="{A1A1AC90-C898-418E-AB3A-C9CE694F06E8}"/>
              </a:ext>
            </a:extLst>
          </p:cNvPr>
          <p:cNvSpPr>
            <a:spLocks noGrp="1"/>
          </p:cNvSpPr>
          <p:nvPr/>
        </p:nvSpPr>
        <p:spPr>
          <a:xfrm>
            <a:off x="1771650" y="9515475"/>
            <a:ext cx="142875" cy="142875"/>
          </a:xfrm>
          <a:prstGeom prst="rect">
            <a:avLst/>
          </a:prstGeom>
          <a:solidFill>
            <a:srgbClr val="FFFFFF"/>
          </a:solidFill>
          <a:ln w="16193">
            <a:solidFill>
              <a:srgbClr val="5F6B77"/>
            </a:solidFill>
            <a:prstDash val="solid"/>
          </a:ln>
        </p:spPr>
      </p:sp>
      <p:sp>
        <p:nvSpPr>
          <p:cNvPr id="212" name="dp44-implementation-comparison / n188">
            <a:extLst>
              <a:ext uri="{FF2B5EF4-FFF2-40B4-BE49-F238E27FC236}">
                <ns2:creationId id="{E9DBD3FF-C900-4D63-A4F2-117AC47A8A52}"/>
              </a:ext>
            </a:extLst>
          </p:cNvPr>
          <p:cNvSpPr>
            <a:spLocks noGrp="1"/>
          </p:cNvSpPr>
          <p:nvPr/>
        </p:nvSpPr>
        <p:spPr>
          <a:xfrm>
            <a:off x="1952625" y="9515475"/>
            <a:ext cx="142875" cy="142875"/>
          </a:xfrm>
          <a:prstGeom prst="rect">
            <a:avLst/>
          </a:prstGeom>
          <a:solidFill>
            <a:srgbClr val="FFFFFF"/>
          </a:solidFill>
          <a:ln w="16193">
            <a:solidFill>
              <a:srgbClr val="5F6B77"/>
            </a:solidFill>
            <a:prstDash val="solid"/>
          </a:ln>
        </p:spPr>
      </p:sp>
      <p:sp>
        <p:nvSpPr>
          <p:cNvPr id="213" name="dp44-implementation-comparison / n189">
            <a:extLst>
              <a:ext uri="{FF2B5EF4-FFF2-40B4-BE49-F238E27FC236}">
                <ns2:creationId id="{DBAAAC52-9C5A-4E2E-9C9C-E57D8E3775D1}"/>
              </a:ext>
            </a:extLst>
          </p:cNvPr>
          <p:cNvSpPr>
            <a:spLocks noGrp="1"/>
          </p:cNvSpPr>
          <p:nvPr/>
        </p:nvSpPr>
        <p:spPr>
          <a:xfrm>
            <a:off x="2476500" y="9286875"/>
            <a:ext cx="1695450" cy="438150"/>
          </a:xfrm>
          <a:prstGeom prst="can">
            <a:avLst/>
          </a:prstGeom>
          <a:solidFill>
            <a:srgbClr val="FFFFFF"/>
          </a:solidFill>
          <a:ln w="16193">
            <a:solidFill>
              <a:srgbClr val="B8753F"/>
            </a:solidFill>
            <a:prstDash val="solid"/>
          </a:ln>
        </p:spPr>
      </p:sp>
      <p:sp>
        <p:nvSpPr>
          <p:cNvPr id="214" name="dp44-implementation-comparison / n190 / text 1">
            <a:extLst>
              <a:ext uri="{FF2B5EF4-FFF2-40B4-BE49-F238E27FC236}">
                <ns2:creationId id="{859CA400-AFDF-4250-A420-7912626F4A12}"/>
              </a:ext>
            </a:extLst>
          </p:cNvPr>
          <p:cNvSpPr>
            <a:spLocks noGrp="1"/>
          </p:cNvSpPr>
          <p:nvPr/>
        </p:nvSpPr>
        <p:spPr>
          <a:xfrm>
            <a:off x="2562225" y="9458325"/>
            <a:ext cx="1524000" cy="207169"/>
          </a:xfrm>
          <a:prstGeom prst="rect">
            <a:avLst/>
          </a:prstGeom>
          <a:noFill/>
          <a:ln w="0">
            <a:noFill/>
            <a:prstDash val="solid"/>
          </a:ln>
        </p:spPr>
        <p:txBody>
          <a:bodyPr wrap="none" lIns="0" tIns="0" rIns="0" bIns="0" anchor="t">
            <a:noAutofit/>
          </a:bodyPr>
          <a:lstStyle>
            <a:defPPr algn="l">
              <a:defRPr sz="1100" b="0" lang="ko-KR">
                <a:solidFill>
                  <a:srgbClr val="18232E"/>
                </a:solidFill>
                <a:latin typeface="Calibri"/>
                <a:ea typeface="Calibri"/>
                <a:cs typeface="Calibri"/>
              </a:defRPr>
            </a:defP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상태 원통</a:t>
            </a:r>
            <a:endParaRPr lang="ko-KR">
              <a:latin typeface="Calibri"/>
              <a:ea typeface="Calibri"/>
              <a:cs typeface="Calibri"/>
            </a:endParaRPr>
          </a:p>
        </p:txBody>
      </p:sp>
      <p:sp>
        <p:nvSpPr>
          <p:cNvPr id="215" name="dp44-implementation-comparison / n191 / path">
            <a:extLst>
              <a:ext uri="{FF2B5EF4-FFF2-40B4-BE49-F238E27FC236}">
                <ns2:creationId id="{7A097A19-80A8-4809-AE2A-4A10EDA0AC90}"/>
              </a:ext>
            </a:extLst>
          </p:cNvPr>
          <p:cNvSpPr>
            <a:spLocks noGrp="1"/>
          </p:cNvSpPr>
          <p:nvPr/>
        </p:nvSpPr>
        <p:spPr>
          <a:xfrm>
            <a:off x="4476750" y="9505950"/>
            <a:ext cx="619125" cy="953"/>
          </a:xfrm>
          <a:custGeom>
            <a:pathLst>
              <a:path w="619125" h="953">
                <a:moveTo>
                  <a:pt x="0" y="0"/>
                </a:moveTo>
                <a:lnTo>
                  <a:pt x="619125" y="0"/>
                </a:lnTo>
              </a:path>
            </a:pathLst>
          </a:custGeom>
          <a:noFill/>
          <a:ln w="19050">
            <a:solidFill>
              <a:srgbClr val="2858A5"/>
            </a:solidFill>
            <a:prstDash val="solid"/>
          </a:ln>
        </p:spPr>
      </p:sp>
      <p:sp>
        <p:nvSpPr>
          <p:cNvPr id="216" name="dp44-implementation-comparison / n191 / arrow">
            <a:extLst>
              <a:ext uri="{FF2B5EF4-FFF2-40B4-BE49-F238E27FC236}">
                <ns2:creationId id="{A00E5E5A-B377-4F25-B1E4-3BC0209E0313}"/>
              </a:ext>
            </a:extLst>
          </p:cNvPr>
          <p:cNvSpPr>
            <a:spLocks noGrp="1"/>
          </p:cNvSpPr>
          <p:nvPr/>
        </p:nvSpPr>
        <p:spPr>
          <a:xfrm>
            <a:off x="4973955" y="9444990"/>
            <a:ext cx="121920" cy="121920"/>
          </a:xfrm>
          <a:custGeom>
            <a:pathLst>
              <a:path w="121920" h="121920">
                <a:moveTo>
                  <a:pt x="0" y="121920"/>
                </a:moveTo>
                <a:lnTo>
                  <a:pt x="121920" y="60960"/>
                </a:lnTo>
                <a:lnTo>
                  <a:pt x="0" y="0"/>
                </a:lnTo>
              </a:path>
            </a:pathLst>
          </a:custGeom>
          <a:noFill/>
          <a:ln w="24384">
            <a:solidFill>
              <a:srgbClr val="2858A5"/>
            </a:solidFill>
            <a:prstDash val="solid"/>
          </a:ln>
        </p:spPr>
      </p:sp>
      <p:sp>
        <p:nvSpPr>
          <p:cNvPr id="217" name="dp44-implementation-comparison / n192 / text 1">
            <a:extLst>
              <a:ext uri="{FF2B5EF4-FFF2-40B4-BE49-F238E27FC236}">
                <ns2:creationId id="{CE08482A-2BF3-44DA-8BE1-22C8BA417DED}"/>
              </a:ext>
            </a:extLst>
          </p:cNvPr>
          <p:cNvSpPr>
            <a:spLocks noGrp="1"/>
          </p:cNvSpPr>
          <p:nvPr/>
        </p:nvSpPr>
        <p:spPr>
          <a:xfrm>
            <a:off x="5191125" y="9353550"/>
            <a:ext cx="1238250" cy="234791"/>
          </a:xfrm>
          <a:prstGeom prst="rect">
            <a:avLst/>
          </a:prstGeom>
          <a:noFill/>
          <a:ln w="0">
            <a:noFill/>
            <a:prstDash val="solid"/>
          </a:ln>
        </p:spPr>
        <p:txBody>
          <a:bodyPr wrap="none" lIns="0" tIns="0" rIns="0" bIns="0" anchor="t">
            <a:noAutofit/>
          </a:bodyPr>
          <a:lstStyle>
            <a:defPPr algn="l">
              <a:defRPr sz="1300" b="0" lang="ko-KR">
                <a:solidFill>
                  <a:srgbClr val="18232E"/>
                </a:solidFill>
                <a:latin typeface="Calibri"/>
                <a:ea typeface="Calibri"/>
                <a:cs typeface="Calibri"/>
              </a:defRPr>
            </a:defP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enqueue</a:t>
            </a:r>
            <a:endParaRPr lang="ko-KR">
              <a:latin typeface="Calibri"/>
              <a:ea typeface="Calibri"/>
              <a:cs typeface="Calibri"/>
            </a:endParaRPr>
          </a:p>
        </p:txBody>
      </p:sp>
      <p:sp>
        <p:nvSpPr>
          <p:cNvPr id="218" name="dp44-implementation-comparison / n193 / path">
            <a:extLst>
              <a:ext uri="{FF2B5EF4-FFF2-40B4-BE49-F238E27FC236}">
                <ns2:creationId id="{02F2C009-264C-4203-8C02-C8C200758BAE}"/>
              </a:ext>
            </a:extLst>
          </p:cNvPr>
          <p:cNvSpPr>
            <a:spLocks noGrp="1"/>
          </p:cNvSpPr>
          <p:nvPr/>
        </p:nvSpPr>
        <p:spPr>
          <a:xfrm>
            <a:off x="6572250" y="9505950"/>
            <a:ext cx="619125" cy="953"/>
          </a:xfrm>
          <a:custGeom>
            <a:pathLst>
              <a:path w="619125" h="953">
                <a:moveTo>
                  <a:pt x="0" y="0"/>
                </a:moveTo>
                <a:lnTo>
                  <a:pt x="619125" y="0"/>
                </a:lnTo>
              </a:path>
            </a:pathLst>
          </a:custGeom>
          <a:noFill/>
          <a:ln w="19050">
            <a:solidFill>
              <a:srgbClr val="2858A5"/>
            </a:solidFill>
            <a:prstDash val="dash"/>
          </a:ln>
        </p:spPr>
      </p:sp>
      <p:sp>
        <p:nvSpPr>
          <p:cNvPr id="219" name="dp44-implementation-comparison / n193 / arrow">
            <a:extLst>
              <a:ext uri="{FF2B5EF4-FFF2-40B4-BE49-F238E27FC236}">
                <ns2:creationId id="{3A771203-45F2-4F0D-B420-8E08E1446459}"/>
              </a:ext>
            </a:extLst>
          </p:cNvPr>
          <p:cNvSpPr>
            <a:spLocks noGrp="1"/>
          </p:cNvSpPr>
          <p:nvPr/>
        </p:nvSpPr>
        <p:spPr>
          <a:xfrm>
            <a:off x="7069455" y="9444990"/>
            <a:ext cx="121920" cy="121920"/>
          </a:xfrm>
          <a:custGeom>
            <a:pathLst>
              <a:path w="121920" h="121920">
                <a:moveTo>
                  <a:pt x="0" y="121920"/>
                </a:moveTo>
                <a:lnTo>
                  <a:pt x="121920" y="60960"/>
                </a:lnTo>
                <a:lnTo>
                  <a:pt x="0" y="0"/>
                </a:lnTo>
              </a:path>
            </a:pathLst>
          </a:custGeom>
          <a:noFill/>
          <a:ln w="24384">
            <a:solidFill>
              <a:srgbClr val="2858A5"/>
            </a:solidFill>
            <a:prstDash val="solid"/>
          </a:ln>
        </p:spPr>
      </p:sp>
      <p:sp>
        <p:nvSpPr>
          <p:cNvPr id="220" name="dp44-implementation-comparison / n194 / text 1">
            <a:extLst>
              <a:ext uri="{FF2B5EF4-FFF2-40B4-BE49-F238E27FC236}">
                <ns2:creationId id="{635F1603-F01C-446C-9B77-EEF38DDDDC71}"/>
              </a:ext>
            </a:extLst>
          </p:cNvPr>
          <p:cNvSpPr>
            <a:spLocks noGrp="1"/>
          </p:cNvSpPr>
          <p:nvPr/>
        </p:nvSpPr>
        <p:spPr>
          <a:xfrm>
            <a:off x="7286625" y="9353550"/>
            <a:ext cx="1666875" cy="234791"/>
          </a:xfrm>
          <a:prstGeom prst="rect">
            <a:avLst/>
          </a:prstGeom>
          <a:noFill/>
          <a:ln w="0">
            <a:noFill/>
            <a:prstDash val="solid"/>
          </a:ln>
        </p:spPr>
        <p:txBody>
          <a:bodyPr wrap="none" lIns="0" tIns="0" rIns="0" bIns="0" anchor="t">
            <a:noAutofit/>
          </a:bodyPr>
          <a:lstStyle>
            <a:defPPr algn="l">
              <a:defRPr sz="1300" b="0" lang="ko-KR">
                <a:solidFill>
                  <a:srgbClr val="18232E"/>
                </a:solidFill>
                <a:latin typeface="Calibri"/>
                <a:ea typeface="Calibri"/>
                <a:cs typeface="Calibri"/>
              </a:defRPr>
            </a:defP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완료 callback</a:t>
            </a:r>
            <a:endParaRPr lang="ko-KR">
              <a:latin typeface="Calibri"/>
              <a:ea typeface="Calibri"/>
              <a:cs typeface="Calibri"/>
            </a:endParaRPr>
          </a:p>
        </p:txBody>
      </p:sp>
      <p:sp>
        <p:nvSpPr>
          <p:cNvPr id="221" name="dp44-implementation-comparison / n195 / path">
            <a:extLst>
              <a:ext uri="{FF2B5EF4-FFF2-40B4-BE49-F238E27FC236}">
                <ns2:creationId id="{AFCC0866-04A2-4868-9E10-05D0D51C6B3E}"/>
              </a:ext>
            </a:extLst>
          </p:cNvPr>
          <p:cNvSpPr>
            <a:spLocks noGrp="1"/>
          </p:cNvSpPr>
          <p:nvPr/>
        </p:nvSpPr>
        <p:spPr>
          <a:xfrm>
            <a:off x="9239250" y="9505950"/>
            <a:ext cx="619125" cy="953"/>
          </a:xfrm>
          <a:custGeom>
            <a:pathLst>
              <a:path w="619125" h="953">
                <a:moveTo>
                  <a:pt x="0" y="0"/>
                </a:moveTo>
                <a:lnTo>
                  <a:pt x="619125" y="0"/>
                </a:lnTo>
              </a:path>
            </a:pathLst>
          </a:custGeom>
          <a:noFill/>
          <a:ln w="19050">
            <a:solidFill>
              <a:srgbClr val="B63732"/>
            </a:solidFill>
            <a:prstDash val="dash"/>
          </a:ln>
        </p:spPr>
      </p:sp>
      <p:sp>
        <p:nvSpPr>
          <p:cNvPr id="222" name="dp44-implementation-comparison / n195 / arrow">
            <a:extLst>
              <a:ext uri="{FF2B5EF4-FFF2-40B4-BE49-F238E27FC236}">
                <ns2:creationId id="{4E18D680-8939-40A1-AE90-27051551AEF5}"/>
              </a:ext>
            </a:extLst>
          </p:cNvPr>
          <p:cNvSpPr>
            <a:spLocks noGrp="1"/>
          </p:cNvSpPr>
          <p:nvPr/>
        </p:nvSpPr>
        <p:spPr>
          <a:xfrm>
            <a:off x="9736455" y="9444990"/>
            <a:ext cx="121920" cy="121920"/>
          </a:xfrm>
          <a:custGeom>
            <a:pathLst>
              <a:path w="121920" h="121920">
                <a:moveTo>
                  <a:pt x="0" y="121920"/>
                </a:moveTo>
                <a:lnTo>
                  <a:pt x="121920" y="60960"/>
                </a:lnTo>
                <a:lnTo>
                  <a:pt x="0" y="0"/>
                </a:lnTo>
              </a:path>
            </a:pathLst>
          </a:custGeom>
          <a:noFill/>
          <a:ln w="24384">
            <a:solidFill>
              <a:srgbClr val="B63732"/>
            </a:solidFill>
            <a:prstDash val="solid"/>
          </a:ln>
        </p:spPr>
      </p:sp>
      <p:sp>
        <p:nvSpPr>
          <p:cNvPr id="223" name="dp44-implementation-comparison / n196 / text 1">
            <a:extLst>
              <a:ext uri="{FF2B5EF4-FFF2-40B4-BE49-F238E27FC236}">
                <ns2:creationId id="{A022AE46-99AB-4DDD-A223-864487A9C4C7}"/>
              </a:ext>
            </a:extLst>
          </p:cNvPr>
          <p:cNvSpPr>
            <a:spLocks noGrp="1"/>
          </p:cNvSpPr>
          <p:nvPr/>
        </p:nvSpPr>
        <p:spPr>
          <a:xfrm>
            <a:off x="9953625" y="9353550"/>
            <a:ext cx="1762125" cy="234791"/>
          </a:xfrm>
          <a:prstGeom prst="rect">
            <a:avLst/>
          </a:prstGeom>
          <a:noFill/>
          <a:ln w="0">
            <a:noFill/>
            <a:prstDash val="solid"/>
          </a:ln>
        </p:spPr>
        <p:txBody>
          <a:bodyPr wrap="none" lIns="0" tIns="0" rIns="0" bIns="0" anchor="t">
            <a:noAutofit/>
          </a:bodyPr>
          <a:lstStyle>
            <a:defPPr algn="l">
              <a:defRPr sz="1300" b="0" lang="ko-KR">
                <a:solidFill>
                  <a:srgbClr val="18232E"/>
                </a:solidFill>
                <a:latin typeface="Calibri"/>
                <a:ea typeface="Calibri"/>
                <a:cs typeface="Calibri"/>
              </a:defRPr>
            </a:defP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제어와 취소</a:t>
            </a:r>
            <a:endParaRPr lang="ko-KR">
              <a:latin typeface="Calibri"/>
              <a:ea typeface="Calibri"/>
              <a:cs typeface="Calibri"/>
            </a:endParaRPr>
          </a:p>
        </p:txBody>
      </p:sp>
      <p:sp>
        <p:nvSpPr>
          <p:cNvPr id="224" name="dp44-implementation-comparison / n197 / text 1">
            <a:extLst>
              <a:ext uri="{FF2B5EF4-FFF2-40B4-BE49-F238E27FC236}">
                <ns2:creationId id="{1A84F19E-68C7-446A-9FDC-695DBB2CA9DE}"/>
              </a:ext>
            </a:extLst>
          </p:cNvPr>
          <p:cNvSpPr>
            <a:spLocks noGrp="1"/>
          </p:cNvSpPr>
          <p:nvPr/>
        </p:nvSpPr>
        <p:spPr>
          <a:xfrm>
            <a:off x="12096750" y="9353550"/>
            <a:ext cx="5476875"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A/B 미선정, 제품 구현과 품질 측정 없음</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0000"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32 / 49</a:t>
            </a:r>
            <a:endParaRPr lang="ko-KR">
              <a:latin typeface="Calibri"/>
              <a:ea typeface="Calibri"/>
              <a:cs typeface="Calibri"/>
            </a:endParaRPr>
          </a:p>
        </p:txBody>
      </p:sp>
    </p:spTree>
    <p:extLst>
      <p:ext uri="{BB962C8B-B14F-4D97-AF65-F5344CB8AC3E}">
        <p14:creationId val="2074085821"/>
      </p:ext>
    </p:extLst>
  </p:cSld>
</p:sld>
</file>

<file path=ppt/slides/dp44ScenarioV15_1.xml><?xml version="1.0" encoding="utf-8"?>
<p:sld xmlns:a="http://schemas.openxmlformats.org/drawingml/2006/main" xmlns:ns2="http://schemas.microsoft.com/office/drawing/2014/main" xmlns:p="http://schemas.openxmlformats.org/presentationml/2006/main" xmlns:p14="http://schemas.microsoft.com/office/powerpoint/2010/main">
  <p:cSld name="dp44-scenario-input">
    <p:bg>
      <p:bgPr>
        <a:solidFill>
          <a:srgbClr val="FFFFFF"/>
        </a:solidFill>
      </p:bgPr>
    </p:bg>
    <p:spTree>
      <p:nvGrpSpPr>
        <p:cNvPr id="1" name=""/>
        <p:cNvGrpSpPr/>
        <p:nvPr/>
      </p:nvGrpSpPr>
      <p:grpSpPr>
        <a:xfrm/>
      </p:grpSpPr>
      <p:sp>
        <p:nvSpPr>
          <p:cNvPr id="97" name="dp44-scenario-input / n1">
            <a:extLst>
              <a:ext uri="{FF2B5EF4-FFF2-40B4-BE49-F238E27FC236}">
                <ns2:creationId id="{2157283D-2335-4567-AE3A-7E2F9D1B1702}"/>
              </a:ext>
            </a:extLst>
          </p:cNvPr>
          <p:cNvSpPr>
            <a:spLocks noGrp="1"/>
          </p:cNvSpPr>
          <p:nvPr/>
        </p:nvSpPr>
        <p:spPr>
          <a:xfrm>
            <a:off x="0" y="0"/>
            <a:ext cx="18288000" cy="10287000"/>
          </a:xfrm>
          <a:prstGeom prst="rect">
            <a:avLst/>
          </a:prstGeom>
          <a:solidFill>
            <a:srgbClr val="FFFFFF"/>
          </a:solidFill>
          <a:ln w="0">
            <a:noFill/>
            <a:prstDash val="solid"/>
          </a:ln>
        </p:spPr>
      </p:sp>
      <p:sp>
        <p:nvSpPr>
          <p:cNvPr id="2" name="dp44-scenario-input / n2 / text 1">
            <a:extLst>
              <a:ext uri="{FF2B5EF4-FFF2-40B4-BE49-F238E27FC236}">
                <ns2:creationId id="{E8502C26-914D-4C9D-BF02-3DE2F692321B}"/>
              </a:ext>
            </a:extLst>
          </p:cNvPr>
          <p:cNvSpPr>
            <a:spLocks noGrp="1"/>
          </p:cNvSpPr>
          <p:nvPr/>
        </p:nvSpPr>
        <p:spPr>
          <a:xfrm>
            <a:off x="514350" y="285750"/>
            <a:ext cx="17049750" cy="552450"/>
          </a:xfrm>
          <a:prstGeom prst="rect">
            <a:avLst/>
          </a:prstGeom>
          <a:noFill/>
          <a:ln w="0">
            <a:noFill/>
            <a:prstDash val="solid"/>
          </a:ln>
        </p:spPr>
        <p:txBody>
          <a:bodyPr wrap="none" lIns="0" tIns="0" rIns="0" bIns="0" anchor="t">
            <a:noAutofit/>
          </a:bodyPr>
          <a:lstStyle>
            <a:defPPr algn="l">
              <a:defRPr sz="3000" b="1" lang="ko-KR">
                <a:solidFill>
                  <a:srgbClr val="18232E"/>
                </a:solidFill>
                <a:latin typeface="Calibri"/>
                <a:ea typeface="Calibri"/>
                <a:cs typeface="Calibri"/>
              </a:defRPr>
            </a:defPPr>
          </a:lstStyle>
          <a:p>
            <a:pPr algn="l">
              <a:defRPr sz="3000" b="1" lang="ko-KR">
                <a:solidFill>
                  <a:srgbClr val="18232E"/>
                </a:solidFill>
                <a:latin typeface="Calibri"/>
                <a:ea typeface="Calibri"/>
                <a:cs typeface="Calibri"/>
              </a:defRPr>
            </a:pPr>
            <a:r>
              <a:rPr sz="3000" b="1" lang="ko-KR">
                <a:solidFill>
                  <a:srgbClr val="18232E"/>
                </a:solidFill>
                <a:latin typeface="Calibri"/>
                <a:ea typeface="Calibri"/>
                <a:cs typeface="Calibri"/>
              </a:rPr>
              <a:t>DP44 1/4. 일반 사용자 발화: 이해 완료는 어디로 돌아오는가</a:t>
            </a:r>
            <a:endParaRPr lang="ko-KR">
              <a:latin typeface="Calibri"/>
              <a:ea typeface="Calibri"/>
              <a:cs typeface="Calibri"/>
            </a:endParaRPr>
          </a:p>
        </p:txBody>
      </p:sp>
      <p:sp>
        <p:nvSpPr>
          <p:cNvPr id="3" name="dp44-scenario-input / n3 / path">
            <a:extLst>
              <a:ext uri="{FF2B5EF4-FFF2-40B4-BE49-F238E27FC236}">
                <ns2:creationId id="{E3004B63-ADC9-4573-B701-FF3664679E41}"/>
              </a:ext>
            </a:extLst>
          </p:cNvPr>
          <p:cNvSpPr>
            <a:spLocks noGrp="1"/>
          </p:cNvSpPr>
          <p:nvPr/>
        </p:nvSpPr>
        <p:spPr>
          <a:xfrm>
            <a:off x="514350" y="981075"/>
            <a:ext cx="17259300" cy="953"/>
          </a:xfrm>
          <a:custGeom>
            <a:pathLst>
              <a:path w="17259300" h="953">
                <a:moveTo>
                  <a:pt x="0" y="0"/>
                </a:moveTo>
                <a:lnTo>
                  <a:pt x="17259300" y="0"/>
                </a:lnTo>
              </a:path>
            </a:pathLst>
          </a:custGeom>
          <a:noFill/>
          <a:ln w="19050">
            <a:solidFill>
              <a:srgbClr val="CDD6DE"/>
            </a:solidFill>
            <a:prstDash val="solid"/>
          </a:ln>
        </p:spPr>
      </p:sp>
      <p:sp>
        <p:nvSpPr>
          <p:cNvPr id="4" name="dp44-scenario-input / n4">
            <a:extLst>
              <a:ext uri="{FF2B5EF4-FFF2-40B4-BE49-F238E27FC236}">
                <ns2:creationId id="{FA7663E6-46D3-465F-8555-BB2316C1AA71}"/>
              </a:ext>
            </a:extLst>
          </p:cNvPr>
          <p:cNvSpPr>
            <a:spLocks noGrp="1"/>
          </p:cNvSpPr>
          <p:nvPr/>
        </p:nvSpPr>
        <p:spPr>
          <a:xfrm>
            <a:off x="514350" y="1228725"/>
            <a:ext cx="17259300" cy="981075"/>
          </a:xfrm>
          <a:prstGeom prst="rect">
            <a:avLst/>
          </a:prstGeom>
          <a:solidFill>
            <a:srgbClr val="F4F7FA"/>
          </a:solidFill>
          <a:ln w="16193">
            <a:solidFill>
              <a:srgbClr val="CDD6DE"/>
            </a:solidFill>
            <a:prstDash val="solid"/>
          </a:ln>
        </p:spPr>
      </p:sp>
      <p:sp>
        <p:nvSpPr>
          <p:cNvPr id="5" name="dp44-scenario-input / n5 / text 1">
            <a:extLst>
              <a:ext uri="{FF2B5EF4-FFF2-40B4-BE49-F238E27FC236}">
                <ns2:creationId id="{28E6DB3D-AB27-4BA1-B2F0-20CB60B17B62}"/>
              </a:ext>
            </a:extLst>
          </p:cNvPr>
          <p:cNvSpPr>
            <a:spLocks noGrp="1"/>
          </p:cNvSpPr>
          <p:nvPr/>
        </p:nvSpPr>
        <p:spPr>
          <a:xfrm>
            <a:off x="685800" y="1343025"/>
            <a:ext cx="1619250" cy="276225"/>
          </a:xfrm>
          <a:prstGeom prst="rect">
            <a:avLst/>
          </a:prstGeom>
          <a:noFill/>
          <a:ln w="0">
            <a:noFill/>
            <a:prstDash val="solid"/>
          </a:ln>
        </p:spPr>
        <p:txBody>
          <a:bodyPr wrap="none" lIns="0" tIns="0" rIns="0" bIns="0" anchor="t">
            <a:noAutofit/>
          </a:bodyPr>
          <a:lstStyle>
            <a:defPPr algn="l">
              <a:defRPr sz="1500" b="1" lang="ko-KR">
                <a:solidFill>
                  <a:srgbClr val="18232E"/>
                </a:solidFill>
                <a:latin typeface="Calibri"/>
                <a:ea typeface="Calibri"/>
                <a:cs typeface="Calibri"/>
              </a:defRPr>
            </a:defP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같은 사건</a:t>
            </a:r>
            <a:endParaRPr lang="ko-KR">
              <a:latin typeface="Calibri"/>
              <a:ea typeface="Calibri"/>
              <a:cs typeface="Calibri"/>
            </a:endParaRPr>
          </a:p>
        </p:txBody>
      </p:sp>
      <p:sp>
        <p:nvSpPr>
          <p:cNvPr id="6" name="dp44-scenario-input / n6 / text 1">
            <a:extLst>
              <a:ext uri="{FF2B5EF4-FFF2-40B4-BE49-F238E27FC236}">
                <ns2:creationId id="{5D2CD611-0258-45AD-A77E-3FE7A9942BA1}"/>
              </a:ext>
            </a:extLst>
          </p:cNvPr>
          <p:cNvSpPr>
            <a:spLocks noGrp="1"/>
          </p:cNvSpPr>
          <p:nvPr/>
        </p:nvSpPr>
        <p:spPr>
          <a:xfrm>
            <a:off x="2295525" y="1333500"/>
            <a:ext cx="15240000" cy="317659"/>
          </a:xfrm>
          <a:prstGeom prst="rect">
            <a:avLst/>
          </a:prstGeom>
          <a:noFill/>
          <a:ln w="0">
            <a:noFill/>
            <a:prstDash val="solid"/>
          </a:ln>
        </p:spPr>
        <p:txBody>
          <a:bodyPr wrap="none" lIns="0" tIns="0" rIns="0" bIns="0" anchor="t">
            <a:noAutofit/>
          </a:bodyPr>
          <a:lstStyle>
            <a:defPPr algn="l">
              <a:defRPr sz="1700" b="1" lang="ko-KR">
                <a:solidFill>
                  <a:srgbClr val="18232E"/>
                </a:solidFill>
                <a:latin typeface="Calibri"/>
                <a:ea typeface="Calibri"/>
                <a:cs typeface="Calibri"/>
              </a:defRPr>
            </a:defP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Interaction Manager가 InputReady(u1)를 Request Controller에 전달한다.</a:t>
            </a:r>
            <a:endParaRPr lang="ko-KR">
              <a:latin typeface="Calibri"/>
              <a:ea typeface="Calibri"/>
              <a:cs typeface="Calibri"/>
            </a:endParaRPr>
          </a:p>
        </p:txBody>
      </p:sp>
      <p:sp>
        <p:nvSpPr>
          <p:cNvPr id="7" name="dp44-scenario-input / n7 / text 1">
            <a:extLst>
              <a:ext uri="{FF2B5EF4-FFF2-40B4-BE49-F238E27FC236}">
                <ns2:creationId id="{81A01CD9-17C4-4505-8493-CBFFAC93CC52}"/>
              </a:ext>
            </a:extLst>
          </p:cNvPr>
          <p:cNvSpPr>
            <a:spLocks noGrp="1"/>
          </p:cNvSpPr>
          <p:nvPr/>
        </p:nvSpPr>
        <p:spPr>
          <a:xfrm>
            <a:off x="2295525" y="1695450"/>
            <a:ext cx="1524000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발화 시작의 즉시 재생 중단은 공통이다. 이 장은 확정 입력의 이해 경로만 따라간다.</a:t>
            </a:r>
            <a:endParaRPr lang="ko-KR">
              <a:latin typeface="Calibri"/>
              <a:ea typeface="Calibri"/>
              <a:cs typeface="Calibri"/>
            </a:endParaRPr>
          </a:p>
        </p:txBody>
      </p:sp>
      <p:sp>
        <p:nvSpPr>
          <p:cNvPr id="8" name="dp44-scenario-input / n8">
            <a:extLst>
              <a:ext uri="{FF2B5EF4-FFF2-40B4-BE49-F238E27FC236}">
                <ns2:creationId id="{FFDD3A06-676F-4EC8-8CCF-4D289E0B3E09}"/>
              </a:ext>
            </a:extLst>
          </p:cNvPr>
          <p:cNvSpPr>
            <a:spLocks noGrp="1"/>
          </p:cNvSpPr>
          <p:nvPr/>
        </p:nvSpPr>
        <p:spPr>
          <a:xfrm>
            <a:off x="514350" y="2505075"/>
            <a:ext cx="17259300" cy="514350"/>
          </a:xfrm>
          <a:prstGeom prst="rect">
            <a:avLst/>
          </a:prstGeom>
          <a:solidFill>
            <a:srgbClr val="EAF2FB"/>
          </a:solidFill>
          <a:ln w="16193">
            <a:solidFill>
              <a:srgbClr val="CDD6DE"/>
            </a:solidFill>
            <a:prstDash val="solid"/>
          </a:ln>
        </p:spPr>
      </p:sp>
      <p:sp>
        <p:nvSpPr>
          <p:cNvPr id="9" name="dp44-scenario-input / n9 / text 1">
            <a:extLst>
              <a:ext uri="{FF2B5EF4-FFF2-40B4-BE49-F238E27FC236}">
                <ns2:creationId id="{DF834BC1-78E3-4B19-BEB7-F5F18256CFBD}"/>
              </a:ext>
            </a:extLst>
          </p:cNvPr>
          <p:cNvSpPr>
            <a:spLocks noGrp="1"/>
          </p:cNvSpPr>
          <p:nvPr/>
        </p:nvSpPr>
        <p:spPr>
          <a:xfrm>
            <a:off x="714375" y="2628900"/>
            <a:ext cx="16573500" cy="331470"/>
          </a:xfrm>
          <a:prstGeom prst="rect">
            <a:avLst/>
          </a:prstGeom>
          <a:noFill/>
          <a:ln w="0">
            <a:noFill/>
            <a:prstDash val="solid"/>
          </a:ln>
        </p:spPr>
        <p:txBody>
          <a:bodyPr wrap="none" lIns="0" tIns="0" rIns="0" bIns="0" anchor="t">
            <a:noAutofit/>
          </a:bodyPr>
          <a:lstStyle>
            <a:defPPr algn="l">
              <a:defRPr sz="1800" b="1" lang="ko-KR">
                <a:solidFill>
                  <a:srgbClr val="18232E"/>
                </a:solidFill>
                <a:latin typeface="Calibri"/>
                <a:ea typeface="Calibri"/>
                <a:cs typeface="Calibri"/>
              </a:defRPr>
            </a:defPPr>
          </a:lstStyle>
          <a:p>
            <a:pPr algn="l">
              <a:defRPr sz="1800" b="1" lang="ko-KR">
                <a:solidFill>
                  <a:srgbClr val="18232E"/>
                </a:solidFill>
                <a:latin typeface="Calibri"/>
                <a:ea typeface="Calibri"/>
                <a:cs typeface="Calibri"/>
              </a:defRPr>
            </a:pPr>
            <a:r>
              <a:rPr sz="1800" b="1" lang="ko-KR">
                <a:solidFill>
                  <a:srgbClr val="18232E"/>
                </a:solidFill>
                <a:latin typeface="Calibri"/>
                <a:ea typeface="Calibri"/>
                <a:cs typeface="Calibri"/>
              </a:rPr>
              <a:t>A  Event Mailbox가 완료를 회수하고 Dispatcher가 다음 처리를 지시</a:t>
            </a:r>
            <a:endParaRPr lang="ko-KR">
              <a:latin typeface="Calibri"/>
              <a:ea typeface="Calibri"/>
              <a:cs typeface="Calibri"/>
            </a:endParaRPr>
          </a:p>
        </p:txBody>
      </p:sp>
      <p:sp>
        <p:nvSpPr>
          <p:cNvPr id="10" name="dp44-scenario-input / n10 / text 1">
            <a:extLst>
              <a:ext uri="{FF2B5EF4-FFF2-40B4-BE49-F238E27FC236}">
                <ns2:creationId id="{CC22D2C6-6A16-4EA1-922C-738A27B4521F}"/>
              </a:ext>
            </a:extLst>
          </p:cNvPr>
          <p:cNvSpPr>
            <a:spLocks noGrp="1"/>
          </p:cNvSpPr>
          <p:nvPr/>
        </p:nvSpPr>
        <p:spPr>
          <a:xfrm>
            <a:off x="76200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11" name="dp44-scenario-input / n11">
            <a:extLst>
              <a:ext uri="{FF2B5EF4-FFF2-40B4-BE49-F238E27FC236}">
                <ns2:creationId id="{EE389286-DC23-4725-8098-49033F14B70A}"/>
              </a:ext>
            </a:extLst>
          </p:cNvPr>
          <p:cNvSpPr>
            <a:spLocks noGrp="1"/>
          </p:cNvSpPr>
          <p:nvPr/>
        </p:nvSpPr>
        <p:spPr>
          <a:xfrm>
            <a:off x="762000" y="3333750"/>
            <a:ext cx="2952750" cy="1143000"/>
          </a:xfrm>
          <a:prstGeom prst="rect">
            <a:avLst/>
          </a:prstGeom>
          <a:solidFill>
            <a:srgbClr val="FFFFFF"/>
          </a:solidFill>
          <a:ln w="16193">
            <a:solidFill>
              <a:srgbClr val="B8753F"/>
            </a:solidFill>
            <a:prstDash val="solid"/>
          </a:ln>
        </p:spPr>
      </p:sp>
      <p:sp>
        <p:nvSpPr>
          <p:cNvPr id="12" name="dp44-scenario-input / n12 / text 1">
            <a:extLst>
              <a:ext uri="{FF2B5EF4-FFF2-40B4-BE49-F238E27FC236}">
                <ns2:creationId id="{4B9BB545-7296-4D0A-B573-5847B378D1D1}"/>
              </a:ext>
            </a:extLst>
          </p:cNvPr>
          <p:cNvSpPr>
            <a:spLocks noGrp="1"/>
          </p:cNvSpPr>
          <p:nvPr/>
        </p:nvSpPr>
        <p:spPr>
          <a:xfrm>
            <a:off x="876300" y="345757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Event Mailbox</a:t>
            </a:r>
            <a:endParaRPr lang="ko-KR">
              <a:latin typeface="Calibri"/>
              <a:ea typeface="Calibri"/>
              <a:cs typeface="Calibri"/>
            </a:endParaRPr>
          </a:p>
        </p:txBody>
      </p:sp>
      <p:sp>
        <p:nvSpPr>
          <p:cNvPr id="13" name="dp44-scenario-input / n13 / text 1">
            <a:extLst>
              <a:ext uri="{FF2B5EF4-FFF2-40B4-BE49-F238E27FC236}">
                <ns2:creationId id="{A1184240-B344-4421-A65B-C7EA3BA5F620}"/>
              </a:ext>
            </a:extLst>
          </p:cNvPr>
          <p:cNvSpPr>
            <a:spLocks noGrp="1"/>
          </p:cNvSpPr>
          <p:nvPr/>
        </p:nvSpPr>
        <p:spPr>
          <a:xfrm>
            <a:off x="876300" y="3771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InputReady(u1)</a:t>
            </a:r>
            <a:endParaRPr lang="ko-KR">
              <a:latin typeface="Calibri"/>
              <a:ea typeface="Calibri"/>
              <a:cs typeface="Calibri"/>
            </a:endParaRPr>
          </a:p>
        </p:txBody>
      </p:sp>
      <p:sp>
        <p:nvSpPr>
          <p:cNvPr id="14" name="dp44-scenario-input / n14">
            <a:extLst>
              <a:ext uri="{FF2B5EF4-FFF2-40B4-BE49-F238E27FC236}">
                <ns2:creationId id="{C35168D2-3D4B-44C0-97E1-2A8C3B4A429D}"/>
              </a:ext>
            </a:extLst>
          </p:cNvPr>
          <p:cNvSpPr>
            <a:spLocks noGrp="1"/>
          </p:cNvSpPr>
          <p:nvPr/>
        </p:nvSpPr>
        <p:spPr>
          <a:xfrm>
            <a:off x="876300" y="4152900"/>
            <a:ext cx="190500" cy="190500"/>
          </a:xfrm>
          <a:prstGeom prst="rect">
            <a:avLst/>
          </a:prstGeom>
          <a:solidFill>
            <a:srgbClr val="FFFFFF"/>
          </a:solidFill>
          <a:ln w="16193">
            <a:solidFill>
              <a:srgbClr val="5F6B77"/>
            </a:solidFill>
            <a:prstDash val="solid"/>
          </a:ln>
        </p:spPr>
      </p:sp>
      <p:sp>
        <p:nvSpPr>
          <p:cNvPr id="15" name="dp44-scenario-input / n15">
            <a:extLst>
              <a:ext uri="{FF2B5EF4-FFF2-40B4-BE49-F238E27FC236}">
                <ns2:creationId id="{7559A19A-1F07-4009-8A3D-DEE593434868}"/>
              </a:ext>
            </a:extLst>
          </p:cNvPr>
          <p:cNvSpPr>
            <a:spLocks noGrp="1"/>
          </p:cNvSpPr>
          <p:nvPr/>
        </p:nvSpPr>
        <p:spPr>
          <a:xfrm>
            <a:off x="1133475" y="4152900"/>
            <a:ext cx="190500" cy="190500"/>
          </a:xfrm>
          <a:prstGeom prst="rect">
            <a:avLst/>
          </a:prstGeom>
          <a:solidFill>
            <a:srgbClr val="FFFFFF"/>
          </a:solidFill>
          <a:ln w="16193">
            <a:solidFill>
              <a:srgbClr val="5F6B77"/>
            </a:solidFill>
            <a:prstDash val="solid"/>
          </a:ln>
        </p:spPr>
      </p:sp>
      <p:sp>
        <p:nvSpPr>
          <p:cNvPr id="16" name="dp44-scenario-input / n16">
            <a:extLst>
              <a:ext uri="{FF2B5EF4-FFF2-40B4-BE49-F238E27FC236}">
                <ns2:creationId id="{E3CD40CF-A142-4379-B4A7-70C386F86876}"/>
              </a:ext>
            </a:extLst>
          </p:cNvPr>
          <p:cNvSpPr>
            <a:spLocks noGrp="1"/>
          </p:cNvSpPr>
          <p:nvPr/>
        </p:nvSpPr>
        <p:spPr>
          <a:xfrm>
            <a:off x="1390650" y="4152900"/>
            <a:ext cx="190500" cy="190500"/>
          </a:xfrm>
          <a:prstGeom prst="rect">
            <a:avLst/>
          </a:prstGeom>
          <a:solidFill>
            <a:srgbClr val="FFFFFF"/>
          </a:solidFill>
          <a:ln w="16193">
            <a:solidFill>
              <a:srgbClr val="5F6B77"/>
            </a:solidFill>
            <a:prstDash val="solid"/>
          </a:ln>
        </p:spPr>
      </p:sp>
      <p:sp>
        <p:nvSpPr>
          <p:cNvPr id="17" name="dp44-scenario-input / n17">
            <a:extLst>
              <a:ext uri="{FF2B5EF4-FFF2-40B4-BE49-F238E27FC236}">
                <ns2:creationId id="{FF8CE9B6-FD96-4C69-9AB7-1B187571517D}"/>
              </a:ext>
            </a:extLst>
          </p:cNvPr>
          <p:cNvSpPr>
            <a:spLocks noGrp="1"/>
          </p:cNvSpPr>
          <p:nvPr/>
        </p:nvSpPr>
        <p:spPr>
          <a:xfrm>
            <a:off x="1647825" y="4152900"/>
            <a:ext cx="190500" cy="190500"/>
          </a:xfrm>
          <a:prstGeom prst="rect">
            <a:avLst/>
          </a:prstGeom>
          <a:solidFill>
            <a:srgbClr val="FFFFFF"/>
          </a:solidFill>
          <a:ln w="16193">
            <a:solidFill>
              <a:srgbClr val="5F6B77"/>
            </a:solidFill>
            <a:prstDash val="solid"/>
          </a:ln>
        </p:spPr>
      </p:sp>
      <p:sp>
        <p:nvSpPr>
          <p:cNvPr id="18" name="dp44-scenario-input / n18 / text 1">
            <a:extLst>
              <a:ext uri="{FF2B5EF4-FFF2-40B4-BE49-F238E27FC236}">
                <ns2:creationId id="{267A562A-F58D-4B51-AF4C-32348A8922C2}"/>
              </a:ext>
            </a:extLst>
          </p:cNvPr>
          <p:cNvSpPr>
            <a:spLocks noGrp="1"/>
          </p:cNvSpPr>
          <p:nvPr/>
        </p:nvSpPr>
        <p:spPr>
          <a:xfrm>
            <a:off x="76200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일반 사건을 수용</a:t>
            </a:r>
            <a:endParaRPr lang="ko-KR">
              <a:latin typeface="Calibri"/>
              <a:ea typeface="Calibri"/>
              <a:cs typeface="Calibri"/>
            </a:endParaRPr>
          </a:p>
        </p:txBody>
      </p:sp>
      <p:sp>
        <p:nvSpPr>
          <p:cNvPr id="19" name="dp44-scenario-input / n19 / path">
            <a:extLst>
              <a:ext uri="{FF2B5EF4-FFF2-40B4-BE49-F238E27FC236}">
                <ns2:creationId id="{18C8D982-1859-4EA8-913A-FDB4F7199C79}"/>
              </a:ext>
            </a:extLst>
          </p:cNvPr>
          <p:cNvSpPr>
            <a:spLocks noGrp="1"/>
          </p:cNvSpPr>
          <p:nvPr/>
        </p:nvSpPr>
        <p:spPr>
          <a:xfrm>
            <a:off x="3771900" y="3952875"/>
            <a:ext cx="295275" cy="953"/>
          </a:xfrm>
          <a:custGeom>
            <a:pathLst>
              <a:path w="295275" h="953">
                <a:moveTo>
                  <a:pt x="0" y="0"/>
                </a:moveTo>
                <a:lnTo>
                  <a:pt x="295275" y="0"/>
                </a:lnTo>
              </a:path>
            </a:pathLst>
          </a:custGeom>
          <a:noFill/>
          <a:ln w="28575">
            <a:solidFill>
              <a:srgbClr val="2858A5"/>
            </a:solidFill>
            <a:prstDash val="solid"/>
          </a:ln>
        </p:spPr>
      </p:sp>
      <p:sp>
        <p:nvSpPr>
          <p:cNvPr id="20" name="dp44-scenario-input / n19 / arrow">
            <a:extLst>
              <a:ext uri="{FF2B5EF4-FFF2-40B4-BE49-F238E27FC236}">
                <ns2:creationId id="{30C2C848-4117-436F-B6B8-E56E792EDE52}"/>
              </a:ext>
            </a:extLst>
          </p:cNvPr>
          <p:cNvSpPr>
            <a:spLocks noGrp="1"/>
          </p:cNvSpPr>
          <p:nvPr/>
        </p:nvSpPr>
        <p:spPr>
          <a:xfrm>
            <a:off x="3884295"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21" name="dp44-scenario-input / n20 / text 1">
            <a:extLst>
              <a:ext uri="{FF2B5EF4-FFF2-40B4-BE49-F238E27FC236}">
                <ns2:creationId id="{8416852A-54F9-40A4-985E-D7628DAC4675}"/>
              </a:ext>
            </a:extLst>
          </p:cNvPr>
          <p:cNvSpPr>
            <a:spLocks noGrp="1"/>
          </p:cNvSpPr>
          <p:nvPr/>
        </p:nvSpPr>
        <p:spPr>
          <a:xfrm>
            <a:off x="4143375"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22" name="dp44-scenario-input / n21">
            <a:extLst>
              <a:ext uri="{FF2B5EF4-FFF2-40B4-BE49-F238E27FC236}">
                <ns2:creationId id="{9DE97429-B6BF-40B3-B238-6DCB9F0B9512}"/>
              </a:ext>
            </a:extLst>
          </p:cNvPr>
          <p:cNvSpPr>
            <a:spLocks noGrp="1"/>
          </p:cNvSpPr>
          <p:nvPr/>
        </p:nvSpPr>
        <p:spPr>
          <a:xfrm>
            <a:off x="4143375" y="3333750"/>
            <a:ext cx="2952750" cy="1143000"/>
          </a:xfrm>
          <a:prstGeom prst="rect">
            <a:avLst/>
          </a:prstGeom>
          <a:solidFill>
            <a:srgbClr val="FFF3E5"/>
          </a:solidFill>
          <a:ln w="16193">
            <a:solidFill>
              <a:srgbClr val="B8753F"/>
            </a:solidFill>
            <a:prstDash val="solid"/>
          </a:ln>
        </p:spPr>
      </p:sp>
      <p:sp>
        <p:nvSpPr>
          <p:cNvPr id="23" name="dp44-scenario-input / n22 / text 1">
            <a:extLst>
              <a:ext uri="{FF2B5EF4-FFF2-40B4-BE49-F238E27FC236}">
                <ns2:creationId id="{AF101EB5-AB74-4F84-AAE5-D0E6993854F1}"/>
              </a:ext>
            </a:extLst>
          </p:cNvPr>
          <p:cNvSpPr>
            <a:spLocks noGrp="1"/>
          </p:cNvSpPr>
          <p:nvPr/>
        </p:nvSpPr>
        <p:spPr>
          <a:xfrm>
            <a:off x="4257675"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a:t>
            </a:r>
            <a:endParaRPr lang="ko-KR">
              <a:latin typeface="Calibri"/>
              <a:ea typeface="Calibri"/>
              <a:cs typeface="Calibri"/>
            </a:endParaRPr>
          </a:p>
        </p:txBody>
      </p:sp>
      <p:sp>
        <p:nvSpPr>
          <p:cNvPr id="24" name="dp44-scenario-input / n23 / text 1">
            <a:extLst>
              <a:ext uri="{FF2B5EF4-FFF2-40B4-BE49-F238E27FC236}">
                <ns2:creationId id="{B1A021BC-1E04-46D9-9C22-F1B69068434A}"/>
              </a:ext>
            </a:extLst>
          </p:cNvPr>
          <p:cNvSpPr>
            <a:spLocks noGrp="1"/>
          </p:cNvSpPr>
          <p:nvPr/>
        </p:nvSpPr>
        <p:spPr>
          <a:xfrm>
            <a:off x="4257675"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InterpretAsync(J1) 지시</a:t>
            </a:r>
            <a:endParaRPr lang="ko-KR">
              <a:latin typeface="Calibri"/>
              <a:ea typeface="Calibri"/>
              <a:cs typeface="Calibri"/>
            </a:endParaRPr>
          </a:p>
        </p:txBody>
      </p:sp>
      <p:sp>
        <p:nvSpPr>
          <p:cNvPr id="25" name="dp44-scenario-input / n24 / text 1">
            <a:extLst>
              <a:ext uri="{FF2B5EF4-FFF2-40B4-BE49-F238E27FC236}">
                <ns2:creationId id="{BE501498-E327-4EB3-8E87-0846F70A728E}"/>
              </a:ext>
            </a:extLst>
          </p:cNvPr>
          <p:cNvSpPr>
            <a:spLocks noGrp="1"/>
          </p:cNvSpPr>
          <p:nvPr/>
        </p:nvSpPr>
        <p:spPr>
          <a:xfrm>
            <a:off x="4143375"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Job Index에 J1 등록</a:t>
            </a:r>
            <a:endParaRPr lang="ko-KR">
              <a:latin typeface="Calibri"/>
              <a:ea typeface="Calibri"/>
              <a:cs typeface="Calibri"/>
            </a:endParaRPr>
          </a:p>
        </p:txBody>
      </p:sp>
      <p:sp>
        <p:nvSpPr>
          <p:cNvPr id="26" name="dp44-scenario-input / n25 / path">
            <a:extLst>
              <a:ext uri="{FF2B5EF4-FFF2-40B4-BE49-F238E27FC236}">
                <ns2:creationId id="{BCDF9238-2C37-4016-95BE-922FE718B512}"/>
              </a:ext>
            </a:extLst>
          </p:cNvPr>
          <p:cNvSpPr>
            <a:spLocks noGrp="1"/>
          </p:cNvSpPr>
          <p:nvPr/>
        </p:nvSpPr>
        <p:spPr>
          <a:xfrm>
            <a:off x="7153275" y="3952875"/>
            <a:ext cx="295275" cy="953"/>
          </a:xfrm>
          <a:custGeom>
            <a:pathLst>
              <a:path w="295275" h="953">
                <a:moveTo>
                  <a:pt x="0" y="0"/>
                </a:moveTo>
                <a:lnTo>
                  <a:pt x="295275" y="0"/>
                </a:lnTo>
              </a:path>
            </a:pathLst>
          </a:custGeom>
          <a:noFill/>
          <a:ln w="28575">
            <a:solidFill>
              <a:srgbClr val="2858A5"/>
            </a:solidFill>
            <a:prstDash val="solid"/>
          </a:ln>
        </p:spPr>
      </p:sp>
      <p:sp>
        <p:nvSpPr>
          <p:cNvPr id="27" name="dp44-scenario-input / n25 / arrow">
            <a:extLst>
              <a:ext uri="{FF2B5EF4-FFF2-40B4-BE49-F238E27FC236}">
                <ns2:creationId id="{E9BA10F2-959D-4376-93B0-92F0B0924D35}"/>
              </a:ext>
            </a:extLst>
          </p:cNvPr>
          <p:cNvSpPr>
            <a:spLocks noGrp="1"/>
          </p:cNvSpPr>
          <p:nvPr/>
        </p:nvSpPr>
        <p:spPr>
          <a:xfrm>
            <a:off x="7265670"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28" name="dp44-scenario-input / n26 / text 1">
            <a:extLst>
              <a:ext uri="{FF2B5EF4-FFF2-40B4-BE49-F238E27FC236}">
                <ns2:creationId id="{169EB200-4260-4B06-9D6B-BA332E36F1B4}"/>
              </a:ext>
            </a:extLst>
          </p:cNvPr>
          <p:cNvSpPr>
            <a:spLocks noGrp="1"/>
          </p:cNvSpPr>
          <p:nvPr/>
        </p:nvSpPr>
        <p:spPr>
          <a:xfrm>
            <a:off x="752475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Interpreter</a:t>
            </a:r>
            <a:endParaRPr lang="ko-KR">
              <a:latin typeface="Calibri"/>
              <a:ea typeface="Calibri"/>
              <a:cs typeface="Calibri"/>
            </a:endParaRPr>
          </a:p>
        </p:txBody>
      </p:sp>
      <p:sp>
        <p:nvSpPr>
          <p:cNvPr id="29" name="dp44-scenario-input / n27">
            <a:extLst>
              <a:ext uri="{FF2B5EF4-FFF2-40B4-BE49-F238E27FC236}">
                <ns2:creationId id="{77CDC129-854A-4E6C-A534-09D8E82BEB35}"/>
              </a:ext>
            </a:extLst>
          </p:cNvPr>
          <p:cNvSpPr>
            <a:spLocks noGrp="1"/>
          </p:cNvSpPr>
          <p:nvPr/>
        </p:nvSpPr>
        <p:spPr>
          <a:xfrm>
            <a:off x="7524750" y="3333750"/>
            <a:ext cx="2952750" cy="1143000"/>
          </a:xfrm>
          <a:prstGeom prst="rect">
            <a:avLst/>
          </a:prstGeom>
          <a:solidFill>
            <a:srgbClr val="FFF3E5"/>
          </a:solidFill>
          <a:ln w="16193">
            <a:solidFill>
              <a:srgbClr val="B8753F"/>
            </a:solidFill>
            <a:prstDash val="solid"/>
          </a:ln>
        </p:spPr>
      </p:sp>
      <p:sp>
        <p:nvSpPr>
          <p:cNvPr id="30" name="dp44-scenario-input / n28 / text 1">
            <a:extLst>
              <a:ext uri="{FF2B5EF4-FFF2-40B4-BE49-F238E27FC236}">
                <ns2:creationId id="{9DC3FB3E-6512-42C2-B8AB-038F9EA59177}"/>
              </a:ext>
            </a:extLst>
          </p:cNvPr>
          <p:cNvSpPr>
            <a:spLocks noGrp="1"/>
          </p:cNvSpPr>
          <p:nvPr/>
        </p:nvSpPr>
        <p:spPr>
          <a:xfrm>
            <a:off x="7639050"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InterpretAsync(J1)</a:t>
            </a:r>
            <a:endParaRPr lang="ko-KR">
              <a:latin typeface="Calibri"/>
              <a:ea typeface="Calibri"/>
              <a:cs typeface="Calibri"/>
            </a:endParaRPr>
          </a:p>
        </p:txBody>
      </p:sp>
      <p:sp>
        <p:nvSpPr>
          <p:cNvPr id="31" name="dp44-scenario-input / n29 / text 1">
            <a:extLst>
              <a:ext uri="{FF2B5EF4-FFF2-40B4-BE49-F238E27FC236}">
                <ns2:creationId id="{A457D7FD-FDCE-4F03-8497-8352CB9FDFE8}"/>
              </a:ext>
            </a:extLst>
          </p:cNvPr>
          <p:cNvSpPr>
            <a:spLocks noGrp="1"/>
          </p:cNvSpPr>
          <p:nvPr/>
        </p:nvSpPr>
        <p:spPr>
          <a:xfrm>
            <a:off x="7639050"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의미 제안을 생산</a:t>
            </a:r>
            <a:endParaRPr lang="ko-KR">
              <a:latin typeface="Calibri"/>
              <a:ea typeface="Calibri"/>
              <a:cs typeface="Calibri"/>
            </a:endParaRPr>
          </a:p>
        </p:txBody>
      </p:sp>
      <p:sp>
        <p:nvSpPr>
          <p:cNvPr id="32" name="dp44-scenario-input / n30 / text 1">
            <a:extLst>
              <a:ext uri="{FF2B5EF4-FFF2-40B4-BE49-F238E27FC236}">
                <ns2:creationId id="{654B82B6-AA1B-468F-9F91-3B2319C84B13}"/>
              </a:ext>
            </a:extLst>
          </p:cNvPr>
          <p:cNvSpPr>
            <a:spLocks noGrp="1"/>
          </p:cNvSpPr>
          <p:nvPr/>
        </p:nvSpPr>
        <p:spPr>
          <a:xfrm>
            <a:off x="752475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필요하면 모델 호출</a:t>
            </a:r>
            <a:endParaRPr lang="ko-KR">
              <a:latin typeface="Calibri"/>
              <a:ea typeface="Calibri"/>
              <a:cs typeface="Calibri"/>
            </a:endParaRPr>
          </a:p>
        </p:txBody>
      </p:sp>
      <p:sp>
        <p:nvSpPr>
          <p:cNvPr id="33" name="dp44-scenario-input / n31 / path">
            <a:extLst>
              <a:ext uri="{FF2B5EF4-FFF2-40B4-BE49-F238E27FC236}">
                <ns2:creationId id="{A8F1F1AC-911B-45BC-8BA6-BDD401001910}"/>
              </a:ext>
            </a:extLst>
          </p:cNvPr>
          <p:cNvSpPr>
            <a:spLocks noGrp="1"/>
          </p:cNvSpPr>
          <p:nvPr/>
        </p:nvSpPr>
        <p:spPr>
          <a:xfrm>
            <a:off x="10534650" y="3952875"/>
            <a:ext cx="295275" cy="953"/>
          </a:xfrm>
          <a:custGeom>
            <a:pathLst>
              <a:path w="295275" h="953">
                <a:moveTo>
                  <a:pt x="0" y="0"/>
                </a:moveTo>
                <a:lnTo>
                  <a:pt x="295275" y="0"/>
                </a:lnTo>
              </a:path>
            </a:pathLst>
          </a:custGeom>
          <a:noFill/>
          <a:ln w="28575">
            <a:solidFill>
              <a:srgbClr val="2858A5"/>
            </a:solidFill>
            <a:prstDash val="dash"/>
          </a:ln>
        </p:spPr>
      </p:sp>
      <p:sp>
        <p:nvSpPr>
          <p:cNvPr id="34" name="dp44-scenario-input / n31 / arrow">
            <a:extLst>
              <a:ext uri="{FF2B5EF4-FFF2-40B4-BE49-F238E27FC236}">
                <ns2:creationId id="{896DB3A2-229D-488F-9D0C-87F0259FDE59}"/>
              </a:ext>
            </a:extLst>
          </p:cNvPr>
          <p:cNvSpPr>
            <a:spLocks noGrp="1"/>
          </p:cNvSpPr>
          <p:nvPr/>
        </p:nvSpPr>
        <p:spPr>
          <a:xfrm>
            <a:off x="10647045"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35" name="dp44-scenario-input / n32 / text 1">
            <a:extLst>
              <a:ext uri="{FF2B5EF4-FFF2-40B4-BE49-F238E27FC236}">
                <ns2:creationId id="{04B9DECC-CF72-4C1B-B6F7-629532DA4307}"/>
              </a:ext>
            </a:extLst>
          </p:cNvPr>
          <p:cNvSpPr>
            <a:spLocks noGrp="1"/>
          </p:cNvSpPr>
          <p:nvPr/>
        </p:nvSpPr>
        <p:spPr>
          <a:xfrm>
            <a:off x="10906125"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36" name="dp44-scenario-input / n33">
            <a:extLst>
              <a:ext uri="{FF2B5EF4-FFF2-40B4-BE49-F238E27FC236}">
                <ns2:creationId id="{07B3BBC2-5E61-4111-AFB4-AF4055EBD72A}"/>
              </a:ext>
            </a:extLst>
          </p:cNvPr>
          <p:cNvSpPr>
            <a:spLocks noGrp="1"/>
          </p:cNvSpPr>
          <p:nvPr/>
        </p:nvSpPr>
        <p:spPr>
          <a:xfrm>
            <a:off x="10906125" y="3333750"/>
            <a:ext cx="2952750" cy="1143000"/>
          </a:xfrm>
          <a:prstGeom prst="rect">
            <a:avLst/>
          </a:prstGeom>
          <a:solidFill>
            <a:srgbClr val="FFFFFF"/>
          </a:solidFill>
          <a:ln w="16193">
            <a:solidFill>
              <a:srgbClr val="B8753F"/>
            </a:solidFill>
            <a:prstDash val="solid"/>
          </a:ln>
        </p:spPr>
      </p:sp>
      <p:sp>
        <p:nvSpPr>
          <p:cNvPr id="37" name="dp44-scenario-input / n34 / text 1">
            <a:extLst>
              <a:ext uri="{FF2B5EF4-FFF2-40B4-BE49-F238E27FC236}">
                <ns2:creationId id="{9B207944-D385-4458-B1AF-DE12B8AC1104}"/>
              </a:ext>
            </a:extLst>
          </p:cNvPr>
          <p:cNvSpPr>
            <a:spLocks noGrp="1"/>
          </p:cNvSpPr>
          <p:nvPr/>
        </p:nvSpPr>
        <p:spPr>
          <a:xfrm>
            <a:off x="11020425" y="345757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Event Mailbox</a:t>
            </a:r>
            <a:endParaRPr lang="ko-KR">
              <a:latin typeface="Calibri"/>
              <a:ea typeface="Calibri"/>
              <a:cs typeface="Calibri"/>
            </a:endParaRPr>
          </a:p>
        </p:txBody>
      </p:sp>
      <p:sp>
        <p:nvSpPr>
          <p:cNvPr id="38" name="dp44-scenario-input / n35 / text 1">
            <a:extLst>
              <a:ext uri="{FF2B5EF4-FFF2-40B4-BE49-F238E27FC236}">
                <ns2:creationId id="{7A68C323-A688-48F2-8184-7ABD42681239}"/>
              </a:ext>
            </a:extLst>
          </p:cNvPr>
          <p:cNvSpPr>
            <a:spLocks noGrp="1"/>
          </p:cNvSpPr>
          <p:nvPr/>
        </p:nvSpPr>
        <p:spPr>
          <a:xfrm>
            <a:off x="11020425" y="3771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JobDone(J1)</a:t>
            </a:r>
            <a:endParaRPr lang="ko-KR">
              <a:latin typeface="Calibri"/>
              <a:ea typeface="Calibri"/>
              <a:cs typeface="Calibri"/>
            </a:endParaRPr>
          </a:p>
        </p:txBody>
      </p:sp>
      <p:sp>
        <p:nvSpPr>
          <p:cNvPr id="39" name="dp44-scenario-input / n36">
            <a:extLst>
              <a:ext uri="{FF2B5EF4-FFF2-40B4-BE49-F238E27FC236}">
                <ns2:creationId id="{44578362-66F4-412E-8F1B-8A4C3C63C34F}"/>
              </a:ext>
            </a:extLst>
          </p:cNvPr>
          <p:cNvSpPr>
            <a:spLocks noGrp="1"/>
          </p:cNvSpPr>
          <p:nvPr/>
        </p:nvSpPr>
        <p:spPr>
          <a:xfrm>
            <a:off x="11020425" y="4152900"/>
            <a:ext cx="190500" cy="190500"/>
          </a:xfrm>
          <a:prstGeom prst="rect">
            <a:avLst/>
          </a:prstGeom>
          <a:solidFill>
            <a:srgbClr val="FFFFFF"/>
          </a:solidFill>
          <a:ln w="16193">
            <a:solidFill>
              <a:srgbClr val="5F6B77"/>
            </a:solidFill>
            <a:prstDash val="solid"/>
          </a:ln>
        </p:spPr>
      </p:sp>
      <p:sp>
        <p:nvSpPr>
          <p:cNvPr id="40" name="dp44-scenario-input / n37">
            <a:extLst>
              <a:ext uri="{FF2B5EF4-FFF2-40B4-BE49-F238E27FC236}">
                <ns2:creationId id="{D95E2476-D3AA-4C69-B3B7-66DCF670B586}"/>
              </a:ext>
            </a:extLst>
          </p:cNvPr>
          <p:cNvSpPr>
            <a:spLocks noGrp="1"/>
          </p:cNvSpPr>
          <p:nvPr/>
        </p:nvSpPr>
        <p:spPr>
          <a:xfrm>
            <a:off x="11277600" y="4152900"/>
            <a:ext cx="190500" cy="190500"/>
          </a:xfrm>
          <a:prstGeom prst="rect">
            <a:avLst/>
          </a:prstGeom>
          <a:solidFill>
            <a:srgbClr val="FFFFFF"/>
          </a:solidFill>
          <a:ln w="16193">
            <a:solidFill>
              <a:srgbClr val="5F6B77"/>
            </a:solidFill>
            <a:prstDash val="solid"/>
          </a:ln>
        </p:spPr>
      </p:sp>
      <p:sp>
        <p:nvSpPr>
          <p:cNvPr id="41" name="dp44-scenario-input / n38">
            <a:extLst>
              <a:ext uri="{FF2B5EF4-FFF2-40B4-BE49-F238E27FC236}">
                <ns2:creationId id="{A9C5118A-39F8-49C8-8E1B-E0EE9FF89DDA}"/>
              </a:ext>
            </a:extLst>
          </p:cNvPr>
          <p:cNvSpPr>
            <a:spLocks noGrp="1"/>
          </p:cNvSpPr>
          <p:nvPr/>
        </p:nvSpPr>
        <p:spPr>
          <a:xfrm>
            <a:off x="11534775" y="4152900"/>
            <a:ext cx="190500" cy="190500"/>
          </a:xfrm>
          <a:prstGeom prst="rect">
            <a:avLst/>
          </a:prstGeom>
          <a:solidFill>
            <a:srgbClr val="FFFFFF"/>
          </a:solidFill>
          <a:ln w="16193">
            <a:solidFill>
              <a:srgbClr val="5F6B77"/>
            </a:solidFill>
            <a:prstDash val="solid"/>
          </a:ln>
        </p:spPr>
      </p:sp>
      <p:sp>
        <p:nvSpPr>
          <p:cNvPr id="42" name="dp44-scenario-input / n39">
            <a:extLst>
              <a:ext uri="{FF2B5EF4-FFF2-40B4-BE49-F238E27FC236}">
                <ns2:creationId id="{D3F09809-B83C-42F7-8172-3FE0701FCFAA}"/>
              </a:ext>
            </a:extLst>
          </p:cNvPr>
          <p:cNvSpPr>
            <a:spLocks noGrp="1"/>
          </p:cNvSpPr>
          <p:nvPr/>
        </p:nvSpPr>
        <p:spPr>
          <a:xfrm>
            <a:off x="11791950" y="4152900"/>
            <a:ext cx="190500" cy="190500"/>
          </a:xfrm>
          <a:prstGeom prst="rect">
            <a:avLst/>
          </a:prstGeom>
          <a:solidFill>
            <a:srgbClr val="FFFFFF"/>
          </a:solidFill>
          <a:ln w="16193">
            <a:solidFill>
              <a:srgbClr val="5F6B77"/>
            </a:solidFill>
            <a:prstDash val="solid"/>
          </a:ln>
        </p:spPr>
      </p:sp>
      <p:sp>
        <p:nvSpPr>
          <p:cNvPr id="43" name="dp44-scenario-input / n40 / text 1">
            <a:extLst>
              <a:ext uri="{FF2B5EF4-FFF2-40B4-BE49-F238E27FC236}">
                <ns2:creationId id="{79C8E544-9BAF-4D9E-BF60-3DEF3E1E8CBB}"/>
              </a:ext>
            </a:extLst>
          </p:cNvPr>
          <p:cNvSpPr>
            <a:spLocks noGrp="1"/>
          </p:cNvSpPr>
          <p:nvPr/>
        </p:nvSpPr>
        <p:spPr>
          <a:xfrm>
            <a:off x="10906125"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첫 칸과 같은 Queue</a:t>
            </a:r>
            <a:endParaRPr lang="ko-KR">
              <a:latin typeface="Calibri"/>
              <a:ea typeface="Calibri"/>
              <a:cs typeface="Calibri"/>
            </a:endParaRPr>
          </a:p>
        </p:txBody>
      </p:sp>
      <p:sp>
        <p:nvSpPr>
          <p:cNvPr id="44" name="dp44-scenario-input / n41 / path">
            <a:extLst>
              <a:ext uri="{FF2B5EF4-FFF2-40B4-BE49-F238E27FC236}">
                <ns2:creationId id="{ED021A6B-BE84-4566-AD38-35F40E7B1798}"/>
              </a:ext>
            </a:extLst>
          </p:cNvPr>
          <p:cNvSpPr>
            <a:spLocks noGrp="1"/>
          </p:cNvSpPr>
          <p:nvPr/>
        </p:nvSpPr>
        <p:spPr>
          <a:xfrm>
            <a:off x="13916025" y="3952875"/>
            <a:ext cx="295275" cy="953"/>
          </a:xfrm>
          <a:custGeom>
            <a:pathLst>
              <a:path w="295275" h="953">
                <a:moveTo>
                  <a:pt x="0" y="0"/>
                </a:moveTo>
                <a:lnTo>
                  <a:pt x="295275" y="0"/>
                </a:lnTo>
              </a:path>
            </a:pathLst>
          </a:custGeom>
          <a:noFill/>
          <a:ln w="28575">
            <a:solidFill>
              <a:srgbClr val="2858A5"/>
            </a:solidFill>
            <a:prstDash val="solid"/>
          </a:ln>
        </p:spPr>
      </p:sp>
      <p:sp>
        <p:nvSpPr>
          <p:cNvPr id="45" name="dp44-scenario-input / n41 / arrow">
            <a:extLst>
              <a:ext uri="{FF2B5EF4-FFF2-40B4-BE49-F238E27FC236}">
                <ns2:creationId id="{50A5E25F-ED15-4B89-8138-DC1348C157C0}"/>
              </a:ext>
            </a:extLst>
          </p:cNvPr>
          <p:cNvSpPr>
            <a:spLocks noGrp="1"/>
          </p:cNvSpPr>
          <p:nvPr/>
        </p:nvSpPr>
        <p:spPr>
          <a:xfrm>
            <a:off x="14028420"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46" name="dp44-scenario-input / n42 / text 1">
            <a:extLst>
              <a:ext uri="{FF2B5EF4-FFF2-40B4-BE49-F238E27FC236}">
                <ns2:creationId id="{1C5007B3-FD85-4009-8457-E82E4859558A}"/>
              </a:ext>
            </a:extLst>
          </p:cNvPr>
          <p:cNvSpPr>
            <a:spLocks noGrp="1"/>
          </p:cNvSpPr>
          <p:nvPr/>
        </p:nvSpPr>
        <p:spPr>
          <a:xfrm>
            <a:off x="1428750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47" name="dp44-scenario-input / n43">
            <a:extLst>
              <a:ext uri="{FF2B5EF4-FFF2-40B4-BE49-F238E27FC236}">
                <ns2:creationId id="{B39DC9DE-05E5-47AC-9824-548946BE1F1C}"/>
              </a:ext>
            </a:extLst>
          </p:cNvPr>
          <p:cNvSpPr>
            <a:spLocks noGrp="1"/>
          </p:cNvSpPr>
          <p:nvPr/>
        </p:nvSpPr>
        <p:spPr>
          <a:xfrm>
            <a:off x="14287500" y="3333750"/>
            <a:ext cx="2952750" cy="1143000"/>
          </a:xfrm>
          <a:prstGeom prst="rect">
            <a:avLst/>
          </a:prstGeom>
          <a:solidFill>
            <a:srgbClr val="FFF3E5"/>
          </a:solidFill>
          <a:ln w="16193">
            <a:solidFill>
              <a:srgbClr val="B8753F"/>
            </a:solidFill>
            <a:prstDash val="solid"/>
          </a:ln>
        </p:spPr>
      </p:sp>
      <p:sp>
        <p:nvSpPr>
          <p:cNvPr id="48" name="dp44-scenario-input / n44 / text 1">
            <a:extLst>
              <a:ext uri="{FF2B5EF4-FFF2-40B4-BE49-F238E27FC236}">
                <ns2:creationId id="{9D26F6F4-28CE-477A-A06A-9253F0BC42EE}"/>
              </a:ext>
            </a:extLst>
          </p:cNvPr>
          <p:cNvSpPr>
            <a:spLocks noGrp="1"/>
          </p:cNvSpPr>
          <p:nvPr/>
        </p:nvSpPr>
        <p:spPr>
          <a:xfrm>
            <a:off x="14401800"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a:t>
            </a:r>
            <a:endParaRPr lang="ko-KR">
              <a:latin typeface="Calibri"/>
              <a:ea typeface="Calibri"/>
              <a:cs typeface="Calibri"/>
            </a:endParaRPr>
          </a:p>
        </p:txBody>
      </p:sp>
      <p:sp>
        <p:nvSpPr>
          <p:cNvPr id="49" name="dp44-scenario-input / n45 / text 1">
            <a:extLst>
              <a:ext uri="{FF2B5EF4-FFF2-40B4-BE49-F238E27FC236}">
                <ns2:creationId id="{25A1C4AD-9817-4F7C-86CA-119512849B8D}"/>
              </a:ext>
            </a:extLst>
          </p:cNvPr>
          <p:cNvSpPr>
            <a:spLocks noGrp="1"/>
          </p:cNvSpPr>
          <p:nvPr/>
        </p:nvSpPr>
        <p:spPr>
          <a:xfrm>
            <a:off x="14401800"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결과 현재성 확인</a:t>
            </a:r>
            <a:endParaRPr lang="ko-KR">
              <a:latin typeface="Calibri"/>
              <a:ea typeface="Calibri"/>
              <a:cs typeface="Calibri"/>
            </a:endParaRPr>
          </a:p>
        </p:txBody>
      </p:sp>
      <p:sp>
        <p:nvSpPr>
          <p:cNvPr id="50" name="dp44-scenario-input / n46 / text 1">
            <a:extLst>
              <a:ext uri="{FF2B5EF4-FFF2-40B4-BE49-F238E27FC236}">
                <ns2:creationId id="{0B5B3592-EC91-4B0C-B2EA-70330D601FB8}"/>
              </a:ext>
            </a:extLst>
          </p:cNvPr>
          <p:cNvSpPr>
            <a:spLocks noGrp="1"/>
          </p:cNvSpPr>
          <p:nvPr/>
        </p:nvSpPr>
        <p:spPr>
          <a:xfrm>
            <a:off x="1428750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의미 채택 후 준비 지시</a:t>
            </a:r>
            <a:endParaRPr lang="ko-KR">
              <a:latin typeface="Calibri"/>
              <a:ea typeface="Calibri"/>
              <a:cs typeface="Calibri"/>
            </a:endParaRPr>
          </a:p>
        </p:txBody>
      </p:sp>
      <p:sp>
        <p:nvSpPr>
          <p:cNvPr id="51" name="dp44-scenario-input / n47">
            <a:extLst>
              <a:ext uri="{FF2B5EF4-FFF2-40B4-BE49-F238E27FC236}">
                <ns2:creationId id="{758E6555-46BB-46FA-B9E5-B4FD701CC73A}"/>
              </a:ext>
            </a:extLst>
          </p:cNvPr>
          <p:cNvSpPr>
            <a:spLocks noGrp="1"/>
          </p:cNvSpPr>
          <p:nvPr/>
        </p:nvSpPr>
        <p:spPr>
          <a:xfrm>
            <a:off x="514350" y="5810250"/>
            <a:ext cx="17259300" cy="514350"/>
          </a:xfrm>
          <a:prstGeom prst="rect">
            <a:avLst/>
          </a:prstGeom>
          <a:solidFill>
            <a:srgbClr val="FFF5DB"/>
          </a:solidFill>
          <a:ln w="16193">
            <a:solidFill>
              <a:srgbClr val="CDD6DE"/>
            </a:solidFill>
            <a:prstDash val="solid"/>
          </a:ln>
        </p:spPr>
      </p:sp>
      <p:sp>
        <p:nvSpPr>
          <p:cNvPr id="52" name="dp44-scenario-input / n48 / text 1">
            <a:extLst>
              <a:ext uri="{FF2B5EF4-FFF2-40B4-BE49-F238E27FC236}">
                <ns2:creationId id="{62677346-2D2A-4E20-AE09-ABE1FD27A1EE}"/>
              </a:ext>
            </a:extLst>
          </p:cNvPr>
          <p:cNvSpPr>
            <a:spLocks noGrp="1"/>
          </p:cNvSpPr>
          <p:nvPr/>
        </p:nvSpPr>
        <p:spPr>
          <a:xfrm>
            <a:off x="714375" y="5934075"/>
            <a:ext cx="16573500" cy="331470"/>
          </a:xfrm>
          <a:prstGeom prst="rect">
            <a:avLst/>
          </a:prstGeom>
          <a:noFill/>
          <a:ln w="0">
            <a:noFill/>
            <a:prstDash val="solid"/>
          </a:ln>
        </p:spPr>
        <p:txBody>
          <a:bodyPr wrap="none" lIns="0" tIns="0" rIns="0" bIns="0" anchor="t">
            <a:noAutofit/>
          </a:bodyPr>
          <a:lstStyle>
            <a:defPPr algn="l">
              <a:defRPr sz="1800" b="1" lang="ko-KR">
                <a:solidFill>
                  <a:srgbClr val="18232E"/>
                </a:solidFill>
                <a:latin typeface="Calibri"/>
                <a:ea typeface="Calibri"/>
                <a:cs typeface="Calibri"/>
              </a:defRPr>
            </a:defPPr>
          </a:lstStyle>
          <a:p>
            <a:pPr algn="l">
              <a:defRPr sz="1800" b="1" lang="ko-KR">
                <a:solidFill>
                  <a:srgbClr val="18232E"/>
                </a:solidFill>
                <a:latin typeface="Calibri"/>
                <a:ea typeface="Calibri"/>
                <a:cs typeface="Calibri"/>
              </a:defRPr>
            </a:pPr>
            <a:r>
              <a:rPr sz="1800" b="1" lang="ko-KR">
                <a:solidFill>
                  <a:srgbClr val="18232E"/>
                </a:solidFill>
                <a:latin typeface="Calibri"/>
                <a:ea typeface="Calibri"/>
                <a:cs typeface="Calibri"/>
              </a:rPr>
              <a:t>B  Input Resolution Stage가 자기 Done Queue에서 완료를 처리</a:t>
            </a:r>
            <a:endParaRPr lang="ko-KR">
              <a:latin typeface="Calibri"/>
              <a:ea typeface="Calibri"/>
              <a:cs typeface="Calibri"/>
            </a:endParaRPr>
          </a:p>
        </p:txBody>
      </p:sp>
      <p:sp>
        <p:nvSpPr>
          <p:cNvPr id="53" name="dp44-scenario-input / n49 / text 1">
            <a:extLst>
              <a:ext uri="{FF2B5EF4-FFF2-40B4-BE49-F238E27FC236}">
                <ns2:creationId id="{9626B975-9CB6-47B4-B9DD-475B39995633}"/>
              </a:ext>
            </a:extLst>
          </p:cNvPr>
          <p:cNvSpPr>
            <a:spLocks noGrp="1"/>
          </p:cNvSpPr>
          <p:nvPr/>
        </p:nvSpPr>
        <p:spPr>
          <a:xfrm>
            <a:off x="76200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54" name="dp44-scenario-input / n50">
            <a:extLst>
              <a:ext uri="{FF2B5EF4-FFF2-40B4-BE49-F238E27FC236}">
                <ns2:creationId id="{6E7A91C6-590A-4569-AF38-813B75A2468D}"/>
              </a:ext>
            </a:extLst>
          </p:cNvPr>
          <p:cNvSpPr>
            <a:spLocks noGrp="1"/>
          </p:cNvSpPr>
          <p:nvPr/>
        </p:nvSpPr>
        <p:spPr>
          <a:xfrm>
            <a:off x="762000" y="6638925"/>
            <a:ext cx="2952750" cy="1143000"/>
          </a:xfrm>
          <a:prstGeom prst="rect">
            <a:avLst/>
          </a:prstGeom>
          <a:solidFill>
            <a:srgbClr val="FFFFFF"/>
          </a:solidFill>
          <a:ln w="16193">
            <a:solidFill>
              <a:srgbClr val="B8753F"/>
            </a:solidFill>
            <a:prstDash val="solid"/>
          </a:ln>
        </p:spPr>
      </p:sp>
      <p:sp>
        <p:nvSpPr>
          <p:cNvPr id="55" name="dp44-scenario-input / n51 / text 1">
            <a:extLst>
              <a:ext uri="{FF2B5EF4-FFF2-40B4-BE49-F238E27FC236}">
                <ns2:creationId id="{85B54FAD-5A94-4ED1-96CB-13EF4DBB7F40}"/>
              </a:ext>
            </a:extLst>
          </p:cNvPr>
          <p:cNvSpPr>
            <a:spLocks noGrp="1"/>
          </p:cNvSpPr>
          <p:nvPr/>
        </p:nvSpPr>
        <p:spPr>
          <a:xfrm>
            <a:off x="876300" y="67627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Input Resolution Stage</a:t>
            </a:r>
            <a:endParaRPr lang="ko-KR">
              <a:latin typeface="Calibri"/>
              <a:ea typeface="Calibri"/>
              <a:cs typeface="Calibri"/>
            </a:endParaRPr>
          </a:p>
        </p:txBody>
      </p:sp>
      <p:sp>
        <p:nvSpPr>
          <p:cNvPr id="56" name="dp44-scenario-input / n52 / text 1">
            <a:extLst>
              <a:ext uri="{FF2B5EF4-FFF2-40B4-BE49-F238E27FC236}">
                <ns2:creationId id="{E934BCC7-00DD-45A9-83B7-69925561D62D}"/>
              </a:ext>
            </a:extLst>
          </p:cNvPr>
          <p:cNvSpPr>
            <a:spLocks noGrp="1"/>
          </p:cNvSpPr>
          <p:nvPr/>
        </p:nvSpPr>
        <p:spPr>
          <a:xfrm>
            <a:off x="876300" y="707707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Input Queue: u1</a:t>
            </a:r>
            <a:endParaRPr lang="ko-KR">
              <a:latin typeface="Calibri"/>
              <a:ea typeface="Calibri"/>
              <a:cs typeface="Calibri"/>
            </a:endParaRPr>
          </a:p>
        </p:txBody>
      </p:sp>
      <p:sp>
        <p:nvSpPr>
          <p:cNvPr id="57" name="dp44-scenario-input / n53">
            <a:extLst>
              <a:ext uri="{FF2B5EF4-FFF2-40B4-BE49-F238E27FC236}">
                <ns2:creationId id="{1D74D95B-600E-4547-B9F3-C43244941AEF}"/>
              </a:ext>
            </a:extLst>
          </p:cNvPr>
          <p:cNvSpPr>
            <a:spLocks noGrp="1"/>
          </p:cNvSpPr>
          <p:nvPr/>
        </p:nvSpPr>
        <p:spPr>
          <a:xfrm>
            <a:off x="876300" y="7458075"/>
            <a:ext cx="190500" cy="190500"/>
          </a:xfrm>
          <a:prstGeom prst="rect">
            <a:avLst/>
          </a:prstGeom>
          <a:solidFill>
            <a:srgbClr val="FFFFFF"/>
          </a:solidFill>
          <a:ln w="16193">
            <a:solidFill>
              <a:srgbClr val="5F6B77"/>
            </a:solidFill>
            <a:prstDash val="solid"/>
          </a:ln>
        </p:spPr>
      </p:sp>
      <p:sp>
        <p:nvSpPr>
          <p:cNvPr id="58" name="dp44-scenario-input / n54">
            <a:extLst>
              <a:ext uri="{FF2B5EF4-FFF2-40B4-BE49-F238E27FC236}">
                <ns2:creationId id="{197465E9-8E76-4DF9-AB6B-A8D79A5A6A83}"/>
              </a:ext>
            </a:extLst>
          </p:cNvPr>
          <p:cNvSpPr>
            <a:spLocks noGrp="1"/>
          </p:cNvSpPr>
          <p:nvPr/>
        </p:nvSpPr>
        <p:spPr>
          <a:xfrm>
            <a:off x="1133475" y="7458075"/>
            <a:ext cx="190500" cy="190500"/>
          </a:xfrm>
          <a:prstGeom prst="rect">
            <a:avLst/>
          </a:prstGeom>
          <a:solidFill>
            <a:srgbClr val="FFFFFF"/>
          </a:solidFill>
          <a:ln w="16193">
            <a:solidFill>
              <a:srgbClr val="5F6B77"/>
            </a:solidFill>
            <a:prstDash val="solid"/>
          </a:ln>
        </p:spPr>
      </p:sp>
      <p:sp>
        <p:nvSpPr>
          <p:cNvPr id="59" name="dp44-scenario-input / n55">
            <a:extLst>
              <a:ext uri="{FF2B5EF4-FFF2-40B4-BE49-F238E27FC236}">
                <ns2:creationId id="{4EA1120D-DFF8-4F35-9FC8-33561628EBE9}"/>
              </a:ext>
            </a:extLst>
          </p:cNvPr>
          <p:cNvSpPr>
            <a:spLocks noGrp="1"/>
          </p:cNvSpPr>
          <p:nvPr/>
        </p:nvSpPr>
        <p:spPr>
          <a:xfrm>
            <a:off x="1390650" y="7458075"/>
            <a:ext cx="190500" cy="190500"/>
          </a:xfrm>
          <a:prstGeom prst="rect">
            <a:avLst/>
          </a:prstGeom>
          <a:solidFill>
            <a:srgbClr val="FFFFFF"/>
          </a:solidFill>
          <a:ln w="16193">
            <a:solidFill>
              <a:srgbClr val="5F6B77"/>
            </a:solidFill>
            <a:prstDash val="solid"/>
          </a:ln>
        </p:spPr>
      </p:sp>
      <p:sp>
        <p:nvSpPr>
          <p:cNvPr id="60" name="dp44-scenario-input / n56">
            <a:extLst>
              <a:ext uri="{FF2B5EF4-FFF2-40B4-BE49-F238E27FC236}">
                <ns2:creationId id="{E92DED33-AA73-492F-92DD-5DE5A194751D}"/>
              </a:ext>
            </a:extLst>
          </p:cNvPr>
          <p:cNvSpPr>
            <a:spLocks noGrp="1"/>
          </p:cNvSpPr>
          <p:nvPr/>
        </p:nvSpPr>
        <p:spPr>
          <a:xfrm>
            <a:off x="1647825" y="7458075"/>
            <a:ext cx="190500" cy="190500"/>
          </a:xfrm>
          <a:prstGeom prst="rect">
            <a:avLst/>
          </a:prstGeom>
          <a:solidFill>
            <a:srgbClr val="FFFFFF"/>
          </a:solidFill>
          <a:ln w="16193">
            <a:solidFill>
              <a:srgbClr val="5F6B77"/>
            </a:solidFill>
            <a:prstDash val="solid"/>
          </a:ln>
        </p:spPr>
      </p:sp>
      <p:sp>
        <p:nvSpPr>
          <p:cNvPr id="61" name="dp44-scenario-input / n57 / text 1">
            <a:extLst>
              <a:ext uri="{FF2B5EF4-FFF2-40B4-BE49-F238E27FC236}">
                <ns2:creationId id="{D252313F-4515-4B27-AAD0-025691C41258}"/>
              </a:ext>
            </a:extLst>
          </p:cNvPr>
          <p:cNvSpPr>
            <a:spLocks noGrp="1"/>
          </p:cNvSpPr>
          <p:nvPr/>
        </p:nvSpPr>
        <p:spPr>
          <a:xfrm>
            <a:off x="76200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입력 Stage가 직접 수용</a:t>
            </a:r>
            <a:endParaRPr lang="ko-KR">
              <a:latin typeface="Calibri"/>
              <a:ea typeface="Calibri"/>
              <a:cs typeface="Calibri"/>
            </a:endParaRPr>
          </a:p>
        </p:txBody>
      </p:sp>
      <p:sp>
        <p:nvSpPr>
          <p:cNvPr id="62" name="dp44-scenario-input / n58 / path">
            <a:extLst>
              <a:ext uri="{FF2B5EF4-FFF2-40B4-BE49-F238E27FC236}">
                <ns2:creationId id="{501DCE53-0510-4E26-82A7-8F58A6EE4064}"/>
              </a:ext>
            </a:extLst>
          </p:cNvPr>
          <p:cNvSpPr>
            <a:spLocks noGrp="1"/>
          </p:cNvSpPr>
          <p:nvPr/>
        </p:nvSpPr>
        <p:spPr>
          <a:xfrm>
            <a:off x="3771900" y="7258050"/>
            <a:ext cx="295275" cy="953"/>
          </a:xfrm>
          <a:custGeom>
            <a:pathLst>
              <a:path w="295275" h="953">
                <a:moveTo>
                  <a:pt x="0" y="0"/>
                </a:moveTo>
                <a:lnTo>
                  <a:pt x="295275" y="0"/>
                </a:lnTo>
              </a:path>
            </a:pathLst>
          </a:custGeom>
          <a:noFill/>
          <a:ln w="28575">
            <a:solidFill>
              <a:srgbClr val="2858A5"/>
            </a:solidFill>
            <a:prstDash val="solid"/>
          </a:ln>
        </p:spPr>
      </p:sp>
      <p:sp>
        <p:nvSpPr>
          <p:cNvPr id="63" name="dp44-scenario-input / n58 / arrow">
            <a:extLst>
              <a:ext uri="{FF2B5EF4-FFF2-40B4-BE49-F238E27FC236}">
                <ns2:creationId id="{77F97030-127A-4BED-AB69-20B429CBC5A0}"/>
              </a:ext>
            </a:extLst>
          </p:cNvPr>
          <p:cNvSpPr>
            <a:spLocks noGrp="1"/>
          </p:cNvSpPr>
          <p:nvPr/>
        </p:nvSpPr>
        <p:spPr>
          <a:xfrm>
            <a:off x="3884295"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64" name="dp44-scenario-input / n59 / text 1">
            <a:extLst>
              <a:ext uri="{FF2B5EF4-FFF2-40B4-BE49-F238E27FC236}">
                <ns2:creationId id="{4B0F4DFF-8345-4D69-9806-942EC5617DBE}"/>
              </a:ext>
            </a:extLst>
          </p:cNvPr>
          <p:cNvSpPr>
            <a:spLocks noGrp="1"/>
          </p:cNvSpPr>
          <p:nvPr/>
        </p:nvSpPr>
        <p:spPr>
          <a:xfrm>
            <a:off x="4143375"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65" name="dp44-scenario-input / n60">
            <a:extLst>
              <a:ext uri="{FF2B5EF4-FFF2-40B4-BE49-F238E27FC236}">
                <ns2:creationId id="{104A2400-9B52-4231-BED5-80F671DE2A43}"/>
              </a:ext>
            </a:extLst>
          </p:cNvPr>
          <p:cNvSpPr>
            <a:spLocks noGrp="1"/>
          </p:cNvSpPr>
          <p:nvPr/>
        </p:nvSpPr>
        <p:spPr>
          <a:xfrm>
            <a:off x="4143375" y="6638925"/>
            <a:ext cx="2952750" cy="1143000"/>
          </a:xfrm>
          <a:prstGeom prst="rect">
            <a:avLst/>
          </a:prstGeom>
          <a:solidFill>
            <a:srgbClr val="FFF3E5"/>
          </a:solidFill>
          <a:ln w="16193">
            <a:solidFill>
              <a:srgbClr val="B8753F"/>
            </a:solidFill>
            <a:prstDash val="solid"/>
          </a:ln>
        </p:spPr>
      </p:sp>
      <p:sp>
        <p:nvSpPr>
          <p:cNvPr id="66" name="dp44-scenario-input / n61 / text 1">
            <a:extLst>
              <a:ext uri="{FF2B5EF4-FFF2-40B4-BE49-F238E27FC236}">
                <ns2:creationId id="{EAEA5706-A593-4202-BCA6-370E7D94D6EC}"/>
              </a:ext>
            </a:extLst>
          </p:cNvPr>
          <p:cNvSpPr>
            <a:spLocks noGrp="1"/>
          </p:cNvSpPr>
          <p:nvPr/>
        </p:nvSpPr>
        <p:spPr>
          <a:xfrm>
            <a:off x="4257675" y="679132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Input Resolution Stage Pump</a:t>
            </a:r>
            <a:endParaRPr lang="ko-KR">
              <a:latin typeface="Calibri"/>
              <a:ea typeface="Calibri"/>
              <a:cs typeface="Calibri"/>
            </a:endParaRPr>
          </a:p>
        </p:txBody>
      </p:sp>
      <p:sp>
        <p:nvSpPr>
          <p:cNvPr id="67" name="dp44-scenario-input / n62 / text 1">
            <a:extLst>
              <a:ext uri="{FF2B5EF4-FFF2-40B4-BE49-F238E27FC236}">
                <ns2:creationId id="{3811532B-D1A9-43C1-B024-3FB697AA4CCE}"/>
              </a:ext>
            </a:extLst>
          </p:cNvPr>
          <p:cNvSpPr>
            <a:spLocks noGrp="1"/>
          </p:cNvSpPr>
          <p:nvPr/>
        </p:nvSpPr>
        <p:spPr>
          <a:xfrm>
            <a:off x="4257675" y="7200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InterpretAsync(J1) 시작</a:t>
            </a:r>
            <a:endParaRPr lang="ko-KR">
              <a:latin typeface="Calibri"/>
              <a:ea typeface="Calibri"/>
              <a:cs typeface="Calibri"/>
            </a:endParaRPr>
          </a:p>
        </p:txBody>
      </p:sp>
      <p:sp>
        <p:nvSpPr>
          <p:cNvPr id="68" name="dp44-scenario-input / n63 / text 1">
            <a:extLst>
              <a:ext uri="{FF2B5EF4-FFF2-40B4-BE49-F238E27FC236}">
                <ns2:creationId id="{5BFBC543-A73C-433E-880E-A83EB247AEB9}"/>
              </a:ext>
            </a:extLst>
          </p:cNvPr>
          <p:cNvSpPr>
            <a:spLocks noGrp="1"/>
          </p:cNvSpPr>
          <p:nvPr/>
        </p:nvSpPr>
        <p:spPr>
          <a:xfrm>
            <a:off x="4143375"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Input Window에 J1 기록</a:t>
            </a:r>
            <a:endParaRPr lang="ko-KR">
              <a:latin typeface="Calibri"/>
              <a:ea typeface="Calibri"/>
              <a:cs typeface="Calibri"/>
            </a:endParaRPr>
          </a:p>
        </p:txBody>
      </p:sp>
      <p:sp>
        <p:nvSpPr>
          <p:cNvPr id="69" name="dp44-scenario-input / n64 / path">
            <a:extLst>
              <a:ext uri="{FF2B5EF4-FFF2-40B4-BE49-F238E27FC236}">
                <ns2:creationId id="{1867F544-D299-47EE-9C72-9AE417C0F6B4}"/>
              </a:ext>
            </a:extLst>
          </p:cNvPr>
          <p:cNvSpPr>
            <a:spLocks noGrp="1"/>
          </p:cNvSpPr>
          <p:nvPr/>
        </p:nvSpPr>
        <p:spPr>
          <a:xfrm>
            <a:off x="7153275" y="7258050"/>
            <a:ext cx="295275" cy="953"/>
          </a:xfrm>
          <a:custGeom>
            <a:pathLst>
              <a:path w="295275" h="953">
                <a:moveTo>
                  <a:pt x="0" y="0"/>
                </a:moveTo>
                <a:lnTo>
                  <a:pt x="295275" y="0"/>
                </a:lnTo>
              </a:path>
            </a:pathLst>
          </a:custGeom>
          <a:noFill/>
          <a:ln w="28575">
            <a:solidFill>
              <a:srgbClr val="2858A5"/>
            </a:solidFill>
            <a:prstDash val="solid"/>
          </a:ln>
        </p:spPr>
      </p:sp>
      <p:sp>
        <p:nvSpPr>
          <p:cNvPr id="70" name="dp44-scenario-input / n64 / arrow">
            <a:extLst>
              <a:ext uri="{FF2B5EF4-FFF2-40B4-BE49-F238E27FC236}">
                <ns2:creationId id="{D86B942F-D64C-4AD7-86E2-6BFDEB9010FC}"/>
              </a:ext>
            </a:extLst>
          </p:cNvPr>
          <p:cNvSpPr>
            <a:spLocks noGrp="1"/>
          </p:cNvSpPr>
          <p:nvPr/>
        </p:nvSpPr>
        <p:spPr>
          <a:xfrm>
            <a:off x="7265670"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71" name="dp44-scenario-input / n65 / text 1">
            <a:extLst>
              <a:ext uri="{FF2B5EF4-FFF2-40B4-BE49-F238E27FC236}">
                <ns2:creationId id="{80B400CB-21C7-490C-A978-EB698444F70F}"/>
              </a:ext>
            </a:extLst>
          </p:cNvPr>
          <p:cNvSpPr>
            <a:spLocks noGrp="1"/>
          </p:cNvSpPr>
          <p:nvPr/>
        </p:nvSpPr>
        <p:spPr>
          <a:xfrm>
            <a:off x="752475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Interpreter</a:t>
            </a:r>
            <a:endParaRPr lang="ko-KR">
              <a:latin typeface="Calibri"/>
              <a:ea typeface="Calibri"/>
              <a:cs typeface="Calibri"/>
            </a:endParaRPr>
          </a:p>
        </p:txBody>
      </p:sp>
      <p:sp>
        <p:nvSpPr>
          <p:cNvPr id="72" name="dp44-scenario-input / n66">
            <a:extLst>
              <a:ext uri="{FF2B5EF4-FFF2-40B4-BE49-F238E27FC236}">
                <ns2:creationId id="{045E93F2-DB9B-4FC2-8268-AA9AC8F5332A}"/>
              </a:ext>
            </a:extLst>
          </p:cNvPr>
          <p:cNvSpPr>
            <a:spLocks noGrp="1"/>
          </p:cNvSpPr>
          <p:nvPr/>
        </p:nvSpPr>
        <p:spPr>
          <a:xfrm>
            <a:off x="7524750" y="6638925"/>
            <a:ext cx="2952750" cy="1143000"/>
          </a:xfrm>
          <a:prstGeom prst="rect">
            <a:avLst/>
          </a:prstGeom>
          <a:solidFill>
            <a:srgbClr val="FFF3E5"/>
          </a:solidFill>
          <a:ln w="16193">
            <a:solidFill>
              <a:srgbClr val="B8753F"/>
            </a:solidFill>
            <a:prstDash val="solid"/>
          </a:ln>
        </p:spPr>
      </p:sp>
      <p:sp>
        <p:nvSpPr>
          <p:cNvPr id="73" name="dp44-scenario-input / n67 / text 1">
            <a:extLst>
              <a:ext uri="{FF2B5EF4-FFF2-40B4-BE49-F238E27FC236}">
                <ns2:creationId id="{7B5F8959-73DD-48D7-8195-6C0DFD579259}"/>
              </a:ext>
            </a:extLst>
          </p:cNvPr>
          <p:cNvSpPr>
            <a:spLocks noGrp="1"/>
          </p:cNvSpPr>
          <p:nvPr/>
        </p:nvSpPr>
        <p:spPr>
          <a:xfrm>
            <a:off x="7639050" y="679132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InterpretAsync(J1)</a:t>
            </a:r>
            <a:endParaRPr lang="ko-KR">
              <a:latin typeface="Calibri"/>
              <a:ea typeface="Calibri"/>
              <a:cs typeface="Calibri"/>
            </a:endParaRPr>
          </a:p>
        </p:txBody>
      </p:sp>
      <p:sp>
        <p:nvSpPr>
          <p:cNvPr id="74" name="dp44-scenario-input / n68 / text 1">
            <a:extLst>
              <a:ext uri="{FF2B5EF4-FFF2-40B4-BE49-F238E27FC236}">
                <ns2:creationId id="{9EF097F4-C369-4E72-9076-F99D1B476492}"/>
              </a:ext>
            </a:extLst>
          </p:cNvPr>
          <p:cNvSpPr>
            <a:spLocks noGrp="1"/>
          </p:cNvSpPr>
          <p:nvPr/>
        </p:nvSpPr>
        <p:spPr>
          <a:xfrm>
            <a:off x="7639050" y="7200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의미 제안을 생산</a:t>
            </a:r>
            <a:endParaRPr lang="ko-KR">
              <a:latin typeface="Calibri"/>
              <a:ea typeface="Calibri"/>
              <a:cs typeface="Calibri"/>
            </a:endParaRPr>
          </a:p>
        </p:txBody>
      </p:sp>
      <p:sp>
        <p:nvSpPr>
          <p:cNvPr id="75" name="dp44-scenario-input / n69 / text 1">
            <a:extLst>
              <a:ext uri="{FF2B5EF4-FFF2-40B4-BE49-F238E27FC236}">
                <ns2:creationId id="{792B8CAC-4B51-4793-BC63-72440EA85291}"/>
              </a:ext>
            </a:extLst>
          </p:cNvPr>
          <p:cNvSpPr>
            <a:spLocks noGrp="1"/>
          </p:cNvSpPr>
          <p:nvPr/>
        </p:nvSpPr>
        <p:spPr>
          <a:xfrm>
            <a:off x="752475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A와 같은 이해 책임</a:t>
            </a:r>
            <a:endParaRPr lang="ko-KR">
              <a:latin typeface="Calibri"/>
              <a:ea typeface="Calibri"/>
              <a:cs typeface="Calibri"/>
            </a:endParaRPr>
          </a:p>
        </p:txBody>
      </p:sp>
      <p:sp>
        <p:nvSpPr>
          <p:cNvPr id="76" name="dp44-scenario-input / n70 / path">
            <a:extLst>
              <a:ext uri="{FF2B5EF4-FFF2-40B4-BE49-F238E27FC236}">
                <ns2:creationId id="{EAEA07B7-9024-4C53-9943-A12518B273DC}"/>
              </a:ext>
            </a:extLst>
          </p:cNvPr>
          <p:cNvSpPr>
            <a:spLocks noGrp="1"/>
          </p:cNvSpPr>
          <p:nvPr/>
        </p:nvSpPr>
        <p:spPr>
          <a:xfrm>
            <a:off x="10534650" y="7258050"/>
            <a:ext cx="295275" cy="953"/>
          </a:xfrm>
          <a:custGeom>
            <a:pathLst>
              <a:path w="295275" h="953">
                <a:moveTo>
                  <a:pt x="0" y="0"/>
                </a:moveTo>
                <a:lnTo>
                  <a:pt x="295275" y="0"/>
                </a:lnTo>
              </a:path>
            </a:pathLst>
          </a:custGeom>
          <a:noFill/>
          <a:ln w="28575">
            <a:solidFill>
              <a:srgbClr val="2858A5"/>
            </a:solidFill>
            <a:prstDash val="dash"/>
          </a:ln>
        </p:spPr>
      </p:sp>
      <p:sp>
        <p:nvSpPr>
          <p:cNvPr id="77" name="dp44-scenario-input / n70 / arrow">
            <a:extLst>
              <a:ext uri="{FF2B5EF4-FFF2-40B4-BE49-F238E27FC236}">
                <ns2:creationId id="{58F7040A-DB69-44D0-9B61-A8C3DDAF6507}"/>
              </a:ext>
            </a:extLst>
          </p:cNvPr>
          <p:cNvSpPr>
            <a:spLocks noGrp="1"/>
          </p:cNvSpPr>
          <p:nvPr/>
        </p:nvSpPr>
        <p:spPr>
          <a:xfrm>
            <a:off x="10647045"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78" name="dp44-scenario-input / n71 / text 1">
            <a:extLst>
              <a:ext uri="{FF2B5EF4-FFF2-40B4-BE49-F238E27FC236}">
                <ns2:creationId id="{EBA8A3A3-E19A-41C0-A479-B606205EEA0D}"/>
              </a:ext>
            </a:extLst>
          </p:cNvPr>
          <p:cNvSpPr>
            <a:spLocks noGrp="1"/>
          </p:cNvSpPr>
          <p:nvPr/>
        </p:nvSpPr>
        <p:spPr>
          <a:xfrm>
            <a:off x="10906125"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79" name="dp44-scenario-input / n72">
            <a:extLst>
              <a:ext uri="{FF2B5EF4-FFF2-40B4-BE49-F238E27FC236}">
                <ns2:creationId id="{392858F1-D744-4C7F-9DBF-19F0234A9446}"/>
              </a:ext>
            </a:extLst>
          </p:cNvPr>
          <p:cNvSpPr>
            <a:spLocks noGrp="1"/>
          </p:cNvSpPr>
          <p:nvPr/>
        </p:nvSpPr>
        <p:spPr>
          <a:xfrm>
            <a:off x="10906125" y="6638925"/>
            <a:ext cx="2952750" cy="1143000"/>
          </a:xfrm>
          <a:prstGeom prst="rect">
            <a:avLst/>
          </a:prstGeom>
          <a:solidFill>
            <a:srgbClr val="FFFFFF"/>
          </a:solidFill>
          <a:ln w="16193">
            <a:solidFill>
              <a:srgbClr val="B8753F"/>
            </a:solidFill>
            <a:prstDash val="solid"/>
          </a:ln>
        </p:spPr>
      </p:sp>
      <p:sp>
        <p:nvSpPr>
          <p:cNvPr id="80" name="dp44-scenario-input / n73 / text 1">
            <a:extLst>
              <a:ext uri="{FF2B5EF4-FFF2-40B4-BE49-F238E27FC236}">
                <ns2:creationId id="{C93F1552-559F-4ADE-B77C-31C696A6BA1B}"/>
              </a:ext>
            </a:extLst>
          </p:cNvPr>
          <p:cNvSpPr>
            <a:spLocks noGrp="1"/>
          </p:cNvSpPr>
          <p:nvPr/>
        </p:nvSpPr>
        <p:spPr>
          <a:xfrm>
            <a:off x="11020425" y="67627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Input Resolution Stage</a:t>
            </a:r>
            <a:endParaRPr lang="ko-KR">
              <a:latin typeface="Calibri"/>
              <a:ea typeface="Calibri"/>
              <a:cs typeface="Calibri"/>
            </a:endParaRPr>
          </a:p>
        </p:txBody>
      </p:sp>
      <p:sp>
        <p:nvSpPr>
          <p:cNvPr id="81" name="dp44-scenario-input / n74 / text 1">
            <a:extLst>
              <a:ext uri="{FF2B5EF4-FFF2-40B4-BE49-F238E27FC236}">
                <ns2:creationId id="{8DCC2727-D7F5-45FB-9598-296A8F47F90F}"/>
              </a:ext>
            </a:extLst>
          </p:cNvPr>
          <p:cNvSpPr>
            <a:spLocks noGrp="1"/>
          </p:cNvSpPr>
          <p:nvPr/>
        </p:nvSpPr>
        <p:spPr>
          <a:xfrm>
            <a:off x="11020425" y="707707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Done Queue: J1</a:t>
            </a:r>
            <a:endParaRPr lang="ko-KR">
              <a:latin typeface="Calibri"/>
              <a:ea typeface="Calibri"/>
              <a:cs typeface="Calibri"/>
            </a:endParaRPr>
          </a:p>
        </p:txBody>
      </p:sp>
      <p:sp>
        <p:nvSpPr>
          <p:cNvPr id="82" name="dp44-scenario-input / n75">
            <a:extLst>
              <a:ext uri="{FF2B5EF4-FFF2-40B4-BE49-F238E27FC236}">
                <ns2:creationId id="{BE102B00-79FA-454D-BD8B-404B85FAB5A8}"/>
              </a:ext>
            </a:extLst>
          </p:cNvPr>
          <p:cNvSpPr>
            <a:spLocks noGrp="1"/>
          </p:cNvSpPr>
          <p:nvPr/>
        </p:nvSpPr>
        <p:spPr>
          <a:xfrm>
            <a:off x="11020425" y="7458075"/>
            <a:ext cx="190500" cy="190500"/>
          </a:xfrm>
          <a:prstGeom prst="rect">
            <a:avLst/>
          </a:prstGeom>
          <a:solidFill>
            <a:srgbClr val="FFFFFF"/>
          </a:solidFill>
          <a:ln w="16193">
            <a:solidFill>
              <a:srgbClr val="5F6B77"/>
            </a:solidFill>
            <a:prstDash val="solid"/>
          </a:ln>
        </p:spPr>
      </p:sp>
      <p:sp>
        <p:nvSpPr>
          <p:cNvPr id="83" name="dp44-scenario-input / n76">
            <a:extLst>
              <a:ext uri="{FF2B5EF4-FFF2-40B4-BE49-F238E27FC236}">
                <ns2:creationId id="{507CD399-8F99-4F71-8E25-2E1D44C80840}"/>
              </a:ext>
            </a:extLst>
          </p:cNvPr>
          <p:cNvSpPr>
            <a:spLocks noGrp="1"/>
          </p:cNvSpPr>
          <p:nvPr/>
        </p:nvSpPr>
        <p:spPr>
          <a:xfrm>
            <a:off x="11277600" y="7458075"/>
            <a:ext cx="190500" cy="190500"/>
          </a:xfrm>
          <a:prstGeom prst="rect">
            <a:avLst/>
          </a:prstGeom>
          <a:solidFill>
            <a:srgbClr val="FFFFFF"/>
          </a:solidFill>
          <a:ln w="16193">
            <a:solidFill>
              <a:srgbClr val="5F6B77"/>
            </a:solidFill>
            <a:prstDash val="solid"/>
          </a:ln>
        </p:spPr>
      </p:sp>
      <p:sp>
        <p:nvSpPr>
          <p:cNvPr id="84" name="dp44-scenario-input / n77">
            <a:extLst>
              <a:ext uri="{FF2B5EF4-FFF2-40B4-BE49-F238E27FC236}">
                <ns2:creationId id="{1934C5D3-7ACA-4FBC-A5B3-E1627E341737}"/>
              </a:ext>
            </a:extLst>
          </p:cNvPr>
          <p:cNvSpPr>
            <a:spLocks noGrp="1"/>
          </p:cNvSpPr>
          <p:nvPr/>
        </p:nvSpPr>
        <p:spPr>
          <a:xfrm>
            <a:off x="11534775" y="7458075"/>
            <a:ext cx="190500" cy="190500"/>
          </a:xfrm>
          <a:prstGeom prst="rect">
            <a:avLst/>
          </a:prstGeom>
          <a:solidFill>
            <a:srgbClr val="FFFFFF"/>
          </a:solidFill>
          <a:ln w="16193">
            <a:solidFill>
              <a:srgbClr val="5F6B77"/>
            </a:solidFill>
            <a:prstDash val="solid"/>
          </a:ln>
        </p:spPr>
      </p:sp>
      <p:sp>
        <p:nvSpPr>
          <p:cNvPr id="85" name="dp44-scenario-input / n78">
            <a:extLst>
              <a:ext uri="{FF2B5EF4-FFF2-40B4-BE49-F238E27FC236}">
                <ns2:creationId id="{389E0EBC-E853-4596-A6C4-0225CF0E0E16}"/>
              </a:ext>
            </a:extLst>
          </p:cNvPr>
          <p:cNvSpPr>
            <a:spLocks noGrp="1"/>
          </p:cNvSpPr>
          <p:nvPr/>
        </p:nvSpPr>
        <p:spPr>
          <a:xfrm>
            <a:off x="11791950" y="7458075"/>
            <a:ext cx="190500" cy="190500"/>
          </a:xfrm>
          <a:prstGeom prst="rect">
            <a:avLst/>
          </a:prstGeom>
          <a:solidFill>
            <a:srgbClr val="FFFFFF"/>
          </a:solidFill>
          <a:ln w="16193">
            <a:solidFill>
              <a:srgbClr val="5F6B77"/>
            </a:solidFill>
            <a:prstDash val="solid"/>
          </a:ln>
        </p:spPr>
      </p:sp>
      <p:sp>
        <p:nvSpPr>
          <p:cNvPr id="86" name="dp44-scenario-input / n79 / text 1">
            <a:extLst>
              <a:ext uri="{FF2B5EF4-FFF2-40B4-BE49-F238E27FC236}">
                <ns2:creationId id="{3BF04E9A-7EB5-4C53-8478-7827A5AC7A99}"/>
              </a:ext>
            </a:extLst>
          </p:cNvPr>
          <p:cNvSpPr>
            <a:spLocks noGrp="1"/>
          </p:cNvSpPr>
          <p:nvPr/>
        </p:nvSpPr>
        <p:spPr>
          <a:xfrm>
            <a:off x="10906125"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시작한 Stage에 반환</a:t>
            </a:r>
            <a:endParaRPr lang="ko-KR">
              <a:latin typeface="Calibri"/>
              <a:ea typeface="Calibri"/>
              <a:cs typeface="Calibri"/>
            </a:endParaRPr>
          </a:p>
        </p:txBody>
      </p:sp>
      <p:sp>
        <p:nvSpPr>
          <p:cNvPr id="87" name="dp44-scenario-input / n80 / path">
            <a:extLst>
              <a:ext uri="{FF2B5EF4-FFF2-40B4-BE49-F238E27FC236}">
                <ns2:creationId id="{1FC46EBE-2620-43C2-B25C-A1FACCB7CB91}"/>
              </a:ext>
            </a:extLst>
          </p:cNvPr>
          <p:cNvSpPr>
            <a:spLocks noGrp="1"/>
          </p:cNvSpPr>
          <p:nvPr/>
        </p:nvSpPr>
        <p:spPr>
          <a:xfrm>
            <a:off x="13916025" y="7258050"/>
            <a:ext cx="295275" cy="953"/>
          </a:xfrm>
          <a:custGeom>
            <a:pathLst>
              <a:path w="295275" h="953">
                <a:moveTo>
                  <a:pt x="0" y="0"/>
                </a:moveTo>
                <a:lnTo>
                  <a:pt x="295275" y="0"/>
                </a:lnTo>
              </a:path>
            </a:pathLst>
          </a:custGeom>
          <a:noFill/>
          <a:ln w="28575">
            <a:solidFill>
              <a:srgbClr val="2858A5"/>
            </a:solidFill>
            <a:prstDash val="solid"/>
          </a:ln>
        </p:spPr>
      </p:sp>
      <p:sp>
        <p:nvSpPr>
          <p:cNvPr id="88" name="dp44-scenario-input / n80 / arrow">
            <a:extLst>
              <a:ext uri="{FF2B5EF4-FFF2-40B4-BE49-F238E27FC236}">
                <ns2:creationId id="{65D6C2EA-C526-47F5-A91C-39A05AA5381D}"/>
              </a:ext>
            </a:extLst>
          </p:cNvPr>
          <p:cNvSpPr>
            <a:spLocks noGrp="1"/>
          </p:cNvSpPr>
          <p:nvPr/>
        </p:nvSpPr>
        <p:spPr>
          <a:xfrm>
            <a:off x="14028420"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89" name="dp44-scenario-input / n81 / text 1">
            <a:extLst>
              <a:ext uri="{FF2B5EF4-FFF2-40B4-BE49-F238E27FC236}">
                <ns2:creationId id="{C8044412-287A-4182-86B2-44ADBC34C623}"/>
              </a:ext>
            </a:extLst>
          </p:cNvPr>
          <p:cNvSpPr>
            <a:spLocks noGrp="1"/>
          </p:cNvSpPr>
          <p:nvPr/>
        </p:nvSpPr>
        <p:spPr>
          <a:xfrm>
            <a:off x="1428750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90" name="dp44-scenario-input / n82">
            <a:extLst>
              <a:ext uri="{FF2B5EF4-FFF2-40B4-BE49-F238E27FC236}">
                <ns2:creationId id="{E34FFD3D-79E2-4109-8639-4A4D52699E49}"/>
              </a:ext>
            </a:extLst>
          </p:cNvPr>
          <p:cNvSpPr>
            <a:spLocks noGrp="1"/>
          </p:cNvSpPr>
          <p:nvPr/>
        </p:nvSpPr>
        <p:spPr>
          <a:xfrm>
            <a:off x="14287500" y="6638925"/>
            <a:ext cx="2952750" cy="1143000"/>
          </a:xfrm>
          <a:prstGeom prst="rect">
            <a:avLst/>
          </a:prstGeom>
          <a:solidFill>
            <a:srgbClr val="FFF3E5"/>
          </a:solidFill>
          <a:ln w="16193">
            <a:solidFill>
              <a:srgbClr val="B8753F"/>
            </a:solidFill>
            <a:prstDash val="solid"/>
          </a:ln>
        </p:spPr>
      </p:sp>
      <p:sp>
        <p:nvSpPr>
          <p:cNvPr id="91" name="dp44-scenario-input / n83 / text 1">
            <a:extLst>
              <a:ext uri="{FF2B5EF4-FFF2-40B4-BE49-F238E27FC236}">
                <ns2:creationId id="{674E5ACE-7302-4186-A878-11F3D52E640B}"/>
              </a:ext>
            </a:extLst>
          </p:cNvPr>
          <p:cNvSpPr>
            <a:spLocks noGrp="1"/>
          </p:cNvSpPr>
          <p:nvPr/>
        </p:nvSpPr>
        <p:spPr>
          <a:xfrm>
            <a:off x="14401800" y="679132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Input Resolution Stage Pump</a:t>
            </a:r>
            <a:endParaRPr lang="ko-KR">
              <a:latin typeface="Calibri"/>
              <a:ea typeface="Calibri"/>
              <a:cs typeface="Calibri"/>
            </a:endParaRPr>
          </a:p>
        </p:txBody>
      </p:sp>
      <p:sp>
        <p:nvSpPr>
          <p:cNvPr id="92" name="dp44-scenario-input / n84 / text 1">
            <a:extLst>
              <a:ext uri="{FF2B5EF4-FFF2-40B4-BE49-F238E27FC236}">
                <ns2:creationId id="{BBDE340E-9DFB-424B-B7BB-C3BFC68EA876}"/>
              </a:ext>
            </a:extLst>
          </p:cNvPr>
          <p:cNvSpPr>
            <a:spLocks noGrp="1"/>
          </p:cNvSpPr>
          <p:nvPr/>
        </p:nvSpPr>
        <p:spPr>
          <a:xfrm>
            <a:off x="14401800" y="7200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결과 현재성 확인</a:t>
            </a:r>
            <a:endParaRPr lang="ko-KR">
              <a:latin typeface="Calibri"/>
              <a:ea typeface="Calibri"/>
              <a:cs typeface="Calibri"/>
            </a:endParaRPr>
          </a:p>
        </p:txBody>
      </p:sp>
      <p:sp>
        <p:nvSpPr>
          <p:cNvPr id="93" name="dp44-scenario-input / n85 / text 1">
            <a:extLst>
              <a:ext uri="{FF2B5EF4-FFF2-40B4-BE49-F238E27FC236}">
                <ns2:creationId id="{CA8BF7F3-32D1-4E25-AC52-0444F467078D}"/>
              </a:ext>
            </a:extLst>
          </p:cNvPr>
          <p:cNvSpPr>
            <a:spLocks noGrp="1"/>
          </p:cNvSpPr>
          <p:nvPr/>
        </p:nvSpPr>
        <p:spPr>
          <a:xfrm>
            <a:off x="1428750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채택 후 Composer에 전달</a:t>
            </a:r>
            <a:endParaRPr lang="ko-KR">
              <a:latin typeface="Calibri"/>
              <a:ea typeface="Calibri"/>
              <a:cs typeface="Calibri"/>
            </a:endParaRPr>
          </a:p>
        </p:txBody>
      </p:sp>
      <p:sp>
        <p:nvSpPr>
          <p:cNvPr id="94" name="dp44-scenario-input / n86">
            <a:extLst>
              <a:ext uri="{FF2B5EF4-FFF2-40B4-BE49-F238E27FC236}">
                <ns2:creationId id="{60B9B28D-E8B0-4548-93B1-B5609B0C30E3}"/>
              </a:ext>
            </a:extLst>
          </p:cNvPr>
          <p:cNvSpPr>
            <a:spLocks noGrp="1"/>
          </p:cNvSpPr>
          <p:nvPr/>
        </p:nvSpPr>
        <p:spPr>
          <a:xfrm>
            <a:off x="514350" y="9201150"/>
            <a:ext cx="17259300" cy="609600"/>
          </a:xfrm>
          <a:prstGeom prst="rect">
            <a:avLst/>
          </a:prstGeom>
          <a:solidFill>
            <a:srgbClr val="F4F7FA"/>
          </a:solidFill>
          <a:ln w="16193">
            <a:solidFill>
              <a:srgbClr val="CDD6DE"/>
            </a:solidFill>
            <a:prstDash val="solid"/>
          </a:ln>
        </p:spPr>
      </p:sp>
      <p:sp>
        <p:nvSpPr>
          <p:cNvPr id="95" name="dp44-scenario-input / n87 / text 1">
            <a:extLst>
              <a:ext uri="{FF2B5EF4-FFF2-40B4-BE49-F238E27FC236}">
                <ns2:creationId id="{4DC47E8C-23E2-4F51-B02C-6393571526AF}"/>
              </a:ext>
            </a:extLst>
          </p:cNvPr>
          <p:cNvSpPr>
            <a:spLocks noGrp="1"/>
          </p:cNvSpPr>
          <p:nvPr/>
        </p:nvSpPr>
        <p:spPr>
          <a:xfrm>
            <a:off x="685800" y="9344025"/>
            <a:ext cx="16764000" cy="303848"/>
          </a:xfrm>
          <a:prstGeom prst="rect">
            <a:avLst/>
          </a:prstGeom>
          <a:noFill/>
          <a:ln w="0">
            <a:noFill/>
            <a:prstDash val="solid"/>
          </a:ln>
        </p:spPr>
        <p:txBody>
          <a:bodyPr wrap="none" lIns="0" tIns="0" rIns="0" bIns="0" anchor="t">
            <a:noAutofit/>
          </a:bodyPr>
          <a:lstStyle>
            <a:defPPr algn="l">
              <a:defRPr sz="1700" b="1" lang="ko-KR">
                <a:solidFill>
                  <a:srgbClr val="18232E"/>
                </a:solidFill>
                <a:latin typeface="Calibri"/>
                <a:ea typeface="Calibri"/>
                <a:cs typeface="Calibri"/>
              </a:defRPr>
            </a:defP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A는 같은 Event Mailbox로 완료를 회수한다. B는 입력 Stage의 Done Queue가 완료를 받는다.</a:t>
            </a:r>
            <a:endParaRPr lang="ko-KR">
              <a:latin typeface="Calibri"/>
              <a:ea typeface="Calibri"/>
              <a:cs typeface="Calibri"/>
            </a:endParaRPr>
          </a:p>
        </p:txBody>
      </p:sp>
      <p:sp>
        <p:nvSpPr>
          <p:cNvPr id="96" name="dp44-scenario-input / n88 / text 1">
            <a:extLst>
              <a:ext uri="{FF2B5EF4-FFF2-40B4-BE49-F238E27FC236}">
                <ns2:creationId id="{D7C90E23-50FC-45F4-A772-DB63C5DB435E}"/>
              </a:ext>
            </a:extLst>
          </p:cNvPr>
          <p:cNvSpPr>
            <a:spLocks noGrp="1"/>
          </p:cNvSpPr>
          <p:nvPr/>
        </p:nvSpPr>
        <p:spPr>
          <a:xfrm>
            <a:off x="514350" y="9925050"/>
            <a:ext cx="17259300"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파란선: 일반 사건과 다음 처리    파란 점선: 비동기 완료    붉은 점선: 제어와 무효화    A/B 미선정, 미구현, 미측정</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0001"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28 / 49</a:t>
            </a:r>
            <a:endParaRPr lang="ko-KR">
              <a:latin typeface="Calibri"/>
              <a:ea typeface="Calibri"/>
              <a:cs typeface="Calibri"/>
            </a:endParaRPr>
          </a:p>
        </p:txBody>
      </p:sp>
    </p:spTree>
    <p:extLst>
      <p:ext uri="{BB962C8B-B14F-4D97-AF65-F5344CB8AC3E}">
        <p14:creationId val="683861411"/>
      </p:ext>
    </p:extLst>
  </p:cSld>
</p:sld>
</file>

<file path=ppt/slides/dp44ScenarioV15_2.xml><?xml version="1.0" encoding="utf-8"?>
<p:sld xmlns:a="http://schemas.openxmlformats.org/drawingml/2006/main" xmlns:ns2="http://schemas.microsoft.com/office/drawing/2014/main" xmlns:p="http://schemas.openxmlformats.org/presentationml/2006/main" xmlns:p14="http://schemas.microsoft.com/office/powerpoint/2010/main">
  <p:cSld name="dp44-scenario-agent">
    <p:bg>
      <p:bgPr>
        <a:solidFill>
          <a:srgbClr val="FFFFFF"/>
        </a:solidFill>
      </p:bgPr>
    </p:bg>
    <p:spTree>
      <p:nvGrpSpPr>
        <p:cNvPr id="1" name=""/>
        <p:cNvGrpSpPr/>
        <p:nvPr/>
      </p:nvGrpSpPr>
      <p:grpSpPr>
        <a:xfrm/>
      </p:grpSpPr>
      <p:sp>
        <p:nvSpPr>
          <p:cNvPr id="101" name="dp44-scenario-agent / n1">
            <a:extLst>
              <a:ext uri="{FF2B5EF4-FFF2-40B4-BE49-F238E27FC236}">
                <ns2:creationId id="{06DCA919-4A37-4F56-8E8B-37570AD969EC}"/>
              </a:ext>
            </a:extLst>
          </p:cNvPr>
          <p:cNvSpPr>
            <a:spLocks noGrp="1"/>
          </p:cNvSpPr>
          <p:nvPr/>
        </p:nvSpPr>
        <p:spPr>
          <a:xfrm>
            <a:off x="0" y="0"/>
            <a:ext cx="18288000" cy="10287000"/>
          </a:xfrm>
          <a:prstGeom prst="rect">
            <a:avLst/>
          </a:prstGeom>
          <a:solidFill>
            <a:srgbClr val="FFFFFF"/>
          </a:solidFill>
          <a:ln w="0">
            <a:noFill/>
            <a:prstDash val="solid"/>
          </a:ln>
        </p:spPr>
      </p:sp>
      <p:sp>
        <p:nvSpPr>
          <p:cNvPr id="2" name="dp44-scenario-agent / n2 / text 1">
            <a:extLst>
              <a:ext uri="{FF2B5EF4-FFF2-40B4-BE49-F238E27FC236}">
                <ns2:creationId id="{7C55909C-4EDA-435B-BEB4-660246085440}"/>
              </a:ext>
            </a:extLst>
          </p:cNvPr>
          <p:cNvSpPr>
            <a:spLocks noGrp="1"/>
          </p:cNvSpPr>
          <p:nvPr/>
        </p:nvSpPr>
        <p:spPr>
          <a:xfrm>
            <a:off x="514350" y="285750"/>
            <a:ext cx="17049750" cy="552450"/>
          </a:xfrm>
          <a:prstGeom prst="rect">
            <a:avLst/>
          </a:prstGeom>
          <a:noFill/>
          <a:ln w="0">
            <a:noFill/>
            <a:prstDash val="solid"/>
          </a:ln>
        </p:spPr>
        <p:txBody>
          <a:bodyPr wrap="none" lIns="0" tIns="0" rIns="0" bIns="0" anchor="t">
            <a:noAutofit/>
          </a:bodyPr>
          <a:lstStyle>
            <a:defPPr algn="l">
              <a:defRPr sz="3000" b="1" lang="ko-KR">
                <a:solidFill>
                  <a:srgbClr val="18232E"/>
                </a:solidFill>
                <a:latin typeface="Calibri"/>
                <a:ea typeface="Calibri"/>
                <a:cs typeface="Calibri"/>
              </a:defRPr>
            </a:defPPr>
          </a:lstStyle>
          <a:p>
            <a:pPr algn="l">
              <a:defRPr sz="3000" b="1" lang="ko-KR">
                <a:solidFill>
                  <a:srgbClr val="18232E"/>
                </a:solidFill>
                <a:latin typeface="Calibri"/>
                <a:ea typeface="Calibri"/>
                <a:cs typeface="Calibri"/>
              </a:defRPr>
            </a:pPr>
            <a:r>
              <a:rPr sz="3000" b="1" lang="ko-KR">
                <a:solidFill>
                  <a:srgbClr val="18232E"/>
                </a:solidFill>
                <a:latin typeface="Calibri"/>
                <a:ea typeface="Calibri"/>
                <a:cs typeface="Calibri"/>
              </a:rPr>
              <a:t>DP44 2/4. Agent 질문: 확인된 Task 사건은 어디로 들어가는가</a:t>
            </a:r>
            <a:endParaRPr lang="ko-KR">
              <a:latin typeface="Calibri"/>
              <a:ea typeface="Calibri"/>
              <a:cs typeface="Calibri"/>
            </a:endParaRPr>
          </a:p>
        </p:txBody>
      </p:sp>
      <p:sp>
        <p:nvSpPr>
          <p:cNvPr id="3" name="dp44-scenario-agent / n3 / path">
            <a:extLst>
              <a:ext uri="{FF2B5EF4-FFF2-40B4-BE49-F238E27FC236}">
                <ns2:creationId id="{991A488E-5EAF-4205-A5CE-5AA431E95304}"/>
              </a:ext>
            </a:extLst>
          </p:cNvPr>
          <p:cNvSpPr>
            <a:spLocks noGrp="1"/>
          </p:cNvSpPr>
          <p:nvPr/>
        </p:nvSpPr>
        <p:spPr>
          <a:xfrm>
            <a:off x="514350" y="981075"/>
            <a:ext cx="17259300" cy="953"/>
          </a:xfrm>
          <a:custGeom>
            <a:pathLst>
              <a:path w="17259300" h="953">
                <a:moveTo>
                  <a:pt x="0" y="0"/>
                </a:moveTo>
                <a:lnTo>
                  <a:pt x="17259300" y="0"/>
                </a:lnTo>
              </a:path>
            </a:pathLst>
          </a:custGeom>
          <a:noFill/>
          <a:ln w="19050">
            <a:solidFill>
              <a:srgbClr val="CDD6DE"/>
            </a:solidFill>
            <a:prstDash val="solid"/>
          </a:ln>
        </p:spPr>
      </p:sp>
      <p:sp>
        <p:nvSpPr>
          <p:cNvPr id="4" name="dp44-scenario-agent / n4">
            <a:extLst>
              <a:ext uri="{FF2B5EF4-FFF2-40B4-BE49-F238E27FC236}">
                <ns2:creationId id="{18CA0149-6B7A-44DA-B6B5-7E3F9247060D}"/>
              </a:ext>
            </a:extLst>
          </p:cNvPr>
          <p:cNvSpPr>
            <a:spLocks noGrp="1"/>
          </p:cNvSpPr>
          <p:nvPr/>
        </p:nvSpPr>
        <p:spPr>
          <a:xfrm>
            <a:off x="514350" y="1228725"/>
            <a:ext cx="17259300" cy="981075"/>
          </a:xfrm>
          <a:prstGeom prst="rect">
            <a:avLst/>
          </a:prstGeom>
          <a:solidFill>
            <a:srgbClr val="F4F7FA"/>
          </a:solidFill>
          <a:ln w="16193">
            <a:solidFill>
              <a:srgbClr val="CDD6DE"/>
            </a:solidFill>
            <a:prstDash val="solid"/>
          </a:ln>
        </p:spPr>
      </p:sp>
      <p:sp>
        <p:nvSpPr>
          <p:cNvPr id="5" name="dp44-scenario-agent / n5 / text 1">
            <a:extLst>
              <a:ext uri="{FF2B5EF4-FFF2-40B4-BE49-F238E27FC236}">
                <ns2:creationId id="{6DA6CD58-389F-4F56-A3FF-D4409FEC23A4}"/>
              </a:ext>
            </a:extLst>
          </p:cNvPr>
          <p:cNvSpPr>
            <a:spLocks noGrp="1"/>
          </p:cNvSpPr>
          <p:nvPr/>
        </p:nvSpPr>
        <p:spPr>
          <a:xfrm>
            <a:off x="685800" y="1343025"/>
            <a:ext cx="1619250" cy="276225"/>
          </a:xfrm>
          <a:prstGeom prst="rect">
            <a:avLst/>
          </a:prstGeom>
          <a:noFill/>
          <a:ln w="0">
            <a:noFill/>
            <a:prstDash val="solid"/>
          </a:ln>
        </p:spPr>
        <p:txBody>
          <a:bodyPr wrap="none" lIns="0" tIns="0" rIns="0" bIns="0" anchor="t">
            <a:noAutofit/>
          </a:bodyPr>
          <a:lstStyle>
            <a:defPPr algn="l">
              <a:defRPr sz="1500" b="1" lang="ko-KR">
                <a:solidFill>
                  <a:srgbClr val="18232E"/>
                </a:solidFill>
                <a:latin typeface="Calibri"/>
                <a:ea typeface="Calibri"/>
                <a:cs typeface="Calibri"/>
              </a:defRPr>
            </a:defP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같은 사건</a:t>
            </a:r>
            <a:endParaRPr lang="ko-KR">
              <a:latin typeface="Calibri"/>
              <a:ea typeface="Calibri"/>
              <a:cs typeface="Calibri"/>
            </a:endParaRPr>
          </a:p>
        </p:txBody>
      </p:sp>
      <p:sp>
        <p:nvSpPr>
          <p:cNvPr id="6" name="dp44-scenario-agent / n6 / text 1">
            <a:extLst>
              <a:ext uri="{FF2B5EF4-FFF2-40B4-BE49-F238E27FC236}">
                <ns2:creationId id="{9E2371AA-702E-4329-B4CC-11F8C45EE0E4}"/>
              </a:ext>
            </a:extLst>
          </p:cNvPr>
          <p:cNvSpPr>
            <a:spLocks noGrp="1"/>
          </p:cNvSpPr>
          <p:nvPr/>
        </p:nvSpPr>
        <p:spPr>
          <a:xfrm>
            <a:off x="2295525" y="1333500"/>
            <a:ext cx="15240000" cy="317659"/>
          </a:xfrm>
          <a:prstGeom prst="rect">
            <a:avLst/>
          </a:prstGeom>
          <a:noFill/>
          <a:ln w="0">
            <a:noFill/>
            <a:prstDash val="solid"/>
          </a:ln>
        </p:spPr>
        <p:txBody>
          <a:bodyPr wrap="none" lIns="0" tIns="0" rIns="0" bIns="0" anchor="t">
            <a:noAutofit/>
          </a:bodyPr>
          <a:lstStyle>
            <a:defPPr algn="l">
              <a:defRPr sz="1700" b="1" lang="ko-KR">
                <a:solidFill>
                  <a:srgbClr val="18232E"/>
                </a:solidFill>
                <a:latin typeface="Calibri"/>
                <a:ea typeface="Calibri"/>
                <a:cs typeface="Calibri"/>
              </a:defRPr>
            </a:defP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Downstream Agent의 질문 Q1을 Agent Gateway와 Task Manager가 확인한다.</a:t>
            </a:r>
            <a:endParaRPr lang="ko-KR">
              <a:latin typeface="Calibri"/>
              <a:ea typeface="Calibri"/>
              <a:cs typeface="Calibri"/>
            </a:endParaRPr>
          </a:p>
        </p:txBody>
      </p:sp>
      <p:sp>
        <p:nvSpPr>
          <p:cNvPr id="7" name="dp44-scenario-agent / n7 / text 1">
            <a:extLst>
              <a:ext uri="{FF2B5EF4-FFF2-40B4-BE49-F238E27FC236}">
                <ns2:creationId id="{E3151304-E339-4BCE-A55E-5D202D5AB23F}"/>
              </a:ext>
            </a:extLst>
          </p:cNvPr>
          <p:cNvSpPr>
            <a:spLocks noGrp="1"/>
          </p:cNvSpPr>
          <p:nvPr/>
        </p:nvSpPr>
        <p:spPr>
          <a:xfrm>
            <a:off x="2295525" y="1695450"/>
            <a:ext cx="1524000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확인된 Question(T1, r2)만 대화에 연결한다. 외부 Agent 접수와 사용자 실제 제시는 별도 사실이다.</a:t>
            </a:r>
            <a:endParaRPr lang="ko-KR">
              <a:latin typeface="Calibri"/>
              <a:ea typeface="Calibri"/>
              <a:cs typeface="Calibri"/>
            </a:endParaRPr>
          </a:p>
        </p:txBody>
      </p:sp>
      <p:sp>
        <p:nvSpPr>
          <p:cNvPr id="8" name="dp44-scenario-agent / n8">
            <a:extLst>
              <a:ext uri="{FF2B5EF4-FFF2-40B4-BE49-F238E27FC236}">
                <ns2:creationId id="{B3E82502-3F75-40F3-8488-E99A52D4B7A7}"/>
              </a:ext>
            </a:extLst>
          </p:cNvPr>
          <p:cNvSpPr>
            <a:spLocks noGrp="1"/>
          </p:cNvSpPr>
          <p:nvPr/>
        </p:nvSpPr>
        <p:spPr>
          <a:xfrm>
            <a:off x="514350" y="2505075"/>
            <a:ext cx="17259300" cy="514350"/>
          </a:xfrm>
          <a:prstGeom prst="rect">
            <a:avLst/>
          </a:prstGeom>
          <a:solidFill>
            <a:srgbClr val="EAF2FB"/>
          </a:solidFill>
          <a:ln w="16193">
            <a:solidFill>
              <a:srgbClr val="CDD6DE"/>
            </a:solidFill>
            <a:prstDash val="solid"/>
          </a:ln>
        </p:spPr>
      </p:sp>
      <p:sp>
        <p:nvSpPr>
          <p:cNvPr id="9" name="dp44-scenario-agent / n9 / text 1">
            <a:extLst>
              <a:ext uri="{FF2B5EF4-FFF2-40B4-BE49-F238E27FC236}">
                <ns2:creationId id="{D7BC4BE3-5D74-417F-9416-DFB1AE185838}"/>
              </a:ext>
            </a:extLst>
          </p:cNvPr>
          <p:cNvSpPr>
            <a:spLocks noGrp="1"/>
          </p:cNvSpPr>
          <p:nvPr/>
        </p:nvSpPr>
        <p:spPr>
          <a:xfrm>
            <a:off x="714375" y="2628900"/>
            <a:ext cx="16573500" cy="331470"/>
          </a:xfrm>
          <a:prstGeom prst="rect">
            <a:avLst/>
          </a:prstGeom>
          <a:noFill/>
          <a:ln w="0">
            <a:noFill/>
            <a:prstDash val="solid"/>
          </a:ln>
        </p:spPr>
        <p:txBody>
          <a:bodyPr wrap="none" lIns="0" tIns="0" rIns="0" bIns="0" anchor="t">
            <a:noAutofit/>
          </a:bodyPr>
          <a:lstStyle>
            <a:defPPr algn="l">
              <a:defRPr sz="1800" b="1" lang="ko-KR">
                <a:solidFill>
                  <a:srgbClr val="18232E"/>
                </a:solidFill>
                <a:latin typeface="Calibri"/>
                <a:ea typeface="Calibri"/>
                <a:cs typeface="Calibri"/>
              </a:defRPr>
            </a:defPPr>
          </a:lstStyle>
          <a:p>
            <a:pPr algn="l">
              <a:defRPr sz="1800" b="1" lang="ko-KR">
                <a:solidFill>
                  <a:srgbClr val="18232E"/>
                </a:solidFill>
                <a:latin typeface="Calibri"/>
                <a:ea typeface="Calibri"/>
                <a:cs typeface="Calibri"/>
              </a:defRPr>
            </a:pPr>
            <a:r>
              <a:rPr sz="1800" b="1" lang="ko-KR">
                <a:solidFill>
                  <a:srgbClr val="18232E"/>
                </a:solidFill>
                <a:latin typeface="Calibri"/>
                <a:ea typeface="Calibri"/>
                <a:cs typeface="Calibri"/>
              </a:rPr>
              <a:t>A  TaskEvent와 준비 완료가 중앙 Dispatcher를 경유</a:t>
            </a:r>
            <a:endParaRPr lang="ko-KR">
              <a:latin typeface="Calibri"/>
              <a:ea typeface="Calibri"/>
              <a:cs typeface="Calibri"/>
            </a:endParaRPr>
          </a:p>
        </p:txBody>
      </p:sp>
      <p:sp>
        <p:nvSpPr>
          <p:cNvPr id="10" name="dp44-scenario-agent / n10 / text 1">
            <a:extLst>
              <a:ext uri="{FF2B5EF4-FFF2-40B4-BE49-F238E27FC236}">
                <ns2:creationId id="{2D1721F8-0952-45BE-B4D6-E80B55089A91}"/>
              </a:ext>
            </a:extLst>
          </p:cNvPr>
          <p:cNvSpPr>
            <a:spLocks noGrp="1"/>
          </p:cNvSpPr>
          <p:nvPr/>
        </p:nvSpPr>
        <p:spPr>
          <a:xfrm>
            <a:off x="76200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11" name="dp44-scenario-agent / n11">
            <a:extLst>
              <a:ext uri="{FF2B5EF4-FFF2-40B4-BE49-F238E27FC236}">
                <ns2:creationId id="{AD5E750E-29BA-4E05-885F-A9EF9000EDCD}"/>
              </a:ext>
            </a:extLst>
          </p:cNvPr>
          <p:cNvSpPr>
            <a:spLocks noGrp="1"/>
          </p:cNvSpPr>
          <p:nvPr/>
        </p:nvSpPr>
        <p:spPr>
          <a:xfrm>
            <a:off x="762000" y="3333750"/>
            <a:ext cx="2952750" cy="1143000"/>
          </a:xfrm>
          <a:prstGeom prst="rect">
            <a:avLst/>
          </a:prstGeom>
          <a:solidFill>
            <a:srgbClr val="FFFFFF"/>
          </a:solidFill>
          <a:ln w="16193">
            <a:solidFill>
              <a:srgbClr val="B8753F"/>
            </a:solidFill>
            <a:prstDash val="solid"/>
          </a:ln>
        </p:spPr>
      </p:sp>
      <p:sp>
        <p:nvSpPr>
          <p:cNvPr id="12" name="dp44-scenario-agent / n12 / text 1">
            <a:extLst>
              <a:ext uri="{FF2B5EF4-FFF2-40B4-BE49-F238E27FC236}">
                <ns2:creationId id="{2C4C2831-B198-44C2-92A4-1B0BFDDA6C56}"/>
              </a:ext>
            </a:extLst>
          </p:cNvPr>
          <p:cNvSpPr>
            <a:spLocks noGrp="1"/>
          </p:cNvSpPr>
          <p:nvPr/>
        </p:nvSpPr>
        <p:spPr>
          <a:xfrm>
            <a:off x="876300" y="345757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Event Mailbox</a:t>
            </a:r>
            <a:endParaRPr lang="ko-KR">
              <a:latin typeface="Calibri"/>
              <a:ea typeface="Calibri"/>
              <a:cs typeface="Calibri"/>
            </a:endParaRPr>
          </a:p>
        </p:txBody>
      </p:sp>
      <p:sp>
        <p:nvSpPr>
          <p:cNvPr id="13" name="dp44-scenario-agent / n13 / text 1">
            <a:extLst>
              <a:ext uri="{FF2B5EF4-FFF2-40B4-BE49-F238E27FC236}">
                <ns2:creationId id="{E6B0BE04-FED7-42CF-BAFE-EA47FF9EE3B4}"/>
              </a:ext>
            </a:extLst>
          </p:cNvPr>
          <p:cNvSpPr>
            <a:spLocks noGrp="1"/>
          </p:cNvSpPr>
          <p:nvPr/>
        </p:nvSpPr>
        <p:spPr>
          <a:xfrm>
            <a:off x="876300" y="3771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TaskEvent(T1,Q1)</a:t>
            </a:r>
            <a:endParaRPr lang="ko-KR">
              <a:latin typeface="Calibri"/>
              <a:ea typeface="Calibri"/>
              <a:cs typeface="Calibri"/>
            </a:endParaRPr>
          </a:p>
        </p:txBody>
      </p:sp>
      <p:sp>
        <p:nvSpPr>
          <p:cNvPr id="14" name="dp44-scenario-agent / n14">
            <a:extLst>
              <a:ext uri="{FF2B5EF4-FFF2-40B4-BE49-F238E27FC236}">
                <ns2:creationId id="{EA84CC90-1ACE-43B7-AECB-74DCA6A1A950}"/>
              </a:ext>
            </a:extLst>
          </p:cNvPr>
          <p:cNvSpPr>
            <a:spLocks noGrp="1"/>
          </p:cNvSpPr>
          <p:nvPr/>
        </p:nvSpPr>
        <p:spPr>
          <a:xfrm>
            <a:off x="876300" y="4152900"/>
            <a:ext cx="190500" cy="190500"/>
          </a:xfrm>
          <a:prstGeom prst="rect">
            <a:avLst/>
          </a:prstGeom>
          <a:solidFill>
            <a:srgbClr val="FFFFFF"/>
          </a:solidFill>
          <a:ln w="16193">
            <a:solidFill>
              <a:srgbClr val="5F6B77"/>
            </a:solidFill>
            <a:prstDash val="solid"/>
          </a:ln>
        </p:spPr>
      </p:sp>
      <p:sp>
        <p:nvSpPr>
          <p:cNvPr id="15" name="dp44-scenario-agent / n15">
            <a:extLst>
              <a:ext uri="{FF2B5EF4-FFF2-40B4-BE49-F238E27FC236}">
                <ns2:creationId id="{77CB4F67-7607-4C79-9F89-EDFCF882E38D}"/>
              </a:ext>
            </a:extLst>
          </p:cNvPr>
          <p:cNvSpPr>
            <a:spLocks noGrp="1"/>
          </p:cNvSpPr>
          <p:nvPr/>
        </p:nvSpPr>
        <p:spPr>
          <a:xfrm>
            <a:off x="1133475" y="4152900"/>
            <a:ext cx="190500" cy="190500"/>
          </a:xfrm>
          <a:prstGeom prst="rect">
            <a:avLst/>
          </a:prstGeom>
          <a:solidFill>
            <a:srgbClr val="FFFFFF"/>
          </a:solidFill>
          <a:ln w="16193">
            <a:solidFill>
              <a:srgbClr val="5F6B77"/>
            </a:solidFill>
            <a:prstDash val="solid"/>
          </a:ln>
        </p:spPr>
      </p:sp>
      <p:sp>
        <p:nvSpPr>
          <p:cNvPr id="16" name="dp44-scenario-agent / n16">
            <a:extLst>
              <a:ext uri="{FF2B5EF4-FFF2-40B4-BE49-F238E27FC236}">
                <ns2:creationId id="{0EE46365-5206-4057-94AC-2D9C46521D7B}"/>
              </a:ext>
            </a:extLst>
          </p:cNvPr>
          <p:cNvSpPr>
            <a:spLocks noGrp="1"/>
          </p:cNvSpPr>
          <p:nvPr/>
        </p:nvSpPr>
        <p:spPr>
          <a:xfrm>
            <a:off x="1390650" y="4152900"/>
            <a:ext cx="190500" cy="190500"/>
          </a:xfrm>
          <a:prstGeom prst="rect">
            <a:avLst/>
          </a:prstGeom>
          <a:solidFill>
            <a:srgbClr val="FFFFFF"/>
          </a:solidFill>
          <a:ln w="16193">
            <a:solidFill>
              <a:srgbClr val="5F6B77"/>
            </a:solidFill>
            <a:prstDash val="solid"/>
          </a:ln>
        </p:spPr>
      </p:sp>
      <p:sp>
        <p:nvSpPr>
          <p:cNvPr id="17" name="dp44-scenario-agent / n17">
            <a:extLst>
              <a:ext uri="{FF2B5EF4-FFF2-40B4-BE49-F238E27FC236}">
                <ns2:creationId id="{C3E5753F-3237-401A-9CFC-BDC40880FE43}"/>
              </a:ext>
            </a:extLst>
          </p:cNvPr>
          <p:cNvSpPr>
            <a:spLocks noGrp="1"/>
          </p:cNvSpPr>
          <p:nvPr/>
        </p:nvSpPr>
        <p:spPr>
          <a:xfrm>
            <a:off x="1647825" y="4152900"/>
            <a:ext cx="190500" cy="190500"/>
          </a:xfrm>
          <a:prstGeom prst="rect">
            <a:avLst/>
          </a:prstGeom>
          <a:solidFill>
            <a:srgbClr val="FFFFFF"/>
          </a:solidFill>
          <a:ln w="16193">
            <a:solidFill>
              <a:srgbClr val="5F6B77"/>
            </a:solidFill>
            <a:prstDash val="solid"/>
          </a:ln>
        </p:spPr>
      </p:sp>
      <p:sp>
        <p:nvSpPr>
          <p:cNvPr id="18" name="dp44-scenario-agent / n18 / text 1">
            <a:extLst>
              <a:ext uri="{FF2B5EF4-FFF2-40B4-BE49-F238E27FC236}">
                <ns2:creationId id="{0619781A-A802-44B4-B532-77B1866BB022}"/>
              </a:ext>
            </a:extLst>
          </p:cNvPr>
          <p:cNvSpPr>
            <a:spLocks noGrp="1"/>
          </p:cNvSpPr>
          <p:nvPr/>
        </p:nvSpPr>
        <p:spPr>
          <a:xfrm>
            <a:off x="76200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확인된 업무 사건 수용</a:t>
            </a:r>
            <a:endParaRPr lang="ko-KR">
              <a:latin typeface="Calibri"/>
              <a:ea typeface="Calibri"/>
              <a:cs typeface="Calibri"/>
            </a:endParaRPr>
          </a:p>
        </p:txBody>
      </p:sp>
      <p:sp>
        <p:nvSpPr>
          <p:cNvPr id="19" name="dp44-scenario-agent / n19 / path">
            <a:extLst>
              <a:ext uri="{FF2B5EF4-FFF2-40B4-BE49-F238E27FC236}">
                <ns2:creationId id="{B86DB14E-46FE-4297-A1F7-1C9D623BBA22}"/>
              </a:ext>
            </a:extLst>
          </p:cNvPr>
          <p:cNvSpPr>
            <a:spLocks noGrp="1"/>
          </p:cNvSpPr>
          <p:nvPr/>
        </p:nvSpPr>
        <p:spPr>
          <a:xfrm>
            <a:off x="3771900" y="3952875"/>
            <a:ext cx="295275" cy="953"/>
          </a:xfrm>
          <a:custGeom>
            <a:pathLst>
              <a:path w="295275" h="953">
                <a:moveTo>
                  <a:pt x="0" y="0"/>
                </a:moveTo>
                <a:lnTo>
                  <a:pt x="295275" y="0"/>
                </a:lnTo>
              </a:path>
            </a:pathLst>
          </a:custGeom>
          <a:noFill/>
          <a:ln w="28575">
            <a:solidFill>
              <a:srgbClr val="2858A5"/>
            </a:solidFill>
            <a:prstDash val="solid"/>
          </a:ln>
        </p:spPr>
      </p:sp>
      <p:sp>
        <p:nvSpPr>
          <p:cNvPr id="20" name="dp44-scenario-agent / n19 / arrow">
            <a:extLst>
              <a:ext uri="{FF2B5EF4-FFF2-40B4-BE49-F238E27FC236}">
                <ns2:creationId id="{1B29941C-8085-4660-9E8D-9D4337B3DD9C}"/>
              </a:ext>
            </a:extLst>
          </p:cNvPr>
          <p:cNvSpPr>
            <a:spLocks noGrp="1"/>
          </p:cNvSpPr>
          <p:nvPr/>
        </p:nvSpPr>
        <p:spPr>
          <a:xfrm>
            <a:off x="3884295"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21" name="dp44-scenario-agent / n20 / text 1">
            <a:extLst>
              <a:ext uri="{FF2B5EF4-FFF2-40B4-BE49-F238E27FC236}">
                <ns2:creationId id="{0E29F90C-7C7C-4710-BEB5-5DA1D2C34EAF}"/>
              </a:ext>
            </a:extLst>
          </p:cNvPr>
          <p:cNvSpPr>
            <a:spLocks noGrp="1"/>
          </p:cNvSpPr>
          <p:nvPr/>
        </p:nvSpPr>
        <p:spPr>
          <a:xfrm>
            <a:off x="4143375"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22" name="dp44-scenario-agent / n21">
            <a:extLst>
              <a:ext uri="{FF2B5EF4-FFF2-40B4-BE49-F238E27FC236}">
                <ns2:creationId id="{DFEFAD7C-14C7-4617-80D2-1067AF71D24F}"/>
              </a:ext>
            </a:extLst>
          </p:cNvPr>
          <p:cNvSpPr>
            <a:spLocks noGrp="1"/>
          </p:cNvSpPr>
          <p:nvPr/>
        </p:nvSpPr>
        <p:spPr>
          <a:xfrm>
            <a:off x="4143375" y="3333750"/>
            <a:ext cx="2952750" cy="1143000"/>
          </a:xfrm>
          <a:prstGeom prst="rect">
            <a:avLst/>
          </a:prstGeom>
          <a:solidFill>
            <a:srgbClr val="FFF3E5"/>
          </a:solidFill>
          <a:ln w="16193">
            <a:solidFill>
              <a:srgbClr val="B8753F"/>
            </a:solidFill>
            <a:prstDash val="solid"/>
          </a:ln>
        </p:spPr>
      </p:sp>
      <p:sp>
        <p:nvSpPr>
          <p:cNvPr id="23" name="dp44-scenario-agent / n22 / text 1">
            <a:extLst>
              <a:ext uri="{FF2B5EF4-FFF2-40B4-BE49-F238E27FC236}">
                <ns2:creationId id="{95E6BF8B-79F9-49A7-A846-9DE26DF2524D}"/>
              </a:ext>
            </a:extLst>
          </p:cNvPr>
          <p:cNvSpPr>
            <a:spLocks noGrp="1"/>
          </p:cNvSpPr>
          <p:nvPr/>
        </p:nvSpPr>
        <p:spPr>
          <a:xfrm>
            <a:off x="4257675"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a:t>
            </a:r>
            <a:endParaRPr lang="ko-KR">
              <a:latin typeface="Calibri"/>
              <a:ea typeface="Calibri"/>
              <a:cs typeface="Calibri"/>
            </a:endParaRPr>
          </a:p>
        </p:txBody>
      </p:sp>
      <p:sp>
        <p:nvSpPr>
          <p:cNvPr id="24" name="dp44-scenario-agent / n23 / text 1">
            <a:extLst>
              <a:ext uri="{FF2B5EF4-FFF2-40B4-BE49-F238E27FC236}">
                <ns2:creationId id="{E70F8BDB-D54A-4FA8-AB66-5BAF4E9CD7D1}"/>
              </a:ext>
            </a:extLst>
          </p:cNvPr>
          <p:cNvSpPr>
            <a:spLocks noGrp="1"/>
          </p:cNvSpPr>
          <p:nvPr/>
        </p:nvSpPr>
        <p:spPr>
          <a:xfrm>
            <a:off x="4257675"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대화와 Task 연결 확인</a:t>
            </a:r>
            <a:endParaRPr lang="ko-KR">
              <a:latin typeface="Calibri"/>
              <a:ea typeface="Calibri"/>
              <a:cs typeface="Calibri"/>
            </a:endParaRPr>
          </a:p>
        </p:txBody>
      </p:sp>
      <p:sp>
        <p:nvSpPr>
          <p:cNvPr id="25" name="dp44-scenario-agent / n24 / text 1">
            <a:extLst>
              <a:ext uri="{FF2B5EF4-FFF2-40B4-BE49-F238E27FC236}">
                <ns2:creationId id="{539E0724-8DC6-4458-87D0-D87A77B3FD2C}"/>
              </a:ext>
            </a:extLst>
          </p:cNvPr>
          <p:cNvSpPr>
            <a:spLocks noGrp="1"/>
          </p:cNvSpPr>
          <p:nvPr/>
        </p:nvSpPr>
        <p:spPr>
          <a:xfrm>
            <a:off x="4143375"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질문 등록과 준비 지시</a:t>
            </a:r>
            <a:endParaRPr lang="ko-KR">
              <a:latin typeface="Calibri"/>
              <a:ea typeface="Calibri"/>
              <a:cs typeface="Calibri"/>
            </a:endParaRPr>
          </a:p>
        </p:txBody>
      </p:sp>
      <p:sp>
        <p:nvSpPr>
          <p:cNvPr id="26" name="dp44-scenario-agent / n25 / path">
            <a:extLst>
              <a:ext uri="{FF2B5EF4-FFF2-40B4-BE49-F238E27FC236}">
                <ns2:creationId id="{63A376FD-C7B0-4679-9AE1-A0FE7DAA463D}"/>
              </a:ext>
            </a:extLst>
          </p:cNvPr>
          <p:cNvSpPr>
            <a:spLocks noGrp="1"/>
          </p:cNvSpPr>
          <p:nvPr/>
        </p:nvSpPr>
        <p:spPr>
          <a:xfrm>
            <a:off x="7153275" y="3952875"/>
            <a:ext cx="295275" cy="953"/>
          </a:xfrm>
          <a:custGeom>
            <a:pathLst>
              <a:path w="295275" h="953">
                <a:moveTo>
                  <a:pt x="0" y="0"/>
                </a:moveTo>
                <a:lnTo>
                  <a:pt x="295275" y="0"/>
                </a:lnTo>
              </a:path>
            </a:pathLst>
          </a:custGeom>
          <a:noFill/>
          <a:ln w="28575">
            <a:solidFill>
              <a:srgbClr val="2858A5"/>
            </a:solidFill>
            <a:prstDash val="solid"/>
          </a:ln>
        </p:spPr>
      </p:sp>
      <p:sp>
        <p:nvSpPr>
          <p:cNvPr id="27" name="dp44-scenario-agent / n25 / arrow">
            <a:extLst>
              <a:ext uri="{FF2B5EF4-FFF2-40B4-BE49-F238E27FC236}">
                <ns2:creationId id="{31C84CD8-CD54-4FA4-A847-0883F1A85798}"/>
              </a:ext>
            </a:extLst>
          </p:cNvPr>
          <p:cNvSpPr>
            <a:spLocks noGrp="1"/>
          </p:cNvSpPr>
          <p:nvPr/>
        </p:nvSpPr>
        <p:spPr>
          <a:xfrm>
            <a:off x="7265670"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28" name="dp44-scenario-agent / n26 / text 1">
            <a:extLst>
              <a:ext uri="{FF2B5EF4-FFF2-40B4-BE49-F238E27FC236}">
                <ns2:creationId id="{CCDD00B9-B3D6-432D-BA17-962E6EC2D199}"/>
              </a:ext>
            </a:extLst>
          </p:cNvPr>
          <p:cNvSpPr>
            <a:spLocks noGrp="1"/>
          </p:cNvSpPr>
          <p:nvPr/>
        </p:nvSpPr>
        <p:spPr>
          <a:xfrm>
            <a:off x="752475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29" name="dp44-scenario-agent / n27">
            <a:extLst>
              <a:ext uri="{FF2B5EF4-FFF2-40B4-BE49-F238E27FC236}">
                <ns2:creationId id="{3F892679-D031-4C39-B34C-C6BD89028752}"/>
              </a:ext>
            </a:extLst>
          </p:cNvPr>
          <p:cNvSpPr>
            <a:spLocks noGrp="1"/>
          </p:cNvSpPr>
          <p:nvPr/>
        </p:nvSpPr>
        <p:spPr>
          <a:xfrm>
            <a:off x="7524750" y="3333750"/>
            <a:ext cx="2952750" cy="1143000"/>
          </a:xfrm>
          <a:prstGeom prst="rect">
            <a:avLst/>
          </a:prstGeom>
          <a:solidFill>
            <a:srgbClr val="FFF3E5"/>
          </a:solidFill>
          <a:ln w="16193">
            <a:solidFill>
              <a:srgbClr val="B8753F"/>
            </a:solidFill>
            <a:prstDash val="solid"/>
          </a:ln>
        </p:spPr>
      </p:sp>
      <p:sp>
        <p:nvSpPr>
          <p:cNvPr id="30" name="dp44-scenario-agent / n28 / text 1">
            <a:extLst>
              <a:ext uri="{FF2B5EF4-FFF2-40B4-BE49-F238E27FC236}">
                <ns2:creationId id="{48AF4848-F40B-430A-9D15-D7110E13E295}"/>
              </a:ext>
            </a:extLst>
          </p:cNvPr>
          <p:cNvSpPr>
            <a:spLocks noGrp="1"/>
          </p:cNvSpPr>
          <p:nvPr/>
        </p:nvSpPr>
        <p:spPr>
          <a:xfrm>
            <a:off x="7639050"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31" name="dp44-scenario-agent / n29 / text 1">
            <a:extLst>
              <a:ext uri="{FF2B5EF4-FFF2-40B4-BE49-F238E27FC236}">
                <ns2:creationId id="{F800CB3B-1294-4111-9E5F-5F4D519D450D}"/>
              </a:ext>
            </a:extLst>
          </p:cNvPr>
          <p:cNvSpPr>
            <a:spLocks noGrp="1"/>
          </p:cNvSpPr>
          <p:nvPr/>
        </p:nvSpPr>
        <p:spPr>
          <a:xfrm>
            <a:off x="7639050"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PrepareAsync(J2)</a:t>
            </a:r>
            <a:endParaRPr lang="ko-KR">
              <a:latin typeface="Calibri"/>
              <a:ea typeface="Calibri"/>
              <a:cs typeface="Calibri"/>
            </a:endParaRPr>
          </a:p>
        </p:txBody>
      </p:sp>
      <p:sp>
        <p:nvSpPr>
          <p:cNvPr id="32" name="dp44-scenario-agent / n30 / text 1">
            <a:extLst>
              <a:ext uri="{FF2B5EF4-FFF2-40B4-BE49-F238E27FC236}">
                <ns2:creationId id="{33D840FE-1163-433F-B1EE-AB3F65976785}"/>
              </a:ext>
            </a:extLst>
          </p:cNvPr>
          <p:cNvSpPr>
            <a:spLocks noGrp="1"/>
          </p:cNvSpPr>
          <p:nvPr/>
        </p:nvSpPr>
        <p:spPr>
          <a:xfrm>
            <a:off x="752475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사용자용 질문 준비</a:t>
            </a:r>
            <a:endParaRPr lang="ko-KR">
              <a:latin typeface="Calibri"/>
              <a:ea typeface="Calibri"/>
              <a:cs typeface="Calibri"/>
            </a:endParaRPr>
          </a:p>
        </p:txBody>
      </p:sp>
      <p:sp>
        <p:nvSpPr>
          <p:cNvPr id="33" name="dp44-scenario-agent / n31 / path">
            <a:extLst>
              <a:ext uri="{FF2B5EF4-FFF2-40B4-BE49-F238E27FC236}">
                <ns2:creationId id="{2D2F1D6B-5A55-43E4-8AA1-C3A1111BED84}"/>
              </a:ext>
            </a:extLst>
          </p:cNvPr>
          <p:cNvSpPr>
            <a:spLocks noGrp="1"/>
          </p:cNvSpPr>
          <p:nvPr/>
        </p:nvSpPr>
        <p:spPr>
          <a:xfrm>
            <a:off x="10534650" y="3952875"/>
            <a:ext cx="295275" cy="953"/>
          </a:xfrm>
          <a:custGeom>
            <a:pathLst>
              <a:path w="295275" h="953">
                <a:moveTo>
                  <a:pt x="0" y="0"/>
                </a:moveTo>
                <a:lnTo>
                  <a:pt x="295275" y="0"/>
                </a:lnTo>
              </a:path>
            </a:pathLst>
          </a:custGeom>
          <a:noFill/>
          <a:ln w="28575">
            <a:solidFill>
              <a:srgbClr val="2858A5"/>
            </a:solidFill>
            <a:prstDash val="dash"/>
          </a:ln>
        </p:spPr>
      </p:sp>
      <p:sp>
        <p:nvSpPr>
          <p:cNvPr id="34" name="dp44-scenario-agent / n31 / arrow">
            <a:extLst>
              <a:ext uri="{FF2B5EF4-FFF2-40B4-BE49-F238E27FC236}">
                <ns2:creationId id="{847598F2-F723-4A7F-8124-9B13B1968F5D}"/>
              </a:ext>
            </a:extLst>
          </p:cNvPr>
          <p:cNvSpPr>
            <a:spLocks noGrp="1"/>
          </p:cNvSpPr>
          <p:nvPr/>
        </p:nvSpPr>
        <p:spPr>
          <a:xfrm>
            <a:off x="10647045"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35" name="dp44-scenario-agent / n32 / text 1">
            <a:extLst>
              <a:ext uri="{FF2B5EF4-FFF2-40B4-BE49-F238E27FC236}">
                <ns2:creationId id="{4B114937-0FB0-4FF5-A1B4-E264118B77FE}"/>
              </a:ext>
            </a:extLst>
          </p:cNvPr>
          <p:cNvSpPr>
            <a:spLocks noGrp="1"/>
          </p:cNvSpPr>
          <p:nvPr/>
        </p:nvSpPr>
        <p:spPr>
          <a:xfrm>
            <a:off x="10906125"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36" name="dp44-scenario-agent / n33">
            <a:extLst>
              <a:ext uri="{FF2B5EF4-FFF2-40B4-BE49-F238E27FC236}">
                <ns2:creationId id="{4F123E0A-9552-4B81-8530-A8B5BF5485EE}"/>
              </a:ext>
            </a:extLst>
          </p:cNvPr>
          <p:cNvSpPr>
            <a:spLocks noGrp="1"/>
          </p:cNvSpPr>
          <p:nvPr/>
        </p:nvSpPr>
        <p:spPr>
          <a:xfrm>
            <a:off x="10906125" y="3333750"/>
            <a:ext cx="2952750" cy="1143000"/>
          </a:xfrm>
          <a:prstGeom prst="rect">
            <a:avLst/>
          </a:prstGeom>
          <a:solidFill>
            <a:srgbClr val="FFFFFF"/>
          </a:solidFill>
          <a:ln w="16193">
            <a:solidFill>
              <a:srgbClr val="B8753F"/>
            </a:solidFill>
            <a:prstDash val="solid"/>
          </a:ln>
        </p:spPr>
      </p:sp>
      <p:sp>
        <p:nvSpPr>
          <p:cNvPr id="37" name="dp44-scenario-agent / n34 / text 1">
            <a:extLst>
              <a:ext uri="{FF2B5EF4-FFF2-40B4-BE49-F238E27FC236}">
                <ns2:creationId id="{977E8ABE-443A-4706-AB5B-3D1465BE9F0E}"/>
              </a:ext>
            </a:extLst>
          </p:cNvPr>
          <p:cNvSpPr>
            <a:spLocks noGrp="1"/>
          </p:cNvSpPr>
          <p:nvPr/>
        </p:nvSpPr>
        <p:spPr>
          <a:xfrm>
            <a:off x="11020425" y="345757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Event Mailbox</a:t>
            </a:r>
            <a:endParaRPr lang="ko-KR">
              <a:latin typeface="Calibri"/>
              <a:ea typeface="Calibri"/>
              <a:cs typeface="Calibri"/>
            </a:endParaRPr>
          </a:p>
        </p:txBody>
      </p:sp>
      <p:sp>
        <p:nvSpPr>
          <p:cNvPr id="38" name="dp44-scenario-agent / n35 / text 1">
            <a:extLst>
              <a:ext uri="{FF2B5EF4-FFF2-40B4-BE49-F238E27FC236}">
                <ns2:creationId id="{C650B9BC-0F76-4662-8B77-46AD09586821}"/>
              </a:ext>
            </a:extLst>
          </p:cNvPr>
          <p:cNvSpPr>
            <a:spLocks noGrp="1"/>
          </p:cNvSpPr>
          <p:nvPr/>
        </p:nvSpPr>
        <p:spPr>
          <a:xfrm>
            <a:off x="11020425" y="3771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JobDone(J2)</a:t>
            </a:r>
            <a:endParaRPr lang="ko-KR">
              <a:latin typeface="Calibri"/>
              <a:ea typeface="Calibri"/>
              <a:cs typeface="Calibri"/>
            </a:endParaRPr>
          </a:p>
        </p:txBody>
      </p:sp>
      <p:sp>
        <p:nvSpPr>
          <p:cNvPr id="39" name="dp44-scenario-agent / n36">
            <a:extLst>
              <a:ext uri="{FF2B5EF4-FFF2-40B4-BE49-F238E27FC236}">
                <ns2:creationId id="{0FCD7F93-20F3-4890-97E9-1A71F878A5CB}"/>
              </a:ext>
            </a:extLst>
          </p:cNvPr>
          <p:cNvSpPr>
            <a:spLocks noGrp="1"/>
          </p:cNvSpPr>
          <p:nvPr/>
        </p:nvSpPr>
        <p:spPr>
          <a:xfrm>
            <a:off x="11020425" y="4152900"/>
            <a:ext cx="190500" cy="190500"/>
          </a:xfrm>
          <a:prstGeom prst="rect">
            <a:avLst/>
          </a:prstGeom>
          <a:solidFill>
            <a:srgbClr val="FFFFFF"/>
          </a:solidFill>
          <a:ln w="16193">
            <a:solidFill>
              <a:srgbClr val="5F6B77"/>
            </a:solidFill>
            <a:prstDash val="solid"/>
          </a:ln>
        </p:spPr>
      </p:sp>
      <p:sp>
        <p:nvSpPr>
          <p:cNvPr id="40" name="dp44-scenario-agent / n37">
            <a:extLst>
              <a:ext uri="{FF2B5EF4-FFF2-40B4-BE49-F238E27FC236}">
                <ns2:creationId id="{989A5993-C2ED-4FCA-9DD4-34D6864C56DD}"/>
              </a:ext>
            </a:extLst>
          </p:cNvPr>
          <p:cNvSpPr>
            <a:spLocks noGrp="1"/>
          </p:cNvSpPr>
          <p:nvPr/>
        </p:nvSpPr>
        <p:spPr>
          <a:xfrm>
            <a:off x="11277600" y="4152900"/>
            <a:ext cx="190500" cy="190500"/>
          </a:xfrm>
          <a:prstGeom prst="rect">
            <a:avLst/>
          </a:prstGeom>
          <a:solidFill>
            <a:srgbClr val="FFFFFF"/>
          </a:solidFill>
          <a:ln w="16193">
            <a:solidFill>
              <a:srgbClr val="5F6B77"/>
            </a:solidFill>
            <a:prstDash val="solid"/>
          </a:ln>
        </p:spPr>
      </p:sp>
      <p:sp>
        <p:nvSpPr>
          <p:cNvPr id="41" name="dp44-scenario-agent / n38">
            <a:extLst>
              <a:ext uri="{FF2B5EF4-FFF2-40B4-BE49-F238E27FC236}">
                <ns2:creationId id="{07A81DFD-FE63-4504-8C85-A6FEDD6C212A}"/>
              </a:ext>
            </a:extLst>
          </p:cNvPr>
          <p:cNvSpPr>
            <a:spLocks noGrp="1"/>
          </p:cNvSpPr>
          <p:nvPr/>
        </p:nvSpPr>
        <p:spPr>
          <a:xfrm>
            <a:off x="11534775" y="4152900"/>
            <a:ext cx="190500" cy="190500"/>
          </a:xfrm>
          <a:prstGeom prst="rect">
            <a:avLst/>
          </a:prstGeom>
          <a:solidFill>
            <a:srgbClr val="FFFFFF"/>
          </a:solidFill>
          <a:ln w="16193">
            <a:solidFill>
              <a:srgbClr val="5F6B77"/>
            </a:solidFill>
            <a:prstDash val="solid"/>
          </a:ln>
        </p:spPr>
      </p:sp>
      <p:sp>
        <p:nvSpPr>
          <p:cNvPr id="42" name="dp44-scenario-agent / n39">
            <a:extLst>
              <a:ext uri="{FF2B5EF4-FFF2-40B4-BE49-F238E27FC236}">
                <ns2:creationId id="{5DA7122F-D1D4-4D58-90D5-29E823B4405A}"/>
              </a:ext>
            </a:extLst>
          </p:cNvPr>
          <p:cNvSpPr>
            <a:spLocks noGrp="1"/>
          </p:cNvSpPr>
          <p:nvPr/>
        </p:nvSpPr>
        <p:spPr>
          <a:xfrm>
            <a:off x="11791950" y="4152900"/>
            <a:ext cx="190500" cy="190500"/>
          </a:xfrm>
          <a:prstGeom prst="rect">
            <a:avLst/>
          </a:prstGeom>
          <a:solidFill>
            <a:srgbClr val="FFFFFF"/>
          </a:solidFill>
          <a:ln w="16193">
            <a:solidFill>
              <a:srgbClr val="5F6B77"/>
            </a:solidFill>
            <a:prstDash val="solid"/>
          </a:ln>
        </p:spPr>
      </p:sp>
      <p:sp>
        <p:nvSpPr>
          <p:cNvPr id="43" name="dp44-scenario-agent / n40 / text 1">
            <a:extLst>
              <a:ext uri="{FF2B5EF4-FFF2-40B4-BE49-F238E27FC236}">
                <ns2:creationId id="{5C41E9F0-95F9-476C-9DF7-F4BCA09453A1}"/>
              </a:ext>
            </a:extLst>
          </p:cNvPr>
          <p:cNvSpPr>
            <a:spLocks noGrp="1"/>
          </p:cNvSpPr>
          <p:nvPr/>
        </p:nvSpPr>
        <p:spPr>
          <a:xfrm>
            <a:off x="10906125"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같은 중앙 Queue로 반환</a:t>
            </a:r>
            <a:endParaRPr lang="ko-KR">
              <a:latin typeface="Calibri"/>
              <a:ea typeface="Calibri"/>
              <a:cs typeface="Calibri"/>
            </a:endParaRPr>
          </a:p>
        </p:txBody>
      </p:sp>
      <p:sp>
        <p:nvSpPr>
          <p:cNvPr id="44" name="dp44-scenario-agent / n41 / path">
            <a:extLst>
              <a:ext uri="{FF2B5EF4-FFF2-40B4-BE49-F238E27FC236}">
                <ns2:creationId id="{FCF772DB-1F46-48FE-9A56-5597B7B77601}"/>
              </a:ext>
            </a:extLst>
          </p:cNvPr>
          <p:cNvSpPr>
            <a:spLocks noGrp="1"/>
          </p:cNvSpPr>
          <p:nvPr/>
        </p:nvSpPr>
        <p:spPr>
          <a:xfrm>
            <a:off x="13916025" y="3952875"/>
            <a:ext cx="295275" cy="953"/>
          </a:xfrm>
          <a:custGeom>
            <a:pathLst>
              <a:path w="295275" h="953">
                <a:moveTo>
                  <a:pt x="0" y="0"/>
                </a:moveTo>
                <a:lnTo>
                  <a:pt x="295275" y="0"/>
                </a:lnTo>
              </a:path>
            </a:pathLst>
          </a:custGeom>
          <a:noFill/>
          <a:ln w="28575">
            <a:solidFill>
              <a:srgbClr val="2858A5"/>
            </a:solidFill>
            <a:prstDash val="solid"/>
          </a:ln>
        </p:spPr>
      </p:sp>
      <p:sp>
        <p:nvSpPr>
          <p:cNvPr id="45" name="dp44-scenario-agent / n41 / arrow">
            <a:extLst>
              <a:ext uri="{FF2B5EF4-FFF2-40B4-BE49-F238E27FC236}">
                <ns2:creationId id="{3EECB610-E316-4156-AF2E-40B673D971E3}"/>
              </a:ext>
            </a:extLst>
          </p:cNvPr>
          <p:cNvSpPr>
            <a:spLocks noGrp="1"/>
          </p:cNvSpPr>
          <p:nvPr/>
        </p:nvSpPr>
        <p:spPr>
          <a:xfrm>
            <a:off x="14028420"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46" name="dp44-scenario-agent / n42 / text 1">
            <a:extLst>
              <a:ext uri="{FF2B5EF4-FFF2-40B4-BE49-F238E27FC236}">
                <ns2:creationId id="{8FC0B93B-C037-42D8-8E4A-201441C7FC97}"/>
              </a:ext>
            </a:extLst>
          </p:cNvPr>
          <p:cNvSpPr>
            <a:spLocks noGrp="1"/>
          </p:cNvSpPr>
          <p:nvPr/>
        </p:nvSpPr>
        <p:spPr>
          <a:xfrm>
            <a:off x="1428750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47" name="dp44-scenario-agent / n43">
            <a:extLst>
              <a:ext uri="{FF2B5EF4-FFF2-40B4-BE49-F238E27FC236}">
                <ns2:creationId id="{00B6C76F-C5D3-415B-B93A-A785297E2951}"/>
              </a:ext>
            </a:extLst>
          </p:cNvPr>
          <p:cNvSpPr>
            <a:spLocks noGrp="1"/>
          </p:cNvSpPr>
          <p:nvPr/>
        </p:nvSpPr>
        <p:spPr>
          <a:xfrm>
            <a:off x="14287500" y="3333750"/>
            <a:ext cx="2952750" cy="1143000"/>
          </a:xfrm>
          <a:prstGeom prst="rect">
            <a:avLst/>
          </a:prstGeom>
          <a:solidFill>
            <a:srgbClr val="FFF3E5"/>
          </a:solidFill>
          <a:ln w="16193">
            <a:solidFill>
              <a:srgbClr val="B8753F"/>
            </a:solidFill>
            <a:prstDash val="solid"/>
          </a:ln>
        </p:spPr>
      </p:sp>
      <p:sp>
        <p:nvSpPr>
          <p:cNvPr id="48" name="dp44-scenario-agent / n44 / text 1">
            <a:extLst>
              <a:ext uri="{FF2B5EF4-FFF2-40B4-BE49-F238E27FC236}">
                <ns2:creationId id="{1CF7F6FA-7963-44AB-9612-406A4FC6C7F2}"/>
              </a:ext>
            </a:extLst>
          </p:cNvPr>
          <p:cNvSpPr>
            <a:spLocks noGrp="1"/>
          </p:cNvSpPr>
          <p:nvPr/>
        </p:nvSpPr>
        <p:spPr>
          <a:xfrm>
            <a:off x="14401800"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a:t>
            </a:r>
            <a:endParaRPr lang="ko-KR">
              <a:latin typeface="Calibri"/>
              <a:ea typeface="Calibri"/>
              <a:cs typeface="Calibri"/>
            </a:endParaRPr>
          </a:p>
        </p:txBody>
      </p:sp>
      <p:sp>
        <p:nvSpPr>
          <p:cNvPr id="49" name="dp44-scenario-agent / n45 / text 1">
            <a:extLst>
              <a:ext uri="{FF2B5EF4-FFF2-40B4-BE49-F238E27FC236}">
                <ns2:creationId id="{FBCA826F-3CB2-450C-8F87-E04D39FD850D}"/>
              </a:ext>
            </a:extLst>
          </p:cNvPr>
          <p:cNvSpPr>
            <a:spLocks noGrp="1"/>
          </p:cNvSpPr>
          <p:nvPr/>
        </p:nvSpPr>
        <p:spPr>
          <a:xfrm>
            <a:off x="14401800"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준비 결과 확인</a:t>
            </a:r>
            <a:endParaRPr lang="ko-KR">
              <a:latin typeface="Calibri"/>
              <a:ea typeface="Calibri"/>
              <a:cs typeface="Calibri"/>
            </a:endParaRPr>
          </a:p>
        </p:txBody>
      </p:sp>
      <p:sp>
        <p:nvSpPr>
          <p:cNvPr id="50" name="dp44-scenario-agent / n46 / text 1">
            <a:extLst>
              <a:ext uri="{FF2B5EF4-FFF2-40B4-BE49-F238E27FC236}">
                <ns2:creationId id="{8A09ADCA-615C-424E-811A-D7074FD6ACED}"/>
              </a:ext>
            </a:extLst>
          </p:cNvPr>
          <p:cNvSpPr>
            <a:spLocks noGrp="1"/>
          </p:cNvSpPr>
          <p:nvPr/>
        </p:nvSpPr>
        <p:spPr>
          <a:xfrm>
            <a:off x="1428750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Publication Control 요청</a:t>
            </a:r>
            <a:endParaRPr lang="ko-KR">
              <a:latin typeface="Calibri"/>
              <a:ea typeface="Calibri"/>
              <a:cs typeface="Calibri"/>
            </a:endParaRPr>
          </a:p>
        </p:txBody>
      </p:sp>
      <p:sp>
        <p:nvSpPr>
          <p:cNvPr id="51" name="dp44-scenario-agent / n47">
            <a:extLst>
              <a:ext uri="{FF2B5EF4-FFF2-40B4-BE49-F238E27FC236}">
                <ns2:creationId id="{867D0468-FC88-4A1B-9536-D04763D3670D}"/>
              </a:ext>
            </a:extLst>
          </p:cNvPr>
          <p:cNvSpPr>
            <a:spLocks noGrp="1"/>
          </p:cNvSpPr>
          <p:nvPr/>
        </p:nvSpPr>
        <p:spPr>
          <a:xfrm>
            <a:off x="514350" y="5810250"/>
            <a:ext cx="17259300" cy="514350"/>
          </a:xfrm>
          <a:prstGeom prst="rect">
            <a:avLst/>
          </a:prstGeom>
          <a:solidFill>
            <a:srgbClr val="FFF5DB"/>
          </a:solidFill>
          <a:ln w="16193">
            <a:solidFill>
              <a:srgbClr val="CDD6DE"/>
            </a:solidFill>
            <a:prstDash val="solid"/>
          </a:ln>
        </p:spPr>
      </p:sp>
      <p:sp>
        <p:nvSpPr>
          <p:cNvPr id="52" name="dp44-scenario-agent / n48 / text 1">
            <a:extLst>
              <a:ext uri="{FF2B5EF4-FFF2-40B4-BE49-F238E27FC236}">
                <ns2:creationId id="{6353C4D6-9E4A-4FFB-963F-D02BA394992F}"/>
              </a:ext>
            </a:extLst>
          </p:cNvPr>
          <p:cNvSpPr>
            <a:spLocks noGrp="1"/>
          </p:cNvSpPr>
          <p:nvPr/>
        </p:nvSpPr>
        <p:spPr>
          <a:xfrm>
            <a:off x="714375" y="5934075"/>
            <a:ext cx="16573500" cy="331470"/>
          </a:xfrm>
          <a:prstGeom prst="rect">
            <a:avLst/>
          </a:prstGeom>
          <a:noFill/>
          <a:ln w="0">
            <a:noFill/>
            <a:prstDash val="solid"/>
          </a:ln>
        </p:spPr>
        <p:txBody>
          <a:bodyPr wrap="none" lIns="0" tIns="0" rIns="0" bIns="0" anchor="t">
            <a:noAutofit/>
          </a:bodyPr>
          <a:lstStyle>
            <a:defPPr algn="l">
              <a:defRPr sz="1800" b="1" lang="ko-KR">
                <a:solidFill>
                  <a:srgbClr val="18232E"/>
                </a:solidFill>
                <a:latin typeface="Calibri"/>
                <a:ea typeface="Calibri"/>
                <a:cs typeface="Calibri"/>
              </a:defRPr>
            </a:defPPr>
          </a:lstStyle>
          <a:p>
            <a:pPr algn="l">
              <a:defRPr sz="1800" b="1" lang="ko-KR">
                <a:solidFill>
                  <a:srgbClr val="18232E"/>
                </a:solidFill>
                <a:latin typeface="Calibri"/>
                <a:ea typeface="Calibri"/>
                <a:cs typeface="Calibri"/>
              </a:defRPr>
            </a:pPr>
            <a:r>
              <a:rPr sz="1800" b="1" lang="ko-KR">
                <a:solidFill>
                  <a:srgbClr val="18232E"/>
                </a:solidFill>
                <a:latin typeface="Calibri"/>
                <a:ea typeface="Calibri"/>
                <a:cs typeface="Calibri"/>
              </a:rPr>
              <a:t>B  Task Notice Stage에서 Composer와 Join으로 전달</a:t>
            </a:r>
            <a:endParaRPr lang="ko-KR">
              <a:latin typeface="Calibri"/>
              <a:ea typeface="Calibri"/>
              <a:cs typeface="Calibri"/>
            </a:endParaRPr>
          </a:p>
        </p:txBody>
      </p:sp>
      <p:sp>
        <p:nvSpPr>
          <p:cNvPr id="53" name="dp44-scenario-agent / n49 / text 1">
            <a:extLst>
              <a:ext uri="{FF2B5EF4-FFF2-40B4-BE49-F238E27FC236}">
                <ns2:creationId id="{520E1181-EE14-4C9E-BCCB-310E08F77E78}"/>
              </a:ext>
            </a:extLst>
          </p:cNvPr>
          <p:cNvSpPr>
            <a:spLocks noGrp="1"/>
          </p:cNvSpPr>
          <p:nvPr/>
        </p:nvSpPr>
        <p:spPr>
          <a:xfrm>
            <a:off x="76200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54" name="dp44-scenario-agent / n50">
            <a:extLst>
              <a:ext uri="{FF2B5EF4-FFF2-40B4-BE49-F238E27FC236}">
                <ns2:creationId id="{F0EB6A0C-5483-4AD8-81DB-C83947E2205D}"/>
              </a:ext>
            </a:extLst>
          </p:cNvPr>
          <p:cNvSpPr>
            <a:spLocks noGrp="1"/>
          </p:cNvSpPr>
          <p:nvPr/>
        </p:nvSpPr>
        <p:spPr>
          <a:xfrm>
            <a:off x="762000" y="6638925"/>
            <a:ext cx="2952750" cy="1143000"/>
          </a:xfrm>
          <a:prstGeom prst="rect">
            <a:avLst/>
          </a:prstGeom>
          <a:solidFill>
            <a:srgbClr val="FFFFFF"/>
          </a:solidFill>
          <a:ln w="16193">
            <a:solidFill>
              <a:srgbClr val="B8753F"/>
            </a:solidFill>
            <a:prstDash val="solid"/>
          </a:ln>
        </p:spPr>
      </p:sp>
      <p:sp>
        <p:nvSpPr>
          <p:cNvPr id="55" name="dp44-scenario-agent / n51 / text 1">
            <a:extLst>
              <a:ext uri="{FF2B5EF4-FFF2-40B4-BE49-F238E27FC236}">
                <ns2:creationId id="{B3251396-C19D-41DF-96A5-7C88FF4C0FE1}"/>
              </a:ext>
            </a:extLst>
          </p:cNvPr>
          <p:cNvSpPr>
            <a:spLocks noGrp="1"/>
          </p:cNvSpPr>
          <p:nvPr/>
        </p:nvSpPr>
        <p:spPr>
          <a:xfrm>
            <a:off x="876300" y="67627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Task Notice Stage</a:t>
            </a:r>
            <a:endParaRPr lang="ko-KR">
              <a:latin typeface="Calibri"/>
              <a:ea typeface="Calibri"/>
              <a:cs typeface="Calibri"/>
            </a:endParaRPr>
          </a:p>
        </p:txBody>
      </p:sp>
      <p:sp>
        <p:nvSpPr>
          <p:cNvPr id="56" name="dp44-scenario-agent / n52 / text 1">
            <a:extLst>
              <a:ext uri="{FF2B5EF4-FFF2-40B4-BE49-F238E27FC236}">
                <ns2:creationId id="{134F3186-5546-4FCF-BB32-E0E814B9AF47}"/>
              </a:ext>
            </a:extLst>
          </p:cNvPr>
          <p:cNvSpPr>
            <a:spLocks noGrp="1"/>
          </p:cNvSpPr>
          <p:nvPr/>
        </p:nvSpPr>
        <p:spPr>
          <a:xfrm>
            <a:off x="876300" y="707707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Task Queue: Q1</a:t>
            </a:r>
            <a:endParaRPr lang="ko-KR">
              <a:latin typeface="Calibri"/>
              <a:ea typeface="Calibri"/>
              <a:cs typeface="Calibri"/>
            </a:endParaRPr>
          </a:p>
        </p:txBody>
      </p:sp>
      <p:sp>
        <p:nvSpPr>
          <p:cNvPr id="57" name="dp44-scenario-agent / n53">
            <a:extLst>
              <a:ext uri="{FF2B5EF4-FFF2-40B4-BE49-F238E27FC236}">
                <ns2:creationId id="{D5C83EFB-B03D-4D3A-9D8B-EFE65EBF3036}"/>
              </a:ext>
            </a:extLst>
          </p:cNvPr>
          <p:cNvSpPr>
            <a:spLocks noGrp="1"/>
          </p:cNvSpPr>
          <p:nvPr/>
        </p:nvSpPr>
        <p:spPr>
          <a:xfrm>
            <a:off x="876300" y="7458075"/>
            <a:ext cx="190500" cy="190500"/>
          </a:xfrm>
          <a:prstGeom prst="rect">
            <a:avLst/>
          </a:prstGeom>
          <a:solidFill>
            <a:srgbClr val="FFFFFF"/>
          </a:solidFill>
          <a:ln w="16193">
            <a:solidFill>
              <a:srgbClr val="5F6B77"/>
            </a:solidFill>
            <a:prstDash val="solid"/>
          </a:ln>
        </p:spPr>
      </p:sp>
      <p:sp>
        <p:nvSpPr>
          <p:cNvPr id="58" name="dp44-scenario-agent / n54">
            <a:extLst>
              <a:ext uri="{FF2B5EF4-FFF2-40B4-BE49-F238E27FC236}">
                <ns2:creationId id="{49812964-EBD5-467C-9EFB-81BE7D219DE9}"/>
              </a:ext>
            </a:extLst>
          </p:cNvPr>
          <p:cNvSpPr>
            <a:spLocks noGrp="1"/>
          </p:cNvSpPr>
          <p:nvPr/>
        </p:nvSpPr>
        <p:spPr>
          <a:xfrm>
            <a:off x="1133475" y="7458075"/>
            <a:ext cx="190500" cy="190500"/>
          </a:xfrm>
          <a:prstGeom prst="rect">
            <a:avLst/>
          </a:prstGeom>
          <a:solidFill>
            <a:srgbClr val="FFFFFF"/>
          </a:solidFill>
          <a:ln w="16193">
            <a:solidFill>
              <a:srgbClr val="5F6B77"/>
            </a:solidFill>
            <a:prstDash val="solid"/>
          </a:ln>
        </p:spPr>
      </p:sp>
      <p:sp>
        <p:nvSpPr>
          <p:cNvPr id="59" name="dp44-scenario-agent / n55">
            <a:extLst>
              <a:ext uri="{FF2B5EF4-FFF2-40B4-BE49-F238E27FC236}">
                <ns2:creationId id="{E7045AC7-70B4-4E3C-B649-FCA75D650450}"/>
              </a:ext>
            </a:extLst>
          </p:cNvPr>
          <p:cNvSpPr>
            <a:spLocks noGrp="1"/>
          </p:cNvSpPr>
          <p:nvPr/>
        </p:nvSpPr>
        <p:spPr>
          <a:xfrm>
            <a:off x="1390650" y="7458075"/>
            <a:ext cx="190500" cy="190500"/>
          </a:xfrm>
          <a:prstGeom prst="rect">
            <a:avLst/>
          </a:prstGeom>
          <a:solidFill>
            <a:srgbClr val="FFFFFF"/>
          </a:solidFill>
          <a:ln w="16193">
            <a:solidFill>
              <a:srgbClr val="5F6B77"/>
            </a:solidFill>
            <a:prstDash val="solid"/>
          </a:ln>
        </p:spPr>
      </p:sp>
      <p:sp>
        <p:nvSpPr>
          <p:cNvPr id="60" name="dp44-scenario-agent / n56">
            <a:extLst>
              <a:ext uri="{FF2B5EF4-FFF2-40B4-BE49-F238E27FC236}">
                <ns2:creationId id="{C27A0341-0B49-4249-965E-EECE7CE17262}"/>
              </a:ext>
            </a:extLst>
          </p:cNvPr>
          <p:cNvSpPr>
            <a:spLocks noGrp="1"/>
          </p:cNvSpPr>
          <p:nvPr/>
        </p:nvSpPr>
        <p:spPr>
          <a:xfrm>
            <a:off x="1647825" y="7458075"/>
            <a:ext cx="190500" cy="190500"/>
          </a:xfrm>
          <a:prstGeom prst="rect">
            <a:avLst/>
          </a:prstGeom>
          <a:solidFill>
            <a:srgbClr val="FFFFFF"/>
          </a:solidFill>
          <a:ln w="16193">
            <a:solidFill>
              <a:srgbClr val="5F6B77"/>
            </a:solidFill>
            <a:prstDash val="solid"/>
          </a:ln>
        </p:spPr>
      </p:sp>
      <p:sp>
        <p:nvSpPr>
          <p:cNvPr id="61" name="dp44-scenario-agent / n57 / text 1">
            <a:extLst>
              <a:ext uri="{FF2B5EF4-FFF2-40B4-BE49-F238E27FC236}">
                <ns2:creationId id="{514B9F14-6600-45C2-B0C2-3D2D60BB18FE}"/>
              </a:ext>
            </a:extLst>
          </p:cNvPr>
          <p:cNvSpPr>
            <a:spLocks noGrp="1"/>
          </p:cNvSpPr>
          <p:nvPr/>
        </p:nvSpPr>
        <p:spPr>
          <a:xfrm>
            <a:off x="76200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업무 Stage가 직접 수용</a:t>
            </a:r>
            <a:endParaRPr lang="ko-KR">
              <a:latin typeface="Calibri"/>
              <a:ea typeface="Calibri"/>
              <a:cs typeface="Calibri"/>
            </a:endParaRPr>
          </a:p>
        </p:txBody>
      </p:sp>
      <p:sp>
        <p:nvSpPr>
          <p:cNvPr id="62" name="dp44-scenario-agent / n58 / path">
            <a:extLst>
              <a:ext uri="{FF2B5EF4-FFF2-40B4-BE49-F238E27FC236}">
                <ns2:creationId id="{A255A975-5006-43B8-A71D-42B633E553A2}"/>
              </a:ext>
            </a:extLst>
          </p:cNvPr>
          <p:cNvSpPr>
            <a:spLocks noGrp="1"/>
          </p:cNvSpPr>
          <p:nvPr/>
        </p:nvSpPr>
        <p:spPr>
          <a:xfrm>
            <a:off x="3771900" y="7258050"/>
            <a:ext cx="295275" cy="953"/>
          </a:xfrm>
          <a:custGeom>
            <a:pathLst>
              <a:path w="295275" h="953">
                <a:moveTo>
                  <a:pt x="0" y="0"/>
                </a:moveTo>
                <a:lnTo>
                  <a:pt x="295275" y="0"/>
                </a:lnTo>
              </a:path>
            </a:pathLst>
          </a:custGeom>
          <a:noFill/>
          <a:ln w="28575">
            <a:solidFill>
              <a:srgbClr val="2858A5"/>
            </a:solidFill>
            <a:prstDash val="solid"/>
          </a:ln>
        </p:spPr>
      </p:sp>
      <p:sp>
        <p:nvSpPr>
          <p:cNvPr id="63" name="dp44-scenario-agent / n58 / arrow">
            <a:extLst>
              <a:ext uri="{FF2B5EF4-FFF2-40B4-BE49-F238E27FC236}">
                <ns2:creationId id="{F7B5FBF2-441C-4ED9-A9E5-5498C6D39A87}"/>
              </a:ext>
            </a:extLst>
          </p:cNvPr>
          <p:cNvSpPr>
            <a:spLocks noGrp="1"/>
          </p:cNvSpPr>
          <p:nvPr/>
        </p:nvSpPr>
        <p:spPr>
          <a:xfrm>
            <a:off x="3884295"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64" name="dp44-scenario-agent / n59 / text 1">
            <a:extLst>
              <a:ext uri="{FF2B5EF4-FFF2-40B4-BE49-F238E27FC236}">
                <ns2:creationId id="{47957BC2-B78D-446A-A5E4-775C4A842D9E}"/>
              </a:ext>
            </a:extLst>
          </p:cNvPr>
          <p:cNvSpPr>
            <a:spLocks noGrp="1"/>
          </p:cNvSpPr>
          <p:nvPr/>
        </p:nvSpPr>
        <p:spPr>
          <a:xfrm>
            <a:off x="4143375"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65" name="dp44-scenario-agent / n60">
            <a:extLst>
              <a:ext uri="{FF2B5EF4-FFF2-40B4-BE49-F238E27FC236}">
                <ns2:creationId id="{D1C58DE2-1AE6-406E-B860-6431819F2B32}"/>
              </a:ext>
            </a:extLst>
          </p:cNvPr>
          <p:cNvSpPr>
            <a:spLocks noGrp="1"/>
          </p:cNvSpPr>
          <p:nvPr/>
        </p:nvSpPr>
        <p:spPr>
          <a:xfrm>
            <a:off x="4143375" y="6638925"/>
            <a:ext cx="2952750" cy="1143000"/>
          </a:xfrm>
          <a:prstGeom prst="rect">
            <a:avLst/>
          </a:prstGeom>
          <a:solidFill>
            <a:srgbClr val="FFF3E5"/>
          </a:solidFill>
          <a:ln w="16193">
            <a:solidFill>
              <a:srgbClr val="B8753F"/>
            </a:solidFill>
            <a:prstDash val="solid"/>
          </a:ln>
        </p:spPr>
      </p:sp>
      <p:sp>
        <p:nvSpPr>
          <p:cNvPr id="66" name="dp44-scenario-agent / n61 / text 1">
            <a:extLst>
              <a:ext uri="{FF2B5EF4-FFF2-40B4-BE49-F238E27FC236}">
                <ns2:creationId id="{D7DBF3ED-0AA9-494E-816F-44537DE3B460}"/>
              </a:ext>
            </a:extLst>
          </p:cNvPr>
          <p:cNvSpPr>
            <a:spLocks noGrp="1"/>
          </p:cNvSpPr>
          <p:nvPr/>
        </p:nvSpPr>
        <p:spPr>
          <a:xfrm>
            <a:off x="4257675" y="679132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Task Notice Stage Pump</a:t>
            </a:r>
            <a:endParaRPr lang="ko-KR">
              <a:latin typeface="Calibri"/>
              <a:ea typeface="Calibri"/>
              <a:cs typeface="Calibri"/>
            </a:endParaRPr>
          </a:p>
        </p:txBody>
      </p:sp>
      <p:sp>
        <p:nvSpPr>
          <p:cNvPr id="67" name="dp44-scenario-agent / n62 / text 1">
            <a:extLst>
              <a:ext uri="{FF2B5EF4-FFF2-40B4-BE49-F238E27FC236}">
                <ns2:creationId id="{6CD1ABB9-77C0-4444-AC23-07A4CD55CC6B}"/>
              </a:ext>
            </a:extLst>
          </p:cNvPr>
          <p:cNvSpPr>
            <a:spLocks noGrp="1"/>
          </p:cNvSpPr>
          <p:nvPr/>
        </p:nvSpPr>
        <p:spPr>
          <a:xfrm>
            <a:off x="4257675" y="7200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연결과 허용 범위 확인</a:t>
            </a:r>
            <a:endParaRPr lang="ko-KR">
              <a:latin typeface="Calibri"/>
              <a:ea typeface="Calibri"/>
              <a:cs typeface="Calibri"/>
            </a:endParaRPr>
          </a:p>
        </p:txBody>
      </p:sp>
      <p:sp>
        <p:nvSpPr>
          <p:cNvPr id="68" name="dp44-scenario-agent / n63 / text 1">
            <a:extLst>
              <a:ext uri="{FF2B5EF4-FFF2-40B4-BE49-F238E27FC236}">
                <ns2:creationId id="{C0E4C1F2-FD79-48A5-BEEF-791D730B9B44}"/>
              </a:ext>
            </a:extLst>
          </p:cNvPr>
          <p:cNvSpPr>
            <a:spLocks noGrp="1"/>
          </p:cNvSpPr>
          <p:nvPr/>
        </p:nvSpPr>
        <p:spPr>
          <a:xfrm>
            <a:off x="4143375"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Notice Window에 보류</a:t>
            </a:r>
            <a:endParaRPr lang="ko-KR">
              <a:latin typeface="Calibri"/>
              <a:ea typeface="Calibri"/>
              <a:cs typeface="Calibri"/>
            </a:endParaRPr>
          </a:p>
        </p:txBody>
      </p:sp>
      <p:sp>
        <p:nvSpPr>
          <p:cNvPr id="69" name="dp44-scenario-agent / n64 / path">
            <a:extLst>
              <a:ext uri="{FF2B5EF4-FFF2-40B4-BE49-F238E27FC236}">
                <ns2:creationId id="{B730AD24-D00E-4024-B55D-A55F5832F984}"/>
              </a:ext>
            </a:extLst>
          </p:cNvPr>
          <p:cNvSpPr>
            <a:spLocks noGrp="1"/>
          </p:cNvSpPr>
          <p:nvPr/>
        </p:nvSpPr>
        <p:spPr>
          <a:xfrm>
            <a:off x="7153275" y="7258050"/>
            <a:ext cx="295275" cy="953"/>
          </a:xfrm>
          <a:custGeom>
            <a:pathLst>
              <a:path w="295275" h="953">
                <a:moveTo>
                  <a:pt x="0" y="0"/>
                </a:moveTo>
                <a:lnTo>
                  <a:pt x="295275" y="0"/>
                </a:lnTo>
              </a:path>
            </a:pathLst>
          </a:custGeom>
          <a:noFill/>
          <a:ln w="28575">
            <a:solidFill>
              <a:srgbClr val="2858A5"/>
            </a:solidFill>
            <a:prstDash val="solid"/>
          </a:ln>
        </p:spPr>
      </p:sp>
      <p:sp>
        <p:nvSpPr>
          <p:cNvPr id="70" name="dp44-scenario-agent / n64 / arrow">
            <a:extLst>
              <a:ext uri="{FF2B5EF4-FFF2-40B4-BE49-F238E27FC236}">
                <ns2:creationId id="{F5C9EEC0-835E-4780-8049-2E4C28E25CDE}"/>
              </a:ext>
            </a:extLst>
          </p:cNvPr>
          <p:cNvSpPr>
            <a:spLocks noGrp="1"/>
          </p:cNvSpPr>
          <p:nvPr/>
        </p:nvSpPr>
        <p:spPr>
          <a:xfrm>
            <a:off x="7265670"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71" name="dp44-scenario-agent / n65 / text 1">
            <a:extLst>
              <a:ext uri="{FF2B5EF4-FFF2-40B4-BE49-F238E27FC236}">
                <ns2:creationId id="{8A1114E9-1AEA-4AF8-AD5B-68E0AF526680}"/>
              </a:ext>
            </a:extLst>
          </p:cNvPr>
          <p:cNvSpPr>
            <a:spLocks noGrp="1"/>
          </p:cNvSpPr>
          <p:nvPr/>
        </p:nvSpPr>
        <p:spPr>
          <a:xfrm>
            <a:off x="752475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72" name="dp44-scenario-agent / n66">
            <a:extLst>
              <a:ext uri="{FF2B5EF4-FFF2-40B4-BE49-F238E27FC236}">
                <ns2:creationId id="{6682F8A6-F1B3-44A8-B5DB-9F688F290DEC}"/>
              </a:ext>
            </a:extLst>
          </p:cNvPr>
          <p:cNvSpPr>
            <a:spLocks noGrp="1"/>
          </p:cNvSpPr>
          <p:nvPr/>
        </p:nvSpPr>
        <p:spPr>
          <a:xfrm>
            <a:off x="7524750" y="6638925"/>
            <a:ext cx="2952750" cy="1143000"/>
          </a:xfrm>
          <a:prstGeom prst="rect">
            <a:avLst/>
          </a:prstGeom>
          <a:solidFill>
            <a:srgbClr val="FFFFFF"/>
          </a:solidFill>
          <a:ln w="16193">
            <a:solidFill>
              <a:srgbClr val="B8753F"/>
            </a:solidFill>
            <a:prstDash val="solid"/>
          </a:ln>
        </p:spPr>
      </p:sp>
      <p:sp>
        <p:nvSpPr>
          <p:cNvPr id="73" name="dp44-scenario-agent / n67 / text 1">
            <a:extLst>
              <a:ext uri="{FF2B5EF4-FFF2-40B4-BE49-F238E27FC236}">
                <ns2:creationId id="{499356AA-FC77-431E-85DF-F36593031B79}"/>
              </a:ext>
            </a:extLst>
          </p:cNvPr>
          <p:cNvSpPr>
            <a:spLocks noGrp="1"/>
          </p:cNvSpPr>
          <p:nvPr/>
        </p:nvSpPr>
        <p:spPr>
          <a:xfrm>
            <a:off x="7639050" y="67627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74" name="dp44-scenario-agent / n68 / text 1">
            <a:extLst>
              <a:ext uri="{FF2B5EF4-FFF2-40B4-BE49-F238E27FC236}">
                <ns2:creationId id="{7250DD5C-55BA-49BA-9EE3-8C930AD9D36D}"/>
              </a:ext>
            </a:extLst>
          </p:cNvPr>
          <p:cNvSpPr>
            <a:spLocks noGrp="1"/>
          </p:cNvSpPr>
          <p:nvPr/>
        </p:nvSpPr>
        <p:spPr>
          <a:xfrm>
            <a:off x="7639050" y="707707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Prepare Queue: Notice</a:t>
            </a:r>
            <a:endParaRPr lang="ko-KR">
              <a:latin typeface="Calibri"/>
              <a:ea typeface="Calibri"/>
              <a:cs typeface="Calibri"/>
            </a:endParaRPr>
          </a:p>
        </p:txBody>
      </p:sp>
      <p:sp>
        <p:nvSpPr>
          <p:cNvPr id="75" name="dp44-scenario-agent / n69">
            <a:extLst>
              <a:ext uri="{FF2B5EF4-FFF2-40B4-BE49-F238E27FC236}">
                <ns2:creationId id="{FD222DBA-3CE8-40A8-AF9D-C40AF2F90649}"/>
              </a:ext>
            </a:extLst>
          </p:cNvPr>
          <p:cNvSpPr>
            <a:spLocks noGrp="1"/>
          </p:cNvSpPr>
          <p:nvPr/>
        </p:nvSpPr>
        <p:spPr>
          <a:xfrm>
            <a:off x="7639050" y="7458075"/>
            <a:ext cx="190500" cy="190500"/>
          </a:xfrm>
          <a:prstGeom prst="rect">
            <a:avLst/>
          </a:prstGeom>
          <a:solidFill>
            <a:srgbClr val="FFFFFF"/>
          </a:solidFill>
          <a:ln w="16193">
            <a:solidFill>
              <a:srgbClr val="5F6B77"/>
            </a:solidFill>
            <a:prstDash val="solid"/>
          </a:ln>
        </p:spPr>
      </p:sp>
      <p:sp>
        <p:nvSpPr>
          <p:cNvPr id="76" name="dp44-scenario-agent / n70">
            <a:extLst>
              <a:ext uri="{FF2B5EF4-FFF2-40B4-BE49-F238E27FC236}">
                <ns2:creationId id="{71D05176-46C6-4C7F-9EC3-0EA5B98C4669}"/>
              </a:ext>
            </a:extLst>
          </p:cNvPr>
          <p:cNvSpPr>
            <a:spLocks noGrp="1"/>
          </p:cNvSpPr>
          <p:nvPr/>
        </p:nvSpPr>
        <p:spPr>
          <a:xfrm>
            <a:off x="7896225" y="7458075"/>
            <a:ext cx="190500" cy="190500"/>
          </a:xfrm>
          <a:prstGeom prst="rect">
            <a:avLst/>
          </a:prstGeom>
          <a:solidFill>
            <a:srgbClr val="FFFFFF"/>
          </a:solidFill>
          <a:ln w="16193">
            <a:solidFill>
              <a:srgbClr val="5F6B77"/>
            </a:solidFill>
            <a:prstDash val="solid"/>
          </a:ln>
        </p:spPr>
      </p:sp>
      <p:sp>
        <p:nvSpPr>
          <p:cNvPr id="77" name="dp44-scenario-agent / n71">
            <a:extLst>
              <a:ext uri="{FF2B5EF4-FFF2-40B4-BE49-F238E27FC236}">
                <ns2:creationId id="{29D0C150-83AD-4FE6-9873-3BC25BC5337F}"/>
              </a:ext>
            </a:extLst>
          </p:cNvPr>
          <p:cNvSpPr>
            <a:spLocks noGrp="1"/>
          </p:cNvSpPr>
          <p:nvPr/>
        </p:nvSpPr>
        <p:spPr>
          <a:xfrm>
            <a:off x="8153400" y="7458075"/>
            <a:ext cx="190500" cy="190500"/>
          </a:xfrm>
          <a:prstGeom prst="rect">
            <a:avLst/>
          </a:prstGeom>
          <a:solidFill>
            <a:srgbClr val="FFFFFF"/>
          </a:solidFill>
          <a:ln w="16193">
            <a:solidFill>
              <a:srgbClr val="5F6B77"/>
            </a:solidFill>
            <a:prstDash val="solid"/>
          </a:ln>
        </p:spPr>
      </p:sp>
      <p:sp>
        <p:nvSpPr>
          <p:cNvPr id="78" name="dp44-scenario-agent / n72">
            <a:extLst>
              <a:ext uri="{FF2B5EF4-FFF2-40B4-BE49-F238E27FC236}">
                <ns2:creationId id="{D40A57FE-12E9-4ADE-A686-038D546F8265}"/>
              </a:ext>
            </a:extLst>
          </p:cNvPr>
          <p:cNvSpPr>
            <a:spLocks noGrp="1"/>
          </p:cNvSpPr>
          <p:nvPr/>
        </p:nvSpPr>
        <p:spPr>
          <a:xfrm>
            <a:off x="8410575" y="7458075"/>
            <a:ext cx="190500" cy="190500"/>
          </a:xfrm>
          <a:prstGeom prst="rect">
            <a:avLst/>
          </a:prstGeom>
          <a:solidFill>
            <a:srgbClr val="FFFFFF"/>
          </a:solidFill>
          <a:ln w="16193">
            <a:solidFill>
              <a:srgbClr val="5F6B77"/>
            </a:solidFill>
            <a:prstDash val="solid"/>
          </a:ln>
        </p:spPr>
      </p:sp>
      <p:sp>
        <p:nvSpPr>
          <p:cNvPr id="79" name="dp44-scenario-agent / n73 / text 1">
            <a:extLst>
              <a:ext uri="{FF2B5EF4-FFF2-40B4-BE49-F238E27FC236}">
                <ns2:creationId id="{1A1BF540-5ED2-4757-AAB3-A3D2B039BBED}"/>
              </a:ext>
            </a:extLst>
          </p:cNvPr>
          <p:cNvSpPr>
            <a:spLocks noGrp="1"/>
          </p:cNvSpPr>
          <p:nvPr/>
        </p:nvSpPr>
        <p:spPr>
          <a:xfrm>
            <a:off x="752475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연결된 소비자 활성화</a:t>
            </a:r>
            <a:endParaRPr lang="ko-KR">
              <a:latin typeface="Calibri"/>
              <a:ea typeface="Calibri"/>
              <a:cs typeface="Calibri"/>
            </a:endParaRPr>
          </a:p>
        </p:txBody>
      </p:sp>
      <p:sp>
        <p:nvSpPr>
          <p:cNvPr id="80" name="dp44-scenario-agent / n74 / path">
            <a:extLst>
              <a:ext uri="{FF2B5EF4-FFF2-40B4-BE49-F238E27FC236}">
                <ns2:creationId id="{0690B743-00A0-4EB9-B063-AF677AC68DEB}"/>
              </a:ext>
            </a:extLst>
          </p:cNvPr>
          <p:cNvSpPr>
            <a:spLocks noGrp="1"/>
          </p:cNvSpPr>
          <p:nvPr/>
        </p:nvSpPr>
        <p:spPr>
          <a:xfrm>
            <a:off x="10534650" y="7258050"/>
            <a:ext cx="295275" cy="953"/>
          </a:xfrm>
          <a:custGeom>
            <a:pathLst>
              <a:path w="295275" h="953">
                <a:moveTo>
                  <a:pt x="0" y="0"/>
                </a:moveTo>
                <a:lnTo>
                  <a:pt x="295275" y="0"/>
                </a:lnTo>
              </a:path>
            </a:pathLst>
          </a:custGeom>
          <a:noFill/>
          <a:ln w="28575">
            <a:solidFill>
              <a:srgbClr val="2858A5"/>
            </a:solidFill>
            <a:prstDash val="dash"/>
          </a:ln>
        </p:spPr>
      </p:sp>
      <p:sp>
        <p:nvSpPr>
          <p:cNvPr id="81" name="dp44-scenario-agent / n74 / arrow">
            <a:extLst>
              <a:ext uri="{FF2B5EF4-FFF2-40B4-BE49-F238E27FC236}">
                <ns2:creationId id="{DBDC30C6-8405-4B7C-B353-7C535CBF3819}"/>
              </a:ext>
            </a:extLst>
          </p:cNvPr>
          <p:cNvSpPr>
            <a:spLocks noGrp="1"/>
          </p:cNvSpPr>
          <p:nvPr/>
        </p:nvSpPr>
        <p:spPr>
          <a:xfrm>
            <a:off x="10647045"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82" name="dp44-scenario-agent / n75 / text 1">
            <a:extLst>
              <a:ext uri="{FF2B5EF4-FFF2-40B4-BE49-F238E27FC236}">
                <ns2:creationId id="{14F5D9C8-DFDF-4345-9C81-DA1CC15A80A1}"/>
              </a:ext>
            </a:extLst>
          </p:cNvPr>
          <p:cNvSpPr>
            <a:spLocks noGrp="1"/>
          </p:cNvSpPr>
          <p:nvPr/>
        </p:nvSpPr>
        <p:spPr>
          <a:xfrm>
            <a:off x="10906125"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83" name="dp44-scenario-agent / n76">
            <a:extLst>
              <a:ext uri="{FF2B5EF4-FFF2-40B4-BE49-F238E27FC236}">
                <ns2:creationId id="{A5B30639-D88F-4FE3-B23F-EECBF63BDE9F}"/>
              </a:ext>
            </a:extLst>
          </p:cNvPr>
          <p:cNvSpPr>
            <a:spLocks noGrp="1"/>
          </p:cNvSpPr>
          <p:nvPr/>
        </p:nvSpPr>
        <p:spPr>
          <a:xfrm>
            <a:off x="10906125" y="6638925"/>
            <a:ext cx="2952750" cy="1143000"/>
          </a:xfrm>
          <a:prstGeom prst="rect">
            <a:avLst/>
          </a:prstGeom>
          <a:solidFill>
            <a:srgbClr val="FFFFFF"/>
          </a:solidFill>
          <a:ln w="16193">
            <a:solidFill>
              <a:srgbClr val="B8753F"/>
            </a:solidFill>
            <a:prstDash val="solid"/>
          </a:ln>
        </p:spPr>
      </p:sp>
      <p:sp>
        <p:nvSpPr>
          <p:cNvPr id="84" name="dp44-scenario-agent / n77 / text 1">
            <a:extLst>
              <a:ext uri="{FF2B5EF4-FFF2-40B4-BE49-F238E27FC236}">
                <ns2:creationId id="{F70806B3-CAA1-4A95-AED7-A022EF6FCD9E}"/>
              </a:ext>
            </a:extLst>
          </p:cNvPr>
          <p:cNvSpPr>
            <a:spLocks noGrp="1"/>
          </p:cNvSpPr>
          <p:nvPr/>
        </p:nvSpPr>
        <p:spPr>
          <a:xfrm>
            <a:off x="11020425" y="67627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85" name="dp44-scenario-agent / n78 / text 1">
            <a:extLst>
              <a:ext uri="{FF2B5EF4-FFF2-40B4-BE49-F238E27FC236}">
                <ns2:creationId id="{5A47743A-E065-4CEC-984C-1963653B362C}"/>
              </a:ext>
            </a:extLst>
          </p:cNvPr>
          <p:cNvSpPr>
            <a:spLocks noGrp="1"/>
          </p:cNvSpPr>
          <p:nvPr/>
        </p:nvSpPr>
        <p:spPr>
          <a:xfrm>
            <a:off x="11020425" y="707707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Done Queue: J2</a:t>
            </a:r>
            <a:endParaRPr lang="ko-KR">
              <a:latin typeface="Calibri"/>
              <a:ea typeface="Calibri"/>
              <a:cs typeface="Calibri"/>
            </a:endParaRPr>
          </a:p>
        </p:txBody>
      </p:sp>
      <p:sp>
        <p:nvSpPr>
          <p:cNvPr id="86" name="dp44-scenario-agent / n79">
            <a:extLst>
              <a:ext uri="{FF2B5EF4-FFF2-40B4-BE49-F238E27FC236}">
                <ns2:creationId id="{CDC89196-D903-4977-9F60-72B063B327B4}"/>
              </a:ext>
            </a:extLst>
          </p:cNvPr>
          <p:cNvSpPr>
            <a:spLocks noGrp="1"/>
          </p:cNvSpPr>
          <p:nvPr/>
        </p:nvSpPr>
        <p:spPr>
          <a:xfrm>
            <a:off x="11020425" y="7458075"/>
            <a:ext cx="190500" cy="190500"/>
          </a:xfrm>
          <a:prstGeom prst="rect">
            <a:avLst/>
          </a:prstGeom>
          <a:solidFill>
            <a:srgbClr val="FFFFFF"/>
          </a:solidFill>
          <a:ln w="16193">
            <a:solidFill>
              <a:srgbClr val="5F6B77"/>
            </a:solidFill>
            <a:prstDash val="solid"/>
          </a:ln>
        </p:spPr>
      </p:sp>
      <p:sp>
        <p:nvSpPr>
          <p:cNvPr id="87" name="dp44-scenario-agent / n80">
            <a:extLst>
              <a:ext uri="{FF2B5EF4-FFF2-40B4-BE49-F238E27FC236}">
                <ns2:creationId id="{88C65B76-9149-4BDD-AE19-1C98B3A8CB16}"/>
              </a:ext>
            </a:extLst>
          </p:cNvPr>
          <p:cNvSpPr>
            <a:spLocks noGrp="1"/>
          </p:cNvSpPr>
          <p:nvPr/>
        </p:nvSpPr>
        <p:spPr>
          <a:xfrm>
            <a:off x="11277600" y="7458075"/>
            <a:ext cx="190500" cy="190500"/>
          </a:xfrm>
          <a:prstGeom prst="rect">
            <a:avLst/>
          </a:prstGeom>
          <a:solidFill>
            <a:srgbClr val="FFFFFF"/>
          </a:solidFill>
          <a:ln w="16193">
            <a:solidFill>
              <a:srgbClr val="5F6B77"/>
            </a:solidFill>
            <a:prstDash val="solid"/>
          </a:ln>
        </p:spPr>
      </p:sp>
      <p:sp>
        <p:nvSpPr>
          <p:cNvPr id="88" name="dp44-scenario-agent / n81">
            <a:extLst>
              <a:ext uri="{FF2B5EF4-FFF2-40B4-BE49-F238E27FC236}">
                <ns2:creationId id="{8AC4B52D-402F-4B20-8447-E9AFEEEB1501}"/>
              </a:ext>
            </a:extLst>
          </p:cNvPr>
          <p:cNvSpPr>
            <a:spLocks noGrp="1"/>
          </p:cNvSpPr>
          <p:nvPr/>
        </p:nvSpPr>
        <p:spPr>
          <a:xfrm>
            <a:off x="11534775" y="7458075"/>
            <a:ext cx="190500" cy="190500"/>
          </a:xfrm>
          <a:prstGeom prst="rect">
            <a:avLst/>
          </a:prstGeom>
          <a:solidFill>
            <a:srgbClr val="FFFFFF"/>
          </a:solidFill>
          <a:ln w="16193">
            <a:solidFill>
              <a:srgbClr val="5F6B77"/>
            </a:solidFill>
            <a:prstDash val="solid"/>
          </a:ln>
        </p:spPr>
      </p:sp>
      <p:sp>
        <p:nvSpPr>
          <p:cNvPr id="89" name="dp44-scenario-agent / n82">
            <a:extLst>
              <a:ext uri="{FF2B5EF4-FFF2-40B4-BE49-F238E27FC236}">
                <ns2:creationId id="{976E7C03-1871-4F6E-A77D-83BEB4BE4B6E}"/>
              </a:ext>
            </a:extLst>
          </p:cNvPr>
          <p:cNvSpPr>
            <a:spLocks noGrp="1"/>
          </p:cNvSpPr>
          <p:nvPr/>
        </p:nvSpPr>
        <p:spPr>
          <a:xfrm>
            <a:off x="11791950" y="7458075"/>
            <a:ext cx="190500" cy="190500"/>
          </a:xfrm>
          <a:prstGeom prst="rect">
            <a:avLst/>
          </a:prstGeom>
          <a:solidFill>
            <a:srgbClr val="FFFFFF"/>
          </a:solidFill>
          <a:ln w="16193">
            <a:solidFill>
              <a:srgbClr val="5F6B77"/>
            </a:solidFill>
            <a:prstDash val="solid"/>
          </a:ln>
        </p:spPr>
      </p:sp>
      <p:sp>
        <p:nvSpPr>
          <p:cNvPr id="90" name="dp44-scenario-agent / n83 / text 1">
            <a:extLst>
              <a:ext uri="{FF2B5EF4-FFF2-40B4-BE49-F238E27FC236}">
                <ns2:creationId id="{8E4D3954-6D23-4552-80BF-956D219B655E}"/>
              </a:ext>
            </a:extLst>
          </p:cNvPr>
          <p:cNvSpPr>
            <a:spLocks noGrp="1"/>
          </p:cNvSpPr>
          <p:nvPr/>
        </p:nvSpPr>
        <p:spPr>
          <a:xfrm>
            <a:off x="10906125"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준비 완료를 자체 수용</a:t>
            </a:r>
            <a:endParaRPr lang="ko-KR">
              <a:latin typeface="Calibri"/>
              <a:ea typeface="Calibri"/>
              <a:cs typeface="Calibri"/>
            </a:endParaRPr>
          </a:p>
        </p:txBody>
      </p:sp>
      <p:sp>
        <p:nvSpPr>
          <p:cNvPr id="91" name="dp44-scenario-agent / n84 / path">
            <a:extLst>
              <a:ext uri="{FF2B5EF4-FFF2-40B4-BE49-F238E27FC236}">
                <ns2:creationId id="{42A02748-00F7-42AC-9729-C9A48D6C0444}"/>
              </a:ext>
            </a:extLst>
          </p:cNvPr>
          <p:cNvSpPr>
            <a:spLocks noGrp="1"/>
          </p:cNvSpPr>
          <p:nvPr/>
        </p:nvSpPr>
        <p:spPr>
          <a:xfrm>
            <a:off x="13916025" y="7258050"/>
            <a:ext cx="295275" cy="953"/>
          </a:xfrm>
          <a:custGeom>
            <a:pathLst>
              <a:path w="295275" h="953">
                <a:moveTo>
                  <a:pt x="0" y="0"/>
                </a:moveTo>
                <a:lnTo>
                  <a:pt x="295275" y="0"/>
                </a:lnTo>
              </a:path>
            </a:pathLst>
          </a:custGeom>
          <a:noFill/>
          <a:ln w="28575">
            <a:solidFill>
              <a:srgbClr val="2858A5"/>
            </a:solidFill>
            <a:prstDash val="solid"/>
          </a:ln>
        </p:spPr>
      </p:sp>
      <p:sp>
        <p:nvSpPr>
          <p:cNvPr id="92" name="dp44-scenario-agent / n84 / arrow">
            <a:extLst>
              <a:ext uri="{FF2B5EF4-FFF2-40B4-BE49-F238E27FC236}">
                <ns2:creationId id="{2A0D81C2-A886-4C37-8402-34A30673E698}"/>
              </a:ext>
            </a:extLst>
          </p:cNvPr>
          <p:cNvSpPr>
            <a:spLocks noGrp="1"/>
          </p:cNvSpPr>
          <p:nvPr/>
        </p:nvSpPr>
        <p:spPr>
          <a:xfrm>
            <a:off x="14028420"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93" name="dp44-scenario-agent / n85 / text 1">
            <a:extLst>
              <a:ext uri="{FF2B5EF4-FFF2-40B4-BE49-F238E27FC236}">
                <ns2:creationId id="{5DFFEE3C-D62B-4067-BA36-203E4BD732DB}"/>
              </a:ext>
            </a:extLst>
          </p:cNvPr>
          <p:cNvSpPr>
            <a:spLocks noGrp="1"/>
          </p:cNvSpPr>
          <p:nvPr/>
        </p:nvSpPr>
        <p:spPr>
          <a:xfrm>
            <a:off x="1428750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94" name="dp44-scenario-agent / n86">
            <a:extLst>
              <a:ext uri="{FF2B5EF4-FFF2-40B4-BE49-F238E27FC236}">
                <ns2:creationId id="{918D267C-5050-4DB0-9991-C81F2353E3EC}"/>
              </a:ext>
            </a:extLst>
          </p:cNvPr>
          <p:cNvSpPr>
            <a:spLocks noGrp="1"/>
          </p:cNvSpPr>
          <p:nvPr/>
        </p:nvSpPr>
        <p:spPr>
          <a:xfrm>
            <a:off x="14287500" y="6638925"/>
            <a:ext cx="2952750" cy="1143000"/>
          </a:xfrm>
          <a:prstGeom prst="rect">
            <a:avLst/>
          </a:prstGeom>
          <a:solidFill>
            <a:srgbClr val="FFF3E5"/>
          </a:solidFill>
          <a:ln w="16193">
            <a:solidFill>
              <a:srgbClr val="B8753F"/>
            </a:solidFill>
            <a:prstDash val="solid"/>
          </a:ln>
        </p:spPr>
      </p:sp>
      <p:sp>
        <p:nvSpPr>
          <p:cNvPr id="95" name="dp44-scenario-agent / n87 / text 1">
            <a:extLst>
              <a:ext uri="{FF2B5EF4-FFF2-40B4-BE49-F238E27FC236}">
                <ns2:creationId id="{BAE9551D-9963-4465-8732-5F37C12612C5}"/>
              </a:ext>
            </a:extLst>
          </p:cNvPr>
          <p:cNvSpPr>
            <a:spLocks noGrp="1"/>
          </p:cNvSpPr>
          <p:nvPr/>
        </p:nvSpPr>
        <p:spPr>
          <a:xfrm>
            <a:off x="14401800" y="679132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Publication Join</a:t>
            </a:r>
            <a:endParaRPr lang="ko-KR">
              <a:latin typeface="Calibri"/>
              <a:ea typeface="Calibri"/>
              <a:cs typeface="Calibri"/>
            </a:endParaRPr>
          </a:p>
        </p:txBody>
      </p:sp>
      <p:sp>
        <p:nvSpPr>
          <p:cNvPr id="96" name="dp44-scenario-agent / n88 / text 1">
            <a:extLst>
              <a:ext uri="{FF2B5EF4-FFF2-40B4-BE49-F238E27FC236}">
                <ns2:creationId id="{936CE854-4881-47FA-8BDF-FCF224622C58}"/>
              </a:ext>
            </a:extLst>
          </p:cNvPr>
          <p:cNvSpPr>
            <a:spLocks noGrp="1"/>
          </p:cNvSpPr>
          <p:nvPr/>
        </p:nvSpPr>
        <p:spPr>
          <a:xfrm>
            <a:off x="14401800" y="7200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Candidate와 Condition 결합</a:t>
            </a:r>
            <a:endParaRPr lang="ko-KR">
              <a:latin typeface="Calibri"/>
              <a:ea typeface="Calibri"/>
              <a:cs typeface="Calibri"/>
            </a:endParaRPr>
          </a:p>
        </p:txBody>
      </p:sp>
      <p:sp>
        <p:nvSpPr>
          <p:cNvPr id="97" name="dp44-scenario-agent / n89 / text 1">
            <a:extLst>
              <a:ext uri="{FF2B5EF4-FFF2-40B4-BE49-F238E27FC236}">
                <ns2:creationId id="{7D6F4E1E-223B-4265-B956-FE557018DFC9}"/>
              </a:ext>
            </a:extLst>
          </p:cNvPr>
          <p:cNvSpPr>
            <a:spLocks noGrp="1"/>
          </p:cNvSpPr>
          <p:nvPr/>
        </p:nvSpPr>
        <p:spPr>
          <a:xfrm>
            <a:off x="1428750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유효하면 Publication Control</a:t>
            </a:r>
            <a:endParaRPr lang="ko-KR">
              <a:latin typeface="Calibri"/>
              <a:ea typeface="Calibri"/>
              <a:cs typeface="Calibri"/>
            </a:endParaRPr>
          </a:p>
        </p:txBody>
      </p:sp>
      <p:sp>
        <p:nvSpPr>
          <p:cNvPr id="98" name="dp44-scenario-agent / n90">
            <a:extLst>
              <a:ext uri="{FF2B5EF4-FFF2-40B4-BE49-F238E27FC236}">
                <ns2:creationId id="{38DA9D3F-0DA4-4CB6-9781-2DD63D3F836E}"/>
              </a:ext>
            </a:extLst>
          </p:cNvPr>
          <p:cNvSpPr>
            <a:spLocks noGrp="1"/>
          </p:cNvSpPr>
          <p:nvPr/>
        </p:nvSpPr>
        <p:spPr>
          <a:xfrm>
            <a:off x="514350" y="9201150"/>
            <a:ext cx="17259300" cy="609600"/>
          </a:xfrm>
          <a:prstGeom prst="rect">
            <a:avLst/>
          </a:prstGeom>
          <a:solidFill>
            <a:srgbClr val="F4F7FA"/>
          </a:solidFill>
          <a:ln w="16193">
            <a:solidFill>
              <a:srgbClr val="CDD6DE"/>
            </a:solidFill>
            <a:prstDash val="solid"/>
          </a:ln>
        </p:spPr>
      </p:sp>
      <p:sp>
        <p:nvSpPr>
          <p:cNvPr id="99" name="dp44-scenario-agent / n91 / text 1">
            <a:extLst>
              <a:ext uri="{FF2B5EF4-FFF2-40B4-BE49-F238E27FC236}">
                <ns2:creationId id="{0E8CB6E5-45CA-4CC8-BB8D-B0645899D476}"/>
              </a:ext>
            </a:extLst>
          </p:cNvPr>
          <p:cNvSpPr>
            <a:spLocks noGrp="1"/>
          </p:cNvSpPr>
          <p:nvPr/>
        </p:nvSpPr>
        <p:spPr>
          <a:xfrm>
            <a:off x="685800" y="9344025"/>
            <a:ext cx="16764000" cy="303848"/>
          </a:xfrm>
          <a:prstGeom prst="rect">
            <a:avLst/>
          </a:prstGeom>
          <a:noFill/>
          <a:ln w="0">
            <a:noFill/>
            <a:prstDash val="solid"/>
          </a:ln>
        </p:spPr>
        <p:txBody>
          <a:bodyPr wrap="none" lIns="0" tIns="0" rIns="0" bIns="0" anchor="t">
            <a:noAutofit/>
          </a:bodyPr>
          <a:lstStyle>
            <a:defPPr algn="l">
              <a:defRPr sz="1700" b="1" lang="ko-KR">
                <a:solidFill>
                  <a:srgbClr val="18232E"/>
                </a:solidFill>
                <a:latin typeface="Calibri"/>
                <a:ea typeface="Calibri"/>
                <a:cs typeface="Calibri"/>
              </a:defRPr>
            </a:defP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A의 TaskEvent와 준비 완료는 Dispatcher를 경유한다. B는 Notice, Composer, Join의 입력으로 이어진다.</a:t>
            </a:r>
            <a:endParaRPr lang="ko-KR">
              <a:latin typeface="Calibri"/>
              <a:ea typeface="Calibri"/>
              <a:cs typeface="Calibri"/>
            </a:endParaRPr>
          </a:p>
        </p:txBody>
      </p:sp>
      <p:sp>
        <p:nvSpPr>
          <p:cNvPr id="100" name="dp44-scenario-agent / n92 / text 1">
            <a:extLst>
              <a:ext uri="{FF2B5EF4-FFF2-40B4-BE49-F238E27FC236}">
                <ns2:creationId id="{D2D691EB-77DE-429B-BB5C-1C301BBB1392}"/>
              </a:ext>
            </a:extLst>
          </p:cNvPr>
          <p:cNvSpPr>
            <a:spLocks noGrp="1"/>
          </p:cNvSpPr>
          <p:nvPr/>
        </p:nvSpPr>
        <p:spPr>
          <a:xfrm>
            <a:off x="514350" y="9925050"/>
            <a:ext cx="17259300"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파란선: 일반 사건과 다음 처리    파란 점선: 비동기 완료    붉은 점선: 제어와 무효화    A/B 미선정, 미구현, 미측정</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0002"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29 / 49</a:t>
            </a:r>
            <a:endParaRPr lang="ko-KR">
              <a:latin typeface="Calibri"/>
              <a:ea typeface="Calibri"/>
              <a:cs typeface="Calibri"/>
            </a:endParaRPr>
          </a:p>
        </p:txBody>
      </p:sp>
    </p:spTree>
    <p:extLst>
      <p:ext uri="{BB962C8B-B14F-4D97-AF65-F5344CB8AC3E}">
        <p14:creationId val="2020372529"/>
      </p:ext>
    </p:extLst>
  </p:cSld>
</p:sld>
</file>

<file path=ppt/slides/dp44ScenarioV15_3.xml><?xml version="1.0" encoding="utf-8"?>
<p:sld xmlns:a="http://schemas.openxmlformats.org/drawingml/2006/main" xmlns:ns2="http://schemas.microsoft.com/office/drawing/2014/main" xmlns:p="http://schemas.openxmlformats.org/presentationml/2006/main" xmlns:p14="http://schemas.microsoft.com/office/powerpoint/2010/main">
  <p:cSld name="dp44-scenario-onset">
    <p:bg>
      <p:bgPr>
        <a:solidFill>
          <a:srgbClr val="FFFFFF"/>
        </a:solidFill>
      </p:bgPr>
    </p:bg>
    <p:spTree>
      <p:nvGrpSpPr>
        <p:cNvPr id="1" name=""/>
        <p:cNvGrpSpPr/>
        <p:nvPr/>
      </p:nvGrpSpPr>
      <p:grpSpPr>
        <a:xfrm/>
      </p:grpSpPr>
      <p:sp>
        <p:nvSpPr>
          <p:cNvPr id="83" name="dp44-scenario-onset / n1">
            <a:extLst>
              <a:ext uri="{FF2B5EF4-FFF2-40B4-BE49-F238E27FC236}">
                <ns2:creationId id="{9D7F284D-A96A-49F9-B123-FA245CD0DAD6}"/>
              </a:ext>
            </a:extLst>
          </p:cNvPr>
          <p:cNvSpPr>
            <a:spLocks noGrp="1"/>
          </p:cNvSpPr>
          <p:nvPr/>
        </p:nvSpPr>
        <p:spPr>
          <a:xfrm>
            <a:off x="0" y="0"/>
            <a:ext cx="18288000" cy="10287000"/>
          </a:xfrm>
          <a:prstGeom prst="rect">
            <a:avLst/>
          </a:prstGeom>
          <a:solidFill>
            <a:srgbClr val="FFFFFF"/>
          </a:solidFill>
          <a:ln w="0">
            <a:noFill/>
            <a:prstDash val="solid"/>
          </a:ln>
        </p:spPr>
      </p:sp>
      <p:sp>
        <p:nvSpPr>
          <p:cNvPr id="2" name="dp44-scenario-onset / n2 / text 1">
            <a:extLst>
              <a:ext uri="{FF2B5EF4-FFF2-40B4-BE49-F238E27FC236}">
                <ns2:creationId id="{33562242-7856-40BC-9D4A-620C7182C863}"/>
              </a:ext>
            </a:extLst>
          </p:cNvPr>
          <p:cNvSpPr>
            <a:spLocks noGrp="1"/>
          </p:cNvSpPr>
          <p:nvPr/>
        </p:nvSpPr>
        <p:spPr>
          <a:xfrm>
            <a:off x="514350" y="285750"/>
            <a:ext cx="17049750" cy="552450"/>
          </a:xfrm>
          <a:prstGeom prst="rect">
            <a:avLst/>
          </a:prstGeom>
          <a:noFill/>
          <a:ln w="0">
            <a:noFill/>
            <a:prstDash val="solid"/>
          </a:ln>
        </p:spPr>
        <p:txBody>
          <a:bodyPr wrap="none" lIns="0" tIns="0" rIns="0" bIns="0" anchor="t">
            <a:noAutofit/>
          </a:bodyPr>
          <a:lstStyle>
            <a:defPPr algn="l">
              <a:defRPr sz="3000" b="1" lang="ko-KR">
                <a:solidFill>
                  <a:srgbClr val="18232E"/>
                </a:solidFill>
                <a:latin typeface="Calibri"/>
                <a:ea typeface="Calibri"/>
                <a:cs typeface="Calibri"/>
              </a:defRPr>
            </a:defPPr>
          </a:lstStyle>
          <a:p>
            <a:pPr algn="l">
              <a:defRPr sz="3000" b="1" lang="ko-KR">
                <a:solidFill>
                  <a:srgbClr val="18232E"/>
                </a:solidFill>
                <a:latin typeface="Calibri"/>
                <a:ea typeface="Calibri"/>
                <a:cs typeface="Calibri"/>
              </a:defRPr>
            </a:pPr>
            <a:r>
              <a:rPr sz="3000" b="1" lang="ko-KR">
                <a:solidFill>
                  <a:srgbClr val="18232E"/>
                </a:solidFill>
                <a:latin typeface="Calibri"/>
                <a:ea typeface="Calibri"/>
                <a:cs typeface="Calibri"/>
              </a:rPr>
              <a:t>DP44 3/4. 새 발화 시작: 출력 중단과 미전송 hold</a:t>
            </a:r>
            <a:endParaRPr lang="ko-KR">
              <a:latin typeface="Calibri"/>
              <a:ea typeface="Calibri"/>
              <a:cs typeface="Calibri"/>
            </a:endParaRPr>
          </a:p>
        </p:txBody>
      </p:sp>
      <p:sp>
        <p:nvSpPr>
          <p:cNvPr id="3" name="dp44-scenario-onset / n3 / path">
            <a:extLst>
              <a:ext uri="{FF2B5EF4-FFF2-40B4-BE49-F238E27FC236}">
                <ns2:creationId id="{EAEB0A00-5DC7-4E63-9CC1-729067FE218D}"/>
              </a:ext>
            </a:extLst>
          </p:cNvPr>
          <p:cNvSpPr>
            <a:spLocks noGrp="1"/>
          </p:cNvSpPr>
          <p:nvPr/>
        </p:nvSpPr>
        <p:spPr>
          <a:xfrm>
            <a:off x="514350" y="981075"/>
            <a:ext cx="17259300" cy="953"/>
          </a:xfrm>
          <a:custGeom>
            <a:pathLst>
              <a:path w="17259300" h="953">
                <a:moveTo>
                  <a:pt x="0" y="0"/>
                </a:moveTo>
                <a:lnTo>
                  <a:pt x="17259300" y="0"/>
                </a:lnTo>
              </a:path>
            </a:pathLst>
          </a:custGeom>
          <a:noFill/>
          <a:ln w="19050">
            <a:solidFill>
              <a:srgbClr val="CDD6DE"/>
            </a:solidFill>
            <a:prstDash val="solid"/>
          </a:ln>
        </p:spPr>
      </p:sp>
      <p:sp>
        <p:nvSpPr>
          <p:cNvPr id="4" name="dp44-scenario-onset / n4">
            <a:extLst>
              <a:ext uri="{FF2B5EF4-FFF2-40B4-BE49-F238E27FC236}">
                <ns2:creationId id="{D0B91463-ED1C-4F00-9E51-C0DEF0283091}"/>
              </a:ext>
            </a:extLst>
          </p:cNvPr>
          <p:cNvSpPr>
            <a:spLocks noGrp="1"/>
          </p:cNvSpPr>
          <p:nvPr/>
        </p:nvSpPr>
        <p:spPr>
          <a:xfrm>
            <a:off x="514350" y="1228725"/>
            <a:ext cx="17259300" cy="981075"/>
          </a:xfrm>
          <a:prstGeom prst="rect">
            <a:avLst/>
          </a:prstGeom>
          <a:solidFill>
            <a:srgbClr val="F4F7FA"/>
          </a:solidFill>
          <a:ln w="16193">
            <a:solidFill>
              <a:srgbClr val="CDD6DE"/>
            </a:solidFill>
            <a:prstDash val="solid"/>
          </a:ln>
        </p:spPr>
      </p:sp>
      <p:sp>
        <p:nvSpPr>
          <p:cNvPr id="5" name="dp44-scenario-onset / n5 / text 1">
            <a:extLst>
              <a:ext uri="{FF2B5EF4-FFF2-40B4-BE49-F238E27FC236}">
                <ns2:creationId id="{CADE6EC1-216F-4F7F-BF4C-89BB6D61F935}"/>
              </a:ext>
            </a:extLst>
          </p:cNvPr>
          <p:cNvSpPr>
            <a:spLocks noGrp="1"/>
          </p:cNvSpPr>
          <p:nvPr/>
        </p:nvSpPr>
        <p:spPr>
          <a:xfrm>
            <a:off x="685800" y="1343025"/>
            <a:ext cx="1619250" cy="276225"/>
          </a:xfrm>
          <a:prstGeom prst="rect">
            <a:avLst/>
          </a:prstGeom>
          <a:noFill/>
          <a:ln w="0">
            <a:noFill/>
            <a:prstDash val="solid"/>
          </a:ln>
        </p:spPr>
        <p:txBody>
          <a:bodyPr wrap="none" lIns="0" tIns="0" rIns="0" bIns="0" anchor="t">
            <a:noAutofit/>
          </a:bodyPr>
          <a:lstStyle>
            <a:defPPr algn="l">
              <a:defRPr sz="1500" b="1" lang="ko-KR">
                <a:solidFill>
                  <a:srgbClr val="18232E"/>
                </a:solidFill>
                <a:latin typeface="Calibri"/>
                <a:ea typeface="Calibri"/>
                <a:cs typeface="Calibri"/>
              </a:defRPr>
            </a:defP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같은 사건</a:t>
            </a:r>
            <a:endParaRPr lang="ko-KR">
              <a:latin typeface="Calibri"/>
              <a:ea typeface="Calibri"/>
              <a:cs typeface="Calibri"/>
            </a:endParaRPr>
          </a:p>
        </p:txBody>
      </p:sp>
      <p:sp>
        <p:nvSpPr>
          <p:cNvPr id="6" name="dp44-scenario-onset / n6 / text 1">
            <a:extLst>
              <a:ext uri="{FF2B5EF4-FFF2-40B4-BE49-F238E27FC236}">
                <ns2:creationId id="{A32AD62F-9EDB-4264-9E49-220CE048CA7B}"/>
              </a:ext>
            </a:extLst>
          </p:cNvPr>
          <p:cNvSpPr>
            <a:spLocks noGrp="1"/>
          </p:cNvSpPr>
          <p:nvPr/>
        </p:nvSpPr>
        <p:spPr>
          <a:xfrm>
            <a:off x="2295525" y="1333500"/>
            <a:ext cx="15240000" cy="317659"/>
          </a:xfrm>
          <a:prstGeom prst="rect">
            <a:avLst/>
          </a:prstGeom>
          <a:noFill/>
          <a:ln w="0">
            <a:noFill/>
            <a:prstDash val="solid"/>
          </a:ln>
        </p:spPr>
        <p:txBody>
          <a:bodyPr wrap="none" lIns="0" tIns="0" rIns="0" bIns="0" anchor="t">
            <a:noAutofit/>
          </a:bodyPr>
          <a:lstStyle>
            <a:defPPr algn="l">
              <a:defRPr sz="1700" b="1" lang="ko-KR">
                <a:solidFill>
                  <a:srgbClr val="18232E"/>
                </a:solidFill>
                <a:latin typeface="Calibri"/>
                <a:ea typeface="Calibri"/>
                <a:cs typeface="Calibri"/>
              </a:defRPr>
            </a:defP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Interaction Manager가 InputStarted(u2)를 감지하고 현재 재생을 즉시 멈춘다.</a:t>
            </a:r>
            <a:endParaRPr lang="ko-KR">
              <a:latin typeface="Calibri"/>
              <a:ea typeface="Calibri"/>
              <a:cs typeface="Calibri"/>
            </a:endParaRPr>
          </a:p>
        </p:txBody>
      </p:sp>
      <p:sp>
        <p:nvSpPr>
          <p:cNvPr id="7" name="dp44-scenario-onset / n7 / text 1">
            <a:extLst>
              <a:ext uri="{FF2B5EF4-FFF2-40B4-BE49-F238E27FC236}">
                <ns2:creationId id="{AF294FB4-C4ED-448B-9430-117695597DD6}"/>
              </a:ext>
            </a:extLst>
          </p:cNvPr>
          <p:cNvSpPr>
            <a:spLocks noGrp="1"/>
          </p:cNvSpPr>
          <p:nvPr/>
        </p:nvSpPr>
        <p:spPr>
          <a:xfrm>
            <a:off x="2295525" y="1695450"/>
            <a:ext cx="1524000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R1 응답 J1이 준비 중이다. u2의 뜻은 아직 모르므로 J1과 Task 취소를 확정하지 않는다.</a:t>
            </a:r>
            <a:endParaRPr lang="ko-KR">
              <a:latin typeface="Calibri"/>
              <a:ea typeface="Calibri"/>
              <a:cs typeface="Calibri"/>
            </a:endParaRPr>
          </a:p>
        </p:txBody>
      </p:sp>
      <p:sp>
        <p:nvSpPr>
          <p:cNvPr id="8" name="dp44-scenario-onset / n8">
            <a:extLst>
              <a:ext uri="{FF2B5EF4-FFF2-40B4-BE49-F238E27FC236}">
                <ns2:creationId id="{4DEE0F2D-1EB6-4389-9A2A-3982D5DB1F57}"/>
              </a:ext>
            </a:extLst>
          </p:cNvPr>
          <p:cNvSpPr>
            <a:spLocks noGrp="1"/>
          </p:cNvSpPr>
          <p:nvPr/>
        </p:nvSpPr>
        <p:spPr>
          <a:xfrm>
            <a:off x="514350" y="2505075"/>
            <a:ext cx="17259300" cy="514350"/>
          </a:xfrm>
          <a:prstGeom prst="rect">
            <a:avLst/>
          </a:prstGeom>
          <a:solidFill>
            <a:srgbClr val="EAF2FB"/>
          </a:solidFill>
          <a:ln w="16193">
            <a:solidFill>
              <a:srgbClr val="CDD6DE"/>
            </a:solidFill>
            <a:prstDash val="solid"/>
          </a:ln>
        </p:spPr>
      </p:sp>
      <p:sp>
        <p:nvSpPr>
          <p:cNvPr id="9" name="dp44-scenario-onset / n9 / text 1">
            <a:extLst>
              <a:ext uri="{FF2B5EF4-FFF2-40B4-BE49-F238E27FC236}">
                <ns2:creationId id="{06062BDE-3E27-41C6-A170-20E4770A89FB}"/>
              </a:ext>
            </a:extLst>
          </p:cNvPr>
          <p:cNvSpPr>
            <a:spLocks noGrp="1"/>
          </p:cNvSpPr>
          <p:nvPr/>
        </p:nvSpPr>
        <p:spPr>
          <a:xfrm>
            <a:off x="714375" y="2628900"/>
            <a:ext cx="16573500" cy="331470"/>
          </a:xfrm>
          <a:prstGeom prst="rect">
            <a:avLst/>
          </a:prstGeom>
          <a:noFill/>
          <a:ln w="0">
            <a:noFill/>
            <a:prstDash val="solid"/>
          </a:ln>
        </p:spPr>
        <p:txBody>
          <a:bodyPr wrap="none" lIns="0" tIns="0" rIns="0" bIns="0" anchor="t">
            <a:noAutofit/>
          </a:bodyPr>
          <a:lstStyle>
            <a:defPPr algn="l">
              <a:defRPr sz="1800" b="1" lang="ko-KR">
                <a:solidFill>
                  <a:srgbClr val="18232E"/>
                </a:solidFill>
                <a:latin typeface="Calibri"/>
                <a:ea typeface="Calibri"/>
                <a:cs typeface="Calibri"/>
              </a:defRPr>
            </a:defPPr>
          </a:lstStyle>
          <a:p>
            <a:pPr algn="l">
              <a:defRPr sz="1800" b="1" lang="ko-KR">
                <a:solidFill>
                  <a:srgbClr val="18232E"/>
                </a:solidFill>
                <a:latin typeface="Calibri"/>
                <a:ea typeface="Calibri"/>
                <a:cs typeface="Calibri"/>
              </a:defRPr>
            </a:pPr>
            <a:r>
              <a:rPr sz="1800" b="1" lang="ko-KR">
                <a:solidFill>
                  <a:srgbClr val="18232E"/>
                </a:solidFill>
                <a:latin typeface="Calibri"/>
                <a:ea typeface="Calibri"/>
                <a:cs typeface="Calibri"/>
              </a:rPr>
              <a:t>A  Control Lane에서 Dispatcher가 hold를 연결</a:t>
            </a:r>
            <a:endParaRPr lang="ko-KR">
              <a:latin typeface="Calibri"/>
              <a:ea typeface="Calibri"/>
              <a:cs typeface="Calibri"/>
            </a:endParaRPr>
          </a:p>
        </p:txBody>
      </p:sp>
      <p:sp>
        <p:nvSpPr>
          <p:cNvPr id="10" name="dp44-scenario-onset / n10 / text 1">
            <a:extLst>
              <a:ext uri="{FF2B5EF4-FFF2-40B4-BE49-F238E27FC236}">
                <ns2:creationId id="{688CEFAB-C96D-4392-A81D-8A6FBA1D7668}"/>
              </a:ext>
            </a:extLst>
          </p:cNvPr>
          <p:cNvSpPr>
            <a:spLocks noGrp="1"/>
          </p:cNvSpPr>
          <p:nvPr/>
        </p:nvSpPr>
        <p:spPr>
          <a:xfrm>
            <a:off x="857250" y="3067050"/>
            <a:ext cx="3286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11" name="dp44-scenario-onset / n11">
            <a:extLst>
              <a:ext uri="{FF2B5EF4-FFF2-40B4-BE49-F238E27FC236}">
                <ns2:creationId id="{EDE7EEA7-9E8F-4CFC-9A91-8EA6A2A45C3A}"/>
              </a:ext>
            </a:extLst>
          </p:cNvPr>
          <p:cNvSpPr>
            <a:spLocks noGrp="1"/>
          </p:cNvSpPr>
          <p:nvPr/>
        </p:nvSpPr>
        <p:spPr>
          <a:xfrm>
            <a:off x="857250" y="3333750"/>
            <a:ext cx="3286125" cy="1143000"/>
          </a:xfrm>
          <a:prstGeom prst="rect">
            <a:avLst/>
          </a:prstGeom>
          <a:solidFill>
            <a:srgbClr val="FFFFFF"/>
          </a:solidFill>
          <a:ln w="16193">
            <a:solidFill>
              <a:srgbClr val="B8753F"/>
            </a:solidFill>
            <a:prstDash val="solid"/>
          </a:ln>
        </p:spPr>
      </p:sp>
      <p:sp>
        <p:nvSpPr>
          <p:cNvPr id="12" name="dp44-scenario-onset / n12 / text 1">
            <a:extLst>
              <a:ext uri="{FF2B5EF4-FFF2-40B4-BE49-F238E27FC236}">
                <ns2:creationId id="{64A44E0D-0C1D-408F-B9DA-31AA5931FA88}"/>
              </a:ext>
            </a:extLst>
          </p:cNvPr>
          <p:cNvSpPr>
            <a:spLocks noGrp="1"/>
          </p:cNvSpPr>
          <p:nvPr/>
        </p:nvSpPr>
        <p:spPr>
          <a:xfrm>
            <a:off x="971550" y="3457575"/>
            <a:ext cx="3057525"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Control Lane</a:t>
            </a:r>
            <a:endParaRPr lang="ko-KR">
              <a:latin typeface="Calibri"/>
              <a:ea typeface="Calibri"/>
              <a:cs typeface="Calibri"/>
            </a:endParaRPr>
          </a:p>
        </p:txBody>
      </p:sp>
      <p:sp>
        <p:nvSpPr>
          <p:cNvPr id="13" name="dp44-scenario-onset / n13 / text 1">
            <a:extLst>
              <a:ext uri="{FF2B5EF4-FFF2-40B4-BE49-F238E27FC236}">
                <ns2:creationId id="{846284C7-1D8A-4F6F-87BA-13A1E8CF6AC0}"/>
              </a:ext>
            </a:extLst>
          </p:cNvPr>
          <p:cNvSpPr>
            <a:spLocks noGrp="1"/>
          </p:cNvSpPr>
          <p:nvPr/>
        </p:nvSpPr>
        <p:spPr>
          <a:xfrm>
            <a:off x="971550" y="3771900"/>
            <a:ext cx="3057525"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InputStarted(u2)</a:t>
            </a:r>
            <a:endParaRPr lang="ko-KR">
              <a:latin typeface="Calibri"/>
              <a:ea typeface="Calibri"/>
              <a:cs typeface="Calibri"/>
            </a:endParaRPr>
          </a:p>
        </p:txBody>
      </p:sp>
      <p:sp>
        <p:nvSpPr>
          <p:cNvPr id="14" name="dp44-scenario-onset / n14">
            <a:extLst>
              <a:ext uri="{FF2B5EF4-FFF2-40B4-BE49-F238E27FC236}">
                <ns2:creationId id="{91F037D0-D10B-48D5-9A4F-8E8401638BB0}"/>
              </a:ext>
            </a:extLst>
          </p:cNvPr>
          <p:cNvSpPr>
            <a:spLocks noGrp="1"/>
          </p:cNvSpPr>
          <p:nvPr/>
        </p:nvSpPr>
        <p:spPr>
          <a:xfrm>
            <a:off x="971550" y="4152900"/>
            <a:ext cx="190500" cy="190500"/>
          </a:xfrm>
          <a:prstGeom prst="rect">
            <a:avLst/>
          </a:prstGeom>
          <a:solidFill>
            <a:srgbClr val="FFFFFF"/>
          </a:solidFill>
          <a:ln w="16193">
            <a:solidFill>
              <a:srgbClr val="5F6B77"/>
            </a:solidFill>
            <a:prstDash val="solid"/>
          </a:ln>
        </p:spPr>
      </p:sp>
      <p:sp>
        <p:nvSpPr>
          <p:cNvPr id="15" name="dp44-scenario-onset / n15">
            <a:extLst>
              <a:ext uri="{FF2B5EF4-FFF2-40B4-BE49-F238E27FC236}">
                <ns2:creationId id="{A89F2F0E-6BBF-4B79-A20F-0F6F94C4BBBE}"/>
              </a:ext>
            </a:extLst>
          </p:cNvPr>
          <p:cNvSpPr>
            <a:spLocks noGrp="1"/>
          </p:cNvSpPr>
          <p:nvPr/>
        </p:nvSpPr>
        <p:spPr>
          <a:xfrm>
            <a:off x="1228725" y="4152900"/>
            <a:ext cx="190500" cy="190500"/>
          </a:xfrm>
          <a:prstGeom prst="rect">
            <a:avLst/>
          </a:prstGeom>
          <a:solidFill>
            <a:srgbClr val="FFFFFF"/>
          </a:solidFill>
          <a:ln w="16193">
            <a:solidFill>
              <a:srgbClr val="5F6B77"/>
            </a:solidFill>
            <a:prstDash val="solid"/>
          </a:ln>
        </p:spPr>
      </p:sp>
      <p:sp>
        <p:nvSpPr>
          <p:cNvPr id="16" name="dp44-scenario-onset / n16">
            <a:extLst>
              <a:ext uri="{FF2B5EF4-FFF2-40B4-BE49-F238E27FC236}">
                <ns2:creationId id="{8737F67D-8D03-422F-910B-556BB794618B}"/>
              </a:ext>
            </a:extLst>
          </p:cNvPr>
          <p:cNvSpPr>
            <a:spLocks noGrp="1"/>
          </p:cNvSpPr>
          <p:nvPr/>
        </p:nvSpPr>
        <p:spPr>
          <a:xfrm>
            <a:off x="1485900" y="4152900"/>
            <a:ext cx="190500" cy="190500"/>
          </a:xfrm>
          <a:prstGeom prst="rect">
            <a:avLst/>
          </a:prstGeom>
          <a:solidFill>
            <a:srgbClr val="FFFFFF"/>
          </a:solidFill>
          <a:ln w="16193">
            <a:solidFill>
              <a:srgbClr val="5F6B77"/>
            </a:solidFill>
            <a:prstDash val="solid"/>
          </a:ln>
        </p:spPr>
      </p:sp>
      <p:sp>
        <p:nvSpPr>
          <p:cNvPr id="17" name="dp44-scenario-onset / n17">
            <a:extLst>
              <a:ext uri="{FF2B5EF4-FFF2-40B4-BE49-F238E27FC236}">
                <ns2:creationId id="{44898F68-C766-4E4B-8877-27598C61051A}"/>
              </a:ext>
            </a:extLst>
          </p:cNvPr>
          <p:cNvSpPr>
            <a:spLocks noGrp="1"/>
          </p:cNvSpPr>
          <p:nvPr/>
        </p:nvSpPr>
        <p:spPr>
          <a:xfrm>
            <a:off x="1743075" y="4152900"/>
            <a:ext cx="190500" cy="190500"/>
          </a:xfrm>
          <a:prstGeom prst="rect">
            <a:avLst/>
          </a:prstGeom>
          <a:solidFill>
            <a:srgbClr val="FFFFFF"/>
          </a:solidFill>
          <a:ln w="16193">
            <a:solidFill>
              <a:srgbClr val="5F6B77"/>
            </a:solidFill>
            <a:prstDash val="solid"/>
          </a:ln>
        </p:spPr>
      </p:sp>
      <p:sp>
        <p:nvSpPr>
          <p:cNvPr id="18" name="dp44-scenario-onset / n18 / text 1">
            <a:extLst>
              <a:ext uri="{FF2B5EF4-FFF2-40B4-BE49-F238E27FC236}">
                <ns2:creationId id="{C983B323-4223-4770-B295-269A11E81878}"/>
              </a:ext>
            </a:extLst>
          </p:cNvPr>
          <p:cNvSpPr>
            <a:spLocks noGrp="1"/>
          </p:cNvSpPr>
          <p:nvPr/>
        </p:nvSpPr>
        <p:spPr>
          <a:xfrm>
            <a:off x="857250" y="4676775"/>
            <a:ext cx="3286125"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일반 사건 backlog와 분리</a:t>
            </a:r>
            <a:endParaRPr lang="ko-KR">
              <a:latin typeface="Calibri"/>
              <a:ea typeface="Calibri"/>
              <a:cs typeface="Calibri"/>
            </a:endParaRPr>
          </a:p>
        </p:txBody>
      </p:sp>
      <p:sp>
        <p:nvSpPr>
          <p:cNvPr id="19" name="dp44-scenario-onset / n19 / path">
            <a:extLst>
              <a:ext uri="{FF2B5EF4-FFF2-40B4-BE49-F238E27FC236}">
                <ns2:creationId id="{618DC3F9-2D8D-4FDE-9822-B02D68BFAD01}"/>
              </a:ext>
            </a:extLst>
          </p:cNvPr>
          <p:cNvSpPr>
            <a:spLocks noGrp="1"/>
          </p:cNvSpPr>
          <p:nvPr/>
        </p:nvSpPr>
        <p:spPr>
          <a:xfrm>
            <a:off x="4200525" y="3952875"/>
            <a:ext cx="1009650" cy="953"/>
          </a:xfrm>
          <a:custGeom>
            <a:pathLst>
              <a:path w="1009650" h="953">
                <a:moveTo>
                  <a:pt x="0" y="0"/>
                </a:moveTo>
                <a:lnTo>
                  <a:pt x="1009650" y="0"/>
                </a:lnTo>
              </a:path>
            </a:pathLst>
          </a:custGeom>
          <a:noFill/>
          <a:ln w="28575">
            <a:solidFill>
              <a:srgbClr val="B63732"/>
            </a:solidFill>
            <a:prstDash val="dash"/>
          </a:ln>
        </p:spPr>
      </p:sp>
      <p:sp>
        <p:nvSpPr>
          <p:cNvPr id="20" name="dp44-scenario-onset / n19 / arrow">
            <a:extLst>
              <a:ext uri="{FF2B5EF4-FFF2-40B4-BE49-F238E27FC236}">
                <ns2:creationId id="{5F1AD3E9-0DF6-404D-A3BC-BF6E782E094B}"/>
              </a:ext>
            </a:extLst>
          </p:cNvPr>
          <p:cNvSpPr>
            <a:spLocks noGrp="1"/>
          </p:cNvSpPr>
          <p:nvPr/>
        </p:nvSpPr>
        <p:spPr>
          <a:xfrm>
            <a:off x="5027295" y="3861435"/>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21" name="dp44-scenario-onset / n20 / text 1">
            <a:extLst>
              <a:ext uri="{FF2B5EF4-FFF2-40B4-BE49-F238E27FC236}">
                <ns2:creationId id="{2436B454-BA59-4997-A90A-7E93EB946D72}"/>
              </a:ext>
            </a:extLst>
          </p:cNvPr>
          <p:cNvSpPr>
            <a:spLocks noGrp="1"/>
          </p:cNvSpPr>
          <p:nvPr/>
        </p:nvSpPr>
        <p:spPr>
          <a:xfrm>
            <a:off x="5286375" y="3067050"/>
            <a:ext cx="3286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22" name="dp44-scenario-onset / n21">
            <a:extLst>
              <a:ext uri="{FF2B5EF4-FFF2-40B4-BE49-F238E27FC236}">
                <ns2:creationId id="{726D1156-F335-44EE-86C9-80BF2CAC71B5}"/>
              </a:ext>
            </a:extLst>
          </p:cNvPr>
          <p:cNvSpPr>
            <a:spLocks noGrp="1"/>
          </p:cNvSpPr>
          <p:nvPr/>
        </p:nvSpPr>
        <p:spPr>
          <a:xfrm>
            <a:off x="5286375" y="3333750"/>
            <a:ext cx="3286125" cy="1143000"/>
          </a:xfrm>
          <a:prstGeom prst="rect">
            <a:avLst/>
          </a:prstGeom>
          <a:solidFill>
            <a:srgbClr val="FFF3E5"/>
          </a:solidFill>
          <a:ln w="16193">
            <a:solidFill>
              <a:srgbClr val="B8753F"/>
            </a:solidFill>
            <a:prstDash val="solid"/>
          </a:ln>
        </p:spPr>
      </p:sp>
      <p:sp>
        <p:nvSpPr>
          <p:cNvPr id="23" name="dp44-scenario-onset / n22 / text 1">
            <a:extLst>
              <a:ext uri="{FF2B5EF4-FFF2-40B4-BE49-F238E27FC236}">
                <ns2:creationId id="{1B64DDCC-AA81-4518-8A00-8B0CECE63718}"/>
              </a:ext>
            </a:extLst>
          </p:cNvPr>
          <p:cNvSpPr>
            <a:spLocks noGrp="1"/>
          </p:cNvSpPr>
          <p:nvPr/>
        </p:nvSpPr>
        <p:spPr>
          <a:xfrm>
            <a:off x="5400675" y="3486150"/>
            <a:ext cx="3057525"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a:t>
            </a:r>
            <a:endParaRPr lang="ko-KR">
              <a:latin typeface="Calibri"/>
              <a:ea typeface="Calibri"/>
              <a:cs typeface="Calibri"/>
            </a:endParaRPr>
          </a:p>
        </p:txBody>
      </p:sp>
      <p:sp>
        <p:nvSpPr>
          <p:cNvPr id="24" name="dp44-scenario-onset / n23 / text 1">
            <a:extLst>
              <a:ext uri="{FF2B5EF4-FFF2-40B4-BE49-F238E27FC236}">
                <ns2:creationId id="{8F79F007-5D6B-4446-82B7-7C6B7930EFA8}"/>
              </a:ext>
            </a:extLst>
          </p:cNvPr>
          <p:cNvSpPr>
            <a:spLocks noGrp="1"/>
          </p:cNvSpPr>
          <p:nvPr/>
        </p:nvSpPr>
        <p:spPr>
          <a:xfrm>
            <a:off x="5400675" y="3895725"/>
            <a:ext cx="3057525"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우선 Handle(onset)</a:t>
            </a:r>
            <a:endParaRPr lang="ko-KR">
              <a:latin typeface="Calibri"/>
              <a:ea typeface="Calibri"/>
              <a:cs typeface="Calibri"/>
            </a:endParaRPr>
          </a:p>
        </p:txBody>
      </p:sp>
      <p:sp>
        <p:nvSpPr>
          <p:cNvPr id="25" name="dp44-scenario-onset / n24 / text 1">
            <a:extLst>
              <a:ext uri="{FF2B5EF4-FFF2-40B4-BE49-F238E27FC236}">
                <ns2:creationId id="{2CFEF378-C38A-4278-A2C9-158C794B8FBA}"/>
              </a:ext>
            </a:extLst>
          </p:cNvPr>
          <p:cNvSpPr>
            <a:spLocks noGrp="1"/>
          </p:cNvSpPr>
          <p:nvPr/>
        </p:nvSpPr>
        <p:spPr>
          <a:xfrm>
            <a:off x="5286375" y="4676775"/>
            <a:ext cx="3286125"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미전송 효과 hold 요청</a:t>
            </a:r>
            <a:endParaRPr lang="ko-KR">
              <a:latin typeface="Calibri"/>
              <a:ea typeface="Calibri"/>
              <a:cs typeface="Calibri"/>
            </a:endParaRPr>
          </a:p>
        </p:txBody>
      </p:sp>
      <p:sp>
        <p:nvSpPr>
          <p:cNvPr id="26" name="dp44-scenario-onset / n25 / path">
            <a:extLst>
              <a:ext uri="{FF2B5EF4-FFF2-40B4-BE49-F238E27FC236}">
                <ns2:creationId id="{96A713F9-B6D6-405C-A1B7-CA68FEF104E9}"/>
              </a:ext>
            </a:extLst>
          </p:cNvPr>
          <p:cNvSpPr>
            <a:spLocks noGrp="1"/>
          </p:cNvSpPr>
          <p:nvPr/>
        </p:nvSpPr>
        <p:spPr>
          <a:xfrm>
            <a:off x="8629650" y="3952875"/>
            <a:ext cx="1009650" cy="953"/>
          </a:xfrm>
          <a:custGeom>
            <a:pathLst>
              <a:path w="1009650" h="953">
                <a:moveTo>
                  <a:pt x="0" y="0"/>
                </a:moveTo>
                <a:lnTo>
                  <a:pt x="1009650" y="0"/>
                </a:lnTo>
              </a:path>
            </a:pathLst>
          </a:custGeom>
          <a:noFill/>
          <a:ln w="28575">
            <a:solidFill>
              <a:srgbClr val="B63732"/>
            </a:solidFill>
            <a:prstDash val="dash"/>
          </a:ln>
        </p:spPr>
      </p:sp>
      <p:sp>
        <p:nvSpPr>
          <p:cNvPr id="27" name="dp44-scenario-onset / n25 / arrow">
            <a:extLst>
              <a:ext uri="{FF2B5EF4-FFF2-40B4-BE49-F238E27FC236}">
                <ns2:creationId id="{D9366BC7-B821-4BA9-8213-B5F3BEA3878E}"/>
              </a:ext>
            </a:extLst>
          </p:cNvPr>
          <p:cNvSpPr>
            <a:spLocks noGrp="1"/>
          </p:cNvSpPr>
          <p:nvPr/>
        </p:nvSpPr>
        <p:spPr>
          <a:xfrm>
            <a:off x="9456420" y="3861435"/>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28" name="dp44-scenario-onset / n26 / text 1">
            <a:extLst>
              <a:ext uri="{FF2B5EF4-FFF2-40B4-BE49-F238E27FC236}">
                <ns2:creationId id="{9A32B7B5-E204-47E4-8F77-9A9A9E76C42B}"/>
              </a:ext>
            </a:extLst>
          </p:cNvPr>
          <p:cNvSpPr>
            <a:spLocks noGrp="1"/>
          </p:cNvSpPr>
          <p:nvPr/>
        </p:nvSpPr>
        <p:spPr>
          <a:xfrm>
            <a:off x="9715500" y="3067050"/>
            <a:ext cx="3286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29" name="dp44-scenario-onset / n27">
            <a:extLst>
              <a:ext uri="{FF2B5EF4-FFF2-40B4-BE49-F238E27FC236}">
                <ns2:creationId id="{BA7A2446-5CC8-400F-9E10-974252742D7F}"/>
              </a:ext>
            </a:extLst>
          </p:cNvPr>
          <p:cNvSpPr>
            <a:spLocks noGrp="1"/>
          </p:cNvSpPr>
          <p:nvPr/>
        </p:nvSpPr>
        <p:spPr>
          <a:xfrm>
            <a:off x="9715500" y="3333750"/>
            <a:ext cx="3286125" cy="1143000"/>
          </a:xfrm>
          <a:prstGeom prst="rect">
            <a:avLst/>
          </a:prstGeom>
          <a:solidFill>
            <a:srgbClr val="FFF3E5"/>
          </a:solidFill>
          <a:ln w="16193">
            <a:solidFill>
              <a:srgbClr val="B8753F"/>
            </a:solidFill>
            <a:prstDash val="solid"/>
          </a:ln>
        </p:spPr>
      </p:sp>
      <p:sp>
        <p:nvSpPr>
          <p:cNvPr id="30" name="dp44-scenario-onset / n28 / text 1">
            <a:extLst>
              <a:ext uri="{FF2B5EF4-FFF2-40B4-BE49-F238E27FC236}">
                <ns2:creationId id="{6624366B-8092-4455-AE73-1E2346E24C25}"/>
              </a:ext>
            </a:extLst>
          </p:cNvPr>
          <p:cNvSpPr>
            <a:spLocks noGrp="1"/>
          </p:cNvSpPr>
          <p:nvPr/>
        </p:nvSpPr>
        <p:spPr>
          <a:xfrm>
            <a:off x="9829800" y="3486150"/>
            <a:ext cx="3057525"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Admission hold</a:t>
            </a:r>
            <a:endParaRPr lang="ko-KR">
              <a:latin typeface="Calibri"/>
              <a:ea typeface="Calibri"/>
              <a:cs typeface="Calibri"/>
            </a:endParaRPr>
          </a:p>
        </p:txBody>
      </p:sp>
      <p:sp>
        <p:nvSpPr>
          <p:cNvPr id="31" name="dp44-scenario-onset / n29 / text 1">
            <a:extLst>
              <a:ext uri="{FF2B5EF4-FFF2-40B4-BE49-F238E27FC236}">
                <ns2:creationId id="{87E77FC1-BD31-4908-BAD9-F177A6E6E35F}"/>
              </a:ext>
            </a:extLst>
          </p:cNvPr>
          <p:cNvSpPr>
            <a:spLocks noGrp="1"/>
          </p:cNvSpPr>
          <p:nvPr/>
        </p:nvSpPr>
        <p:spPr>
          <a:xfrm>
            <a:off x="9829800" y="3895725"/>
            <a:ext cx="3057525"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미전송 효과 차단</a:t>
            </a:r>
            <a:endParaRPr lang="ko-KR">
              <a:latin typeface="Calibri"/>
              <a:ea typeface="Calibri"/>
              <a:cs typeface="Calibri"/>
            </a:endParaRPr>
          </a:p>
        </p:txBody>
      </p:sp>
      <p:sp>
        <p:nvSpPr>
          <p:cNvPr id="32" name="dp44-scenario-onset / n30 / text 1">
            <a:extLst>
              <a:ext uri="{FF2B5EF4-FFF2-40B4-BE49-F238E27FC236}">
                <ns2:creationId id="{82FF313B-03D5-46DC-AC12-C8A2C0F9DF11}"/>
              </a:ext>
            </a:extLst>
          </p:cNvPr>
          <p:cNvSpPr>
            <a:spLocks noGrp="1"/>
          </p:cNvSpPr>
          <p:nvPr/>
        </p:nvSpPr>
        <p:spPr>
          <a:xfrm>
            <a:off x="9715500" y="4676775"/>
            <a:ext cx="3286125"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진행 중 J1은 추적 유지</a:t>
            </a:r>
            <a:endParaRPr lang="ko-KR">
              <a:latin typeface="Calibri"/>
              <a:ea typeface="Calibri"/>
              <a:cs typeface="Calibri"/>
            </a:endParaRPr>
          </a:p>
        </p:txBody>
      </p:sp>
      <p:sp>
        <p:nvSpPr>
          <p:cNvPr id="33" name="dp44-scenario-onset / n31 / path">
            <a:extLst>
              <a:ext uri="{FF2B5EF4-FFF2-40B4-BE49-F238E27FC236}">
                <ns2:creationId id="{E10A122F-4C82-4209-9429-919659796152}"/>
              </a:ext>
            </a:extLst>
          </p:cNvPr>
          <p:cNvSpPr>
            <a:spLocks noGrp="1"/>
          </p:cNvSpPr>
          <p:nvPr/>
        </p:nvSpPr>
        <p:spPr>
          <a:xfrm>
            <a:off x="13058775" y="3952875"/>
            <a:ext cx="1009650" cy="953"/>
          </a:xfrm>
          <a:custGeom>
            <a:pathLst>
              <a:path w="1009650" h="953">
                <a:moveTo>
                  <a:pt x="0" y="0"/>
                </a:moveTo>
                <a:lnTo>
                  <a:pt x="1009650" y="0"/>
                </a:lnTo>
              </a:path>
            </a:pathLst>
          </a:custGeom>
          <a:noFill/>
          <a:ln w="28575">
            <a:solidFill>
              <a:srgbClr val="B63732"/>
            </a:solidFill>
            <a:prstDash val="dash"/>
          </a:ln>
        </p:spPr>
      </p:sp>
      <p:sp>
        <p:nvSpPr>
          <p:cNvPr id="34" name="dp44-scenario-onset / n31 / arrow">
            <a:extLst>
              <a:ext uri="{FF2B5EF4-FFF2-40B4-BE49-F238E27FC236}">
                <ns2:creationId id="{8B542AAC-949C-4F93-AEF2-E11B4611CB61}"/>
              </a:ext>
            </a:extLst>
          </p:cNvPr>
          <p:cNvSpPr>
            <a:spLocks noGrp="1"/>
          </p:cNvSpPr>
          <p:nvPr/>
        </p:nvSpPr>
        <p:spPr>
          <a:xfrm>
            <a:off x="13885545" y="3861435"/>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35" name="dp44-scenario-onset / n32 / text 1">
            <a:extLst>
              <a:ext uri="{FF2B5EF4-FFF2-40B4-BE49-F238E27FC236}">
                <ns2:creationId id="{DF97646C-7A56-461A-A6BE-DA3449B081A8}"/>
              </a:ext>
            </a:extLst>
          </p:cNvPr>
          <p:cNvSpPr>
            <a:spLocks noGrp="1"/>
          </p:cNvSpPr>
          <p:nvPr/>
        </p:nvSpPr>
        <p:spPr>
          <a:xfrm>
            <a:off x="14144625" y="3067050"/>
            <a:ext cx="3286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36" name="dp44-scenario-onset / n33">
            <a:extLst>
              <a:ext uri="{FF2B5EF4-FFF2-40B4-BE49-F238E27FC236}">
                <ns2:creationId id="{C5905A2A-4879-47EE-B978-784C90D598B1}"/>
              </a:ext>
            </a:extLst>
          </p:cNvPr>
          <p:cNvSpPr>
            <a:spLocks noGrp="1"/>
          </p:cNvSpPr>
          <p:nvPr/>
        </p:nvSpPr>
        <p:spPr>
          <a:xfrm>
            <a:off x="14144625" y="3333750"/>
            <a:ext cx="3286125" cy="1143000"/>
          </a:xfrm>
          <a:prstGeom prst="rect">
            <a:avLst/>
          </a:prstGeom>
          <a:solidFill>
            <a:srgbClr val="FFF3E5"/>
          </a:solidFill>
          <a:ln w="16193">
            <a:solidFill>
              <a:srgbClr val="B8753F"/>
            </a:solidFill>
            <a:prstDash val="solid"/>
          </a:ln>
        </p:spPr>
      </p:sp>
      <p:sp>
        <p:nvSpPr>
          <p:cNvPr id="37" name="dp44-scenario-onset / n34 / text 1">
            <a:extLst>
              <a:ext uri="{FF2B5EF4-FFF2-40B4-BE49-F238E27FC236}">
                <ns2:creationId id="{2A40A670-8F82-409E-83E6-6BC739FF6C0F}"/>
              </a:ext>
            </a:extLst>
          </p:cNvPr>
          <p:cNvSpPr>
            <a:spLocks noGrp="1"/>
          </p:cNvSpPr>
          <p:nvPr/>
        </p:nvSpPr>
        <p:spPr>
          <a:xfrm>
            <a:off x="14258925" y="3486150"/>
            <a:ext cx="3057525"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Publication Control</a:t>
            </a:r>
            <a:endParaRPr lang="ko-KR">
              <a:latin typeface="Calibri"/>
              <a:ea typeface="Calibri"/>
              <a:cs typeface="Calibri"/>
            </a:endParaRPr>
          </a:p>
        </p:txBody>
      </p:sp>
      <p:sp>
        <p:nvSpPr>
          <p:cNvPr id="38" name="dp44-scenario-onset / n35 / text 1">
            <a:extLst>
              <a:ext uri="{FF2B5EF4-FFF2-40B4-BE49-F238E27FC236}">
                <ns2:creationId id="{61638FD6-8232-48ED-8305-C9FEDFE8FA52}"/>
              </a:ext>
            </a:extLst>
          </p:cNvPr>
          <p:cNvSpPr>
            <a:spLocks noGrp="1"/>
          </p:cNvSpPr>
          <p:nvPr/>
        </p:nvSpPr>
        <p:spPr>
          <a:xfrm>
            <a:off x="14258925" y="3895725"/>
            <a:ext cx="3057525"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관련 release 보류</a:t>
            </a:r>
            <a:endParaRPr lang="ko-KR">
              <a:latin typeface="Calibri"/>
              <a:ea typeface="Calibri"/>
              <a:cs typeface="Calibri"/>
            </a:endParaRPr>
          </a:p>
        </p:txBody>
      </p:sp>
      <p:sp>
        <p:nvSpPr>
          <p:cNvPr id="39" name="dp44-scenario-onset / n36 / text 1">
            <a:extLst>
              <a:ext uri="{FF2B5EF4-FFF2-40B4-BE49-F238E27FC236}">
                <ns2:creationId id="{95DD0397-76BD-416F-BDD6-17ABC3DCE8A8}"/>
              </a:ext>
            </a:extLst>
          </p:cNvPr>
          <p:cNvSpPr>
            <a:spLocks noGrp="1"/>
          </p:cNvSpPr>
          <p:nvPr/>
        </p:nvSpPr>
        <p:spPr>
          <a:xfrm>
            <a:off x="14144625" y="4676775"/>
            <a:ext cx="3286125"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게시 직전 다시 확인</a:t>
            </a:r>
            <a:endParaRPr lang="ko-KR">
              <a:latin typeface="Calibri"/>
              <a:ea typeface="Calibri"/>
              <a:cs typeface="Calibri"/>
            </a:endParaRPr>
          </a:p>
        </p:txBody>
      </p:sp>
      <p:sp>
        <p:nvSpPr>
          <p:cNvPr id="40" name="dp44-scenario-onset / n37">
            <a:extLst>
              <a:ext uri="{FF2B5EF4-FFF2-40B4-BE49-F238E27FC236}">
                <ns2:creationId id="{E218C7B1-B082-4C5A-B344-F0AE95CC22C7}"/>
              </a:ext>
            </a:extLst>
          </p:cNvPr>
          <p:cNvSpPr>
            <a:spLocks noGrp="1"/>
          </p:cNvSpPr>
          <p:nvPr/>
        </p:nvSpPr>
        <p:spPr>
          <a:xfrm>
            <a:off x="514350" y="5810250"/>
            <a:ext cx="17259300" cy="514350"/>
          </a:xfrm>
          <a:prstGeom prst="rect">
            <a:avLst/>
          </a:prstGeom>
          <a:solidFill>
            <a:srgbClr val="FFF5DB"/>
          </a:solidFill>
          <a:ln w="16193">
            <a:solidFill>
              <a:srgbClr val="CDD6DE"/>
            </a:solidFill>
            <a:prstDash val="solid"/>
          </a:ln>
        </p:spPr>
      </p:sp>
      <p:sp>
        <p:nvSpPr>
          <p:cNvPr id="41" name="dp44-scenario-onset / n38 / text 1">
            <a:extLst>
              <a:ext uri="{FF2B5EF4-FFF2-40B4-BE49-F238E27FC236}">
                <ns2:creationId id="{40C32483-4CB8-433A-A0E8-93ACB338AD3B}"/>
              </a:ext>
            </a:extLst>
          </p:cNvPr>
          <p:cNvSpPr>
            <a:spLocks noGrp="1"/>
          </p:cNvSpPr>
          <p:nvPr/>
        </p:nvSpPr>
        <p:spPr>
          <a:xfrm>
            <a:off x="714375" y="5934075"/>
            <a:ext cx="16573500" cy="331470"/>
          </a:xfrm>
          <a:prstGeom prst="rect">
            <a:avLst/>
          </a:prstGeom>
          <a:noFill/>
          <a:ln w="0">
            <a:noFill/>
            <a:prstDash val="solid"/>
          </a:ln>
        </p:spPr>
        <p:txBody>
          <a:bodyPr wrap="none" lIns="0" tIns="0" rIns="0" bIns="0" anchor="t">
            <a:noAutofit/>
          </a:bodyPr>
          <a:lstStyle>
            <a:defPPr algn="l">
              <a:defRPr sz="1800" b="1" lang="ko-KR">
                <a:solidFill>
                  <a:srgbClr val="18232E"/>
                </a:solidFill>
                <a:latin typeface="Calibri"/>
                <a:ea typeface="Calibri"/>
                <a:cs typeface="Calibri"/>
              </a:defRPr>
            </a:defPPr>
          </a:lstStyle>
          <a:p>
            <a:pPr algn="l">
              <a:defRPr sz="1800" b="1" lang="ko-KR">
                <a:solidFill>
                  <a:srgbClr val="18232E"/>
                </a:solidFill>
                <a:latin typeface="Calibri"/>
                <a:ea typeface="Calibri"/>
                <a:cs typeface="Calibri"/>
              </a:defRPr>
            </a:pPr>
            <a:r>
              <a:rPr sz="1800" b="1" lang="ko-KR">
                <a:solidFill>
                  <a:srgbClr val="18232E"/>
                </a:solidFill>
                <a:latin typeface="Calibri"/>
                <a:ea typeface="Calibri"/>
                <a:cs typeface="Calibri"/>
              </a:rPr>
              <a:t>B  관련 Stage의 Control Queue에 hold를 전달</a:t>
            </a:r>
            <a:endParaRPr lang="ko-KR">
              <a:latin typeface="Calibri"/>
              <a:ea typeface="Calibri"/>
              <a:cs typeface="Calibri"/>
            </a:endParaRPr>
          </a:p>
        </p:txBody>
      </p:sp>
      <p:sp>
        <p:nvSpPr>
          <p:cNvPr id="42" name="dp44-scenario-onset / n39 / text 1">
            <a:extLst>
              <a:ext uri="{FF2B5EF4-FFF2-40B4-BE49-F238E27FC236}">
                <ns2:creationId id="{46309CAE-5F84-4B0A-AF4C-069C9C6A2DFE}"/>
              </a:ext>
            </a:extLst>
          </p:cNvPr>
          <p:cNvSpPr>
            <a:spLocks noGrp="1"/>
          </p:cNvSpPr>
          <p:nvPr/>
        </p:nvSpPr>
        <p:spPr>
          <a:xfrm>
            <a:off x="857250" y="6372225"/>
            <a:ext cx="3286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43" name="dp44-scenario-onset / n40">
            <a:extLst>
              <a:ext uri="{FF2B5EF4-FFF2-40B4-BE49-F238E27FC236}">
                <ns2:creationId id="{5746133C-B5ED-42ED-9E57-4F7832B6DAEA}"/>
              </a:ext>
            </a:extLst>
          </p:cNvPr>
          <p:cNvSpPr>
            <a:spLocks noGrp="1"/>
          </p:cNvSpPr>
          <p:nvPr/>
        </p:nvSpPr>
        <p:spPr>
          <a:xfrm>
            <a:off x="857250" y="6638925"/>
            <a:ext cx="3286125" cy="1143000"/>
          </a:xfrm>
          <a:prstGeom prst="rect">
            <a:avLst/>
          </a:prstGeom>
          <a:solidFill>
            <a:srgbClr val="FFFFFF"/>
          </a:solidFill>
          <a:ln w="16193">
            <a:solidFill>
              <a:srgbClr val="B8753F"/>
            </a:solidFill>
            <a:prstDash val="solid"/>
          </a:ln>
        </p:spPr>
      </p:sp>
      <p:sp>
        <p:nvSpPr>
          <p:cNvPr id="44" name="dp44-scenario-onset / n41 / text 1">
            <a:extLst>
              <a:ext uri="{FF2B5EF4-FFF2-40B4-BE49-F238E27FC236}">
                <ns2:creationId id="{1CE22D54-EE62-463A-B2D4-BA48B392AE37}"/>
              </a:ext>
            </a:extLst>
          </p:cNvPr>
          <p:cNvSpPr>
            <a:spLocks noGrp="1"/>
          </p:cNvSpPr>
          <p:nvPr/>
        </p:nvSpPr>
        <p:spPr>
          <a:xfrm>
            <a:off x="971550" y="6762750"/>
            <a:ext cx="3057525"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Input Resolution Stage</a:t>
            </a:r>
            <a:endParaRPr lang="ko-KR">
              <a:latin typeface="Calibri"/>
              <a:ea typeface="Calibri"/>
              <a:cs typeface="Calibri"/>
            </a:endParaRPr>
          </a:p>
        </p:txBody>
      </p:sp>
      <p:sp>
        <p:nvSpPr>
          <p:cNvPr id="45" name="dp44-scenario-onset / n42 / text 1">
            <a:extLst>
              <a:ext uri="{FF2B5EF4-FFF2-40B4-BE49-F238E27FC236}">
                <ns2:creationId id="{98862B93-D577-4399-9133-E7CBE896826A}"/>
              </a:ext>
            </a:extLst>
          </p:cNvPr>
          <p:cNvSpPr>
            <a:spLocks noGrp="1"/>
          </p:cNvSpPr>
          <p:nvPr/>
        </p:nvSpPr>
        <p:spPr>
          <a:xfrm>
            <a:off x="971550" y="7077075"/>
            <a:ext cx="3057525"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Control Queue: u2</a:t>
            </a:r>
            <a:endParaRPr lang="ko-KR">
              <a:latin typeface="Calibri"/>
              <a:ea typeface="Calibri"/>
              <a:cs typeface="Calibri"/>
            </a:endParaRPr>
          </a:p>
        </p:txBody>
      </p:sp>
      <p:sp>
        <p:nvSpPr>
          <p:cNvPr id="46" name="dp44-scenario-onset / n43">
            <a:extLst>
              <a:ext uri="{FF2B5EF4-FFF2-40B4-BE49-F238E27FC236}">
                <ns2:creationId id="{6293D5BC-F901-4FE6-B7CC-363AF0ACF3AB}"/>
              </a:ext>
            </a:extLst>
          </p:cNvPr>
          <p:cNvSpPr>
            <a:spLocks noGrp="1"/>
          </p:cNvSpPr>
          <p:nvPr/>
        </p:nvSpPr>
        <p:spPr>
          <a:xfrm>
            <a:off x="971550" y="7458075"/>
            <a:ext cx="190500" cy="190500"/>
          </a:xfrm>
          <a:prstGeom prst="rect">
            <a:avLst/>
          </a:prstGeom>
          <a:solidFill>
            <a:srgbClr val="FFFFFF"/>
          </a:solidFill>
          <a:ln w="16193">
            <a:solidFill>
              <a:srgbClr val="5F6B77"/>
            </a:solidFill>
            <a:prstDash val="solid"/>
          </a:ln>
        </p:spPr>
      </p:sp>
      <p:sp>
        <p:nvSpPr>
          <p:cNvPr id="47" name="dp44-scenario-onset / n44">
            <a:extLst>
              <a:ext uri="{FF2B5EF4-FFF2-40B4-BE49-F238E27FC236}">
                <ns2:creationId id="{E0A1E16D-B114-4115-BADE-E17DF6A78FFF}"/>
              </a:ext>
            </a:extLst>
          </p:cNvPr>
          <p:cNvSpPr>
            <a:spLocks noGrp="1"/>
          </p:cNvSpPr>
          <p:nvPr/>
        </p:nvSpPr>
        <p:spPr>
          <a:xfrm>
            <a:off x="1228725" y="7458075"/>
            <a:ext cx="190500" cy="190500"/>
          </a:xfrm>
          <a:prstGeom prst="rect">
            <a:avLst/>
          </a:prstGeom>
          <a:solidFill>
            <a:srgbClr val="FFFFFF"/>
          </a:solidFill>
          <a:ln w="16193">
            <a:solidFill>
              <a:srgbClr val="5F6B77"/>
            </a:solidFill>
            <a:prstDash val="solid"/>
          </a:ln>
        </p:spPr>
      </p:sp>
      <p:sp>
        <p:nvSpPr>
          <p:cNvPr id="48" name="dp44-scenario-onset / n45">
            <a:extLst>
              <a:ext uri="{FF2B5EF4-FFF2-40B4-BE49-F238E27FC236}">
                <ns2:creationId id="{32D6DB3C-4E68-4B2A-BDBB-2D99CE519D37}"/>
              </a:ext>
            </a:extLst>
          </p:cNvPr>
          <p:cNvSpPr>
            <a:spLocks noGrp="1"/>
          </p:cNvSpPr>
          <p:nvPr/>
        </p:nvSpPr>
        <p:spPr>
          <a:xfrm>
            <a:off x="1485900" y="7458075"/>
            <a:ext cx="190500" cy="190500"/>
          </a:xfrm>
          <a:prstGeom prst="rect">
            <a:avLst/>
          </a:prstGeom>
          <a:solidFill>
            <a:srgbClr val="FFFFFF"/>
          </a:solidFill>
          <a:ln w="16193">
            <a:solidFill>
              <a:srgbClr val="5F6B77"/>
            </a:solidFill>
            <a:prstDash val="solid"/>
          </a:ln>
        </p:spPr>
      </p:sp>
      <p:sp>
        <p:nvSpPr>
          <p:cNvPr id="49" name="dp44-scenario-onset / n46">
            <a:extLst>
              <a:ext uri="{FF2B5EF4-FFF2-40B4-BE49-F238E27FC236}">
                <ns2:creationId id="{94A7E482-8F9B-4B04-AADF-8A0A6CFF289A}"/>
              </a:ext>
            </a:extLst>
          </p:cNvPr>
          <p:cNvSpPr>
            <a:spLocks noGrp="1"/>
          </p:cNvSpPr>
          <p:nvPr/>
        </p:nvSpPr>
        <p:spPr>
          <a:xfrm>
            <a:off x="1743075" y="7458075"/>
            <a:ext cx="190500" cy="190500"/>
          </a:xfrm>
          <a:prstGeom prst="rect">
            <a:avLst/>
          </a:prstGeom>
          <a:solidFill>
            <a:srgbClr val="FFFFFF"/>
          </a:solidFill>
          <a:ln w="16193">
            <a:solidFill>
              <a:srgbClr val="5F6B77"/>
            </a:solidFill>
            <a:prstDash val="solid"/>
          </a:ln>
        </p:spPr>
      </p:sp>
      <p:sp>
        <p:nvSpPr>
          <p:cNvPr id="50" name="dp44-scenario-onset / n47 / text 1">
            <a:extLst>
              <a:ext uri="{FF2B5EF4-FFF2-40B4-BE49-F238E27FC236}">
                <ns2:creationId id="{A172F04F-B1FA-4210-AB87-1C0A0D80AEAA}"/>
              </a:ext>
            </a:extLst>
          </p:cNvPr>
          <p:cNvSpPr>
            <a:spLocks noGrp="1"/>
          </p:cNvSpPr>
          <p:nvPr/>
        </p:nvSpPr>
        <p:spPr>
          <a:xfrm>
            <a:off x="857250" y="7981950"/>
            <a:ext cx="3286125"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입력 제어를 우선 수용</a:t>
            </a:r>
            <a:endParaRPr lang="ko-KR">
              <a:latin typeface="Calibri"/>
              <a:ea typeface="Calibri"/>
              <a:cs typeface="Calibri"/>
            </a:endParaRPr>
          </a:p>
        </p:txBody>
      </p:sp>
      <p:sp>
        <p:nvSpPr>
          <p:cNvPr id="51" name="dp44-scenario-onset / n48 / path">
            <a:extLst>
              <a:ext uri="{FF2B5EF4-FFF2-40B4-BE49-F238E27FC236}">
                <ns2:creationId id="{955A170A-A3D0-4262-AC3A-48AFB14A1B47}"/>
              </a:ext>
            </a:extLst>
          </p:cNvPr>
          <p:cNvSpPr>
            <a:spLocks noGrp="1"/>
          </p:cNvSpPr>
          <p:nvPr/>
        </p:nvSpPr>
        <p:spPr>
          <a:xfrm>
            <a:off x="4200525" y="7258050"/>
            <a:ext cx="1009650" cy="953"/>
          </a:xfrm>
          <a:custGeom>
            <a:pathLst>
              <a:path w="1009650" h="953">
                <a:moveTo>
                  <a:pt x="0" y="0"/>
                </a:moveTo>
                <a:lnTo>
                  <a:pt x="1009650" y="0"/>
                </a:lnTo>
              </a:path>
            </a:pathLst>
          </a:custGeom>
          <a:noFill/>
          <a:ln w="28575">
            <a:solidFill>
              <a:srgbClr val="B63732"/>
            </a:solidFill>
            <a:prstDash val="dash"/>
          </a:ln>
        </p:spPr>
      </p:sp>
      <p:sp>
        <p:nvSpPr>
          <p:cNvPr id="52" name="dp44-scenario-onset / n48 / arrow">
            <a:extLst>
              <a:ext uri="{FF2B5EF4-FFF2-40B4-BE49-F238E27FC236}">
                <ns2:creationId id="{CBC035C2-D2A2-4647-8ACF-E7A0DBBEE8B6}"/>
              </a:ext>
            </a:extLst>
          </p:cNvPr>
          <p:cNvSpPr>
            <a:spLocks noGrp="1"/>
          </p:cNvSpPr>
          <p:nvPr/>
        </p:nvSpPr>
        <p:spPr>
          <a:xfrm>
            <a:off x="5027295" y="7166610"/>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53" name="dp44-scenario-onset / n49 / text 1">
            <a:extLst>
              <a:ext uri="{FF2B5EF4-FFF2-40B4-BE49-F238E27FC236}">
                <ns2:creationId id="{8F08C2A4-9EA4-4C3E-B89F-3F9F0C5117CE}"/>
              </a:ext>
            </a:extLst>
          </p:cNvPr>
          <p:cNvSpPr>
            <a:spLocks noGrp="1"/>
          </p:cNvSpPr>
          <p:nvPr/>
        </p:nvSpPr>
        <p:spPr>
          <a:xfrm>
            <a:off x="5286375" y="6372225"/>
            <a:ext cx="3286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54" name="dp44-scenario-onset / n50">
            <a:extLst>
              <a:ext uri="{FF2B5EF4-FFF2-40B4-BE49-F238E27FC236}">
                <ns2:creationId id="{9C3003A7-6483-4820-8EF3-EF7C32EA8FD8}"/>
              </a:ext>
            </a:extLst>
          </p:cNvPr>
          <p:cNvSpPr>
            <a:spLocks noGrp="1"/>
          </p:cNvSpPr>
          <p:nvPr/>
        </p:nvSpPr>
        <p:spPr>
          <a:xfrm>
            <a:off x="5286375" y="6638925"/>
            <a:ext cx="3286125" cy="1143000"/>
          </a:xfrm>
          <a:prstGeom prst="rect">
            <a:avLst/>
          </a:prstGeom>
          <a:solidFill>
            <a:srgbClr val="FFF3E5"/>
          </a:solidFill>
          <a:ln w="16193">
            <a:solidFill>
              <a:srgbClr val="B8753F"/>
            </a:solidFill>
            <a:prstDash val="solid"/>
          </a:ln>
        </p:spPr>
      </p:sp>
      <p:sp>
        <p:nvSpPr>
          <p:cNvPr id="55" name="dp44-scenario-onset / n51 / text 1">
            <a:extLst>
              <a:ext uri="{FF2B5EF4-FFF2-40B4-BE49-F238E27FC236}">
                <ns2:creationId id="{390E0C91-B44E-41D1-B196-9592B6630C35}"/>
              </a:ext>
            </a:extLst>
          </p:cNvPr>
          <p:cNvSpPr>
            <a:spLocks noGrp="1"/>
          </p:cNvSpPr>
          <p:nvPr/>
        </p:nvSpPr>
        <p:spPr>
          <a:xfrm>
            <a:off x="5400675" y="6791325"/>
            <a:ext cx="3057525"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Input Resolution Stage Pump</a:t>
            </a:r>
            <a:endParaRPr lang="ko-KR">
              <a:latin typeface="Calibri"/>
              <a:ea typeface="Calibri"/>
              <a:cs typeface="Calibri"/>
            </a:endParaRPr>
          </a:p>
        </p:txBody>
      </p:sp>
      <p:sp>
        <p:nvSpPr>
          <p:cNvPr id="56" name="dp44-scenario-onset / n52 / text 1">
            <a:extLst>
              <a:ext uri="{FF2B5EF4-FFF2-40B4-BE49-F238E27FC236}">
                <ns2:creationId id="{D552643C-19EB-4369-A46B-B1105BD418F3}"/>
              </a:ext>
            </a:extLst>
          </p:cNvPr>
          <p:cNvSpPr>
            <a:spLocks noGrp="1"/>
          </p:cNvSpPr>
          <p:nvPr/>
        </p:nvSpPr>
        <p:spPr>
          <a:xfrm>
            <a:off x="5400675" y="7200900"/>
            <a:ext cx="3057525"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미전송 효과 hold</a:t>
            </a:r>
            <a:endParaRPr lang="ko-KR">
              <a:latin typeface="Calibri"/>
              <a:ea typeface="Calibri"/>
              <a:cs typeface="Calibri"/>
            </a:endParaRPr>
          </a:p>
        </p:txBody>
      </p:sp>
      <p:sp>
        <p:nvSpPr>
          <p:cNvPr id="57" name="dp44-scenario-onset / n53 / text 1">
            <a:extLst>
              <a:ext uri="{FF2B5EF4-FFF2-40B4-BE49-F238E27FC236}">
                <ns2:creationId id="{414C1D51-47A9-4960-A5BD-63B342FAE315}"/>
              </a:ext>
            </a:extLst>
          </p:cNvPr>
          <p:cNvSpPr>
            <a:spLocks noGrp="1"/>
          </p:cNvSpPr>
          <p:nvPr/>
        </p:nvSpPr>
        <p:spPr>
          <a:xfrm>
            <a:off x="5286375" y="7981950"/>
            <a:ext cx="3286125"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관련 소비자에 제어 전달</a:t>
            </a:r>
            <a:endParaRPr lang="ko-KR">
              <a:latin typeface="Calibri"/>
              <a:ea typeface="Calibri"/>
              <a:cs typeface="Calibri"/>
            </a:endParaRPr>
          </a:p>
        </p:txBody>
      </p:sp>
      <p:sp>
        <p:nvSpPr>
          <p:cNvPr id="58" name="dp44-scenario-onset / n54 / path">
            <a:extLst>
              <a:ext uri="{FF2B5EF4-FFF2-40B4-BE49-F238E27FC236}">
                <ns2:creationId id="{F50A8FDB-88EB-43F5-BE92-5061FDE34014}"/>
              </a:ext>
            </a:extLst>
          </p:cNvPr>
          <p:cNvSpPr>
            <a:spLocks noGrp="1"/>
          </p:cNvSpPr>
          <p:nvPr/>
        </p:nvSpPr>
        <p:spPr>
          <a:xfrm>
            <a:off x="8629650" y="7258050"/>
            <a:ext cx="1009650" cy="953"/>
          </a:xfrm>
          <a:custGeom>
            <a:pathLst>
              <a:path w="1009650" h="953">
                <a:moveTo>
                  <a:pt x="0" y="0"/>
                </a:moveTo>
                <a:lnTo>
                  <a:pt x="1009650" y="0"/>
                </a:lnTo>
              </a:path>
            </a:pathLst>
          </a:custGeom>
          <a:noFill/>
          <a:ln w="28575">
            <a:solidFill>
              <a:srgbClr val="B63732"/>
            </a:solidFill>
            <a:prstDash val="dash"/>
          </a:ln>
        </p:spPr>
      </p:sp>
      <p:sp>
        <p:nvSpPr>
          <p:cNvPr id="59" name="dp44-scenario-onset / n54 / arrow">
            <a:extLst>
              <a:ext uri="{FF2B5EF4-FFF2-40B4-BE49-F238E27FC236}">
                <ns2:creationId id="{51DD00C7-4B3B-42B5-8B4B-477176E60721}"/>
              </a:ext>
            </a:extLst>
          </p:cNvPr>
          <p:cNvSpPr>
            <a:spLocks noGrp="1"/>
          </p:cNvSpPr>
          <p:nvPr/>
        </p:nvSpPr>
        <p:spPr>
          <a:xfrm>
            <a:off x="9456420" y="7166610"/>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60" name="dp44-scenario-onset / n55 / text 1">
            <a:extLst>
              <a:ext uri="{FF2B5EF4-FFF2-40B4-BE49-F238E27FC236}">
                <ns2:creationId id="{7CDE2C3A-8722-4507-BFE2-4285EDB13FD5}"/>
              </a:ext>
            </a:extLst>
          </p:cNvPr>
          <p:cNvSpPr>
            <a:spLocks noGrp="1"/>
          </p:cNvSpPr>
          <p:nvPr/>
        </p:nvSpPr>
        <p:spPr>
          <a:xfrm>
            <a:off x="9715500" y="6372225"/>
            <a:ext cx="3286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61" name="dp44-scenario-onset / n56">
            <a:extLst>
              <a:ext uri="{FF2B5EF4-FFF2-40B4-BE49-F238E27FC236}">
                <ns2:creationId id="{9A8E6E98-EBCE-4AEA-8FE7-A9EAC0CA5719}"/>
              </a:ext>
            </a:extLst>
          </p:cNvPr>
          <p:cNvSpPr>
            <a:spLocks noGrp="1"/>
          </p:cNvSpPr>
          <p:nvPr/>
        </p:nvSpPr>
        <p:spPr>
          <a:xfrm>
            <a:off x="9715500" y="6638925"/>
            <a:ext cx="3286125" cy="1143000"/>
          </a:xfrm>
          <a:prstGeom prst="rect">
            <a:avLst/>
          </a:prstGeom>
          <a:solidFill>
            <a:srgbClr val="FFFFFF"/>
          </a:solidFill>
          <a:ln w="16193">
            <a:solidFill>
              <a:srgbClr val="B8753F"/>
            </a:solidFill>
            <a:prstDash val="solid"/>
          </a:ln>
        </p:spPr>
      </p:sp>
      <p:sp>
        <p:nvSpPr>
          <p:cNvPr id="62" name="dp44-scenario-onset / n57 / text 1">
            <a:extLst>
              <a:ext uri="{FF2B5EF4-FFF2-40B4-BE49-F238E27FC236}">
                <ns2:creationId id="{2DE8C66B-566A-47DB-B7E4-5882C725CE81}"/>
              </a:ext>
            </a:extLst>
          </p:cNvPr>
          <p:cNvSpPr>
            <a:spLocks noGrp="1"/>
          </p:cNvSpPr>
          <p:nvPr/>
        </p:nvSpPr>
        <p:spPr>
          <a:xfrm>
            <a:off x="9829800" y="6762750"/>
            <a:ext cx="3057525"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63" name="dp44-scenario-onset / n58 / text 1">
            <a:extLst>
              <a:ext uri="{FF2B5EF4-FFF2-40B4-BE49-F238E27FC236}">
                <ns2:creationId id="{A2417077-1660-4C7A-BEB5-E0EBCA7698A1}"/>
              </a:ext>
            </a:extLst>
          </p:cNvPr>
          <p:cNvSpPr>
            <a:spLocks noGrp="1"/>
          </p:cNvSpPr>
          <p:nvPr/>
        </p:nvSpPr>
        <p:spPr>
          <a:xfrm>
            <a:off x="9829800" y="7077075"/>
            <a:ext cx="3057525"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Control Queue: hold</a:t>
            </a:r>
            <a:endParaRPr lang="ko-KR">
              <a:latin typeface="Calibri"/>
              <a:ea typeface="Calibri"/>
              <a:cs typeface="Calibri"/>
            </a:endParaRPr>
          </a:p>
        </p:txBody>
      </p:sp>
      <p:sp>
        <p:nvSpPr>
          <p:cNvPr id="64" name="dp44-scenario-onset / n59">
            <a:extLst>
              <a:ext uri="{FF2B5EF4-FFF2-40B4-BE49-F238E27FC236}">
                <ns2:creationId id="{567495FB-B101-4C22-A5D1-26F0D7115208}"/>
              </a:ext>
            </a:extLst>
          </p:cNvPr>
          <p:cNvSpPr>
            <a:spLocks noGrp="1"/>
          </p:cNvSpPr>
          <p:nvPr/>
        </p:nvSpPr>
        <p:spPr>
          <a:xfrm>
            <a:off x="9829800" y="7458075"/>
            <a:ext cx="190500" cy="190500"/>
          </a:xfrm>
          <a:prstGeom prst="rect">
            <a:avLst/>
          </a:prstGeom>
          <a:solidFill>
            <a:srgbClr val="FFFFFF"/>
          </a:solidFill>
          <a:ln w="16193">
            <a:solidFill>
              <a:srgbClr val="5F6B77"/>
            </a:solidFill>
            <a:prstDash val="solid"/>
          </a:ln>
        </p:spPr>
      </p:sp>
      <p:sp>
        <p:nvSpPr>
          <p:cNvPr id="65" name="dp44-scenario-onset / n60">
            <a:extLst>
              <a:ext uri="{FF2B5EF4-FFF2-40B4-BE49-F238E27FC236}">
                <ns2:creationId id="{A2976D45-61DD-4A56-B5D9-7465F3BBAA5F}"/>
              </a:ext>
            </a:extLst>
          </p:cNvPr>
          <p:cNvSpPr>
            <a:spLocks noGrp="1"/>
          </p:cNvSpPr>
          <p:nvPr/>
        </p:nvSpPr>
        <p:spPr>
          <a:xfrm>
            <a:off x="10086975" y="7458075"/>
            <a:ext cx="190500" cy="190500"/>
          </a:xfrm>
          <a:prstGeom prst="rect">
            <a:avLst/>
          </a:prstGeom>
          <a:solidFill>
            <a:srgbClr val="FFFFFF"/>
          </a:solidFill>
          <a:ln w="16193">
            <a:solidFill>
              <a:srgbClr val="5F6B77"/>
            </a:solidFill>
            <a:prstDash val="solid"/>
          </a:ln>
        </p:spPr>
      </p:sp>
      <p:sp>
        <p:nvSpPr>
          <p:cNvPr id="66" name="dp44-scenario-onset / n61">
            <a:extLst>
              <a:ext uri="{FF2B5EF4-FFF2-40B4-BE49-F238E27FC236}">
                <ns2:creationId id="{1F61149E-9E7E-427A-842C-E09C2AD64C97}"/>
              </a:ext>
            </a:extLst>
          </p:cNvPr>
          <p:cNvSpPr>
            <a:spLocks noGrp="1"/>
          </p:cNvSpPr>
          <p:nvPr/>
        </p:nvSpPr>
        <p:spPr>
          <a:xfrm>
            <a:off x="10344150" y="7458075"/>
            <a:ext cx="190500" cy="190500"/>
          </a:xfrm>
          <a:prstGeom prst="rect">
            <a:avLst/>
          </a:prstGeom>
          <a:solidFill>
            <a:srgbClr val="FFFFFF"/>
          </a:solidFill>
          <a:ln w="16193">
            <a:solidFill>
              <a:srgbClr val="5F6B77"/>
            </a:solidFill>
            <a:prstDash val="solid"/>
          </a:ln>
        </p:spPr>
      </p:sp>
      <p:sp>
        <p:nvSpPr>
          <p:cNvPr id="67" name="dp44-scenario-onset / n62">
            <a:extLst>
              <a:ext uri="{FF2B5EF4-FFF2-40B4-BE49-F238E27FC236}">
                <ns2:creationId id="{F70F2C98-C7EF-49FA-84F5-65A34DBDD28D}"/>
              </a:ext>
            </a:extLst>
          </p:cNvPr>
          <p:cNvSpPr>
            <a:spLocks noGrp="1"/>
          </p:cNvSpPr>
          <p:nvPr/>
        </p:nvSpPr>
        <p:spPr>
          <a:xfrm>
            <a:off x="10601325" y="7458075"/>
            <a:ext cx="190500" cy="190500"/>
          </a:xfrm>
          <a:prstGeom prst="rect">
            <a:avLst/>
          </a:prstGeom>
          <a:solidFill>
            <a:srgbClr val="FFFFFF"/>
          </a:solidFill>
          <a:ln w="16193">
            <a:solidFill>
              <a:srgbClr val="5F6B77"/>
            </a:solidFill>
            <a:prstDash val="solid"/>
          </a:ln>
        </p:spPr>
      </p:sp>
      <p:sp>
        <p:nvSpPr>
          <p:cNvPr id="68" name="dp44-scenario-onset / n63 / text 1">
            <a:extLst>
              <a:ext uri="{FF2B5EF4-FFF2-40B4-BE49-F238E27FC236}">
                <ns2:creationId id="{99B17D6C-2BAB-4275-861F-A9065AE33BC7}"/>
              </a:ext>
            </a:extLst>
          </p:cNvPr>
          <p:cNvSpPr>
            <a:spLocks noGrp="1"/>
          </p:cNvSpPr>
          <p:nvPr/>
        </p:nvSpPr>
        <p:spPr>
          <a:xfrm>
            <a:off x="9715500" y="7981950"/>
            <a:ext cx="3286125"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J1의 후보 배출 보류</a:t>
            </a:r>
            <a:endParaRPr lang="ko-KR">
              <a:latin typeface="Calibri"/>
              <a:ea typeface="Calibri"/>
              <a:cs typeface="Calibri"/>
            </a:endParaRPr>
          </a:p>
        </p:txBody>
      </p:sp>
      <p:sp>
        <p:nvSpPr>
          <p:cNvPr id="69" name="dp44-scenario-onset / n64 / path">
            <a:extLst>
              <a:ext uri="{FF2B5EF4-FFF2-40B4-BE49-F238E27FC236}">
                <ns2:creationId id="{13273D13-0719-43B4-A53F-7571500B6356}"/>
              </a:ext>
            </a:extLst>
          </p:cNvPr>
          <p:cNvSpPr>
            <a:spLocks noGrp="1"/>
          </p:cNvSpPr>
          <p:nvPr/>
        </p:nvSpPr>
        <p:spPr>
          <a:xfrm>
            <a:off x="13058775" y="7258050"/>
            <a:ext cx="1009650" cy="953"/>
          </a:xfrm>
          <a:custGeom>
            <a:pathLst>
              <a:path w="1009650" h="953">
                <a:moveTo>
                  <a:pt x="0" y="0"/>
                </a:moveTo>
                <a:lnTo>
                  <a:pt x="1009650" y="0"/>
                </a:lnTo>
              </a:path>
            </a:pathLst>
          </a:custGeom>
          <a:noFill/>
          <a:ln w="28575">
            <a:solidFill>
              <a:srgbClr val="B63732"/>
            </a:solidFill>
            <a:prstDash val="dash"/>
          </a:ln>
        </p:spPr>
      </p:sp>
      <p:sp>
        <p:nvSpPr>
          <p:cNvPr id="70" name="dp44-scenario-onset / n64 / arrow">
            <a:extLst>
              <a:ext uri="{FF2B5EF4-FFF2-40B4-BE49-F238E27FC236}">
                <ns2:creationId id="{A79C26DF-3FE2-40C7-A492-7AE65EBD07BF}"/>
              </a:ext>
            </a:extLst>
          </p:cNvPr>
          <p:cNvSpPr>
            <a:spLocks noGrp="1"/>
          </p:cNvSpPr>
          <p:nvPr/>
        </p:nvSpPr>
        <p:spPr>
          <a:xfrm>
            <a:off x="13885545" y="7166610"/>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71" name="dp44-scenario-onset / n65 / text 1">
            <a:extLst>
              <a:ext uri="{FF2B5EF4-FFF2-40B4-BE49-F238E27FC236}">
                <ns2:creationId id="{72C3FC31-E001-413D-A115-16F2B747D958}"/>
              </a:ext>
            </a:extLst>
          </p:cNvPr>
          <p:cNvSpPr>
            <a:spLocks noGrp="1"/>
          </p:cNvSpPr>
          <p:nvPr/>
        </p:nvSpPr>
        <p:spPr>
          <a:xfrm>
            <a:off x="14144625" y="6372225"/>
            <a:ext cx="3286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72" name="dp44-scenario-onset / n66">
            <a:extLst>
              <a:ext uri="{FF2B5EF4-FFF2-40B4-BE49-F238E27FC236}">
                <ns2:creationId id="{F55176B3-9593-45BB-9492-D10FAD963FE2}"/>
              </a:ext>
            </a:extLst>
          </p:cNvPr>
          <p:cNvSpPr>
            <a:spLocks noGrp="1"/>
          </p:cNvSpPr>
          <p:nvPr/>
        </p:nvSpPr>
        <p:spPr>
          <a:xfrm>
            <a:off x="14144625" y="6638925"/>
            <a:ext cx="3286125" cy="1143000"/>
          </a:xfrm>
          <a:prstGeom prst="rect">
            <a:avLst/>
          </a:prstGeom>
          <a:solidFill>
            <a:srgbClr val="FFFFFF"/>
          </a:solidFill>
          <a:ln w="16193">
            <a:solidFill>
              <a:srgbClr val="B8753F"/>
            </a:solidFill>
            <a:prstDash val="solid"/>
          </a:ln>
        </p:spPr>
      </p:sp>
      <p:sp>
        <p:nvSpPr>
          <p:cNvPr id="73" name="dp44-scenario-onset / n67 / text 1">
            <a:extLst>
              <a:ext uri="{FF2B5EF4-FFF2-40B4-BE49-F238E27FC236}">
                <ns2:creationId id="{32616E8F-1642-436C-B7F1-DF152D6666D7}"/>
              </a:ext>
            </a:extLst>
          </p:cNvPr>
          <p:cNvSpPr>
            <a:spLocks noGrp="1"/>
          </p:cNvSpPr>
          <p:nvPr/>
        </p:nvSpPr>
        <p:spPr>
          <a:xfrm>
            <a:off x="14258925" y="6762750"/>
            <a:ext cx="3057525"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Publication Join</a:t>
            </a:r>
            <a:endParaRPr lang="ko-KR">
              <a:latin typeface="Calibri"/>
              <a:ea typeface="Calibri"/>
              <a:cs typeface="Calibri"/>
            </a:endParaRPr>
          </a:p>
        </p:txBody>
      </p:sp>
      <p:sp>
        <p:nvSpPr>
          <p:cNvPr id="74" name="dp44-scenario-onset / n68 / text 1">
            <a:extLst>
              <a:ext uri="{FF2B5EF4-FFF2-40B4-BE49-F238E27FC236}">
                <ns2:creationId id="{41E1534C-CCB2-4D86-AB6B-16D3E74192FE}"/>
              </a:ext>
            </a:extLst>
          </p:cNvPr>
          <p:cNvSpPr>
            <a:spLocks noGrp="1"/>
          </p:cNvSpPr>
          <p:nvPr/>
        </p:nvSpPr>
        <p:spPr>
          <a:xfrm>
            <a:off x="14258925" y="7077075"/>
            <a:ext cx="3057525"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Control Queue: hold</a:t>
            </a:r>
            <a:endParaRPr lang="ko-KR">
              <a:latin typeface="Calibri"/>
              <a:ea typeface="Calibri"/>
              <a:cs typeface="Calibri"/>
            </a:endParaRPr>
          </a:p>
        </p:txBody>
      </p:sp>
      <p:sp>
        <p:nvSpPr>
          <p:cNvPr id="75" name="dp44-scenario-onset / n69">
            <a:extLst>
              <a:ext uri="{FF2B5EF4-FFF2-40B4-BE49-F238E27FC236}">
                <ns2:creationId id="{C00CEF45-BA2B-43A4-BED5-4FC166111F5D}"/>
              </a:ext>
            </a:extLst>
          </p:cNvPr>
          <p:cNvSpPr>
            <a:spLocks noGrp="1"/>
          </p:cNvSpPr>
          <p:nvPr/>
        </p:nvSpPr>
        <p:spPr>
          <a:xfrm>
            <a:off x="14258925" y="7458075"/>
            <a:ext cx="190500" cy="190500"/>
          </a:xfrm>
          <a:prstGeom prst="rect">
            <a:avLst/>
          </a:prstGeom>
          <a:solidFill>
            <a:srgbClr val="FFFFFF"/>
          </a:solidFill>
          <a:ln w="16193">
            <a:solidFill>
              <a:srgbClr val="5F6B77"/>
            </a:solidFill>
            <a:prstDash val="solid"/>
          </a:ln>
        </p:spPr>
      </p:sp>
      <p:sp>
        <p:nvSpPr>
          <p:cNvPr id="76" name="dp44-scenario-onset / n70">
            <a:extLst>
              <a:ext uri="{FF2B5EF4-FFF2-40B4-BE49-F238E27FC236}">
                <ns2:creationId id="{A7CCD3D6-68DD-496D-B807-7C0936FCB095}"/>
              </a:ext>
            </a:extLst>
          </p:cNvPr>
          <p:cNvSpPr>
            <a:spLocks noGrp="1"/>
          </p:cNvSpPr>
          <p:nvPr/>
        </p:nvSpPr>
        <p:spPr>
          <a:xfrm>
            <a:off x="14516100" y="7458075"/>
            <a:ext cx="190500" cy="190500"/>
          </a:xfrm>
          <a:prstGeom prst="rect">
            <a:avLst/>
          </a:prstGeom>
          <a:solidFill>
            <a:srgbClr val="FFFFFF"/>
          </a:solidFill>
          <a:ln w="16193">
            <a:solidFill>
              <a:srgbClr val="5F6B77"/>
            </a:solidFill>
            <a:prstDash val="solid"/>
          </a:ln>
        </p:spPr>
      </p:sp>
      <p:sp>
        <p:nvSpPr>
          <p:cNvPr id="77" name="dp44-scenario-onset / n71">
            <a:extLst>
              <a:ext uri="{FF2B5EF4-FFF2-40B4-BE49-F238E27FC236}">
                <ns2:creationId id="{4803C446-2446-486B-96EA-79E2F81BA94B}"/>
              </a:ext>
            </a:extLst>
          </p:cNvPr>
          <p:cNvSpPr>
            <a:spLocks noGrp="1"/>
          </p:cNvSpPr>
          <p:nvPr/>
        </p:nvSpPr>
        <p:spPr>
          <a:xfrm>
            <a:off x="14773275" y="7458075"/>
            <a:ext cx="190500" cy="190500"/>
          </a:xfrm>
          <a:prstGeom prst="rect">
            <a:avLst/>
          </a:prstGeom>
          <a:solidFill>
            <a:srgbClr val="FFFFFF"/>
          </a:solidFill>
          <a:ln w="16193">
            <a:solidFill>
              <a:srgbClr val="5F6B77"/>
            </a:solidFill>
            <a:prstDash val="solid"/>
          </a:ln>
        </p:spPr>
      </p:sp>
      <p:sp>
        <p:nvSpPr>
          <p:cNvPr id="78" name="dp44-scenario-onset / n72">
            <a:extLst>
              <a:ext uri="{FF2B5EF4-FFF2-40B4-BE49-F238E27FC236}">
                <ns2:creationId id="{B6C78388-EDC0-4354-ADC6-CEB1CDB22584}"/>
              </a:ext>
            </a:extLst>
          </p:cNvPr>
          <p:cNvSpPr>
            <a:spLocks noGrp="1"/>
          </p:cNvSpPr>
          <p:nvPr/>
        </p:nvSpPr>
        <p:spPr>
          <a:xfrm>
            <a:off x="15030450" y="7458075"/>
            <a:ext cx="190500" cy="190500"/>
          </a:xfrm>
          <a:prstGeom prst="rect">
            <a:avLst/>
          </a:prstGeom>
          <a:solidFill>
            <a:srgbClr val="FFFFFF"/>
          </a:solidFill>
          <a:ln w="16193">
            <a:solidFill>
              <a:srgbClr val="5F6B77"/>
            </a:solidFill>
            <a:prstDash val="solid"/>
          </a:ln>
        </p:spPr>
      </p:sp>
      <p:sp>
        <p:nvSpPr>
          <p:cNvPr id="79" name="dp44-scenario-onset / n73 / text 1">
            <a:extLst>
              <a:ext uri="{FF2B5EF4-FFF2-40B4-BE49-F238E27FC236}">
                <ns2:creationId id="{58A6BA30-CBAD-4274-84A8-04C68CDF5C2A}"/>
              </a:ext>
            </a:extLst>
          </p:cNvPr>
          <p:cNvSpPr>
            <a:spLocks noGrp="1"/>
          </p:cNvSpPr>
          <p:nvPr/>
        </p:nvSpPr>
        <p:spPr>
          <a:xfrm>
            <a:off x="14144625" y="7981950"/>
            <a:ext cx="3286125"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관련 후보 게시 보류</a:t>
            </a:r>
            <a:endParaRPr lang="ko-KR">
              <a:latin typeface="Calibri"/>
              <a:ea typeface="Calibri"/>
              <a:cs typeface="Calibri"/>
            </a:endParaRPr>
          </a:p>
        </p:txBody>
      </p:sp>
      <p:sp>
        <p:nvSpPr>
          <p:cNvPr id="80" name="dp44-scenario-onset / n74">
            <a:extLst>
              <a:ext uri="{FF2B5EF4-FFF2-40B4-BE49-F238E27FC236}">
                <ns2:creationId id="{D421B54A-2604-4A29-AAE8-8300BF2FFDC4}"/>
              </a:ext>
            </a:extLst>
          </p:cNvPr>
          <p:cNvSpPr>
            <a:spLocks noGrp="1"/>
          </p:cNvSpPr>
          <p:nvPr/>
        </p:nvSpPr>
        <p:spPr>
          <a:xfrm>
            <a:off x="514350" y="9201150"/>
            <a:ext cx="17259300" cy="609600"/>
          </a:xfrm>
          <a:prstGeom prst="rect">
            <a:avLst/>
          </a:prstGeom>
          <a:solidFill>
            <a:srgbClr val="F4F7FA"/>
          </a:solidFill>
          <a:ln w="16193">
            <a:solidFill>
              <a:srgbClr val="CDD6DE"/>
            </a:solidFill>
            <a:prstDash val="solid"/>
          </a:ln>
        </p:spPr>
      </p:sp>
      <p:sp>
        <p:nvSpPr>
          <p:cNvPr id="81" name="dp44-scenario-onset / n75 / text 1">
            <a:extLst>
              <a:ext uri="{FF2B5EF4-FFF2-40B4-BE49-F238E27FC236}">
                <ns2:creationId id="{9DC3D046-AC9F-4168-BE82-2CF91207C3B7}"/>
              </a:ext>
            </a:extLst>
          </p:cNvPr>
          <p:cNvSpPr>
            <a:spLocks noGrp="1"/>
          </p:cNvSpPr>
          <p:nvPr/>
        </p:nvSpPr>
        <p:spPr>
          <a:xfrm>
            <a:off x="685800" y="9344025"/>
            <a:ext cx="16764000" cy="303848"/>
          </a:xfrm>
          <a:prstGeom prst="rect">
            <a:avLst/>
          </a:prstGeom>
          <a:noFill/>
          <a:ln w="0">
            <a:noFill/>
            <a:prstDash val="solid"/>
          </a:ln>
        </p:spPr>
        <p:txBody>
          <a:bodyPr wrap="none" lIns="0" tIns="0" rIns="0" bIns="0" anchor="t">
            <a:noAutofit/>
          </a:bodyPr>
          <a:lstStyle>
            <a:defPPr algn="l">
              <a:defRPr sz="1700" b="1" lang="ko-KR">
                <a:solidFill>
                  <a:srgbClr val="18232E"/>
                </a:solidFill>
                <a:latin typeface="Calibri"/>
                <a:ea typeface="Calibri"/>
                <a:cs typeface="Calibri"/>
              </a:defRPr>
            </a:defP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A는 Control Lane 뒤 Dispatcher가 hold를 연결한다. B는 관련 Stage의 Control Queue에 제어를 전달한다.</a:t>
            </a:r>
            <a:endParaRPr lang="ko-KR">
              <a:latin typeface="Calibri"/>
              <a:ea typeface="Calibri"/>
              <a:cs typeface="Calibri"/>
            </a:endParaRPr>
          </a:p>
        </p:txBody>
      </p:sp>
      <p:sp>
        <p:nvSpPr>
          <p:cNvPr id="82" name="dp44-scenario-onset / n76 / text 1">
            <a:extLst>
              <a:ext uri="{FF2B5EF4-FFF2-40B4-BE49-F238E27FC236}">
                <ns2:creationId id="{BAC9D7CE-FFED-472A-8188-AA6634A2340A}"/>
              </a:ext>
            </a:extLst>
          </p:cNvPr>
          <p:cNvSpPr>
            <a:spLocks noGrp="1"/>
          </p:cNvSpPr>
          <p:nvPr/>
        </p:nvSpPr>
        <p:spPr>
          <a:xfrm>
            <a:off x="514350" y="9925050"/>
            <a:ext cx="17259300"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파란선: 일반 사건과 다음 처리    파란 점선: 비동기 완료    붉은 점선: 제어와 무효화    A/B 미선정, 미구현, 미측정</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0003"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30 / 49</a:t>
            </a:r>
            <a:endParaRPr lang="ko-KR">
              <a:latin typeface="Calibri"/>
              <a:ea typeface="Calibri"/>
              <a:cs typeface="Calibri"/>
            </a:endParaRPr>
          </a:p>
        </p:txBody>
      </p:sp>
    </p:spTree>
    <p:extLst>
      <p:ext uri="{BB962C8B-B14F-4D97-AF65-F5344CB8AC3E}">
        <p14:creationId val="486945179"/>
      </p:ext>
    </p:extLst>
  </p:cSld>
</p:sld>
</file>

<file path=ppt/slides/dp44ScenarioV15_4.xml><?xml version="1.0" encoding="utf-8"?>
<p:sld xmlns:a="http://schemas.openxmlformats.org/drawingml/2006/main" xmlns:ns2="http://schemas.microsoft.com/office/drawing/2014/main" xmlns:p="http://schemas.openxmlformats.org/presentationml/2006/main" xmlns:p14="http://schemas.microsoft.com/office/powerpoint/2010/main">
  <p:cSld name="dp44-scenario-correction">
    <p:bg>
      <p:bgPr>
        <a:solidFill>
          <a:srgbClr val="FFFFFF"/>
        </a:solidFill>
      </p:bgPr>
    </p:bg>
    <p:spTree>
      <p:nvGrpSpPr>
        <p:cNvPr id="1" name=""/>
        <p:cNvGrpSpPr/>
        <p:nvPr/>
      </p:nvGrpSpPr>
      <p:grpSpPr>
        <a:xfrm/>
      </p:grpSpPr>
      <p:sp>
        <p:nvSpPr>
          <p:cNvPr id="97" name="dp44-scenario-correction / n1">
            <a:extLst>
              <a:ext uri="{FF2B5EF4-FFF2-40B4-BE49-F238E27FC236}">
                <ns2:creationId id="{ADB4B2A6-0316-497F-90D2-61CD56477EE5}"/>
              </a:ext>
            </a:extLst>
          </p:cNvPr>
          <p:cNvSpPr>
            <a:spLocks noGrp="1"/>
          </p:cNvSpPr>
          <p:nvPr/>
        </p:nvSpPr>
        <p:spPr>
          <a:xfrm>
            <a:off x="0" y="0"/>
            <a:ext cx="18288000" cy="10287000"/>
          </a:xfrm>
          <a:prstGeom prst="rect">
            <a:avLst/>
          </a:prstGeom>
          <a:solidFill>
            <a:srgbClr val="FFFFFF"/>
          </a:solidFill>
          <a:ln w="0">
            <a:noFill/>
            <a:prstDash val="solid"/>
          </a:ln>
        </p:spPr>
      </p:sp>
      <p:sp>
        <p:nvSpPr>
          <p:cNvPr id="2" name="dp44-scenario-correction / n2 / text 1">
            <a:extLst>
              <a:ext uri="{FF2B5EF4-FFF2-40B4-BE49-F238E27FC236}">
                <ns2:creationId id="{2A59ED2B-83FD-4A0D-81A0-5A4477C34ED8}"/>
              </a:ext>
            </a:extLst>
          </p:cNvPr>
          <p:cNvSpPr>
            <a:spLocks noGrp="1"/>
          </p:cNvSpPr>
          <p:nvPr/>
        </p:nvSpPr>
        <p:spPr>
          <a:xfrm>
            <a:off x="514350" y="285750"/>
            <a:ext cx="17049750" cy="552450"/>
          </a:xfrm>
          <a:prstGeom prst="rect">
            <a:avLst/>
          </a:prstGeom>
          <a:noFill/>
          <a:ln w="0">
            <a:noFill/>
            <a:prstDash val="solid"/>
          </a:ln>
        </p:spPr>
        <p:txBody>
          <a:bodyPr wrap="none" lIns="0" tIns="0" rIns="0" bIns="0" anchor="t">
            <a:noAutofit/>
          </a:bodyPr>
          <a:lstStyle>
            <a:defPPr algn="l">
              <a:defRPr sz="3000" b="1" lang="ko-KR">
                <a:solidFill>
                  <a:srgbClr val="18232E"/>
                </a:solidFill>
                <a:latin typeface="Calibri"/>
                <a:ea typeface="Calibri"/>
                <a:cs typeface="Calibri"/>
              </a:defRPr>
            </a:defPPr>
          </a:lstStyle>
          <a:p>
            <a:pPr algn="l">
              <a:defRPr sz="3000" b="1" lang="ko-KR">
                <a:solidFill>
                  <a:srgbClr val="18232E"/>
                </a:solidFill>
                <a:latin typeface="Calibri"/>
                <a:ea typeface="Calibri"/>
                <a:cs typeface="Calibri"/>
              </a:defRPr>
            </a:pPr>
            <a:r>
              <a:rPr sz="3000" b="1" lang="ko-KR">
                <a:solidFill>
                  <a:srgbClr val="18232E"/>
                </a:solidFill>
                <a:latin typeface="Calibri"/>
                <a:ea typeface="Calibri"/>
                <a:cs typeface="Calibri"/>
              </a:rPr>
              <a:t>DP44 4/4. 정정 채택과 늦은 완료: J1은 어디에서 폐기되는가</a:t>
            </a:r>
            <a:endParaRPr lang="ko-KR">
              <a:latin typeface="Calibri"/>
              <a:ea typeface="Calibri"/>
              <a:cs typeface="Calibri"/>
            </a:endParaRPr>
          </a:p>
        </p:txBody>
      </p:sp>
      <p:sp>
        <p:nvSpPr>
          <p:cNvPr id="3" name="dp44-scenario-correction / n3 / path">
            <a:extLst>
              <a:ext uri="{FF2B5EF4-FFF2-40B4-BE49-F238E27FC236}">
                <ns2:creationId id="{30A64A34-7834-4153-B1E8-F18A70F8EBE4}"/>
              </a:ext>
            </a:extLst>
          </p:cNvPr>
          <p:cNvSpPr>
            <a:spLocks noGrp="1"/>
          </p:cNvSpPr>
          <p:nvPr/>
        </p:nvSpPr>
        <p:spPr>
          <a:xfrm>
            <a:off x="514350" y="981075"/>
            <a:ext cx="17259300" cy="953"/>
          </a:xfrm>
          <a:custGeom>
            <a:pathLst>
              <a:path w="17259300" h="953">
                <a:moveTo>
                  <a:pt x="0" y="0"/>
                </a:moveTo>
                <a:lnTo>
                  <a:pt x="17259300" y="0"/>
                </a:lnTo>
              </a:path>
            </a:pathLst>
          </a:custGeom>
          <a:noFill/>
          <a:ln w="19050">
            <a:solidFill>
              <a:srgbClr val="CDD6DE"/>
            </a:solidFill>
            <a:prstDash val="solid"/>
          </a:ln>
        </p:spPr>
      </p:sp>
      <p:sp>
        <p:nvSpPr>
          <p:cNvPr id="4" name="dp44-scenario-correction / n4">
            <a:extLst>
              <a:ext uri="{FF2B5EF4-FFF2-40B4-BE49-F238E27FC236}">
                <ns2:creationId id="{45F0D1CE-CD6D-44FA-9E82-B0A02828DAF1}"/>
              </a:ext>
            </a:extLst>
          </p:cNvPr>
          <p:cNvSpPr>
            <a:spLocks noGrp="1"/>
          </p:cNvSpPr>
          <p:nvPr/>
        </p:nvSpPr>
        <p:spPr>
          <a:xfrm>
            <a:off x="514350" y="1228725"/>
            <a:ext cx="17259300" cy="981075"/>
          </a:xfrm>
          <a:prstGeom prst="rect">
            <a:avLst/>
          </a:prstGeom>
          <a:solidFill>
            <a:srgbClr val="F4F7FA"/>
          </a:solidFill>
          <a:ln w="16193">
            <a:solidFill>
              <a:srgbClr val="CDD6DE"/>
            </a:solidFill>
            <a:prstDash val="solid"/>
          </a:ln>
        </p:spPr>
      </p:sp>
      <p:sp>
        <p:nvSpPr>
          <p:cNvPr id="5" name="dp44-scenario-correction / n5 / text 1">
            <a:extLst>
              <a:ext uri="{FF2B5EF4-FFF2-40B4-BE49-F238E27FC236}">
                <ns2:creationId id="{94EAB60E-844F-4875-8AF5-73A7C642BAFF}"/>
              </a:ext>
            </a:extLst>
          </p:cNvPr>
          <p:cNvSpPr>
            <a:spLocks noGrp="1"/>
          </p:cNvSpPr>
          <p:nvPr/>
        </p:nvSpPr>
        <p:spPr>
          <a:xfrm>
            <a:off x="685800" y="1343025"/>
            <a:ext cx="1619250" cy="276225"/>
          </a:xfrm>
          <a:prstGeom prst="rect">
            <a:avLst/>
          </a:prstGeom>
          <a:noFill/>
          <a:ln w="0">
            <a:noFill/>
            <a:prstDash val="solid"/>
          </a:ln>
        </p:spPr>
        <p:txBody>
          <a:bodyPr wrap="none" lIns="0" tIns="0" rIns="0" bIns="0" anchor="t">
            <a:noAutofit/>
          </a:bodyPr>
          <a:lstStyle>
            <a:defPPr algn="l">
              <a:defRPr sz="1500" b="1" lang="ko-KR">
                <a:solidFill>
                  <a:srgbClr val="18232E"/>
                </a:solidFill>
                <a:latin typeface="Calibri"/>
                <a:ea typeface="Calibri"/>
                <a:cs typeface="Calibri"/>
              </a:defRPr>
            </a:defP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같은 사건</a:t>
            </a:r>
            <a:endParaRPr lang="ko-KR">
              <a:latin typeface="Calibri"/>
              <a:ea typeface="Calibri"/>
              <a:cs typeface="Calibri"/>
            </a:endParaRPr>
          </a:p>
        </p:txBody>
      </p:sp>
      <p:sp>
        <p:nvSpPr>
          <p:cNvPr id="6" name="dp44-scenario-correction / n6 / text 1">
            <a:extLst>
              <a:ext uri="{FF2B5EF4-FFF2-40B4-BE49-F238E27FC236}">
                <ns2:creationId id="{509275D5-3466-41A9-A12C-C66A488BEC1D}"/>
              </a:ext>
            </a:extLst>
          </p:cNvPr>
          <p:cNvSpPr>
            <a:spLocks noGrp="1"/>
          </p:cNvSpPr>
          <p:nvPr/>
        </p:nvSpPr>
        <p:spPr>
          <a:xfrm>
            <a:off x="2295525" y="1333500"/>
            <a:ext cx="15240000" cy="317659"/>
          </a:xfrm>
          <a:prstGeom prst="rect">
            <a:avLst/>
          </a:prstGeom>
          <a:noFill/>
          <a:ln w="0">
            <a:noFill/>
            <a:prstDash val="solid"/>
          </a:ln>
        </p:spPr>
        <p:txBody>
          <a:bodyPr wrap="none" lIns="0" tIns="0" rIns="0" bIns="0" anchor="t">
            <a:noAutofit/>
          </a:bodyPr>
          <a:lstStyle>
            <a:defPPr algn="l">
              <a:defRPr sz="1700" b="1" lang="ko-KR">
                <a:solidFill>
                  <a:srgbClr val="18232E"/>
                </a:solidFill>
                <a:latin typeface="Calibri"/>
                <a:ea typeface="Calibri"/>
                <a:cs typeface="Calibri"/>
              </a:defRPr>
            </a:defP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Request Controller가 R1 rev2를 채택한다. rev1에 의존한 J1은 더는 유효하지 않다.</a:t>
            </a:r>
            <a:endParaRPr lang="ko-KR">
              <a:latin typeface="Calibri"/>
              <a:ea typeface="Calibri"/>
              <a:cs typeface="Calibri"/>
            </a:endParaRPr>
          </a:p>
        </p:txBody>
      </p:sp>
      <p:sp>
        <p:nvSpPr>
          <p:cNvPr id="7" name="dp44-scenario-correction / n7 / text 1">
            <a:extLst>
              <a:ext uri="{FF2B5EF4-FFF2-40B4-BE49-F238E27FC236}">
                <ns2:creationId id="{DA8DE9E0-EC87-4E95-81C6-BC677E4F9317}"/>
              </a:ext>
            </a:extLst>
          </p:cNvPr>
          <p:cNvSpPr>
            <a:spLocks noGrp="1"/>
          </p:cNvSpPr>
          <p:nvPr/>
        </p:nvSpPr>
        <p:spPr>
          <a:xfrm>
            <a:off x="2295525" y="1695450"/>
            <a:ext cx="1524000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취소 요청 뒤에도 provider가 J1을 끝낼 수 있다. 결과 폐기와 실제 실행 종료는 구별한다.</a:t>
            </a:r>
            <a:endParaRPr lang="ko-KR">
              <a:latin typeface="Calibri"/>
              <a:ea typeface="Calibri"/>
              <a:cs typeface="Calibri"/>
            </a:endParaRPr>
          </a:p>
        </p:txBody>
      </p:sp>
      <p:sp>
        <p:nvSpPr>
          <p:cNvPr id="8" name="dp44-scenario-correction / n8">
            <a:extLst>
              <a:ext uri="{FF2B5EF4-FFF2-40B4-BE49-F238E27FC236}">
                <ns2:creationId id="{4F35B0EF-EFA9-4363-B46F-4430E7758883}"/>
              </a:ext>
            </a:extLst>
          </p:cNvPr>
          <p:cNvSpPr>
            <a:spLocks noGrp="1"/>
          </p:cNvSpPr>
          <p:nvPr/>
        </p:nvSpPr>
        <p:spPr>
          <a:xfrm>
            <a:off x="514350" y="2505075"/>
            <a:ext cx="17259300" cy="514350"/>
          </a:xfrm>
          <a:prstGeom prst="rect">
            <a:avLst/>
          </a:prstGeom>
          <a:solidFill>
            <a:srgbClr val="EAF2FB"/>
          </a:solidFill>
          <a:ln w="16193">
            <a:solidFill>
              <a:srgbClr val="CDD6DE"/>
            </a:solidFill>
            <a:prstDash val="solid"/>
          </a:ln>
        </p:spPr>
      </p:sp>
      <p:sp>
        <p:nvSpPr>
          <p:cNvPr id="9" name="dp44-scenario-correction / n9 / text 1">
            <a:extLst>
              <a:ext uri="{FF2B5EF4-FFF2-40B4-BE49-F238E27FC236}">
                <ns2:creationId id="{ABC8F284-9AC9-41BF-B081-ED655BEED9C2}"/>
              </a:ext>
            </a:extLst>
          </p:cNvPr>
          <p:cNvSpPr>
            <a:spLocks noGrp="1"/>
          </p:cNvSpPr>
          <p:nvPr/>
        </p:nvSpPr>
        <p:spPr>
          <a:xfrm>
            <a:off x="714375" y="2628900"/>
            <a:ext cx="16573500" cy="331470"/>
          </a:xfrm>
          <a:prstGeom prst="rect">
            <a:avLst/>
          </a:prstGeom>
          <a:noFill/>
          <a:ln w="0">
            <a:noFill/>
            <a:prstDash val="solid"/>
          </a:ln>
        </p:spPr>
        <p:txBody>
          <a:bodyPr wrap="none" lIns="0" tIns="0" rIns="0" bIns="0" anchor="t">
            <a:noAutofit/>
          </a:bodyPr>
          <a:lstStyle>
            <a:defPPr algn="l">
              <a:defRPr sz="1800" b="1" lang="ko-KR">
                <a:solidFill>
                  <a:srgbClr val="18232E"/>
                </a:solidFill>
                <a:latin typeface="Calibri"/>
                <a:ea typeface="Calibri"/>
                <a:cs typeface="Calibri"/>
              </a:defRPr>
            </a:defPPr>
          </a:lstStyle>
          <a:p>
            <a:pPr algn="l">
              <a:defRPr sz="1800" b="1" lang="ko-KR">
                <a:solidFill>
                  <a:srgbClr val="18232E"/>
                </a:solidFill>
                <a:latin typeface="Calibri"/>
                <a:ea typeface="Calibri"/>
                <a:cs typeface="Calibri"/>
              </a:defRPr>
            </a:pPr>
            <a:r>
              <a:rPr sz="1800" b="1" lang="ko-KR">
                <a:solidFill>
                  <a:srgbClr val="18232E"/>
                </a:solidFill>
                <a:latin typeface="Calibri"/>
                <a:ea typeface="Calibri"/>
                <a:cs typeface="Calibri"/>
              </a:rPr>
              <a:t>A  Job Index에서 무효화하고 Event Mailbox 완료를 폐기</a:t>
            </a:r>
            <a:endParaRPr lang="ko-KR">
              <a:latin typeface="Calibri"/>
              <a:ea typeface="Calibri"/>
              <a:cs typeface="Calibri"/>
            </a:endParaRPr>
          </a:p>
        </p:txBody>
      </p:sp>
      <p:sp>
        <p:nvSpPr>
          <p:cNvPr id="10" name="dp44-scenario-correction / n10 / text 1">
            <a:extLst>
              <a:ext uri="{FF2B5EF4-FFF2-40B4-BE49-F238E27FC236}">
                <ns2:creationId id="{2138289B-27C3-46F6-86D1-7231BD2B9F1D}"/>
              </a:ext>
            </a:extLst>
          </p:cNvPr>
          <p:cNvSpPr>
            <a:spLocks noGrp="1"/>
          </p:cNvSpPr>
          <p:nvPr/>
        </p:nvSpPr>
        <p:spPr>
          <a:xfrm>
            <a:off x="76200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11" name="dp44-scenario-correction / n11">
            <a:extLst>
              <a:ext uri="{FF2B5EF4-FFF2-40B4-BE49-F238E27FC236}">
                <ns2:creationId id="{139258F4-DDD5-479D-89A0-4AAD1A174150}"/>
              </a:ext>
            </a:extLst>
          </p:cNvPr>
          <p:cNvSpPr>
            <a:spLocks noGrp="1"/>
          </p:cNvSpPr>
          <p:nvPr/>
        </p:nvSpPr>
        <p:spPr>
          <a:xfrm>
            <a:off x="762000" y="3333750"/>
            <a:ext cx="2952750" cy="1143000"/>
          </a:xfrm>
          <a:prstGeom prst="rect">
            <a:avLst/>
          </a:prstGeom>
          <a:solidFill>
            <a:srgbClr val="FFF3E5"/>
          </a:solidFill>
          <a:ln w="16193">
            <a:solidFill>
              <a:srgbClr val="B8753F"/>
            </a:solidFill>
            <a:prstDash val="solid"/>
          </a:ln>
        </p:spPr>
      </p:sp>
      <p:sp>
        <p:nvSpPr>
          <p:cNvPr id="12" name="dp44-scenario-correction / n12 / text 1">
            <a:extLst>
              <a:ext uri="{FF2B5EF4-FFF2-40B4-BE49-F238E27FC236}">
                <ns2:creationId id="{59980334-E9DE-4CAB-B3AA-99C19D52EC14}"/>
              </a:ext>
            </a:extLst>
          </p:cNvPr>
          <p:cNvSpPr>
            <a:spLocks noGrp="1"/>
          </p:cNvSpPr>
          <p:nvPr/>
        </p:nvSpPr>
        <p:spPr>
          <a:xfrm>
            <a:off x="876300"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a:t>
            </a:r>
            <a:endParaRPr lang="ko-KR">
              <a:latin typeface="Calibri"/>
              <a:ea typeface="Calibri"/>
              <a:cs typeface="Calibri"/>
            </a:endParaRPr>
          </a:p>
        </p:txBody>
      </p:sp>
      <p:sp>
        <p:nvSpPr>
          <p:cNvPr id="13" name="dp44-scenario-correction / n13 / text 1">
            <a:extLst>
              <a:ext uri="{FF2B5EF4-FFF2-40B4-BE49-F238E27FC236}">
                <ns2:creationId id="{F9F2DF22-BBC2-4AE1-A1EB-E45CD0D0BE9F}"/>
              </a:ext>
            </a:extLst>
          </p:cNvPr>
          <p:cNvSpPr>
            <a:spLocks noGrp="1"/>
          </p:cNvSpPr>
          <p:nvPr/>
        </p:nvSpPr>
        <p:spPr>
          <a:xfrm>
            <a:off x="876300"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R1 rev2 채택 반영</a:t>
            </a:r>
            <a:endParaRPr lang="ko-KR">
              <a:latin typeface="Calibri"/>
              <a:ea typeface="Calibri"/>
              <a:cs typeface="Calibri"/>
            </a:endParaRPr>
          </a:p>
        </p:txBody>
      </p:sp>
      <p:sp>
        <p:nvSpPr>
          <p:cNvPr id="14" name="dp44-scenario-correction / n14 / text 1">
            <a:extLst>
              <a:ext uri="{FF2B5EF4-FFF2-40B4-BE49-F238E27FC236}">
                <ns2:creationId id="{19AFFEDF-3147-41F9-A23E-ACACF20C4CC2}"/>
              </a:ext>
            </a:extLst>
          </p:cNvPr>
          <p:cNvSpPr>
            <a:spLocks noGrp="1"/>
          </p:cNvSpPr>
          <p:nvPr/>
        </p:nvSpPr>
        <p:spPr>
          <a:xfrm>
            <a:off x="76200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J1 무효화 결정</a:t>
            </a:r>
            <a:endParaRPr lang="ko-KR">
              <a:latin typeface="Calibri"/>
              <a:ea typeface="Calibri"/>
              <a:cs typeface="Calibri"/>
            </a:endParaRPr>
          </a:p>
        </p:txBody>
      </p:sp>
      <p:sp>
        <p:nvSpPr>
          <p:cNvPr id="15" name="dp44-scenario-correction / n15 / path">
            <a:extLst>
              <a:ext uri="{FF2B5EF4-FFF2-40B4-BE49-F238E27FC236}">
                <ns2:creationId id="{173A560A-7B1A-4B2D-85DF-E1A70BF7B530}"/>
              </a:ext>
            </a:extLst>
          </p:cNvPr>
          <p:cNvSpPr>
            <a:spLocks noGrp="1"/>
          </p:cNvSpPr>
          <p:nvPr/>
        </p:nvSpPr>
        <p:spPr>
          <a:xfrm>
            <a:off x="3771900" y="3952875"/>
            <a:ext cx="295275" cy="953"/>
          </a:xfrm>
          <a:custGeom>
            <a:pathLst>
              <a:path w="295275" h="953">
                <a:moveTo>
                  <a:pt x="0" y="0"/>
                </a:moveTo>
                <a:lnTo>
                  <a:pt x="295275" y="0"/>
                </a:lnTo>
              </a:path>
            </a:pathLst>
          </a:custGeom>
          <a:noFill/>
          <a:ln w="28575">
            <a:solidFill>
              <a:srgbClr val="B63732"/>
            </a:solidFill>
            <a:prstDash val="dash"/>
          </a:ln>
        </p:spPr>
      </p:sp>
      <p:sp>
        <p:nvSpPr>
          <p:cNvPr id="16" name="dp44-scenario-correction / n15 / arrow">
            <a:extLst>
              <a:ext uri="{FF2B5EF4-FFF2-40B4-BE49-F238E27FC236}">
                <ns2:creationId id="{20F2F07D-A3BA-4483-B0B7-89F740430168}"/>
              </a:ext>
            </a:extLst>
          </p:cNvPr>
          <p:cNvSpPr>
            <a:spLocks noGrp="1"/>
          </p:cNvSpPr>
          <p:nvPr/>
        </p:nvSpPr>
        <p:spPr>
          <a:xfrm>
            <a:off x="3884295" y="3861435"/>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17" name="dp44-scenario-correction / n16 / text 1">
            <a:extLst>
              <a:ext uri="{FF2B5EF4-FFF2-40B4-BE49-F238E27FC236}">
                <ns2:creationId id="{304AC3EF-FA3E-4154-B48C-F7FB040A6020}"/>
              </a:ext>
            </a:extLst>
          </p:cNvPr>
          <p:cNvSpPr>
            <a:spLocks noGrp="1"/>
          </p:cNvSpPr>
          <p:nvPr/>
        </p:nvSpPr>
        <p:spPr>
          <a:xfrm>
            <a:off x="4143375"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18" name="dp44-scenario-correction / n17">
            <a:extLst>
              <a:ext uri="{FF2B5EF4-FFF2-40B4-BE49-F238E27FC236}">
                <ns2:creationId id="{10530676-E157-405A-9362-15237FA11FF4}"/>
              </a:ext>
            </a:extLst>
          </p:cNvPr>
          <p:cNvSpPr>
            <a:spLocks noGrp="1"/>
          </p:cNvSpPr>
          <p:nvPr/>
        </p:nvSpPr>
        <p:spPr>
          <a:xfrm>
            <a:off x="4143375" y="3333750"/>
            <a:ext cx="2952750" cy="1143000"/>
          </a:xfrm>
          <a:prstGeom prst="can">
            <a:avLst/>
          </a:prstGeom>
          <a:solidFill>
            <a:srgbClr val="FFF3E5"/>
          </a:solidFill>
          <a:ln w="16193">
            <a:solidFill>
              <a:srgbClr val="B8753F"/>
            </a:solidFill>
            <a:prstDash val="solid"/>
          </a:ln>
        </p:spPr>
      </p:sp>
      <p:sp>
        <p:nvSpPr>
          <p:cNvPr id="19" name="dp44-scenario-correction / n18 / text 1">
            <a:extLst>
              <a:ext uri="{FF2B5EF4-FFF2-40B4-BE49-F238E27FC236}">
                <ns2:creationId id="{8762C972-52B6-4F3A-AC58-2795578369C3}"/>
              </a:ext>
            </a:extLst>
          </p:cNvPr>
          <p:cNvSpPr>
            <a:spLocks noGrp="1"/>
          </p:cNvSpPr>
          <p:nvPr/>
        </p:nvSpPr>
        <p:spPr>
          <a:xfrm>
            <a:off x="4276725" y="3733800"/>
            <a:ext cx="26860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Job Index</a:t>
            </a:r>
            <a:endParaRPr lang="ko-KR">
              <a:latin typeface="Calibri"/>
              <a:ea typeface="Calibri"/>
              <a:cs typeface="Calibri"/>
            </a:endParaRPr>
          </a:p>
        </p:txBody>
      </p:sp>
      <p:sp>
        <p:nvSpPr>
          <p:cNvPr id="20" name="dp44-scenario-correction / n19 / text 1">
            <a:extLst>
              <a:ext uri="{FF2B5EF4-FFF2-40B4-BE49-F238E27FC236}">
                <ns2:creationId id="{053771BC-6CC9-4EBB-BEE5-20CE4481EDC0}"/>
              </a:ext>
            </a:extLst>
          </p:cNvPr>
          <p:cNvSpPr>
            <a:spLocks noGrp="1"/>
          </p:cNvSpPr>
          <p:nvPr/>
        </p:nvSpPr>
        <p:spPr>
          <a:xfrm>
            <a:off x="4276725" y="4076700"/>
            <a:ext cx="26860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J1 unusable</a:t>
            </a:r>
            <a:endParaRPr lang="ko-KR">
              <a:latin typeface="Calibri"/>
              <a:ea typeface="Calibri"/>
              <a:cs typeface="Calibri"/>
            </a:endParaRPr>
          </a:p>
        </p:txBody>
      </p:sp>
      <p:sp>
        <p:nvSpPr>
          <p:cNvPr id="21" name="dp44-scenario-correction / n20 / text 1">
            <a:extLst>
              <a:ext uri="{FF2B5EF4-FFF2-40B4-BE49-F238E27FC236}">
                <ns2:creationId id="{8468095F-6890-4B9C-AB3B-EF8CE3FC213A}"/>
              </a:ext>
            </a:extLst>
          </p:cNvPr>
          <p:cNvSpPr>
            <a:spLocks noGrp="1"/>
          </p:cNvSpPr>
          <p:nvPr/>
        </p:nvSpPr>
        <p:spPr>
          <a:xfrm>
            <a:off x="4143375"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CancelHandle로 취소 요청</a:t>
            </a:r>
            <a:endParaRPr lang="ko-KR">
              <a:latin typeface="Calibri"/>
              <a:ea typeface="Calibri"/>
              <a:cs typeface="Calibri"/>
            </a:endParaRPr>
          </a:p>
        </p:txBody>
      </p:sp>
      <p:sp>
        <p:nvSpPr>
          <p:cNvPr id="22" name="dp44-scenario-correction / n21 / path">
            <a:extLst>
              <a:ext uri="{FF2B5EF4-FFF2-40B4-BE49-F238E27FC236}">
                <ns2:creationId id="{E9ABFE1F-7563-4C79-A774-A86379B4FAC4}"/>
              </a:ext>
            </a:extLst>
          </p:cNvPr>
          <p:cNvSpPr>
            <a:spLocks noGrp="1"/>
          </p:cNvSpPr>
          <p:nvPr/>
        </p:nvSpPr>
        <p:spPr>
          <a:xfrm>
            <a:off x="7153275" y="3952875"/>
            <a:ext cx="295275" cy="953"/>
          </a:xfrm>
          <a:custGeom>
            <a:pathLst>
              <a:path w="295275" h="953">
                <a:moveTo>
                  <a:pt x="0" y="0"/>
                </a:moveTo>
                <a:lnTo>
                  <a:pt x="295275" y="0"/>
                </a:lnTo>
              </a:path>
            </a:pathLst>
          </a:custGeom>
          <a:noFill/>
          <a:ln w="28575">
            <a:solidFill>
              <a:srgbClr val="2858A5"/>
            </a:solidFill>
            <a:prstDash val="dash"/>
          </a:ln>
        </p:spPr>
      </p:sp>
      <p:sp>
        <p:nvSpPr>
          <p:cNvPr id="23" name="dp44-scenario-correction / n21 / arrow">
            <a:extLst>
              <a:ext uri="{FF2B5EF4-FFF2-40B4-BE49-F238E27FC236}">
                <ns2:creationId id="{ED5CB53E-C59C-47FD-B56F-17280F9699E0}"/>
              </a:ext>
            </a:extLst>
          </p:cNvPr>
          <p:cNvSpPr>
            <a:spLocks noGrp="1"/>
          </p:cNvSpPr>
          <p:nvPr/>
        </p:nvSpPr>
        <p:spPr>
          <a:xfrm>
            <a:off x="7265670"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24" name="dp44-scenario-correction / n22 / text 1">
            <a:extLst>
              <a:ext uri="{FF2B5EF4-FFF2-40B4-BE49-F238E27FC236}">
                <ns2:creationId id="{ED295CDB-2AFA-4065-8160-FE76FC6DC08A}"/>
              </a:ext>
            </a:extLst>
          </p:cNvPr>
          <p:cNvSpPr>
            <a:spLocks noGrp="1"/>
          </p:cNvSpPr>
          <p:nvPr/>
        </p:nvSpPr>
        <p:spPr>
          <a:xfrm>
            <a:off x="752475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25" name="dp44-scenario-correction / n23">
            <a:extLst>
              <a:ext uri="{FF2B5EF4-FFF2-40B4-BE49-F238E27FC236}">
                <ns2:creationId id="{F943F39C-EB7F-48FE-928E-8C635B64DE86}"/>
              </a:ext>
            </a:extLst>
          </p:cNvPr>
          <p:cNvSpPr>
            <a:spLocks noGrp="1"/>
          </p:cNvSpPr>
          <p:nvPr/>
        </p:nvSpPr>
        <p:spPr>
          <a:xfrm>
            <a:off x="7524750" y="3333750"/>
            <a:ext cx="2952750" cy="1143000"/>
          </a:xfrm>
          <a:prstGeom prst="rect">
            <a:avLst/>
          </a:prstGeom>
          <a:solidFill>
            <a:srgbClr val="FFFFFF"/>
          </a:solidFill>
          <a:ln w="16193">
            <a:solidFill>
              <a:srgbClr val="B8753F"/>
            </a:solidFill>
            <a:prstDash val="solid"/>
          </a:ln>
        </p:spPr>
      </p:sp>
      <p:sp>
        <p:nvSpPr>
          <p:cNvPr id="26" name="dp44-scenario-correction / n24 / text 1">
            <a:extLst>
              <a:ext uri="{FF2B5EF4-FFF2-40B4-BE49-F238E27FC236}">
                <ns2:creationId id="{FC57F06D-1A4A-412B-A482-B246BD2B8420}"/>
              </a:ext>
            </a:extLst>
          </p:cNvPr>
          <p:cNvSpPr>
            <a:spLocks noGrp="1"/>
          </p:cNvSpPr>
          <p:nvPr/>
        </p:nvSpPr>
        <p:spPr>
          <a:xfrm>
            <a:off x="7639050" y="345757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Event Mailbox</a:t>
            </a:r>
            <a:endParaRPr lang="ko-KR">
              <a:latin typeface="Calibri"/>
              <a:ea typeface="Calibri"/>
              <a:cs typeface="Calibri"/>
            </a:endParaRPr>
          </a:p>
        </p:txBody>
      </p:sp>
      <p:sp>
        <p:nvSpPr>
          <p:cNvPr id="27" name="dp44-scenario-correction / n25 / text 1">
            <a:extLst>
              <a:ext uri="{FF2B5EF4-FFF2-40B4-BE49-F238E27FC236}">
                <ns2:creationId id="{146E2333-EAC2-4FB9-A578-359B6E379738}"/>
              </a:ext>
            </a:extLst>
          </p:cNvPr>
          <p:cNvSpPr>
            <a:spLocks noGrp="1"/>
          </p:cNvSpPr>
          <p:nvPr/>
        </p:nvSpPr>
        <p:spPr>
          <a:xfrm>
            <a:off x="7639050" y="3771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늦은 JobDone(J1)</a:t>
            </a:r>
            <a:endParaRPr lang="ko-KR">
              <a:latin typeface="Calibri"/>
              <a:ea typeface="Calibri"/>
              <a:cs typeface="Calibri"/>
            </a:endParaRPr>
          </a:p>
        </p:txBody>
      </p:sp>
      <p:sp>
        <p:nvSpPr>
          <p:cNvPr id="28" name="dp44-scenario-correction / n26">
            <a:extLst>
              <a:ext uri="{FF2B5EF4-FFF2-40B4-BE49-F238E27FC236}">
                <ns2:creationId id="{4F170AF6-96A4-491E-A108-0B6CF2DCE6AC}"/>
              </a:ext>
            </a:extLst>
          </p:cNvPr>
          <p:cNvSpPr>
            <a:spLocks noGrp="1"/>
          </p:cNvSpPr>
          <p:nvPr/>
        </p:nvSpPr>
        <p:spPr>
          <a:xfrm>
            <a:off x="7639050" y="4152900"/>
            <a:ext cx="190500" cy="190500"/>
          </a:xfrm>
          <a:prstGeom prst="rect">
            <a:avLst/>
          </a:prstGeom>
          <a:solidFill>
            <a:srgbClr val="FFFFFF"/>
          </a:solidFill>
          <a:ln w="16193">
            <a:solidFill>
              <a:srgbClr val="5F6B77"/>
            </a:solidFill>
            <a:prstDash val="solid"/>
          </a:ln>
        </p:spPr>
      </p:sp>
      <p:sp>
        <p:nvSpPr>
          <p:cNvPr id="29" name="dp44-scenario-correction / n27">
            <a:extLst>
              <a:ext uri="{FF2B5EF4-FFF2-40B4-BE49-F238E27FC236}">
                <ns2:creationId id="{284BC836-B87F-4318-8EF3-EB456B0BC9CE}"/>
              </a:ext>
            </a:extLst>
          </p:cNvPr>
          <p:cNvSpPr>
            <a:spLocks noGrp="1"/>
          </p:cNvSpPr>
          <p:nvPr/>
        </p:nvSpPr>
        <p:spPr>
          <a:xfrm>
            <a:off x="7896225" y="4152900"/>
            <a:ext cx="190500" cy="190500"/>
          </a:xfrm>
          <a:prstGeom prst="rect">
            <a:avLst/>
          </a:prstGeom>
          <a:solidFill>
            <a:srgbClr val="FFFFFF"/>
          </a:solidFill>
          <a:ln w="16193">
            <a:solidFill>
              <a:srgbClr val="5F6B77"/>
            </a:solidFill>
            <a:prstDash val="solid"/>
          </a:ln>
        </p:spPr>
      </p:sp>
      <p:sp>
        <p:nvSpPr>
          <p:cNvPr id="30" name="dp44-scenario-correction / n28">
            <a:extLst>
              <a:ext uri="{FF2B5EF4-FFF2-40B4-BE49-F238E27FC236}">
                <ns2:creationId id="{6F3DBD37-97B7-497D-BE64-FC1433723839}"/>
              </a:ext>
            </a:extLst>
          </p:cNvPr>
          <p:cNvSpPr>
            <a:spLocks noGrp="1"/>
          </p:cNvSpPr>
          <p:nvPr/>
        </p:nvSpPr>
        <p:spPr>
          <a:xfrm>
            <a:off x="8153400" y="4152900"/>
            <a:ext cx="190500" cy="190500"/>
          </a:xfrm>
          <a:prstGeom prst="rect">
            <a:avLst/>
          </a:prstGeom>
          <a:solidFill>
            <a:srgbClr val="FFFFFF"/>
          </a:solidFill>
          <a:ln w="16193">
            <a:solidFill>
              <a:srgbClr val="5F6B77"/>
            </a:solidFill>
            <a:prstDash val="solid"/>
          </a:ln>
        </p:spPr>
      </p:sp>
      <p:sp>
        <p:nvSpPr>
          <p:cNvPr id="31" name="dp44-scenario-correction / n29">
            <a:extLst>
              <a:ext uri="{FF2B5EF4-FFF2-40B4-BE49-F238E27FC236}">
                <ns2:creationId id="{875E7458-4C48-4AFC-95F0-E45AD09AAF7B}"/>
              </a:ext>
            </a:extLst>
          </p:cNvPr>
          <p:cNvSpPr>
            <a:spLocks noGrp="1"/>
          </p:cNvSpPr>
          <p:nvPr/>
        </p:nvSpPr>
        <p:spPr>
          <a:xfrm>
            <a:off x="8410575" y="4152900"/>
            <a:ext cx="190500" cy="190500"/>
          </a:xfrm>
          <a:prstGeom prst="rect">
            <a:avLst/>
          </a:prstGeom>
          <a:solidFill>
            <a:srgbClr val="FFFFFF"/>
          </a:solidFill>
          <a:ln w="16193">
            <a:solidFill>
              <a:srgbClr val="5F6B77"/>
            </a:solidFill>
            <a:prstDash val="solid"/>
          </a:ln>
        </p:spPr>
      </p:sp>
      <p:sp>
        <p:nvSpPr>
          <p:cNvPr id="32" name="dp44-scenario-correction / n30 / text 1">
            <a:extLst>
              <a:ext uri="{FF2B5EF4-FFF2-40B4-BE49-F238E27FC236}">
                <ns2:creationId id="{0B7591E8-01D6-4CEF-9D28-459F746FF0A5}"/>
              </a:ext>
            </a:extLst>
          </p:cNvPr>
          <p:cNvSpPr>
            <a:spLocks noGrp="1"/>
          </p:cNvSpPr>
          <p:nvPr/>
        </p:nvSpPr>
        <p:spPr>
          <a:xfrm>
            <a:off x="752475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rev1 결과가 도착</a:t>
            </a:r>
            <a:endParaRPr lang="ko-KR">
              <a:latin typeface="Calibri"/>
              <a:ea typeface="Calibri"/>
              <a:cs typeface="Calibri"/>
            </a:endParaRPr>
          </a:p>
        </p:txBody>
      </p:sp>
      <p:sp>
        <p:nvSpPr>
          <p:cNvPr id="33" name="dp44-scenario-correction / n31 / path">
            <a:extLst>
              <a:ext uri="{FF2B5EF4-FFF2-40B4-BE49-F238E27FC236}">
                <ns2:creationId id="{100FE268-1FDB-4928-AEB5-0834F7A1C1AA}"/>
              </a:ext>
            </a:extLst>
          </p:cNvPr>
          <p:cNvSpPr>
            <a:spLocks noGrp="1"/>
          </p:cNvSpPr>
          <p:nvPr/>
        </p:nvSpPr>
        <p:spPr>
          <a:xfrm>
            <a:off x="10534650" y="3952875"/>
            <a:ext cx="295275" cy="953"/>
          </a:xfrm>
          <a:custGeom>
            <a:pathLst>
              <a:path w="295275" h="953">
                <a:moveTo>
                  <a:pt x="0" y="0"/>
                </a:moveTo>
                <a:lnTo>
                  <a:pt x="295275" y="0"/>
                </a:lnTo>
              </a:path>
            </a:pathLst>
          </a:custGeom>
          <a:noFill/>
          <a:ln w="28575">
            <a:solidFill>
              <a:srgbClr val="2858A5"/>
            </a:solidFill>
            <a:prstDash val="solid"/>
          </a:ln>
        </p:spPr>
      </p:sp>
      <p:sp>
        <p:nvSpPr>
          <p:cNvPr id="34" name="dp44-scenario-correction / n31 / arrow">
            <a:extLst>
              <a:ext uri="{FF2B5EF4-FFF2-40B4-BE49-F238E27FC236}">
                <ns2:creationId id="{E0DEA4A3-8A6A-477D-974D-1106895A70D3}"/>
              </a:ext>
            </a:extLst>
          </p:cNvPr>
          <p:cNvSpPr>
            <a:spLocks noGrp="1"/>
          </p:cNvSpPr>
          <p:nvPr/>
        </p:nvSpPr>
        <p:spPr>
          <a:xfrm>
            <a:off x="10647045"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35" name="dp44-scenario-correction / n32 / text 1">
            <a:extLst>
              <a:ext uri="{FF2B5EF4-FFF2-40B4-BE49-F238E27FC236}">
                <ns2:creationId id="{26355364-DD3C-47FE-80B9-B4BEA698AE35}"/>
              </a:ext>
            </a:extLst>
          </p:cNvPr>
          <p:cNvSpPr>
            <a:spLocks noGrp="1"/>
          </p:cNvSpPr>
          <p:nvPr/>
        </p:nvSpPr>
        <p:spPr>
          <a:xfrm>
            <a:off x="10906125"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36" name="dp44-scenario-correction / n33">
            <a:extLst>
              <a:ext uri="{FF2B5EF4-FFF2-40B4-BE49-F238E27FC236}">
                <ns2:creationId id="{5361883C-B1A9-4AA0-BFA9-2362EE9557D0}"/>
              </a:ext>
            </a:extLst>
          </p:cNvPr>
          <p:cNvSpPr>
            <a:spLocks noGrp="1"/>
          </p:cNvSpPr>
          <p:nvPr/>
        </p:nvSpPr>
        <p:spPr>
          <a:xfrm>
            <a:off x="10906125" y="3333750"/>
            <a:ext cx="2952750" cy="1143000"/>
          </a:xfrm>
          <a:prstGeom prst="rect">
            <a:avLst/>
          </a:prstGeom>
          <a:solidFill>
            <a:srgbClr val="FFF3E5"/>
          </a:solidFill>
          <a:ln w="16193">
            <a:solidFill>
              <a:srgbClr val="B8753F"/>
            </a:solidFill>
            <a:prstDash val="solid"/>
          </a:ln>
        </p:spPr>
      </p:sp>
      <p:sp>
        <p:nvSpPr>
          <p:cNvPr id="37" name="dp44-scenario-correction / n34 / text 1">
            <a:extLst>
              <a:ext uri="{FF2B5EF4-FFF2-40B4-BE49-F238E27FC236}">
                <ns2:creationId id="{68F78FD5-1EC5-4E3A-930C-4FC1406D0A9D}"/>
              </a:ext>
            </a:extLst>
          </p:cNvPr>
          <p:cNvSpPr>
            <a:spLocks noGrp="1"/>
          </p:cNvSpPr>
          <p:nvPr/>
        </p:nvSpPr>
        <p:spPr>
          <a:xfrm>
            <a:off x="11020425"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a:t>
            </a:r>
            <a:endParaRPr lang="ko-KR">
              <a:latin typeface="Calibri"/>
              <a:ea typeface="Calibri"/>
              <a:cs typeface="Calibri"/>
            </a:endParaRPr>
          </a:p>
        </p:txBody>
      </p:sp>
      <p:sp>
        <p:nvSpPr>
          <p:cNvPr id="38" name="dp44-scenario-correction / n35 / text 1">
            <a:extLst>
              <a:ext uri="{FF2B5EF4-FFF2-40B4-BE49-F238E27FC236}">
                <ns2:creationId id="{9D063617-AB56-4350-840C-4930B5D22BA3}"/>
              </a:ext>
            </a:extLst>
          </p:cNvPr>
          <p:cNvSpPr>
            <a:spLocks noGrp="1"/>
          </p:cNvSpPr>
          <p:nvPr/>
        </p:nvSpPr>
        <p:spPr>
          <a:xfrm>
            <a:off x="11020425"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J1 결과 폐기</a:t>
            </a:r>
            <a:endParaRPr lang="ko-KR">
              <a:latin typeface="Calibri"/>
              <a:ea typeface="Calibri"/>
              <a:cs typeface="Calibri"/>
            </a:endParaRPr>
          </a:p>
        </p:txBody>
      </p:sp>
      <p:sp>
        <p:nvSpPr>
          <p:cNvPr id="39" name="dp44-scenario-correction / n36 / text 1">
            <a:extLst>
              <a:ext uri="{FF2B5EF4-FFF2-40B4-BE49-F238E27FC236}">
                <ns2:creationId id="{5A164BF4-FDA3-4A70-BA31-74DDAD5901B4}"/>
              </a:ext>
            </a:extLst>
          </p:cNvPr>
          <p:cNvSpPr>
            <a:spLocks noGrp="1"/>
          </p:cNvSpPr>
          <p:nvPr/>
        </p:nvSpPr>
        <p:spPr>
          <a:xfrm>
            <a:off x="10906125"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종료 상태와 비용 추적</a:t>
            </a:r>
            <a:endParaRPr lang="ko-KR">
              <a:latin typeface="Calibri"/>
              <a:ea typeface="Calibri"/>
              <a:cs typeface="Calibri"/>
            </a:endParaRPr>
          </a:p>
        </p:txBody>
      </p:sp>
      <p:sp>
        <p:nvSpPr>
          <p:cNvPr id="40" name="dp44-scenario-correction / n37 / path">
            <a:extLst>
              <a:ext uri="{FF2B5EF4-FFF2-40B4-BE49-F238E27FC236}">
                <ns2:creationId id="{8B50DEF3-DF5D-49C7-8AEC-2D69C6520AFF}"/>
              </a:ext>
            </a:extLst>
          </p:cNvPr>
          <p:cNvSpPr>
            <a:spLocks noGrp="1"/>
          </p:cNvSpPr>
          <p:nvPr/>
        </p:nvSpPr>
        <p:spPr>
          <a:xfrm>
            <a:off x="13916025" y="3952875"/>
            <a:ext cx="295275" cy="953"/>
          </a:xfrm>
          <a:custGeom>
            <a:pathLst>
              <a:path w="295275" h="953">
                <a:moveTo>
                  <a:pt x="0" y="0"/>
                </a:moveTo>
                <a:lnTo>
                  <a:pt x="295275" y="0"/>
                </a:lnTo>
              </a:path>
            </a:pathLst>
          </a:custGeom>
          <a:noFill/>
          <a:ln w="28575">
            <a:solidFill>
              <a:srgbClr val="2858A5"/>
            </a:solidFill>
            <a:prstDash val="solid"/>
          </a:ln>
        </p:spPr>
      </p:sp>
      <p:sp>
        <p:nvSpPr>
          <p:cNvPr id="41" name="dp44-scenario-correction / n37 / arrow">
            <a:extLst>
              <a:ext uri="{FF2B5EF4-FFF2-40B4-BE49-F238E27FC236}">
                <ns2:creationId id="{CEBF7999-15A9-49B8-8B55-ACF2971C9C7F}"/>
              </a:ext>
            </a:extLst>
          </p:cNvPr>
          <p:cNvSpPr>
            <a:spLocks noGrp="1"/>
          </p:cNvSpPr>
          <p:nvPr/>
        </p:nvSpPr>
        <p:spPr>
          <a:xfrm>
            <a:off x="14028420"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42" name="dp44-scenario-correction / n38 / text 1">
            <a:extLst>
              <a:ext uri="{FF2B5EF4-FFF2-40B4-BE49-F238E27FC236}">
                <ns2:creationId id="{B0D9E195-D823-4AE0-852B-10BE3042D605}"/>
              </a:ext>
            </a:extLst>
          </p:cNvPr>
          <p:cNvSpPr>
            <a:spLocks noGrp="1"/>
          </p:cNvSpPr>
          <p:nvPr/>
        </p:nvSpPr>
        <p:spPr>
          <a:xfrm>
            <a:off x="1428750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43" name="dp44-scenario-correction / n39">
            <a:extLst>
              <a:ext uri="{FF2B5EF4-FFF2-40B4-BE49-F238E27FC236}">
                <ns2:creationId id="{F2473012-37C4-4CAD-8C02-F06B72C8F9C0}"/>
              </a:ext>
            </a:extLst>
          </p:cNvPr>
          <p:cNvSpPr>
            <a:spLocks noGrp="1"/>
          </p:cNvSpPr>
          <p:nvPr/>
        </p:nvSpPr>
        <p:spPr>
          <a:xfrm>
            <a:off x="14287500" y="3333750"/>
            <a:ext cx="2952750" cy="1143000"/>
          </a:xfrm>
          <a:prstGeom prst="rect">
            <a:avLst/>
          </a:prstGeom>
          <a:solidFill>
            <a:srgbClr val="FFF3E5"/>
          </a:solidFill>
          <a:ln w="16193">
            <a:solidFill>
              <a:srgbClr val="B8753F"/>
            </a:solidFill>
            <a:prstDash val="solid"/>
          </a:ln>
        </p:spPr>
      </p:sp>
      <p:sp>
        <p:nvSpPr>
          <p:cNvPr id="44" name="dp44-scenario-correction / n40 / text 1">
            <a:extLst>
              <a:ext uri="{FF2B5EF4-FFF2-40B4-BE49-F238E27FC236}">
                <ns2:creationId id="{A9B9EB33-B918-45E0-92D1-AD4B445A9DB6}"/>
              </a:ext>
            </a:extLst>
          </p:cNvPr>
          <p:cNvSpPr>
            <a:spLocks noGrp="1"/>
          </p:cNvSpPr>
          <p:nvPr/>
        </p:nvSpPr>
        <p:spPr>
          <a:xfrm>
            <a:off x="14401800"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Publication Control</a:t>
            </a:r>
            <a:endParaRPr lang="ko-KR">
              <a:latin typeface="Calibri"/>
              <a:ea typeface="Calibri"/>
              <a:cs typeface="Calibri"/>
            </a:endParaRPr>
          </a:p>
        </p:txBody>
      </p:sp>
      <p:sp>
        <p:nvSpPr>
          <p:cNvPr id="45" name="dp44-scenario-correction / n41 / text 1">
            <a:extLst>
              <a:ext uri="{FF2B5EF4-FFF2-40B4-BE49-F238E27FC236}">
                <ns2:creationId id="{E9A02FC5-8EFE-4D6F-B181-5C550FA362A0}"/>
              </a:ext>
            </a:extLst>
          </p:cNvPr>
          <p:cNvSpPr>
            <a:spLocks noGrp="1"/>
          </p:cNvSpPr>
          <p:nvPr/>
        </p:nvSpPr>
        <p:spPr>
          <a:xfrm>
            <a:off x="14401800"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현재성 최종 확인</a:t>
            </a:r>
            <a:endParaRPr lang="ko-KR">
              <a:latin typeface="Calibri"/>
              <a:ea typeface="Calibri"/>
              <a:cs typeface="Calibri"/>
            </a:endParaRPr>
          </a:p>
        </p:txBody>
      </p:sp>
      <p:sp>
        <p:nvSpPr>
          <p:cNvPr id="46" name="dp44-scenario-correction / n42 / text 1">
            <a:extLst>
              <a:ext uri="{FF2B5EF4-FFF2-40B4-BE49-F238E27FC236}">
                <ns2:creationId id="{6743430E-ACBB-4CBE-82F8-10258D5A53E7}"/>
              </a:ext>
            </a:extLst>
          </p:cNvPr>
          <p:cNvSpPr>
            <a:spLocks noGrp="1"/>
          </p:cNvSpPr>
          <p:nvPr/>
        </p:nvSpPr>
        <p:spPr>
          <a:xfrm>
            <a:off x="1428750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구 후보의 게시 차단</a:t>
            </a:r>
            <a:endParaRPr lang="ko-KR">
              <a:latin typeface="Calibri"/>
              <a:ea typeface="Calibri"/>
              <a:cs typeface="Calibri"/>
            </a:endParaRPr>
          </a:p>
        </p:txBody>
      </p:sp>
      <p:sp>
        <p:nvSpPr>
          <p:cNvPr id="47" name="dp44-scenario-correction / n43">
            <a:extLst>
              <a:ext uri="{FF2B5EF4-FFF2-40B4-BE49-F238E27FC236}">
                <ns2:creationId id="{7E366C94-2B86-48AF-9E8B-6D215F0D6682}"/>
              </a:ext>
            </a:extLst>
          </p:cNvPr>
          <p:cNvSpPr>
            <a:spLocks noGrp="1"/>
          </p:cNvSpPr>
          <p:nvPr/>
        </p:nvSpPr>
        <p:spPr>
          <a:xfrm>
            <a:off x="514350" y="5810250"/>
            <a:ext cx="17259300" cy="514350"/>
          </a:xfrm>
          <a:prstGeom prst="rect">
            <a:avLst/>
          </a:prstGeom>
          <a:solidFill>
            <a:srgbClr val="FFF5DB"/>
          </a:solidFill>
          <a:ln w="16193">
            <a:solidFill>
              <a:srgbClr val="CDD6DE"/>
            </a:solidFill>
            <a:prstDash val="solid"/>
          </a:ln>
        </p:spPr>
      </p:sp>
      <p:sp>
        <p:nvSpPr>
          <p:cNvPr id="48" name="dp44-scenario-correction / n44 / text 1">
            <a:extLst>
              <a:ext uri="{FF2B5EF4-FFF2-40B4-BE49-F238E27FC236}">
                <ns2:creationId id="{828B1D54-8D73-4935-8424-50BD80EAB5DE}"/>
              </a:ext>
            </a:extLst>
          </p:cNvPr>
          <p:cNvSpPr>
            <a:spLocks noGrp="1"/>
          </p:cNvSpPr>
          <p:nvPr/>
        </p:nvSpPr>
        <p:spPr>
          <a:xfrm>
            <a:off x="714375" y="5934075"/>
            <a:ext cx="16573500" cy="331470"/>
          </a:xfrm>
          <a:prstGeom prst="rect">
            <a:avLst/>
          </a:prstGeom>
          <a:noFill/>
          <a:ln w="0">
            <a:noFill/>
            <a:prstDash val="solid"/>
          </a:ln>
        </p:spPr>
        <p:txBody>
          <a:bodyPr wrap="none" lIns="0" tIns="0" rIns="0" bIns="0" anchor="t">
            <a:noAutofit/>
          </a:bodyPr>
          <a:lstStyle>
            <a:defPPr algn="l">
              <a:defRPr sz="1800" b="1" lang="ko-KR">
                <a:solidFill>
                  <a:srgbClr val="18232E"/>
                </a:solidFill>
                <a:latin typeface="Calibri"/>
                <a:ea typeface="Calibri"/>
                <a:cs typeface="Calibri"/>
              </a:defRPr>
            </a:defPPr>
          </a:lstStyle>
          <a:p>
            <a:pPr algn="l">
              <a:defRPr sz="1800" b="1" lang="ko-KR">
                <a:solidFill>
                  <a:srgbClr val="18232E"/>
                </a:solidFill>
                <a:latin typeface="Calibri"/>
                <a:ea typeface="Calibri"/>
                <a:cs typeface="Calibri"/>
              </a:defRPr>
            </a:pPr>
            <a:r>
              <a:rPr sz="1800" b="1" lang="ko-KR">
                <a:solidFill>
                  <a:srgbClr val="18232E"/>
                </a:solidFill>
                <a:latin typeface="Calibri"/>
                <a:ea typeface="Calibri"/>
                <a:cs typeface="Calibri"/>
              </a:rPr>
              <a:t>B  Composer의 자기 Done 처리와 Join에서 폐기</a:t>
            </a:r>
            <a:endParaRPr lang="ko-KR">
              <a:latin typeface="Calibri"/>
              <a:ea typeface="Calibri"/>
              <a:cs typeface="Calibri"/>
            </a:endParaRPr>
          </a:p>
        </p:txBody>
      </p:sp>
      <p:sp>
        <p:nvSpPr>
          <p:cNvPr id="49" name="dp44-scenario-correction / n45 / text 1">
            <a:extLst>
              <a:ext uri="{FF2B5EF4-FFF2-40B4-BE49-F238E27FC236}">
                <ns2:creationId id="{5431AD29-931F-4CBF-A828-4CF9C7A1E181}"/>
              </a:ext>
            </a:extLst>
          </p:cNvPr>
          <p:cNvSpPr>
            <a:spLocks noGrp="1"/>
          </p:cNvSpPr>
          <p:nvPr/>
        </p:nvSpPr>
        <p:spPr>
          <a:xfrm>
            <a:off x="76200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50" name="dp44-scenario-correction / n46">
            <a:extLst>
              <a:ext uri="{FF2B5EF4-FFF2-40B4-BE49-F238E27FC236}">
                <ns2:creationId id="{6A7962BA-D618-4F7E-B30D-3313E286F245}"/>
              </a:ext>
            </a:extLst>
          </p:cNvPr>
          <p:cNvSpPr>
            <a:spLocks noGrp="1"/>
          </p:cNvSpPr>
          <p:nvPr/>
        </p:nvSpPr>
        <p:spPr>
          <a:xfrm>
            <a:off x="762000" y="6638925"/>
            <a:ext cx="2952750" cy="1143000"/>
          </a:xfrm>
          <a:prstGeom prst="rect">
            <a:avLst/>
          </a:prstGeom>
          <a:solidFill>
            <a:srgbClr val="FFF3E5"/>
          </a:solidFill>
          <a:ln w="16193">
            <a:solidFill>
              <a:srgbClr val="B8753F"/>
            </a:solidFill>
            <a:prstDash val="solid"/>
          </a:ln>
        </p:spPr>
      </p:sp>
      <p:sp>
        <p:nvSpPr>
          <p:cNvPr id="51" name="dp44-scenario-correction / n47 / text 1">
            <a:extLst>
              <a:ext uri="{FF2B5EF4-FFF2-40B4-BE49-F238E27FC236}">
                <ns2:creationId id="{61523B53-9B6B-492C-92FC-7419E013F088}"/>
              </a:ext>
            </a:extLst>
          </p:cNvPr>
          <p:cNvSpPr>
            <a:spLocks noGrp="1"/>
          </p:cNvSpPr>
          <p:nvPr/>
        </p:nvSpPr>
        <p:spPr>
          <a:xfrm>
            <a:off x="876300" y="679132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Input Resolution Stage Pump</a:t>
            </a:r>
            <a:endParaRPr lang="ko-KR">
              <a:latin typeface="Calibri"/>
              <a:ea typeface="Calibri"/>
              <a:cs typeface="Calibri"/>
            </a:endParaRPr>
          </a:p>
        </p:txBody>
      </p:sp>
      <p:sp>
        <p:nvSpPr>
          <p:cNvPr id="52" name="dp44-scenario-correction / n48 / text 1">
            <a:extLst>
              <a:ext uri="{FF2B5EF4-FFF2-40B4-BE49-F238E27FC236}">
                <ns2:creationId id="{6A6E33EE-C87F-4F8A-A5C4-568FB0E8BE00}"/>
              </a:ext>
            </a:extLst>
          </p:cNvPr>
          <p:cNvSpPr>
            <a:spLocks noGrp="1"/>
          </p:cNvSpPr>
          <p:nvPr/>
        </p:nvSpPr>
        <p:spPr>
          <a:xfrm>
            <a:off x="876300" y="7200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R1 rev2 채택 반영</a:t>
            </a:r>
            <a:endParaRPr lang="ko-KR">
              <a:latin typeface="Calibri"/>
              <a:ea typeface="Calibri"/>
              <a:cs typeface="Calibri"/>
            </a:endParaRPr>
          </a:p>
        </p:txBody>
      </p:sp>
      <p:sp>
        <p:nvSpPr>
          <p:cNvPr id="53" name="dp44-scenario-correction / n49 / text 1">
            <a:extLst>
              <a:ext uri="{FF2B5EF4-FFF2-40B4-BE49-F238E27FC236}">
                <ns2:creationId id="{17385321-0DAF-4DD4-A700-D48A187F0FDD}"/>
              </a:ext>
            </a:extLst>
          </p:cNvPr>
          <p:cNvSpPr>
            <a:spLocks noGrp="1"/>
          </p:cNvSpPr>
          <p:nvPr/>
        </p:nvSpPr>
        <p:spPr>
          <a:xfrm>
            <a:off x="76200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관련 Invalidate 발행</a:t>
            </a:r>
            <a:endParaRPr lang="ko-KR">
              <a:latin typeface="Calibri"/>
              <a:ea typeface="Calibri"/>
              <a:cs typeface="Calibri"/>
            </a:endParaRPr>
          </a:p>
        </p:txBody>
      </p:sp>
      <p:sp>
        <p:nvSpPr>
          <p:cNvPr id="54" name="dp44-scenario-correction / n50 / path">
            <a:extLst>
              <a:ext uri="{FF2B5EF4-FFF2-40B4-BE49-F238E27FC236}">
                <ns2:creationId id="{0F6332B2-7365-42A4-8D4F-1F11FEDE61B0}"/>
              </a:ext>
            </a:extLst>
          </p:cNvPr>
          <p:cNvSpPr>
            <a:spLocks noGrp="1"/>
          </p:cNvSpPr>
          <p:nvPr/>
        </p:nvSpPr>
        <p:spPr>
          <a:xfrm>
            <a:off x="3771900" y="7258050"/>
            <a:ext cx="295275" cy="953"/>
          </a:xfrm>
          <a:custGeom>
            <a:pathLst>
              <a:path w="295275" h="953">
                <a:moveTo>
                  <a:pt x="0" y="0"/>
                </a:moveTo>
                <a:lnTo>
                  <a:pt x="295275" y="0"/>
                </a:lnTo>
              </a:path>
            </a:pathLst>
          </a:custGeom>
          <a:noFill/>
          <a:ln w="28575">
            <a:solidFill>
              <a:srgbClr val="B63732"/>
            </a:solidFill>
            <a:prstDash val="dash"/>
          </a:ln>
        </p:spPr>
      </p:sp>
      <p:sp>
        <p:nvSpPr>
          <p:cNvPr id="55" name="dp44-scenario-correction / n50 / arrow">
            <a:extLst>
              <a:ext uri="{FF2B5EF4-FFF2-40B4-BE49-F238E27FC236}">
                <ns2:creationId id="{7C4CB7CE-D641-4710-BCC7-D337D2F18341}"/>
              </a:ext>
            </a:extLst>
          </p:cNvPr>
          <p:cNvSpPr>
            <a:spLocks noGrp="1"/>
          </p:cNvSpPr>
          <p:nvPr/>
        </p:nvSpPr>
        <p:spPr>
          <a:xfrm>
            <a:off x="3884295" y="7166610"/>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56" name="dp44-scenario-correction / n51 / text 1">
            <a:extLst>
              <a:ext uri="{FF2B5EF4-FFF2-40B4-BE49-F238E27FC236}">
                <ns2:creationId id="{72C23A57-D54A-4E5B-9457-9CFC4921F479}"/>
              </a:ext>
            </a:extLst>
          </p:cNvPr>
          <p:cNvSpPr>
            <a:spLocks noGrp="1"/>
          </p:cNvSpPr>
          <p:nvPr/>
        </p:nvSpPr>
        <p:spPr>
          <a:xfrm>
            <a:off x="4143375"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57" name="dp44-scenario-correction / n52">
            <a:extLst>
              <a:ext uri="{FF2B5EF4-FFF2-40B4-BE49-F238E27FC236}">
                <ns2:creationId id="{90F088A5-AA93-404D-B57B-E769F8F8292E}"/>
              </a:ext>
            </a:extLst>
          </p:cNvPr>
          <p:cNvSpPr>
            <a:spLocks noGrp="1"/>
          </p:cNvSpPr>
          <p:nvPr/>
        </p:nvSpPr>
        <p:spPr>
          <a:xfrm>
            <a:off x="4143375" y="6638925"/>
            <a:ext cx="2952750" cy="1143000"/>
          </a:xfrm>
          <a:prstGeom prst="rect">
            <a:avLst/>
          </a:prstGeom>
          <a:solidFill>
            <a:srgbClr val="FFFFFF"/>
          </a:solidFill>
          <a:ln w="16193">
            <a:solidFill>
              <a:srgbClr val="B8753F"/>
            </a:solidFill>
            <a:prstDash val="solid"/>
          </a:ln>
        </p:spPr>
      </p:sp>
      <p:sp>
        <p:nvSpPr>
          <p:cNvPr id="58" name="dp44-scenario-correction / n53 / text 1">
            <a:extLst>
              <a:ext uri="{FF2B5EF4-FFF2-40B4-BE49-F238E27FC236}">
                <ns2:creationId id="{7585845F-CECD-44AD-9C85-922D655CCD9E}"/>
              </a:ext>
            </a:extLst>
          </p:cNvPr>
          <p:cNvSpPr>
            <a:spLocks noGrp="1"/>
          </p:cNvSpPr>
          <p:nvPr/>
        </p:nvSpPr>
        <p:spPr>
          <a:xfrm>
            <a:off x="4257675" y="67627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59" name="dp44-scenario-correction / n54 / text 1">
            <a:extLst>
              <a:ext uri="{FF2B5EF4-FFF2-40B4-BE49-F238E27FC236}">
                <ns2:creationId id="{0277B62A-4C16-4D0C-9BD7-7EC2265516F4}"/>
              </a:ext>
            </a:extLst>
          </p:cNvPr>
          <p:cNvSpPr>
            <a:spLocks noGrp="1"/>
          </p:cNvSpPr>
          <p:nvPr/>
        </p:nvSpPr>
        <p:spPr>
          <a:xfrm>
            <a:off x="4257675" y="707707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Control Queue: Invalidate</a:t>
            </a:r>
            <a:endParaRPr lang="ko-KR">
              <a:latin typeface="Calibri"/>
              <a:ea typeface="Calibri"/>
              <a:cs typeface="Calibri"/>
            </a:endParaRPr>
          </a:p>
        </p:txBody>
      </p:sp>
      <p:sp>
        <p:nvSpPr>
          <p:cNvPr id="60" name="dp44-scenario-correction / n55">
            <a:extLst>
              <a:ext uri="{FF2B5EF4-FFF2-40B4-BE49-F238E27FC236}">
                <ns2:creationId id="{582FE1C3-0B76-42F4-9995-2DD0ACC72D8F}"/>
              </a:ext>
            </a:extLst>
          </p:cNvPr>
          <p:cNvSpPr>
            <a:spLocks noGrp="1"/>
          </p:cNvSpPr>
          <p:nvPr/>
        </p:nvSpPr>
        <p:spPr>
          <a:xfrm>
            <a:off x="4257675" y="7458075"/>
            <a:ext cx="190500" cy="190500"/>
          </a:xfrm>
          <a:prstGeom prst="rect">
            <a:avLst/>
          </a:prstGeom>
          <a:solidFill>
            <a:srgbClr val="FFFFFF"/>
          </a:solidFill>
          <a:ln w="16193">
            <a:solidFill>
              <a:srgbClr val="5F6B77"/>
            </a:solidFill>
            <a:prstDash val="solid"/>
          </a:ln>
        </p:spPr>
      </p:sp>
      <p:sp>
        <p:nvSpPr>
          <p:cNvPr id="61" name="dp44-scenario-correction / n56">
            <a:extLst>
              <a:ext uri="{FF2B5EF4-FFF2-40B4-BE49-F238E27FC236}">
                <ns2:creationId id="{5305DC62-EC94-4E7A-853A-363D63251EB1}"/>
              </a:ext>
            </a:extLst>
          </p:cNvPr>
          <p:cNvSpPr>
            <a:spLocks noGrp="1"/>
          </p:cNvSpPr>
          <p:nvPr/>
        </p:nvSpPr>
        <p:spPr>
          <a:xfrm>
            <a:off x="4514850" y="7458075"/>
            <a:ext cx="190500" cy="190500"/>
          </a:xfrm>
          <a:prstGeom prst="rect">
            <a:avLst/>
          </a:prstGeom>
          <a:solidFill>
            <a:srgbClr val="FFFFFF"/>
          </a:solidFill>
          <a:ln w="16193">
            <a:solidFill>
              <a:srgbClr val="5F6B77"/>
            </a:solidFill>
            <a:prstDash val="solid"/>
          </a:ln>
        </p:spPr>
      </p:sp>
      <p:sp>
        <p:nvSpPr>
          <p:cNvPr id="62" name="dp44-scenario-correction / n57">
            <a:extLst>
              <a:ext uri="{FF2B5EF4-FFF2-40B4-BE49-F238E27FC236}">
                <ns2:creationId id="{0332B101-073C-4586-ADBE-B862662D100E}"/>
              </a:ext>
            </a:extLst>
          </p:cNvPr>
          <p:cNvSpPr>
            <a:spLocks noGrp="1"/>
          </p:cNvSpPr>
          <p:nvPr/>
        </p:nvSpPr>
        <p:spPr>
          <a:xfrm>
            <a:off x="4772025" y="7458075"/>
            <a:ext cx="190500" cy="190500"/>
          </a:xfrm>
          <a:prstGeom prst="rect">
            <a:avLst/>
          </a:prstGeom>
          <a:solidFill>
            <a:srgbClr val="FFFFFF"/>
          </a:solidFill>
          <a:ln w="16193">
            <a:solidFill>
              <a:srgbClr val="5F6B77"/>
            </a:solidFill>
            <a:prstDash val="solid"/>
          </a:ln>
        </p:spPr>
      </p:sp>
      <p:sp>
        <p:nvSpPr>
          <p:cNvPr id="63" name="dp44-scenario-correction / n58">
            <a:extLst>
              <a:ext uri="{FF2B5EF4-FFF2-40B4-BE49-F238E27FC236}">
                <ns2:creationId id="{A6288957-C89D-4C2F-B975-D7E5B17AA1A0}"/>
              </a:ext>
            </a:extLst>
          </p:cNvPr>
          <p:cNvSpPr>
            <a:spLocks noGrp="1"/>
          </p:cNvSpPr>
          <p:nvPr/>
        </p:nvSpPr>
        <p:spPr>
          <a:xfrm>
            <a:off x="5029200" y="7458075"/>
            <a:ext cx="190500" cy="190500"/>
          </a:xfrm>
          <a:prstGeom prst="rect">
            <a:avLst/>
          </a:prstGeom>
          <a:solidFill>
            <a:srgbClr val="FFFFFF"/>
          </a:solidFill>
          <a:ln w="16193">
            <a:solidFill>
              <a:srgbClr val="5F6B77"/>
            </a:solidFill>
            <a:prstDash val="solid"/>
          </a:ln>
        </p:spPr>
      </p:sp>
      <p:sp>
        <p:nvSpPr>
          <p:cNvPr id="64" name="dp44-scenario-correction / n59 / text 1">
            <a:extLst>
              <a:ext uri="{FF2B5EF4-FFF2-40B4-BE49-F238E27FC236}">
                <ns2:creationId id="{706B0F8E-7234-4319-820C-2085C3897CA8}"/>
              </a:ext>
            </a:extLst>
          </p:cNvPr>
          <p:cNvSpPr>
            <a:spLocks noGrp="1"/>
          </p:cNvSpPr>
          <p:nvPr/>
        </p:nvSpPr>
        <p:spPr>
          <a:xfrm>
            <a:off x="4143375"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J1 무효화와 취소 요청</a:t>
            </a:r>
            <a:endParaRPr lang="ko-KR">
              <a:latin typeface="Calibri"/>
              <a:ea typeface="Calibri"/>
              <a:cs typeface="Calibri"/>
            </a:endParaRPr>
          </a:p>
        </p:txBody>
      </p:sp>
      <p:sp>
        <p:nvSpPr>
          <p:cNvPr id="65" name="dp44-scenario-correction / n60 / path">
            <a:extLst>
              <a:ext uri="{FF2B5EF4-FFF2-40B4-BE49-F238E27FC236}">
                <ns2:creationId id="{F9D3B1D9-4F1C-4D00-8EBC-D1C8ADC2BF7E}"/>
              </a:ext>
            </a:extLst>
          </p:cNvPr>
          <p:cNvSpPr>
            <a:spLocks noGrp="1"/>
          </p:cNvSpPr>
          <p:nvPr/>
        </p:nvSpPr>
        <p:spPr>
          <a:xfrm>
            <a:off x="7153275" y="7258050"/>
            <a:ext cx="295275" cy="953"/>
          </a:xfrm>
          <a:custGeom>
            <a:pathLst>
              <a:path w="295275" h="953">
                <a:moveTo>
                  <a:pt x="0" y="0"/>
                </a:moveTo>
                <a:lnTo>
                  <a:pt x="295275" y="0"/>
                </a:lnTo>
              </a:path>
            </a:pathLst>
          </a:custGeom>
          <a:noFill/>
          <a:ln w="28575">
            <a:solidFill>
              <a:srgbClr val="2858A5"/>
            </a:solidFill>
            <a:prstDash val="dash"/>
          </a:ln>
        </p:spPr>
      </p:sp>
      <p:sp>
        <p:nvSpPr>
          <p:cNvPr id="66" name="dp44-scenario-correction / n60 / arrow">
            <a:extLst>
              <a:ext uri="{FF2B5EF4-FFF2-40B4-BE49-F238E27FC236}">
                <ns2:creationId id="{E6951862-48EF-4824-8E1D-1D06D0B54F3E}"/>
              </a:ext>
            </a:extLst>
          </p:cNvPr>
          <p:cNvSpPr>
            <a:spLocks noGrp="1"/>
          </p:cNvSpPr>
          <p:nvPr/>
        </p:nvSpPr>
        <p:spPr>
          <a:xfrm>
            <a:off x="7265670"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67" name="dp44-scenario-correction / n61 / text 1">
            <a:extLst>
              <a:ext uri="{FF2B5EF4-FFF2-40B4-BE49-F238E27FC236}">
                <ns2:creationId id="{8F8D715E-0B20-4235-8BD6-8057EC7195DF}"/>
              </a:ext>
            </a:extLst>
          </p:cNvPr>
          <p:cNvSpPr>
            <a:spLocks noGrp="1"/>
          </p:cNvSpPr>
          <p:nvPr/>
        </p:nvSpPr>
        <p:spPr>
          <a:xfrm>
            <a:off x="752475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68" name="dp44-scenario-correction / n62">
            <a:extLst>
              <a:ext uri="{FF2B5EF4-FFF2-40B4-BE49-F238E27FC236}">
                <ns2:creationId id="{1294AE92-A172-4C77-9D3E-673BB994E2BE}"/>
              </a:ext>
            </a:extLst>
          </p:cNvPr>
          <p:cNvSpPr>
            <a:spLocks noGrp="1"/>
          </p:cNvSpPr>
          <p:nvPr/>
        </p:nvSpPr>
        <p:spPr>
          <a:xfrm>
            <a:off x="7524750" y="6638925"/>
            <a:ext cx="2952750" cy="1143000"/>
          </a:xfrm>
          <a:prstGeom prst="rect">
            <a:avLst/>
          </a:prstGeom>
          <a:solidFill>
            <a:srgbClr val="FFFFFF"/>
          </a:solidFill>
          <a:ln w="16193">
            <a:solidFill>
              <a:srgbClr val="B8753F"/>
            </a:solidFill>
            <a:prstDash val="solid"/>
          </a:ln>
        </p:spPr>
      </p:sp>
      <p:sp>
        <p:nvSpPr>
          <p:cNvPr id="69" name="dp44-scenario-correction / n63 / text 1">
            <a:extLst>
              <a:ext uri="{FF2B5EF4-FFF2-40B4-BE49-F238E27FC236}">
                <ns2:creationId id="{E13548DF-5211-4254-A129-281954834799}"/>
              </a:ext>
            </a:extLst>
          </p:cNvPr>
          <p:cNvSpPr>
            <a:spLocks noGrp="1"/>
          </p:cNvSpPr>
          <p:nvPr/>
        </p:nvSpPr>
        <p:spPr>
          <a:xfrm>
            <a:off x="7639050" y="67627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70" name="dp44-scenario-correction / n64 / text 1">
            <a:extLst>
              <a:ext uri="{FF2B5EF4-FFF2-40B4-BE49-F238E27FC236}">
                <ns2:creationId id="{2772E951-3EA5-4DDA-8781-A86F91EDEBE2}"/>
              </a:ext>
            </a:extLst>
          </p:cNvPr>
          <p:cNvSpPr>
            <a:spLocks noGrp="1"/>
          </p:cNvSpPr>
          <p:nvPr/>
        </p:nvSpPr>
        <p:spPr>
          <a:xfrm>
            <a:off x="7639050" y="707707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Done Queue: J1</a:t>
            </a:r>
            <a:endParaRPr lang="ko-KR">
              <a:latin typeface="Calibri"/>
              <a:ea typeface="Calibri"/>
              <a:cs typeface="Calibri"/>
            </a:endParaRPr>
          </a:p>
        </p:txBody>
      </p:sp>
      <p:sp>
        <p:nvSpPr>
          <p:cNvPr id="71" name="dp44-scenario-correction / n65">
            <a:extLst>
              <a:ext uri="{FF2B5EF4-FFF2-40B4-BE49-F238E27FC236}">
                <ns2:creationId id="{14F0C521-A534-4DCE-9E90-47F3AE1A3350}"/>
              </a:ext>
            </a:extLst>
          </p:cNvPr>
          <p:cNvSpPr>
            <a:spLocks noGrp="1"/>
          </p:cNvSpPr>
          <p:nvPr/>
        </p:nvSpPr>
        <p:spPr>
          <a:xfrm>
            <a:off x="7639050" y="7458075"/>
            <a:ext cx="190500" cy="190500"/>
          </a:xfrm>
          <a:prstGeom prst="rect">
            <a:avLst/>
          </a:prstGeom>
          <a:solidFill>
            <a:srgbClr val="FFFFFF"/>
          </a:solidFill>
          <a:ln w="16193">
            <a:solidFill>
              <a:srgbClr val="5F6B77"/>
            </a:solidFill>
            <a:prstDash val="solid"/>
          </a:ln>
        </p:spPr>
      </p:sp>
      <p:sp>
        <p:nvSpPr>
          <p:cNvPr id="72" name="dp44-scenario-correction / n66">
            <a:extLst>
              <a:ext uri="{FF2B5EF4-FFF2-40B4-BE49-F238E27FC236}">
                <ns2:creationId id="{636F55F7-9D94-4A36-88D0-B86A475454E6}"/>
              </a:ext>
            </a:extLst>
          </p:cNvPr>
          <p:cNvSpPr>
            <a:spLocks noGrp="1"/>
          </p:cNvSpPr>
          <p:nvPr/>
        </p:nvSpPr>
        <p:spPr>
          <a:xfrm>
            <a:off x="7896225" y="7458075"/>
            <a:ext cx="190500" cy="190500"/>
          </a:xfrm>
          <a:prstGeom prst="rect">
            <a:avLst/>
          </a:prstGeom>
          <a:solidFill>
            <a:srgbClr val="FFFFFF"/>
          </a:solidFill>
          <a:ln w="16193">
            <a:solidFill>
              <a:srgbClr val="5F6B77"/>
            </a:solidFill>
            <a:prstDash val="solid"/>
          </a:ln>
        </p:spPr>
      </p:sp>
      <p:sp>
        <p:nvSpPr>
          <p:cNvPr id="73" name="dp44-scenario-correction / n67">
            <a:extLst>
              <a:ext uri="{FF2B5EF4-FFF2-40B4-BE49-F238E27FC236}">
                <ns2:creationId id="{9517D93C-DC3E-405B-8BCC-0180F7147CF7}"/>
              </a:ext>
            </a:extLst>
          </p:cNvPr>
          <p:cNvSpPr>
            <a:spLocks noGrp="1"/>
          </p:cNvSpPr>
          <p:nvPr/>
        </p:nvSpPr>
        <p:spPr>
          <a:xfrm>
            <a:off x="8153400" y="7458075"/>
            <a:ext cx="190500" cy="190500"/>
          </a:xfrm>
          <a:prstGeom prst="rect">
            <a:avLst/>
          </a:prstGeom>
          <a:solidFill>
            <a:srgbClr val="FFFFFF"/>
          </a:solidFill>
          <a:ln w="16193">
            <a:solidFill>
              <a:srgbClr val="5F6B77"/>
            </a:solidFill>
            <a:prstDash val="solid"/>
          </a:ln>
        </p:spPr>
      </p:sp>
      <p:sp>
        <p:nvSpPr>
          <p:cNvPr id="74" name="dp44-scenario-correction / n68">
            <a:extLst>
              <a:ext uri="{FF2B5EF4-FFF2-40B4-BE49-F238E27FC236}">
                <ns2:creationId id="{AA32C7F1-271D-41EA-B73F-CE5800C61F14}"/>
              </a:ext>
            </a:extLst>
          </p:cNvPr>
          <p:cNvSpPr>
            <a:spLocks noGrp="1"/>
          </p:cNvSpPr>
          <p:nvPr/>
        </p:nvSpPr>
        <p:spPr>
          <a:xfrm>
            <a:off x="8410575" y="7458075"/>
            <a:ext cx="190500" cy="190500"/>
          </a:xfrm>
          <a:prstGeom prst="rect">
            <a:avLst/>
          </a:prstGeom>
          <a:solidFill>
            <a:srgbClr val="FFFFFF"/>
          </a:solidFill>
          <a:ln w="16193">
            <a:solidFill>
              <a:srgbClr val="5F6B77"/>
            </a:solidFill>
            <a:prstDash val="solid"/>
          </a:ln>
        </p:spPr>
      </p:sp>
      <p:sp>
        <p:nvSpPr>
          <p:cNvPr id="75" name="dp44-scenario-correction / n69 / text 1">
            <a:extLst>
              <a:ext uri="{FF2B5EF4-FFF2-40B4-BE49-F238E27FC236}">
                <ns2:creationId id="{5ED47DF6-DE5B-4704-A5E1-178FF0567872}"/>
              </a:ext>
            </a:extLst>
          </p:cNvPr>
          <p:cNvSpPr>
            <a:spLocks noGrp="1"/>
          </p:cNvSpPr>
          <p:nvPr/>
        </p:nvSpPr>
        <p:spPr>
          <a:xfrm>
            <a:off x="752475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늦은 완료가 도착</a:t>
            </a:r>
            <a:endParaRPr lang="ko-KR">
              <a:latin typeface="Calibri"/>
              <a:ea typeface="Calibri"/>
              <a:cs typeface="Calibri"/>
            </a:endParaRPr>
          </a:p>
        </p:txBody>
      </p:sp>
      <p:sp>
        <p:nvSpPr>
          <p:cNvPr id="76" name="dp44-scenario-correction / n70 / path">
            <a:extLst>
              <a:ext uri="{FF2B5EF4-FFF2-40B4-BE49-F238E27FC236}">
                <ns2:creationId id="{35C03F5B-2140-4055-A153-26217778D4A9}"/>
              </a:ext>
            </a:extLst>
          </p:cNvPr>
          <p:cNvSpPr>
            <a:spLocks noGrp="1"/>
          </p:cNvSpPr>
          <p:nvPr/>
        </p:nvSpPr>
        <p:spPr>
          <a:xfrm>
            <a:off x="10534650" y="7258050"/>
            <a:ext cx="295275" cy="953"/>
          </a:xfrm>
          <a:custGeom>
            <a:pathLst>
              <a:path w="295275" h="953">
                <a:moveTo>
                  <a:pt x="0" y="0"/>
                </a:moveTo>
                <a:lnTo>
                  <a:pt x="295275" y="0"/>
                </a:lnTo>
              </a:path>
            </a:pathLst>
          </a:custGeom>
          <a:noFill/>
          <a:ln w="28575">
            <a:solidFill>
              <a:srgbClr val="2858A5"/>
            </a:solidFill>
            <a:prstDash val="solid"/>
          </a:ln>
        </p:spPr>
      </p:sp>
      <p:sp>
        <p:nvSpPr>
          <p:cNvPr id="77" name="dp44-scenario-correction / n70 / arrow">
            <a:extLst>
              <a:ext uri="{FF2B5EF4-FFF2-40B4-BE49-F238E27FC236}">
                <ns2:creationId id="{75CA2CCF-9ABB-44D9-8A53-B9ABA2EB1A7D}"/>
              </a:ext>
            </a:extLst>
          </p:cNvPr>
          <p:cNvSpPr>
            <a:spLocks noGrp="1"/>
          </p:cNvSpPr>
          <p:nvPr/>
        </p:nvSpPr>
        <p:spPr>
          <a:xfrm>
            <a:off x="10647045"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78" name="dp44-scenario-correction / n71 / text 1">
            <a:extLst>
              <a:ext uri="{FF2B5EF4-FFF2-40B4-BE49-F238E27FC236}">
                <ns2:creationId id="{39976AE1-A3BD-4A3B-B437-EC1B8ACF57B7}"/>
              </a:ext>
            </a:extLst>
          </p:cNvPr>
          <p:cNvSpPr>
            <a:spLocks noGrp="1"/>
          </p:cNvSpPr>
          <p:nvPr/>
        </p:nvSpPr>
        <p:spPr>
          <a:xfrm>
            <a:off x="10906125"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79" name="dp44-scenario-correction / n72">
            <a:extLst>
              <a:ext uri="{FF2B5EF4-FFF2-40B4-BE49-F238E27FC236}">
                <ns2:creationId id="{FE5C745E-A5AA-4659-968B-DE22C2599F41}"/>
              </a:ext>
            </a:extLst>
          </p:cNvPr>
          <p:cNvSpPr>
            <a:spLocks noGrp="1"/>
          </p:cNvSpPr>
          <p:nvPr/>
        </p:nvSpPr>
        <p:spPr>
          <a:xfrm>
            <a:off x="10906125" y="6638925"/>
            <a:ext cx="2952750" cy="1143000"/>
          </a:xfrm>
          <a:prstGeom prst="rect">
            <a:avLst/>
          </a:prstGeom>
          <a:solidFill>
            <a:srgbClr val="FFF3E5"/>
          </a:solidFill>
          <a:ln w="16193">
            <a:solidFill>
              <a:srgbClr val="B8753F"/>
            </a:solidFill>
            <a:prstDash val="solid"/>
          </a:ln>
        </p:spPr>
      </p:sp>
      <p:sp>
        <p:nvSpPr>
          <p:cNvPr id="80" name="dp44-scenario-correction / n73 / text 1">
            <a:extLst>
              <a:ext uri="{FF2B5EF4-FFF2-40B4-BE49-F238E27FC236}">
                <ns2:creationId id="{318773E6-F2EA-4F2E-BA1C-D2F91162DBCD}"/>
              </a:ext>
            </a:extLst>
          </p:cNvPr>
          <p:cNvSpPr>
            <a:spLocks noGrp="1"/>
          </p:cNvSpPr>
          <p:nvPr/>
        </p:nvSpPr>
        <p:spPr>
          <a:xfrm>
            <a:off x="11020425" y="679132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Composer Pump</a:t>
            </a:r>
            <a:endParaRPr lang="ko-KR">
              <a:latin typeface="Calibri"/>
              <a:ea typeface="Calibri"/>
              <a:cs typeface="Calibri"/>
            </a:endParaRPr>
          </a:p>
        </p:txBody>
      </p:sp>
      <p:sp>
        <p:nvSpPr>
          <p:cNvPr id="81" name="dp44-scenario-correction / n74 / text 1">
            <a:extLst>
              <a:ext uri="{FF2B5EF4-FFF2-40B4-BE49-F238E27FC236}">
                <ns2:creationId id="{FD7F82F8-F169-41C0-B3B4-5A9A9DF45C0B}"/>
              </a:ext>
            </a:extLst>
          </p:cNvPr>
          <p:cNvSpPr>
            <a:spLocks noGrp="1"/>
          </p:cNvSpPr>
          <p:nvPr/>
        </p:nvSpPr>
        <p:spPr>
          <a:xfrm>
            <a:off x="11020425" y="7200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자기 J1 결과 폐기</a:t>
            </a:r>
            <a:endParaRPr lang="ko-KR">
              <a:latin typeface="Calibri"/>
              <a:ea typeface="Calibri"/>
              <a:cs typeface="Calibri"/>
            </a:endParaRPr>
          </a:p>
        </p:txBody>
      </p:sp>
      <p:sp>
        <p:nvSpPr>
          <p:cNvPr id="82" name="dp44-scenario-correction / n75 / text 1">
            <a:extLst>
              <a:ext uri="{FF2B5EF4-FFF2-40B4-BE49-F238E27FC236}">
                <ns2:creationId id="{3016178E-B59A-4E86-A168-0B81BCB1424F}"/>
              </a:ext>
            </a:extLst>
          </p:cNvPr>
          <p:cNvSpPr>
            <a:spLocks noGrp="1"/>
          </p:cNvSpPr>
          <p:nvPr/>
        </p:nvSpPr>
        <p:spPr>
          <a:xfrm>
            <a:off x="10906125"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준비 Job 상태와 비용 추적</a:t>
            </a:r>
            <a:endParaRPr lang="ko-KR">
              <a:latin typeface="Calibri"/>
              <a:ea typeface="Calibri"/>
              <a:cs typeface="Calibri"/>
            </a:endParaRPr>
          </a:p>
        </p:txBody>
      </p:sp>
      <p:sp>
        <p:nvSpPr>
          <p:cNvPr id="83" name="dp44-scenario-correction / n76 / path">
            <a:extLst>
              <a:ext uri="{FF2B5EF4-FFF2-40B4-BE49-F238E27FC236}">
                <ns2:creationId id="{0B0DEA11-ED92-4616-90CF-A29B60C7F946}"/>
              </a:ext>
            </a:extLst>
          </p:cNvPr>
          <p:cNvSpPr>
            <a:spLocks noGrp="1"/>
          </p:cNvSpPr>
          <p:nvPr/>
        </p:nvSpPr>
        <p:spPr>
          <a:xfrm>
            <a:off x="13916025" y="7258050"/>
            <a:ext cx="295275" cy="953"/>
          </a:xfrm>
          <a:custGeom>
            <a:pathLst>
              <a:path w="295275" h="953">
                <a:moveTo>
                  <a:pt x="0" y="0"/>
                </a:moveTo>
                <a:lnTo>
                  <a:pt x="295275" y="0"/>
                </a:lnTo>
              </a:path>
            </a:pathLst>
          </a:custGeom>
          <a:noFill/>
          <a:ln w="28575">
            <a:solidFill>
              <a:srgbClr val="B63732"/>
            </a:solidFill>
            <a:prstDash val="dash"/>
          </a:ln>
        </p:spPr>
      </p:sp>
      <p:sp>
        <p:nvSpPr>
          <p:cNvPr id="84" name="dp44-scenario-correction / n76 / arrow">
            <a:extLst>
              <a:ext uri="{FF2B5EF4-FFF2-40B4-BE49-F238E27FC236}">
                <ns2:creationId id="{7D93BE19-64D8-424D-9EF5-560E5479C5D5}"/>
              </a:ext>
            </a:extLst>
          </p:cNvPr>
          <p:cNvSpPr>
            <a:spLocks noGrp="1"/>
          </p:cNvSpPr>
          <p:nvPr/>
        </p:nvSpPr>
        <p:spPr>
          <a:xfrm>
            <a:off x="14028420" y="7166610"/>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85" name="dp44-scenario-correction / n77 / text 1">
            <a:extLst>
              <a:ext uri="{FF2B5EF4-FFF2-40B4-BE49-F238E27FC236}">
                <ns2:creationId id="{5C988000-A8E3-49C5-9F18-936EA4B5F09F}"/>
              </a:ext>
            </a:extLst>
          </p:cNvPr>
          <p:cNvSpPr>
            <a:spLocks noGrp="1"/>
          </p:cNvSpPr>
          <p:nvPr/>
        </p:nvSpPr>
        <p:spPr>
          <a:xfrm>
            <a:off x="1428750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86" name="dp44-scenario-correction / n78">
            <a:extLst>
              <a:ext uri="{FF2B5EF4-FFF2-40B4-BE49-F238E27FC236}">
                <ns2:creationId id="{90B06286-1EF2-426E-B636-CB6F3A8475DC}"/>
              </a:ext>
            </a:extLst>
          </p:cNvPr>
          <p:cNvSpPr>
            <a:spLocks noGrp="1"/>
          </p:cNvSpPr>
          <p:nvPr/>
        </p:nvSpPr>
        <p:spPr>
          <a:xfrm>
            <a:off x="14287500" y="6638925"/>
            <a:ext cx="2952750" cy="1143000"/>
          </a:xfrm>
          <a:prstGeom prst="rect">
            <a:avLst/>
          </a:prstGeom>
          <a:solidFill>
            <a:srgbClr val="FFFFFF"/>
          </a:solidFill>
          <a:ln w="16193">
            <a:solidFill>
              <a:srgbClr val="B8753F"/>
            </a:solidFill>
            <a:prstDash val="solid"/>
          </a:ln>
        </p:spPr>
      </p:sp>
      <p:sp>
        <p:nvSpPr>
          <p:cNvPr id="87" name="dp44-scenario-correction / n79 / text 1">
            <a:extLst>
              <a:ext uri="{FF2B5EF4-FFF2-40B4-BE49-F238E27FC236}">
                <ns2:creationId id="{46770C77-F36A-4F88-8064-5DD6BF4AED2B}"/>
              </a:ext>
            </a:extLst>
          </p:cNvPr>
          <p:cNvSpPr>
            <a:spLocks noGrp="1"/>
          </p:cNvSpPr>
          <p:nvPr/>
        </p:nvSpPr>
        <p:spPr>
          <a:xfrm>
            <a:off x="14401800" y="67627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Publication Join</a:t>
            </a:r>
            <a:endParaRPr lang="ko-KR">
              <a:latin typeface="Calibri"/>
              <a:ea typeface="Calibri"/>
              <a:cs typeface="Calibri"/>
            </a:endParaRPr>
          </a:p>
        </p:txBody>
      </p:sp>
      <p:sp>
        <p:nvSpPr>
          <p:cNvPr id="88" name="dp44-scenario-correction / n80 / text 1">
            <a:extLst>
              <a:ext uri="{FF2B5EF4-FFF2-40B4-BE49-F238E27FC236}">
                <ns2:creationId id="{ABD42B29-4170-4176-85E5-287B71EDD7B2}"/>
              </a:ext>
            </a:extLst>
          </p:cNvPr>
          <p:cNvSpPr>
            <a:spLocks noGrp="1"/>
          </p:cNvSpPr>
          <p:nvPr/>
        </p:nvSpPr>
        <p:spPr>
          <a:xfrm>
            <a:off x="14401800" y="707707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Control Queue: Invalidate</a:t>
            </a:r>
            <a:endParaRPr lang="ko-KR">
              <a:latin typeface="Calibri"/>
              <a:ea typeface="Calibri"/>
              <a:cs typeface="Calibri"/>
            </a:endParaRPr>
          </a:p>
        </p:txBody>
      </p:sp>
      <p:sp>
        <p:nvSpPr>
          <p:cNvPr id="89" name="dp44-scenario-correction / n81">
            <a:extLst>
              <a:ext uri="{FF2B5EF4-FFF2-40B4-BE49-F238E27FC236}">
                <ns2:creationId id="{4ABCFAE8-6D0C-4366-A488-6F36DD748901}"/>
              </a:ext>
            </a:extLst>
          </p:cNvPr>
          <p:cNvSpPr>
            <a:spLocks noGrp="1"/>
          </p:cNvSpPr>
          <p:nvPr/>
        </p:nvSpPr>
        <p:spPr>
          <a:xfrm>
            <a:off x="14401800" y="7458075"/>
            <a:ext cx="190500" cy="190500"/>
          </a:xfrm>
          <a:prstGeom prst="rect">
            <a:avLst/>
          </a:prstGeom>
          <a:solidFill>
            <a:srgbClr val="FFFFFF"/>
          </a:solidFill>
          <a:ln w="16193">
            <a:solidFill>
              <a:srgbClr val="5F6B77"/>
            </a:solidFill>
            <a:prstDash val="solid"/>
          </a:ln>
        </p:spPr>
      </p:sp>
      <p:sp>
        <p:nvSpPr>
          <p:cNvPr id="90" name="dp44-scenario-correction / n82">
            <a:extLst>
              <a:ext uri="{FF2B5EF4-FFF2-40B4-BE49-F238E27FC236}">
                <ns2:creationId id="{BDC6A0A5-D2B1-481A-BA45-08E03F6EFFC3}"/>
              </a:ext>
            </a:extLst>
          </p:cNvPr>
          <p:cNvSpPr>
            <a:spLocks noGrp="1"/>
          </p:cNvSpPr>
          <p:nvPr/>
        </p:nvSpPr>
        <p:spPr>
          <a:xfrm>
            <a:off x="14658975" y="7458075"/>
            <a:ext cx="190500" cy="190500"/>
          </a:xfrm>
          <a:prstGeom prst="rect">
            <a:avLst/>
          </a:prstGeom>
          <a:solidFill>
            <a:srgbClr val="FFFFFF"/>
          </a:solidFill>
          <a:ln w="16193">
            <a:solidFill>
              <a:srgbClr val="5F6B77"/>
            </a:solidFill>
            <a:prstDash val="solid"/>
          </a:ln>
        </p:spPr>
      </p:sp>
      <p:sp>
        <p:nvSpPr>
          <p:cNvPr id="91" name="dp44-scenario-correction / n83">
            <a:extLst>
              <a:ext uri="{FF2B5EF4-FFF2-40B4-BE49-F238E27FC236}">
                <ns2:creationId id="{664DC042-6461-476A-9FF0-976728256D1B}"/>
              </a:ext>
            </a:extLst>
          </p:cNvPr>
          <p:cNvSpPr>
            <a:spLocks noGrp="1"/>
          </p:cNvSpPr>
          <p:nvPr/>
        </p:nvSpPr>
        <p:spPr>
          <a:xfrm>
            <a:off x="14916150" y="7458075"/>
            <a:ext cx="190500" cy="190500"/>
          </a:xfrm>
          <a:prstGeom prst="rect">
            <a:avLst/>
          </a:prstGeom>
          <a:solidFill>
            <a:srgbClr val="FFFFFF"/>
          </a:solidFill>
          <a:ln w="16193">
            <a:solidFill>
              <a:srgbClr val="5F6B77"/>
            </a:solidFill>
            <a:prstDash val="solid"/>
          </a:ln>
        </p:spPr>
      </p:sp>
      <p:sp>
        <p:nvSpPr>
          <p:cNvPr id="92" name="dp44-scenario-correction / n84">
            <a:extLst>
              <a:ext uri="{FF2B5EF4-FFF2-40B4-BE49-F238E27FC236}">
                <ns2:creationId id="{E2AC06F2-CD22-4611-8F25-C051D3422D75}"/>
              </a:ext>
            </a:extLst>
          </p:cNvPr>
          <p:cNvSpPr>
            <a:spLocks noGrp="1"/>
          </p:cNvSpPr>
          <p:nvPr/>
        </p:nvSpPr>
        <p:spPr>
          <a:xfrm>
            <a:off x="15173325" y="7458075"/>
            <a:ext cx="190500" cy="190500"/>
          </a:xfrm>
          <a:prstGeom prst="rect">
            <a:avLst/>
          </a:prstGeom>
          <a:solidFill>
            <a:srgbClr val="FFFFFF"/>
          </a:solidFill>
          <a:ln w="16193">
            <a:solidFill>
              <a:srgbClr val="5F6B77"/>
            </a:solidFill>
            <a:prstDash val="solid"/>
          </a:ln>
        </p:spPr>
      </p:sp>
      <p:sp>
        <p:nvSpPr>
          <p:cNvPr id="93" name="dp44-scenario-correction / n85 / text 1">
            <a:extLst>
              <a:ext uri="{FF2B5EF4-FFF2-40B4-BE49-F238E27FC236}">
                <ns2:creationId id="{1BBAC453-D5EA-4B5C-B2EF-145F03A113CD}"/>
              </a:ext>
            </a:extLst>
          </p:cNvPr>
          <p:cNvSpPr>
            <a:spLocks noGrp="1"/>
          </p:cNvSpPr>
          <p:nvPr/>
        </p:nvSpPr>
        <p:spPr>
          <a:xfrm>
            <a:off x="1428750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구 Candidate 폐기</a:t>
            </a:r>
            <a:endParaRPr lang="ko-KR">
              <a:latin typeface="Calibri"/>
              <a:ea typeface="Calibri"/>
              <a:cs typeface="Calibri"/>
            </a:endParaRPr>
          </a:p>
        </p:txBody>
      </p:sp>
      <p:sp>
        <p:nvSpPr>
          <p:cNvPr id="94" name="dp44-scenario-correction / n86">
            <a:extLst>
              <a:ext uri="{FF2B5EF4-FFF2-40B4-BE49-F238E27FC236}">
                <ns2:creationId id="{F50CF1BC-6AC0-462F-BF5B-743765EB1C04}"/>
              </a:ext>
            </a:extLst>
          </p:cNvPr>
          <p:cNvSpPr>
            <a:spLocks noGrp="1"/>
          </p:cNvSpPr>
          <p:nvPr/>
        </p:nvSpPr>
        <p:spPr>
          <a:xfrm>
            <a:off x="514350" y="9201150"/>
            <a:ext cx="17259300" cy="609600"/>
          </a:xfrm>
          <a:prstGeom prst="rect">
            <a:avLst/>
          </a:prstGeom>
          <a:solidFill>
            <a:srgbClr val="F4F7FA"/>
          </a:solidFill>
          <a:ln w="16193">
            <a:solidFill>
              <a:srgbClr val="CDD6DE"/>
            </a:solidFill>
            <a:prstDash val="solid"/>
          </a:ln>
        </p:spPr>
      </p:sp>
      <p:sp>
        <p:nvSpPr>
          <p:cNvPr id="95" name="dp44-scenario-correction / n87 / text 1">
            <a:extLst>
              <a:ext uri="{FF2B5EF4-FFF2-40B4-BE49-F238E27FC236}">
                <ns2:creationId id="{14D4BED4-2BEC-48A5-9D2F-4D8C258B6926}"/>
              </a:ext>
            </a:extLst>
          </p:cNvPr>
          <p:cNvSpPr>
            <a:spLocks noGrp="1"/>
          </p:cNvSpPr>
          <p:nvPr/>
        </p:nvSpPr>
        <p:spPr>
          <a:xfrm>
            <a:off x="685800" y="9344025"/>
            <a:ext cx="16764000" cy="303848"/>
          </a:xfrm>
          <a:prstGeom prst="rect">
            <a:avLst/>
          </a:prstGeom>
          <a:noFill/>
          <a:ln w="0">
            <a:noFill/>
            <a:prstDash val="solid"/>
          </a:ln>
        </p:spPr>
        <p:txBody>
          <a:bodyPr wrap="none" lIns="0" tIns="0" rIns="0" bIns="0" anchor="t">
            <a:noAutofit/>
          </a:bodyPr>
          <a:lstStyle>
            <a:defPPr algn="l">
              <a:defRPr sz="1700" b="1" lang="ko-KR">
                <a:solidFill>
                  <a:srgbClr val="18232E"/>
                </a:solidFill>
                <a:latin typeface="Calibri"/>
                <a:ea typeface="Calibri"/>
                <a:cs typeface="Calibri"/>
              </a:defRPr>
            </a:defP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A는 중앙 Job Index와 Dispatcher가 폐기한다. B는 Composer의 자기 Done 처리와 Join이 관련 결과를 막는다.</a:t>
            </a:r>
            <a:endParaRPr lang="ko-KR">
              <a:latin typeface="Calibri"/>
              <a:ea typeface="Calibri"/>
              <a:cs typeface="Calibri"/>
            </a:endParaRPr>
          </a:p>
        </p:txBody>
      </p:sp>
      <p:sp>
        <p:nvSpPr>
          <p:cNvPr id="96" name="dp44-scenario-correction / n88 / text 1">
            <a:extLst>
              <a:ext uri="{FF2B5EF4-FFF2-40B4-BE49-F238E27FC236}">
                <ns2:creationId id="{7F85C2D5-8633-4CD3-A2B2-F81F9B9E0B03}"/>
              </a:ext>
            </a:extLst>
          </p:cNvPr>
          <p:cNvSpPr>
            <a:spLocks noGrp="1"/>
          </p:cNvSpPr>
          <p:nvPr/>
        </p:nvSpPr>
        <p:spPr>
          <a:xfrm>
            <a:off x="514350" y="9925050"/>
            <a:ext cx="17259300"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파란선: 일반 사건과 다음 처리    파란 점선: 비동기 완료    붉은 점선: 제어와 무효화    A/B 미선정, 미구현, 미측정</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0004"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31 / 49</a:t>
            </a:r>
            <a:endParaRPr lang="ko-KR">
              <a:latin typeface="Calibri"/>
              <a:ea typeface="Calibri"/>
              <a:cs typeface="Calibri"/>
            </a:endParaRPr>
          </a:p>
        </p:txBody>
      </p:sp>
    </p:spTree>
    <p:extLst>
      <p:ext uri="{BB962C8B-B14F-4D97-AF65-F5344CB8AC3E}">
        <p14:creationId val="776311958"/>
      </p:ext>
    </p:extLst>
  </p:cSld>
</p:sld>
</file>

<file path=ppt/slides/dpSummaryV16.xml><?xml version="1.0" encoding="utf-8"?>
<p:sld xmlns:a="http://schemas.openxmlformats.org/drawingml/2006/main" xmlns:ns2="http://schemas.microsoft.com/office/drawing/2014/main" xmlns:p="http://schemas.openxmlformats.org/presentationml/2006/main" xmlns:p14="http://schemas.microsoft.com/office/powerpoint/2010/main">
  <p:cSld name="dp-summary-v16">
    <p:bg>
      <p:bgPr>
        <a:solidFill>
          <a:srgbClr val="FFFFFF"/>
        </a:solidFill>
      </p:bgPr>
    </p:bg>
    <p:spTree>
      <p:nvGrpSpPr>
        <p:cNvPr id="1" name=""/>
        <p:cNvGrpSpPr/>
        <p:nvPr/>
      </p:nvGrpSpPr>
      <p:grpSpPr>
        <a:xfrm/>
      </p:grpSpPr>
      <p:graphicFrame>
        <p:nvGraphicFramePr>
          <p:cNvPr id="3" name="">
            <a:extLst>
              <a:ext uri="{FF2B5EF4-FFF2-40B4-BE49-F238E27FC236}">
                <ns2:creationId id="{EF0BDE77-04EE-430E-947F-BF95DB648148}"/>
              </a:ext>
            </a:extLst>
          </p:cNvPr>
          <p:cNvGraphicFramePr/>
          <p:nvPr/>
        </p:nvGraphicFramePr>
        <p:xfrm>
          <a:off x="476250" y="1600200"/>
          <a:ext cx="17335500" cy="7620000"/>
        </p:xfrm>
        <a:graphic>
          <a:graphicData uri="http://schemas.openxmlformats.org/drawingml/2006/table">
            <a:tbl>
              <a:tblPr/>
              <a:tblGrid>
                <a:gridCol w="1809750"/>
                <a:gridCol w="3429000"/>
                <a:gridCol w="2476500"/>
                <a:gridCol w="4762500"/>
                <a:gridCol w="4857750"/>
              </a:tblGrid>
              <a:tr h="609600">
                <a:tc>
                  <a:txBody>
                    <a:bodyPr>
                      <a:noAutofit/>
                    </a:bodyPr>
                    <a:lstStyle/>
                    <a:p>
                      <a:pPr algn="ctr">
                        <a:defRPr lang="ko-KR">
                          <a:latin typeface="Calibri"/>
                          <a:ea typeface="Calibri"/>
                          <a:cs typeface="Calibri"/>
                        </a:defRPr>
                      </a:pPr>
                      <a:r>
                        <a:rPr sz="2100" b="1" lang="ko-KR">
                          <a:solidFill>
                            <a:srgbClr val="000000"/>
                          </a:solidFill>
                          <a:latin typeface="Calibri"/>
                          <a:ea typeface="Calibri"/>
                          <a:cs typeface="Calibri"/>
                        </a:rPr>
                        <a:t>DP</a:t>
                      </a:r>
                      <a:endParaRPr lang="ko-KR">
                        <a:latin typeface="Calibri"/>
                        <a:ea typeface="Calibri"/>
                        <a:cs typeface="Calibri"/>
                      </a:endParaRPr>
                    </a:p>
                  </a:txBody>
                  <a:tcPr marL="133350" marR="114300" marT="114300" marB="114300" anchor="ctr">
                    <a:lnL w="9525">
                      <a:solidFill>
                        <a:srgbClr val="929292"/>
                      </a:solidFill>
                      <a:prstDash val="solid"/>
                    </a:lnL>
                    <a:lnR w="9525">
                      <a:solidFill>
                        <a:srgbClr val="929292"/>
                      </a:solidFill>
                      <a:prstDash val="solid"/>
                    </a:lnR>
                    <a:lnT w="9525">
                      <a:solidFill>
                        <a:srgbClr val="929292"/>
                      </a:solidFill>
                      <a:prstDash val="solid"/>
                    </a:lnT>
                    <a:lnB w="9525">
                      <a:solidFill>
                        <a:srgbClr val="929292"/>
                      </a:solidFill>
                      <a:prstDash val="solid"/>
                    </a:lnB>
                    <a:solidFill>
                      <a:srgbClr val="C9E0B4"/>
                    </a:solidFill>
                  </a:tcPr>
                </a:tc>
                <a:tc>
                  <a:txBody>
                    <a:bodyPr>
                      <a:noAutofit/>
                    </a:bodyPr>
                    <a:lstStyle/>
                    <a:p>
                      <a:pPr algn="ctr">
                        <a:defRPr lang="ko-KR">
                          <a:latin typeface="Calibri"/>
                          <a:ea typeface="Calibri"/>
                          <a:cs typeface="Calibri"/>
                        </a:defRPr>
                      </a:pPr>
                      <a:r>
                        <a:rPr sz="2100" b="1" lang="ko-KR">
                          <a:solidFill>
                            <a:srgbClr val="000000"/>
                          </a:solidFill>
                          <a:latin typeface="Calibri"/>
                          <a:ea typeface="Calibri"/>
                          <a:cs typeface="Calibri"/>
                        </a:rPr>
                        <a:t>풀고자 하는 VIA 문제</a:t>
                      </a:r>
                      <a:endParaRPr lang="ko-KR">
                        <a:latin typeface="Calibri"/>
                        <a:ea typeface="Calibri"/>
                        <a:cs typeface="Calibri"/>
                      </a:endParaRPr>
                    </a:p>
                  </a:txBody>
                  <a:tcPr marL="133350" marR="114300" marT="114300" marB="114300" anchor="ctr">
                    <a:lnR w="9525">
                      <a:solidFill>
                        <a:srgbClr val="929292"/>
                      </a:solidFill>
                      <a:prstDash val="solid"/>
                    </a:lnR>
                    <a:lnT w="9525">
                      <a:solidFill>
                        <a:srgbClr val="929292"/>
                      </a:solidFill>
                      <a:prstDash val="solid"/>
                    </a:lnT>
                    <a:lnB w="9525">
                      <a:solidFill>
                        <a:srgbClr val="929292"/>
                      </a:solidFill>
                      <a:prstDash val="solid"/>
                    </a:lnB>
                    <a:solidFill>
                      <a:srgbClr val="C9E0B4"/>
                    </a:solidFill>
                  </a:tcPr>
                </a:tc>
                <a:tc>
                  <a:txBody>
                    <a:bodyPr>
                      <a:noAutofit/>
                    </a:bodyPr>
                    <a:lstStyle/>
                    <a:p>
                      <a:pPr algn="ctr">
                        <a:defRPr lang="ko-KR">
                          <a:latin typeface="Calibri"/>
                          <a:ea typeface="Calibri"/>
                          <a:cs typeface="Calibri"/>
                        </a:defRPr>
                      </a:pPr>
                      <a:r>
                        <a:rPr sz="2100" b="1" lang="ko-KR">
                          <a:solidFill>
                            <a:srgbClr val="000000"/>
                          </a:solidFill>
                          <a:latin typeface="Calibri"/>
                          <a:ea typeface="Calibri"/>
                          <a:cs typeface="Calibri"/>
                        </a:rPr>
                        <a:t>설계 주제</a:t>
                      </a:r>
                      <a:endParaRPr lang="ko-KR">
                        <a:latin typeface="Calibri"/>
                        <a:ea typeface="Calibri"/>
                        <a:cs typeface="Calibri"/>
                      </a:endParaRPr>
                    </a:p>
                  </a:txBody>
                  <a:tcPr marL="133350" marR="114300" marT="114300" marB="114300" anchor="ctr">
                    <a:lnR w="9525">
                      <a:solidFill>
                        <a:srgbClr val="929292"/>
                      </a:solidFill>
                      <a:prstDash val="solid"/>
                    </a:lnR>
                    <a:lnT w="9525">
                      <a:solidFill>
                        <a:srgbClr val="929292"/>
                      </a:solidFill>
                      <a:prstDash val="solid"/>
                    </a:lnT>
                    <a:lnB w="9525">
                      <a:solidFill>
                        <a:srgbClr val="929292"/>
                      </a:solidFill>
                      <a:prstDash val="solid"/>
                    </a:lnB>
                    <a:solidFill>
                      <a:srgbClr val="C9E0B4"/>
                    </a:solidFill>
                  </a:tcPr>
                </a:tc>
                <a:tc>
                  <a:txBody>
                    <a:bodyPr>
                      <a:noAutofit/>
                    </a:bodyPr>
                    <a:lstStyle/>
                    <a:p>
                      <a:pPr algn="ctr">
                        <a:defRPr lang="ko-KR">
                          <a:latin typeface="Calibri"/>
                          <a:ea typeface="Calibri"/>
                          <a:cs typeface="Calibri"/>
                        </a:defRPr>
                      </a:pPr>
                      <a:r>
                        <a:rPr sz="2100" b="1" lang="ko-KR">
                          <a:solidFill>
                            <a:srgbClr val="000000"/>
                          </a:solidFill>
                          <a:latin typeface="Calibri"/>
                          <a:ea typeface="Calibri"/>
                          <a:cs typeface="Calibri"/>
                        </a:rPr>
                        <a:t>두 방안의 주된 차이</a:t>
                      </a:r>
                      <a:endParaRPr lang="ko-KR">
                        <a:latin typeface="Calibri"/>
                        <a:ea typeface="Calibri"/>
                        <a:cs typeface="Calibri"/>
                      </a:endParaRPr>
                    </a:p>
                  </a:txBody>
                  <a:tcPr marL="133350" marR="114300" marT="114300" marB="114300" anchor="ctr">
                    <a:lnR w="9525">
                      <a:solidFill>
                        <a:srgbClr val="929292"/>
                      </a:solidFill>
                      <a:prstDash val="solid"/>
                    </a:lnR>
                    <a:lnT w="9525">
                      <a:solidFill>
                        <a:srgbClr val="929292"/>
                      </a:solidFill>
                      <a:prstDash val="solid"/>
                    </a:lnT>
                    <a:lnB w="9525">
                      <a:solidFill>
                        <a:srgbClr val="929292"/>
                      </a:solidFill>
                      <a:prstDash val="solid"/>
                    </a:lnB>
                    <a:solidFill>
                      <a:srgbClr val="C9E0B4"/>
                    </a:solidFill>
                  </a:tcPr>
                </a:tc>
                <a:tc>
                  <a:txBody>
                    <a:bodyPr>
                      <a:noAutofit/>
                    </a:bodyPr>
                    <a:lstStyle/>
                    <a:p>
                      <a:pPr algn="ctr">
                        <a:defRPr lang="ko-KR">
                          <a:latin typeface="Calibri"/>
                          <a:ea typeface="Calibri"/>
                          <a:cs typeface="Calibri"/>
                        </a:defRPr>
                      </a:pPr>
                      <a:r>
                        <a:rPr sz="2100" b="1" lang="ko-KR">
                          <a:solidFill>
                            <a:srgbClr val="000000"/>
                          </a:solidFill>
                          <a:latin typeface="Calibri"/>
                          <a:ea typeface="Calibri"/>
                          <a:cs typeface="Calibri"/>
                        </a:rPr>
                        <a:t>평가</a:t>
                      </a:r>
                      <a:endParaRPr lang="ko-KR">
                        <a:latin typeface="Calibri"/>
                        <a:ea typeface="Calibri"/>
                        <a:cs typeface="Calibri"/>
                      </a:endParaRPr>
                    </a:p>
                  </a:txBody>
                  <a:tcPr marL="133350" marR="114300" marT="114300" marB="114300" anchor="ctr">
                    <a:lnR w="9525">
                      <a:solidFill>
                        <a:srgbClr val="929292"/>
                      </a:solidFill>
                      <a:prstDash val="solid"/>
                    </a:lnR>
                    <a:lnT w="9525">
                      <a:solidFill>
                        <a:srgbClr val="929292"/>
                      </a:solidFill>
                      <a:prstDash val="solid"/>
                    </a:lnT>
                    <a:lnB w="9525">
                      <a:solidFill>
                        <a:srgbClr val="929292"/>
                      </a:solidFill>
                      <a:prstDash val="solid"/>
                    </a:lnB>
                    <a:solidFill>
                      <a:srgbClr val="C9E0B4"/>
                    </a:solidFill>
                  </a:tcPr>
                </a:tc>
              </a:tr>
              <a:tr h="1752600">
                <a:tc>
                  <a:txBody>
                    <a:bodyPr>
                      <a:noAutofit/>
                    </a:bodyPr>
                    <a:lstStyle/>
                    <a:p>
                      <a:pPr algn="l">
                        <a:defRPr lang="ko-KR">
                          <a:latin typeface="Calibri"/>
                          <a:ea typeface="Calibri"/>
                          <a:cs typeface="Calibri"/>
                        </a:defRPr>
                      </a:pPr>
                      <a:r>
                        <a:rPr sz="2000" b="1" lang="ko-KR">
                          <a:solidFill>
                            <a:srgbClr val="000000"/>
                          </a:solidFill>
                          <a:latin typeface="Calibri"/>
                          <a:ea typeface="Calibri"/>
                          <a:cs typeface="Calibri"/>
                        </a:rPr>
                        <a:t>DP-44</a:t>
                      </a:r>
                      <a:endParaRPr lang="ko-KR">
                        <a:latin typeface="Calibri"/>
                        <a:ea typeface="Calibri"/>
                        <a:cs typeface="Calibri"/>
                      </a:endParaRPr>
                    </a:p>
                    <a:p>
                      <a:pPr algn="l">
                        <a:defRPr lang="ko-KR">
                          <a:latin typeface="Calibri"/>
                          <a:ea typeface="Calibri"/>
                          <a:cs typeface="Calibri"/>
                        </a:defRPr>
                      </a:pPr>
                      <a:r>
                        <a:rPr sz="2000" b="1" lang="ko-KR">
                          <a:solidFill>
                            <a:srgbClr val="000000"/>
                          </a:solidFill>
                          <a:latin typeface="Calibri"/>
                          <a:ea typeface="Calibri"/>
                          <a:cs typeface="Calibri"/>
                        </a:rPr>
                        <a:t>연속 대화 실행</a:t>
                      </a:r>
                      <a:endParaRPr lang="ko-KR">
                        <a:latin typeface="Calibri"/>
                        <a:ea typeface="Calibri"/>
                        <a:cs typeface="Calibri"/>
                      </a:endParaRPr>
                    </a:p>
                  </a:txBody>
                  <a:tcPr marL="133350" marR="114300" marT="114300" marB="114300" anchor="ctr">
                    <a:lnL w="9525">
                      <a:solidFill>
                        <a:srgbClr val="929292"/>
                      </a:solidFill>
                      <a:prstDash val="solid"/>
                    </a:lnL>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사용자 정정과 끼어들기,</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Agent 질문과 결과가 겹쳐도</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유효한 처리를 계속 이어가기</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다음 실행과 대기,</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취소를 연결하는 방식</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A  중앙 조정자가 완료를 받고</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     다음 작업을 지시</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B  연결된 처리 단계가 각자</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     조건에 따라 다음 실행을 진행</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응답시간과 변경 부담</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시간 차이는 작을 것으로 예상</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A의 변경 범위와 병행 수정</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중복이 작을 것으로 예상</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r>
              <a:tr h="1752600">
                <a:tc>
                  <a:txBody>
                    <a:bodyPr>
                      <a:noAutofit/>
                    </a:bodyPr>
                    <a:lstStyle/>
                    <a:p>
                      <a:pPr algn="l">
                        <a:defRPr lang="ko-KR">
                          <a:latin typeface="Calibri"/>
                          <a:ea typeface="Calibri"/>
                          <a:cs typeface="Calibri"/>
                        </a:defRPr>
                      </a:pPr>
                      <a:r>
                        <a:rPr sz="2000" b="1" lang="ko-KR">
                          <a:solidFill>
                            <a:srgbClr val="000000"/>
                          </a:solidFill>
                          <a:latin typeface="Calibri"/>
                          <a:ea typeface="Calibri"/>
                          <a:cs typeface="Calibri"/>
                        </a:rPr>
                        <a:t>DP-47</a:t>
                      </a:r>
                      <a:endParaRPr lang="ko-KR">
                        <a:latin typeface="Calibri"/>
                        <a:ea typeface="Calibri"/>
                        <a:cs typeface="Calibri"/>
                      </a:endParaRPr>
                    </a:p>
                    <a:p>
                      <a:pPr algn="l">
                        <a:defRPr lang="ko-KR">
                          <a:latin typeface="Calibri"/>
                          <a:ea typeface="Calibri"/>
                          <a:cs typeface="Calibri"/>
                        </a:defRPr>
                      </a:pPr>
                      <a:r>
                        <a:rPr sz="2000" b="1" lang="ko-KR">
                          <a:solidFill>
                            <a:srgbClr val="000000"/>
                          </a:solidFill>
                          <a:latin typeface="Calibri"/>
                          <a:ea typeface="Calibri"/>
                          <a:cs typeface="Calibri"/>
                        </a:rPr>
                        <a:t>화면과 음성</a:t>
                      </a:r>
                      <a:endParaRPr lang="ko-KR">
                        <a:latin typeface="Calibri"/>
                        <a:ea typeface="Calibri"/>
                        <a:cs typeface="Calibri"/>
                      </a:endParaRPr>
                    </a:p>
                    <a:p>
                      <a:pPr algn="l">
                        <a:defRPr lang="ko-KR">
                          <a:latin typeface="Calibri"/>
                          <a:ea typeface="Calibri"/>
                          <a:cs typeface="Calibri"/>
                        </a:defRPr>
                      </a:pPr>
                      <a:r>
                        <a:rPr sz="2000" b="1" lang="ko-KR">
                          <a:solidFill>
                            <a:srgbClr val="000000"/>
                          </a:solidFill>
                          <a:latin typeface="Calibri"/>
                          <a:ea typeface="Calibri"/>
                          <a:cs typeface="Calibri"/>
                        </a:rPr>
                        <a:t>지칭 해석</a:t>
                      </a:r>
                      <a:endParaRPr lang="ko-KR">
                        <a:latin typeface="Calibri"/>
                        <a:ea typeface="Calibri"/>
                        <a:cs typeface="Calibri"/>
                      </a:endParaRPr>
                    </a:p>
                  </a:txBody>
                  <a:tcPr marL="133350" marR="114300" marT="114300" marB="114300" anchor="ctr">
                    <a:lnL w="9525">
                      <a:solidFill>
                        <a:srgbClr val="929292"/>
                      </a:solidFill>
                      <a:prstDash val="solid"/>
                    </a:lnL>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화면 전환과 말의 정정 중에도</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“이것”, “아래 것”이 가리키는</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대상을 정확히 식별하기</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말과 화면 근거를</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결합하는 방식</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A  말과 화면 원본을 공동 해석</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B  말과 화면 후보를 별도 생산해</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     교환하고 결합</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     필요하면 원본에서 후보 확장</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첫 응답 지연과 지칭 정확도</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현재 예상은 A가 유리</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B의 후보 재사용 이익과</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최종 정확도 차이는 검증 필요</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r>
              <a:tr h="1752600">
                <a:tc>
                  <a:txBody>
                    <a:bodyPr>
                      <a:noAutofit/>
                    </a:bodyPr>
                    <a:lstStyle/>
                    <a:p>
                      <a:pPr algn="l">
                        <a:defRPr lang="ko-KR">
                          <a:latin typeface="Calibri"/>
                          <a:ea typeface="Calibri"/>
                          <a:cs typeface="Calibri"/>
                        </a:defRPr>
                      </a:pPr>
                      <a:r>
                        <a:rPr sz="2000" b="1" lang="ko-KR">
                          <a:solidFill>
                            <a:srgbClr val="000000"/>
                          </a:solidFill>
                          <a:latin typeface="Calibri"/>
                          <a:ea typeface="Calibri"/>
                          <a:cs typeface="Calibri"/>
                        </a:rPr>
                        <a:t>DP-45</a:t>
                      </a:r>
                      <a:endParaRPr lang="ko-KR">
                        <a:latin typeface="Calibri"/>
                        <a:ea typeface="Calibri"/>
                        <a:cs typeface="Calibri"/>
                      </a:endParaRPr>
                    </a:p>
                    <a:p>
                      <a:pPr algn="l">
                        <a:defRPr lang="ko-KR">
                          <a:latin typeface="Calibri"/>
                          <a:ea typeface="Calibri"/>
                          <a:cs typeface="Calibri"/>
                        </a:defRPr>
                      </a:pPr>
                      <a:r>
                        <a:rPr sz="2000" b="1" lang="ko-KR">
                          <a:solidFill>
                            <a:srgbClr val="000000"/>
                          </a:solidFill>
                          <a:latin typeface="Calibri"/>
                          <a:ea typeface="Calibri"/>
                          <a:cs typeface="Calibri"/>
                        </a:rPr>
                        <a:t>기억과 Context</a:t>
                      </a:r>
                      <a:endParaRPr lang="ko-KR">
                        <a:latin typeface="Calibri"/>
                        <a:ea typeface="Calibri"/>
                        <a:cs typeface="Calibri"/>
                      </a:endParaRPr>
                    </a:p>
                    <a:p>
                      <a:pPr algn="l">
                        <a:defRPr lang="ko-KR">
                          <a:latin typeface="Calibri"/>
                          <a:ea typeface="Calibri"/>
                          <a:cs typeface="Calibri"/>
                        </a:defRPr>
                      </a:pPr>
                      <a:r>
                        <a:rPr sz="2000" b="1" lang="ko-KR">
                          <a:solidFill>
                            <a:srgbClr val="000000"/>
                          </a:solidFill>
                          <a:latin typeface="Calibri"/>
                          <a:ea typeface="Calibri"/>
                          <a:cs typeface="Calibri"/>
                        </a:rPr>
                        <a:t>구성</a:t>
                      </a:r>
                      <a:endParaRPr lang="ko-KR">
                        <a:latin typeface="Calibri"/>
                        <a:ea typeface="Calibri"/>
                        <a:cs typeface="Calibri"/>
                      </a:endParaRPr>
                    </a:p>
                  </a:txBody>
                  <a:tcPr marL="133350" marR="114300" marT="114300" marB="114300" anchor="ctr">
                    <a:lnL w="9525">
                      <a:solidFill>
                        <a:srgbClr val="929292"/>
                      </a:solidFill>
                      <a:prstDash val="solid"/>
                    </a:lnL>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“아까 설명한 것”처럼</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과거 대화와 업무를 참조할 때</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필요한 근거를 찾기</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과거 기록의 관계를</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만드는 시점과</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재사용 방식</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A  요청 시 원본과 유효한 캐시를</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     모아 해석</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B  관계를 미리 생산하고 저장해</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     요청 시 조회</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응답속도와 준비 및 유지 비용</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B는 조회 속도에서 유리할 가능성</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A는 모델 비용과 RAM,</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변경 부담에서 유리할 것으로 예상</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r>
              <a:tr h="1752600">
                <a:tc>
                  <a:txBody>
                    <a:bodyPr>
                      <a:noAutofit/>
                    </a:bodyPr>
                    <a:lstStyle/>
                    <a:p>
                      <a:pPr algn="l">
                        <a:defRPr lang="ko-KR">
                          <a:latin typeface="Calibri"/>
                          <a:ea typeface="Calibri"/>
                          <a:cs typeface="Calibri"/>
                        </a:defRPr>
                      </a:pPr>
                      <a:r>
                        <a:rPr sz="2000" b="1" lang="ko-KR">
                          <a:solidFill>
                            <a:srgbClr val="000000"/>
                          </a:solidFill>
                          <a:latin typeface="Calibri"/>
                          <a:ea typeface="Calibri"/>
                          <a:cs typeface="Calibri"/>
                        </a:rPr>
                        <a:t>DP-42</a:t>
                      </a:r>
                      <a:endParaRPr lang="ko-KR">
                        <a:latin typeface="Calibri"/>
                        <a:ea typeface="Calibri"/>
                        <a:cs typeface="Calibri"/>
                      </a:endParaRPr>
                    </a:p>
                    <a:p>
                      <a:pPr algn="l">
                        <a:defRPr lang="ko-KR">
                          <a:latin typeface="Calibri"/>
                          <a:ea typeface="Calibri"/>
                          <a:cs typeface="Calibri"/>
                        </a:defRPr>
                      </a:pPr>
                      <a:r>
                        <a:rPr sz="2000" b="1" lang="ko-KR">
                          <a:solidFill>
                            <a:srgbClr val="000000"/>
                          </a:solidFill>
                          <a:latin typeface="Calibri"/>
                          <a:ea typeface="Calibri"/>
                          <a:cs typeface="Calibri"/>
                        </a:rPr>
                        <a:t>대화와 업무의</a:t>
                      </a:r>
                      <a:endParaRPr lang="ko-KR">
                        <a:latin typeface="Calibri"/>
                        <a:ea typeface="Calibri"/>
                        <a:cs typeface="Calibri"/>
                      </a:endParaRPr>
                    </a:p>
                    <a:p>
                      <a:pPr algn="l">
                        <a:defRPr lang="ko-KR">
                          <a:latin typeface="Calibri"/>
                          <a:ea typeface="Calibri"/>
                          <a:cs typeface="Calibri"/>
                        </a:defRPr>
                      </a:pPr>
                      <a:r>
                        <a:rPr sz="2000" b="1" lang="ko-KR">
                          <a:solidFill>
                            <a:srgbClr val="000000"/>
                          </a:solidFill>
                          <a:latin typeface="Calibri"/>
                          <a:ea typeface="Calibri"/>
                          <a:cs typeface="Calibri"/>
                        </a:rPr>
                        <a:t>수명 관리</a:t>
                      </a:r>
                      <a:endParaRPr lang="ko-KR">
                        <a:latin typeface="Calibri"/>
                        <a:ea typeface="Calibri"/>
                        <a:cs typeface="Calibri"/>
                      </a:endParaRPr>
                    </a:p>
                  </a:txBody>
                  <a:tcPr marL="133350" marR="114300" marT="114300" marB="114300" anchor="ctr">
                    <a:lnL w="9525">
                      <a:solidFill>
                        <a:srgbClr val="929292"/>
                      </a:solidFill>
                      <a:prstDash val="solid"/>
                    </a:lnL>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대화나 요청이 끝난 뒤에도</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남은 업무와 질문, Agent 실행을</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올바르게 연결하기</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상태 소유권과</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서비스 실행 경계</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A  모듈화된 하나의 Core에서</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     관련 상태를 함께 확정</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B  대화와 업무 서비스가 각각</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     상태를 확정하고 접수 결과로 연결</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변경 범위와 RAM, 처리시간</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A의 변경 및 자원 부담이 작을 것으로 예상</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B의 독립 운영이 정상 사용에서</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주는 이익은 추가 검증 필요</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r>
            </a:tbl>
          </a:graphicData>
        </a:graphic>
      </p:graphicFrame>
      <p:sp>
        <p:nvSpPr>
          <p:cNvPr id="2" name="dp-summary-evaluation-status">
            <a:extLst>
              <a:ext uri="{FF2B5EF4-FFF2-40B4-BE49-F238E27FC236}">
                <ns2:creationId id="{BE28CCD5-141D-43D1-8DBA-8980A1AE2FFA}"/>
              </a:ext>
            </a:extLst>
          </p:cNvPr>
          <p:cNvSpPr>
            <a:spLocks noGrp="1"/>
          </p:cNvSpPr>
          <p:nvPr/>
        </p:nvSpPr>
        <p:spPr>
          <a:xfrm>
            <a:off x="523875" y="9467850"/>
            <a:ext cx="17240250" cy="400050"/>
          </a:xfrm>
          <a:prstGeom prst="rect">
            <a:avLst/>
          </a:prstGeom>
          <a:noFill/>
          <a:ln w="0">
            <a:noFill/>
          </a:ln>
        </p:spPr>
        <p:txBody>
          <a:bodyPr lIns="0" tIns="0" rIns="0" bIns="0">
            <a:noAutofit/>
          </a:bodyPr>
          <a:lstStyle>
            <a:defPPr>
              <a:defRPr sz="1800" lang="ko-KR">
                <a:solidFill>
                  <a:srgbClr val="000000"/>
                </a:solidFill>
                <a:latin typeface="Calibri"/>
                <a:ea typeface="Calibri"/>
                <a:cs typeface="Calibri"/>
              </a:defRPr>
            </a:defPPr>
          </a:lstStyle>
          <a:p>
            <a:pPr>
              <a:defRPr sz="1800" lang="ko-KR">
                <a:solidFill>
                  <a:srgbClr val="000000"/>
                </a:solidFill>
                <a:latin typeface="Calibri"/>
                <a:ea typeface="Calibri"/>
                <a:cs typeface="Calibri"/>
              </a:defRPr>
            </a:pPr>
            <a:r>
              <a:rPr sz="1800" lang="ko-KR">
                <a:solidFill>
                  <a:srgbClr val="000000"/>
                </a:solidFill>
                <a:latin typeface="Calibri"/>
                <a:ea typeface="Calibri"/>
                <a:cs typeface="Calibri"/>
              </a:rPr>
              <a:t>평가는 현재 구조와 동일 관련 시나리오에 따른 예상이다. 실측 결과와 최종 A/B 선정은 아직 없다.</a:t>
            </a:r>
            <a:endParaRPr lang="ko-KR">
              <a:latin typeface="Calibri"/>
              <a:ea typeface="Calibri"/>
              <a:cs typeface="Calibri"/>
            </a:endParaRPr>
          </a:p>
        </p:txBody>
      </p:sp>
      <p:sp>
        <p:nvSpPr>
          <p:cNvPr id="10065" name="v6-header-title">
            <a:extLst>
              <a:ext uri="{FF2B5EF4-FFF2-40B4-BE49-F238E27FC236}">
                <ns2:creationId id="{BE92472F-572A-49AF-8FCC-3E3DA049C8F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 요약</a:t>
            </a:r>
            <a:endParaRPr lang="ko-KR">
              <a:latin typeface="Calibri"/>
              <a:ea typeface="Calibri"/>
              <a:cs typeface="Calibri"/>
            </a:endParaRPr>
          </a:p>
        </p:txBody>
      </p:sp>
      <p:sp>
        <p:nvSpPr>
          <p:cNvPr id="10066" name="v6-header-rule">
            <a:extLst>
              <a:ext uri="{FF2B5EF4-FFF2-40B4-BE49-F238E27FC236}">
                <ns2:creationId id="{640967A6-433A-47EE-A27F-DD58EC537341}"/>
              </a:ext>
            </a:extLst>
          </p:cNvPr>
          <p:cNvSpPr>
            <a:spLocks noGrp="1"/>
          </p:cNvSpPr>
          <p:nvPr/>
        </p:nvSpPr>
        <p:spPr>
          <a:xfrm>
            <a:off x="495300" y="990600"/>
            <a:ext cx="17335500" cy="0"/>
          </a:xfrm>
          <a:prstGeom prst="line">
            <a:avLst/>
          </a:prstGeom>
          <a:noFill/>
          <a:ln w="19050">
            <a:solidFill>
              <a:srgbClr val="A6A6A6"/>
            </a:solidFill>
          </a:ln>
        </p:spPr>
      </p:sp>
      <p:sp>
        <p:nvSpPr>
          <p:cNvPr id="10067" name="v6-header-stage-0">
            <a:extLst>
              <a:ext uri="{FF2B5EF4-FFF2-40B4-BE49-F238E27FC236}">
                <ns2:creationId id="{E9486B47-44E4-45CF-BC0D-01525CFC7D8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0068" name="v6-header-stage-1">
            <a:extLst>
              <a:ext uri="{FF2B5EF4-FFF2-40B4-BE49-F238E27FC236}">
                <ns2:creationId id="{22AE6F03-ACF9-4953-A355-4DBE45FC28E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0069" name="v6-header-stage-2">
            <a:extLst>
              <a:ext uri="{FF2B5EF4-FFF2-40B4-BE49-F238E27FC236}">
                <ns2:creationId id="{DD972DC0-E8E0-45F1-B673-474F5693D9A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0070" name="v6-header-stage-3">
            <a:extLst>
              <a:ext uri="{FF2B5EF4-FFF2-40B4-BE49-F238E27FC236}">
                <ns2:creationId id="{775E0F9A-A2B4-4D80-BD51-5BFA545AA31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0071" name="v6-header-stage-4">
            <a:extLst>
              <a:ext uri="{FF2B5EF4-FFF2-40B4-BE49-F238E27FC236}">
                <ns2:creationId id="{687BBC16-B3C8-4A3B-B234-F79ECB57B9B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0072" name="v6-header-page">
            <a:extLst>
              <a:ext uri="{FF2B5EF4-FFF2-40B4-BE49-F238E27FC236}">
                <ns2:creationId id="{03BA389B-9CA1-4B17-96F5-7D683BCDC1B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20 / 49</a:t>
            </a:r>
            <a:endParaRPr lang="ko-KR">
              <a:latin typeface="Calibri"/>
              <a:ea typeface="Calibri"/>
              <a:cs typeface="Calibri"/>
            </a:endParaRPr>
          </a:p>
        </p:txBody>
      </p:sp>
    </p:spTree>
    <p:extLst>
      <p:ext uri="{BB962C8B-B14F-4D97-AF65-F5344CB8AC3E}">
        <p14:creationId val="1891098126"/>
      </p:ext>
    </p:extLst>
  </p:cSld>
</p:sld>
</file>

<file path=ppt/slides/slide33.xml><?xml version="1.0" encoding="utf-8"?>
<p:sld xmlns:a="http://schemas.openxmlformats.org/drawingml/2006/main" xmlns:ns2="http://schemas.microsoft.com/office/drawing/2014/main" xmlns:ns4="http://schemas.openxmlformats.org/drawingml/2006/chart" xmlns:p="http://schemas.openxmlformats.org/presentationml/2006/main" xmlns:p14="http://schemas.microsoft.com/office/powerpoint/2010/main" xmlns:r="http://schemas.openxmlformats.org/officeDocument/2006/relationships">
  <p:cSld name="project-intro-v10-1">
    <p:bg>
      <p:bgPr>
        <a:solidFill>
          <a:srgbClr val="FFFFFF"/>
        </a:solidFill>
      </p:bgPr>
    </p:bg>
    <p:spTree>
      <p:nvGrpSpPr>
        <p:cNvPr id="2" name=""/>
        <p:cNvGrpSpPr/>
        <p:nvPr/>
      </p:nvGrpSpPr>
      <p:grpSpPr>
        <a:xfrm/>
      </p:grpSpPr>
      <p:sp>
        <p:nvSpPr>
          <p:cNvPr id="3" name="trend-execution-title">
            <a:extLst>
              <a:ext uri="{FF2B5EF4-FFF2-40B4-BE49-F238E27FC236}">
                <ns2:creationId id="{44A0B98E-0513-4C1A-8B6A-8BE9BAE2F5E7}"/>
              </a:ext>
            </a:extLst>
          </p:cNvPr>
          <p:cNvSpPr>
            <a:spLocks noGrp="1"/>
          </p:cNvSpPr>
          <p:nvPr/>
        </p:nvSpPr>
        <p:spPr>
          <a:xfrm>
            <a:off x="571500" y="1333500"/>
            <a:ext cx="7905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PC 업무 실행과 음성 상호작용의 발전</a:t>
            </a:r>
            <a:endParaRPr lang="ko-KR">
              <a:latin typeface="Calibri"/>
              <a:ea typeface="Calibri"/>
              <a:cs typeface="Calibri"/>
            </a:endParaRPr>
          </a:p>
        </p:txBody>
      </p:sp>
      <p:sp>
        <p:nvSpPr>
          <p:cNvPr id="4" name="demo-one-label">
            <a:extLst>
              <a:ext uri="{FF2B5EF4-FFF2-40B4-BE49-F238E27FC236}">
                <ns2:creationId id="{D3158B16-833B-405D-97A7-CCC286490073}"/>
              </a:ext>
            </a:extLst>
          </p:cNvPr>
          <p:cNvSpPr>
            <a:spLocks noGrp="1"/>
          </p:cNvSpPr>
          <p:nvPr/>
        </p:nvSpPr>
        <p:spPr>
          <a:xfrm>
            <a:off x="781050" y="2124075"/>
            <a:ext cx="7524750" cy="4000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Claude Cowork  |  브라우저 업무 수행</a:t>
            </a:r>
            <a:endParaRPr lang="ko-KR">
              <a:latin typeface="Calibri"/>
              <a:ea typeface="Calibri"/>
              <a:cs typeface="Calibri"/>
            </a:endParaRPr>
          </a:p>
        </p:txBody>
      </p:sp>
      <p:sp>
        <p:nvSpPr>
          <p:cNvPr id="5" name="demo-one-frame">
            <a:extLst>
              <a:ext uri="{FF2B5EF4-FFF2-40B4-BE49-F238E27FC236}">
                <ns2:creationId id="{40069728-05D5-4723-BC18-CAE0D0A09614}"/>
              </a:ext>
            </a:extLst>
          </p:cNvPr>
          <p:cNvSpPr>
            <a:spLocks noGrp="1"/>
          </p:cNvSpPr>
          <p:nvPr/>
        </p:nvSpPr>
        <p:spPr>
          <a:xfrm>
            <a:off x="1800225" y="2609850"/>
            <a:ext cx="5467350" cy="3086100"/>
          </a:xfrm>
          <a:prstGeom prst="rect">
            <a:avLst/>
          </a:prstGeom>
          <a:solidFill>
            <a:srgbClr val="FFFFFF"/>
          </a:solidFill>
          <a:ln w="14288">
            <a:solidFill>
              <a:srgbClr val="D4DBE4"/>
            </a:solidFill>
          </a:ln>
        </p:spPr>
      </p:sp>
      <p:pic>
        <p:nvPicPr>
          <p:cNvPr id="6" name="">
            <a:extLst>
              <a:ext uri="{FF2B5EF4-FFF2-40B4-BE49-F238E27FC236}">
                <ns2:creationId id="{23DCDF09-2837-4F47-ABF3-AD9CAA0560BB}"/>
              </a:ext>
            </a:extLst>
          </p:cNvPr>
          <p:cNvPicPr>
            <a:picLocks noChangeAspect="1"/>
          </p:cNvPicPr>
          <p:nvPr/>
        </p:nvPicPr>
        <p:blipFill>
          <a:blip r:embed="R437653e567e04d29"/>
          <a:stretch/>
        </p:blipFill>
        <p:spPr>
          <a:xfrm>
            <a:off x="1819275" y="2631359"/>
            <a:ext cx="5429250" cy="3049035"/>
          </a:xfrm>
          <a:prstGeom prst="rect">
            <a:avLst/>
          </a:prstGeom>
        </p:spPr>
      </p:pic>
      <p:sp>
        <p:nvSpPr>
          <p:cNvPr id="7" name="demo-one-source">
            <a:extLst>
              <a:ext uri="{FF2B5EF4-FFF2-40B4-BE49-F238E27FC236}">
                <ns2:creationId id="{E524EA85-11B7-4A14-AF4A-5002233F0F27}"/>
              </a:ext>
            </a:extLst>
          </p:cNvPr>
          <p:cNvSpPr>
            <a:spLocks noGrp="1"/>
          </p:cNvSpPr>
          <p:nvPr/>
        </p:nvSpPr>
        <p:spPr>
          <a:xfrm>
            <a:off x="1676400" y="5743575"/>
            <a:ext cx="5715000" cy="247650"/>
          </a:xfrm>
          <a:prstGeom prst="rect">
            <a:avLst/>
          </a:prstGeom>
          <a:noFill/>
          <a:ln w="0">
            <a:noFill/>
          </a:ln>
        </p:spPr>
        <p:txBody>
          <a:bodyPr wrap="none" lIns="0" tIns="0" rIns="0" bIns="0" anchor="ctr">
            <a:noAutofit/>
          </a:bodyPr>
          <a:lstStyle>
            <a:defPPr algn="ctr">
              <a:defRPr sz="1400" b="0" lang="ko-KR">
                <a:solidFill>
                  <a:srgbClr val="4A5563"/>
                </a:solidFill>
                <a:latin typeface="Calibri"/>
                <a:ea typeface="Calibri"/>
                <a:cs typeface="Calibri"/>
              </a:defRPr>
            </a:defPPr>
          </a:lstStyle>
          <a:p>
            <a:pPr algn="ctr">
              <a:defRPr sz="1400" b="0" lang="ko-KR">
                <a:solidFill>
                  <a:srgbClr val="4A5563"/>
                </a:solidFill>
                <a:latin typeface="Calibri"/>
                <a:ea typeface="Calibri"/>
                <a:cs typeface="Calibri"/>
              </a:defRPr>
            </a:pPr>
            <a:r>
              <a:rPr sz="1400" b="0" lang="ko-KR">
                <a:solidFill>
                  <a:srgbClr val="4A5563"/>
                </a:solidFill>
                <a:latin typeface="Calibri"/>
                <a:ea typeface="Calibri"/>
                <a:cs typeface="Calibri"/>
              </a:rPr>
              <a:t>Anthropic 공개 시연 발췌  /  2026.08.26</a:t>
            </a:r>
            <a:endParaRPr lang="ko-KR">
              <a:latin typeface="Calibri"/>
              <a:ea typeface="Calibri"/>
              <a:cs typeface="Calibri"/>
            </a:endParaRPr>
          </a:p>
        </p:txBody>
      </p:sp>
      <p:sp>
        <p:nvSpPr>
          <p:cNvPr id="8" name="demo-divider">
            <a:extLst>
              <a:ext uri="{FF2B5EF4-FFF2-40B4-BE49-F238E27FC236}">
                <ns2:creationId id="{5FD607E5-ABE5-4BBD-97F5-C7C6116DD7F4}"/>
              </a:ext>
            </a:extLst>
          </p:cNvPr>
          <p:cNvSpPr>
            <a:spLocks noGrp="1"/>
          </p:cNvSpPr>
          <p:nvPr/>
        </p:nvSpPr>
        <p:spPr>
          <a:xfrm>
            <a:off x="781050" y="6067425"/>
            <a:ext cx="7486650" cy="14288"/>
          </a:xfrm>
          <a:prstGeom prst="rect">
            <a:avLst/>
          </a:prstGeom>
          <a:solidFill>
            <a:srgbClr val="D4DBE4"/>
          </a:solidFill>
          <a:ln w="0">
            <a:noFill/>
          </a:ln>
        </p:spPr>
      </p:sp>
      <p:sp>
        <p:nvSpPr>
          <p:cNvPr id="9" name="demo-two-label">
            <a:extLst>
              <a:ext uri="{FF2B5EF4-FFF2-40B4-BE49-F238E27FC236}">
                <ns2:creationId id="{9811B2DF-ADD1-4027-B851-28EDC7B007BC}"/>
              </a:ext>
            </a:extLst>
          </p:cNvPr>
          <p:cNvSpPr>
            <a:spLocks noGrp="1"/>
          </p:cNvSpPr>
          <p:nvPr/>
        </p:nvSpPr>
        <p:spPr>
          <a:xfrm>
            <a:off x="781050" y="6134100"/>
            <a:ext cx="7524750" cy="4000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GPT-6 Astra  |  음성으로 수정과 후속 작업</a:t>
            </a:r>
            <a:endParaRPr lang="ko-KR">
              <a:latin typeface="Calibri"/>
              <a:ea typeface="Calibri"/>
              <a:cs typeface="Calibri"/>
            </a:endParaRPr>
          </a:p>
        </p:txBody>
      </p:sp>
      <p:sp>
        <p:nvSpPr>
          <p:cNvPr id="10" name="demo-two-frame">
            <a:extLst>
              <a:ext uri="{FF2B5EF4-FFF2-40B4-BE49-F238E27FC236}">
                <ns2:creationId id="{809FD282-BF47-410C-BE97-D9BCCE629A82}"/>
              </a:ext>
            </a:extLst>
          </p:cNvPr>
          <p:cNvSpPr>
            <a:spLocks noGrp="1"/>
          </p:cNvSpPr>
          <p:nvPr/>
        </p:nvSpPr>
        <p:spPr>
          <a:xfrm>
            <a:off x="1800225" y="6638925"/>
            <a:ext cx="5467350" cy="3086100"/>
          </a:xfrm>
          <a:prstGeom prst="rect">
            <a:avLst/>
          </a:prstGeom>
          <a:solidFill>
            <a:srgbClr val="FFFFFF"/>
          </a:solidFill>
          <a:ln w="14288">
            <a:solidFill>
              <a:srgbClr val="D4DBE4"/>
            </a:solidFill>
          </a:ln>
        </p:spPr>
      </p:sp>
      <p:pic>
        <p:nvPicPr>
          <p:cNvPr id="11" name="">
            <a:extLst>
              <a:ext uri="{FF2B5EF4-FFF2-40B4-BE49-F238E27FC236}">
                <ns2:creationId id="{AC3FBCC6-F7ED-43A8-A546-888173CB32DE}"/>
              </a:ext>
            </a:extLst>
          </p:cNvPr>
          <p:cNvPicPr>
            <a:picLocks noChangeAspect="1"/>
          </p:cNvPicPr>
          <p:nvPr/>
        </p:nvPicPr>
        <p:blipFill>
          <a:blip r:embed="R5ebd9b7fc25b4c2e"/>
          <a:stretch/>
        </p:blipFill>
        <p:spPr>
          <a:xfrm>
            <a:off x="1819275" y="6657975"/>
            <a:ext cx="5429250" cy="3053953"/>
          </a:xfrm>
          <a:prstGeom prst="rect">
            <a:avLst/>
          </a:prstGeom>
        </p:spPr>
      </p:pic>
      <p:sp>
        <p:nvSpPr>
          <p:cNvPr id="12" name="demo-two-source">
            <a:extLst>
              <a:ext uri="{FF2B5EF4-FFF2-40B4-BE49-F238E27FC236}">
                <ns2:creationId id="{96B172EA-E32B-4856-AAE3-667F82F8C39D}"/>
              </a:ext>
            </a:extLst>
          </p:cNvPr>
          <p:cNvSpPr>
            <a:spLocks noGrp="1"/>
          </p:cNvSpPr>
          <p:nvPr/>
        </p:nvSpPr>
        <p:spPr>
          <a:xfrm>
            <a:off x="876300" y="9753600"/>
            <a:ext cx="7334250" cy="228600"/>
          </a:xfrm>
          <a:prstGeom prst="rect">
            <a:avLst/>
          </a:prstGeom>
          <a:noFill/>
          <a:ln w="0">
            <a:noFill/>
          </a:ln>
        </p:spPr>
        <p:txBody>
          <a:bodyPr wrap="none" lIns="0" tIns="0" rIns="0" bIns="0" anchor="ctr">
            <a:noAutofit/>
          </a:bodyPr>
          <a:lstStyle>
            <a:defPPr algn="ctr">
              <a:defRPr sz="1400" b="0" lang="ko-KR">
                <a:solidFill>
                  <a:srgbClr val="4A5563"/>
                </a:solidFill>
                <a:latin typeface="Calibri"/>
                <a:ea typeface="Calibri"/>
                <a:cs typeface="Calibri"/>
              </a:defRPr>
            </a:defPPr>
          </a:lstStyle>
          <a:p>
            <a:pPr algn="ctr">
              <a:defRPr sz="1400" b="0" lang="ko-KR">
                <a:solidFill>
                  <a:srgbClr val="4A5563"/>
                </a:solidFill>
                <a:latin typeface="Calibri"/>
                <a:ea typeface="Calibri"/>
                <a:cs typeface="Calibri"/>
              </a:defRPr>
            </a:pPr>
            <a:r>
              <a:rPr sz="1400" b="0" lang="ko-KR">
                <a:solidFill>
                  <a:srgbClr val="4A5563"/>
                </a:solidFill>
                <a:latin typeface="Calibri"/>
                <a:ea typeface="Calibri"/>
                <a:cs typeface="Calibri"/>
              </a:rPr>
              <a:t>OpenAI 공식 발표 2026.09.03  /  시연 발췌, 1.5배속</a:t>
            </a:r>
            <a:endParaRPr lang="ko-KR">
              <a:latin typeface="Calibri"/>
              <a:ea typeface="Calibri"/>
              <a:cs typeface="Calibri"/>
            </a:endParaRPr>
          </a:p>
        </p:txBody>
      </p:sp>
      <p:sp>
        <p:nvSpPr>
          <p:cNvPr id="13" name="trend-market-title">
            <a:extLst>
              <a:ext uri="{FF2B5EF4-FFF2-40B4-BE49-F238E27FC236}">
                <ns2:creationId id="{1F289D35-8EC6-4154-9DA0-05C009F8CE61}"/>
              </a:ext>
            </a:extLst>
          </p:cNvPr>
          <p:cNvSpPr>
            <a:spLocks noGrp="1"/>
          </p:cNvSpPr>
          <p:nvPr/>
        </p:nvSpPr>
        <p:spPr>
          <a:xfrm>
            <a:off x="9048750" y="1333500"/>
            <a:ext cx="8667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음성 Agent 시장 확대와 주요 기업의 경쟁</a:t>
            </a:r>
            <a:endParaRPr lang="ko-KR">
              <a:latin typeface="Calibri"/>
              <a:ea typeface="Calibri"/>
              <a:cs typeface="Calibri"/>
            </a:endParaRPr>
          </a:p>
        </p:txBody>
      </p:sp>
      <p:sp>
        <p:nvSpPr>
          <p:cNvPr id="14" name="market-title">
            <a:extLst>
              <a:ext uri="{FF2B5EF4-FFF2-40B4-BE49-F238E27FC236}">
                <ns2:creationId id="{D82501A0-0D0B-447F-9D99-F58CC8D9797E}"/>
              </a:ext>
            </a:extLst>
          </p:cNvPr>
          <p:cNvSpPr>
            <a:spLocks noGrp="1"/>
          </p:cNvSpPr>
          <p:nvPr/>
        </p:nvSpPr>
        <p:spPr>
          <a:xfrm>
            <a:off x="9277350" y="2114550"/>
            <a:ext cx="3390900" cy="714375"/>
          </a:xfrm>
          <a:prstGeom prst="rect">
            <a:avLst/>
          </a:prstGeom>
          <a:noFill/>
          <a:ln w="0">
            <a:noFill/>
          </a:ln>
        </p:spPr>
        <p:txBody>
          <a:bodyPr wrap="none" lIns="0" tIns="0" rIns="0" bIns="0" anchor="ctr">
            <a:noAutofit/>
          </a:bodyPr>
          <a:lstStyle>
            <a:defPPr algn="l">
              <a:defRPr sz="2000" b="1" lang="ko-KR">
                <a:solidFill>
                  <a:srgbClr val="000000"/>
                </a:solidFill>
                <a:latin typeface="Calibri"/>
                <a:ea typeface="Calibri"/>
                <a:cs typeface="Calibri"/>
              </a:defRPr>
            </a:defP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 관련 상위 시장</a:t>
            </a:r>
            <a:endParaRPr lang="ko-KR">
              <a:latin typeface="Calibri"/>
              <a:ea typeface="Calibri"/>
              <a:cs typeface="Calibri"/>
            </a:endParaRPr>
          </a:p>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음성 비서 애플리케이션</a:t>
            </a:r>
            <a:endParaRPr lang="ko-KR">
              <a:latin typeface="Calibri"/>
              <a:ea typeface="Calibri"/>
              <a:cs typeface="Calibri"/>
            </a:endParaRPr>
          </a:p>
        </p:txBody>
      </p:sp>
      <p:sp>
        <p:nvSpPr>
          <p:cNvPr id="15" name="market-cagr">
            <a:extLst>
              <a:ext uri="{FF2B5EF4-FFF2-40B4-BE49-F238E27FC236}">
                <ns2:creationId id="{BE93C29A-E045-43AA-88AE-6457786DD9D7}"/>
              </a:ext>
            </a:extLst>
          </p:cNvPr>
          <p:cNvSpPr>
            <a:spLocks noGrp="1"/>
          </p:cNvSpPr>
          <p:nvPr/>
        </p:nvSpPr>
        <p:spPr>
          <a:xfrm>
            <a:off x="9277350" y="2886075"/>
            <a:ext cx="3429000" cy="323850"/>
          </a:xfrm>
          <a:prstGeom prst="rect">
            <a:avLst/>
          </a:prstGeom>
          <a:noFill/>
          <a:ln w="0">
            <a:noFill/>
          </a:ln>
        </p:spPr>
        <p:txBody>
          <a:bodyPr wrap="none" lIns="0" tIns="0" rIns="0" bIns="0" anchor="ctr">
            <a:noAutofit/>
          </a:bodyPr>
          <a:lstStyle>
            <a:defPPr algn="l">
              <a:defRPr sz="2000" b="1" lang="ko-KR">
                <a:solidFill>
                  <a:srgbClr val="487139"/>
                </a:solidFill>
                <a:latin typeface="Calibri"/>
                <a:ea typeface="Calibri"/>
                <a:cs typeface="Calibri"/>
              </a:defRPr>
            </a:defPPr>
          </a:lstStyle>
          <a:p>
            <a:pPr algn="l">
              <a:defRPr sz="2000" b="1" lang="ko-KR">
                <a:solidFill>
                  <a:srgbClr val="487139"/>
                </a:solidFill>
                <a:latin typeface="Calibri"/>
                <a:ea typeface="Calibri"/>
                <a:cs typeface="Calibri"/>
              </a:defRPr>
            </a:pPr>
            <a:r>
              <a:rPr sz="2000" b="1" lang="ko-KR">
                <a:solidFill>
                  <a:srgbClr val="487139"/>
                </a:solidFill>
                <a:latin typeface="Calibri"/>
                <a:ea typeface="Calibri"/>
                <a:cs typeface="Calibri"/>
              </a:rPr>
              <a:t>연평균 15.27% 성장 전망</a:t>
            </a:r>
            <a:endParaRPr lang="ko-KR">
              <a:latin typeface="Calibri"/>
              <a:ea typeface="Calibri"/>
              <a:cs typeface="Calibri"/>
            </a:endParaRPr>
          </a:p>
        </p:txBody>
      </p:sp>
      <p:graphicFrame>
        <p:nvGraphicFramePr>
          <p:cNvPr id="16" name="Chart">
            <a:extLst>
              <a:ext uri="{FF2B5EF4-FFF2-40B4-BE49-F238E27FC236}">
                <ns2:creationId id="{CB3C054D-5D6D-40BA-ACAC-E960FADA17FB}"/>
              </a:ext>
            </a:extLst>
          </p:cNvPr>
          <p:cNvGraphicFramePr/>
          <p:nvPr/>
        </p:nvGraphicFramePr>
        <p:xfrm>
          <a:off x="9229725" y="3305175"/>
          <a:ext cx="3381375" cy="2181225"/>
        </p:xfrm>
        <a:graphic>
          <a:graphicData uri="http://schemas.openxmlformats.org/drawingml/2006/chart">
            <ns4:chart r:id="R5568b160e74c4c6b"/>
          </a:graphicData>
        </a:graphic>
      </p:graphicFrame>
      <p:sp>
        <p:nvSpPr>
          <p:cNvPr id="17" name="market-unit">
            <a:extLst>
              <a:ext uri="{FF2B5EF4-FFF2-40B4-BE49-F238E27FC236}">
                <ns2:creationId id="{0FBD6772-48E2-4D6B-9836-BC2A341F04F6}"/>
              </a:ext>
            </a:extLst>
          </p:cNvPr>
          <p:cNvSpPr>
            <a:spLocks noGrp="1"/>
          </p:cNvSpPr>
          <p:nvPr/>
        </p:nvSpPr>
        <p:spPr>
          <a:xfrm>
            <a:off x="9277350" y="5486400"/>
            <a:ext cx="3381375" cy="228600"/>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단위: 십억 달러</a:t>
            </a:r>
            <a:endParaRPr lang="ko-KR">
              <a:latin typeface="Calibri"/>
              <a:ea typeface="Calibri"/>
              <a:cs typeface="Calibri"/>
            </a:endParaRPr>
          </a:p>
        </p:txBody>
      </p:sp>
      <p:sp>
        <p:nvSpPr>
          <p:cNvPr id="18" name="market-list-divider">
            <a:extLst>
              <a:ext uri="{FF2B5EF4-FFF2-40B4-BE49-F238E27FC236}">
                <ns2:creationId id="{91E8E416-74F5-463A-8774-3F9936B2B239}"/>
              </a:ext>
            </a:extLst>
          </p:cNvPr>
          <p:cNvSpPr>
            <a:spLocks noGrp="1"/>
          </p:cNvSpPr>
          <p:nvPr/>
        </p:nvSpPr>
        <p:spPr>
          <a:xfrm>
            <a:off x="12782550" y="2181225"/>
            <a:ext cx="14288" cy="3505200"/>
          </a:xfrm>
          <a:prstGeom prst="rect">
            <a:avLst/>
          </a:prstGeom>
          <a:solidFill>
            <a:srgbClr val="D4DBE4"/>
          </a:solidFill>
          <a:ln w="0">
            <a:noFill/>
          </a:ln>
        </p:spPr>
      </p:sp>
      <p:sp>
        <p:nvSpPr>
          <p:cNvPr id="19" name="company-0">
            <a:extLst>
              <a:ext uri="{FF2B5EF4-FFF2-40B4-BE49-F238E27FC236}">
                <ns2:creationId id="{8ADDEE6E-8A42-49AF-A737-57F8BC089A79}"/>
              </a:ext>
            </a:extLst>
          </p:cNvPr>
          <p:cNvSpPr>
            <a:spLocks noGrp="1"/>
          </p:cNvSpPr>
          <p:nvPr/>
        </p:nvSpPr>
        <p:spPr>
          <a:xfrm>
            <a:off x="13049250" y="211455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Google</a:t>
            </a:r>
            <a:endParaRPr lang="ko-KR">
              <a:latin typeface="Calibri"/>
              <a:ea typeface="Calibri"/>
              <a:cs typeface="Calibri"/>
            </a:endParaRPr>
          </a:p>
        </p:txBody>
      </p:sp>
      <p:sp>
        <p:nvSpPr>
          <p:cNvPr id="20" name="product-0">
            <a:extLst>
              <a:ext uri="{FF2B5EF4-FFF2-40B4-BE49-F238E27FC236}">
                <ns2:creationId id="{D118655B-0D51-47AF-9734-83B4D14704E0}"/>
              </a:ext>
            </a:extLst>
          </p:cNvPr>
          <p:cNvSpPr>
            <a:spLocks noGrp="1"/>
          </p:cNvSpPr>
          <p:nvPr/>
        </p:nvSpPr>
        <p:spPr>
          <a:xfrm>
            <a:off x="14335125" y="211455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Gemini Live</a:t>
            </a:r>
            <a:endParaRPr lang="ko-KR">
              <a:latin typeface="Calibri"/>
              <a:ea typeface="Calibri"/>
              <a:cs typeface="Calibri"/>
            </a:endParaRPr>
          </a:p>
        </p:txBody>
      </p:sp>
      <p:sp>
        <p:nvSpPr>
          <p:cNvPr id="21" name="case-0">
            <a:extLst>
              <a:ext uri="{FF2B5EF4-FFF2-40B4-BE49-F238E27FC236}">
                <ns2:creationId id="{9FE4180A-93C9-4B74-A128-CDD601064DB8}"/>
              </a:ext>
            </a:extLst>
          </p:cNvPr>
          <p:cNvSpPr>
            <a:spLocks noGrp="1"/>
          </p:cNvSpPr>
          <p:nvPr/>
        </p:nvSpPr>
        <p:spPr>
          <a:xfrm>
            <a:off x="13049250" y="247650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음성과 화면 대화, 앱 연동</a:t>
            </a:r>
            <a:endParaRPr lang="ko-KR">
              <a:latin typeface="Calibri"/>
              <a:ea typeface="Calibri"/>
              <a:cs typeface="Calibri"/>
            </a:endParaRPr>
          </a:p>
        </p:txBody>
      </p:sp>
      <p:sp>
        <p:nvSpPr>
          <p:cNvPr id="22" name="case-rule-0">
            <a:extLst>
              <a:ext uri="{FF2B5EF4-FFF2-40B4-BE49-F238E27FC236}">
                <ns2:creationId id="{222C6524-8913-46B0-8E57-3D2EF9F56DD8}"/>
              </a:ext>
            </a:extLst>
          </p:cNvPr>
          <p:cNvSpPr>
            <a:spLocks noGrp="1"/>
          </p:cNvSpPr>
          <p:nvPr/>
        </p:nvSpPr>
        <p:spPr>
          <a:xfrm>
            <a:off x="13049250" y="2905125"/>
            <a:ext cx="4476750" cy="14288"/>
          </a:xfrm>
          <a:prstGeom prst="rect">
            <a:avLst/>
          </a:prstGeom>
          <a:solidFill>
            <a:srgbClr val="E3E7EC"/>
          </a:solidFill>
          <a:ln w="0">
            <a:noFill/>
          </a:ln>
        </p:spPr>
      </p:sp>
      <p:sp>
        <p:nvSpPr>
          <p:cNvPr id="23" name="company-1">
            <a:extLst>
              <a:ext uri="{FF2B5EF4-FFF2-40B4-BE49-F238E27FC236}">
                <ns2:creationId id="{9B181C3B-CAC6-4C34-BCE9-13D048E7321A}"/>
              </a:ext>
            </a:extLst>
          </p:cNvPr>
          <p:cNvSpPr>
            <a:spLocks noGrp="1"/>
          </p:cNvSpPr>
          <p:nvPr/>
        </p:nvSpPr>
        <p:spPr>
          <a:xfrm>
            <a:off x="13049250" y="300990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Amazon</a:t>
            </a:r>
            <a:endParaRPr lang="ko-KR">
              <a:latin typeface="Calibri"/>
              <a:ea typeface="Calibri"/>
              <a:cs typeface="Calibri"/>
            </a:endParaRPr>
          </a:p>
        </p:txBody>
      </p:sp>
      <p:sp>
        <p:nvSpPr>
          <p:cNvPr id="24" name="product-1">
            <a:extLst>
              <a:ext uri="{FF2B5EF4-FFF2-40B4-BE49-F238E27FC236}">
                <ns2:creationId id="{BC12AA19-6CBF-45C5-A786-971E8E90535E}"/>
              </a:ext>
            </a:extLst>
          </p:cNvPr>
          <p:cNvSpPr>
            <a:spLocks noGrp="1"/>
          </p:cNvSpPr>
          <p:nvPr/>
        </p:nvSpPr>
        <p:spPr>
          <a:xfrm>
            <a:off x="14335125" y="300990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Alexa+</a:t>
            </a:r>
            <a:endParaRPr lang="ko-KR">
              <a:latin typeface="Calibri"/>
              <a:ea typeface="Calibri"/>
              <a:cs typeface="Calibri"/>
            </a:endParaRPr>
          </a:p>
        </p:txBody>
      </p:sp>
      <p:sp>
        <p:nvSpPr>
          <p:cNvPr id="25" name="case-1">
            <a:extLst>
              <a:ext uri="{FF2B5EF4-FFF2-40B4-BE49-F238E27FC236}">
                <ns2:creationId id="{60BFCA46-1590-4784-B94C-561823283CB0}"/>
              </a:ext>
            </a:extLst>
          </p:cNvPr>
          <p:cNvSpPr>
            <a:spLocks noGrp="1"/>
          </p:cNvSpPr>
          <p:nvPr/>
        </p:nvSpPr>
        <p:spPr>
          <a:xfrm>
            <a:off x="13049250" y="337185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자연어 대화, 생활 서비스 실행</a:t>
            </a:r>
            <a:endParaRPr lang="ko-KR">
              <a:latin typeface="Calibri"/>
              <a:ea typeface="Calibri"/>
              <a:cs typeface="Calibri"/>
            </a:endParaRPr>
          </a:p>
        </p:txBody>
      </p:sp>
      <p:sp>
        <p:nvSpPr>
          <p:cNvPr id="26" name="case-rule-1">
            <a:extLst>
              <a:ext uri="{FF2B5EF4-FFF2-40B4-BE49-F238E27FC236}">
                <ns2:creationId id="{157BF196-545A-488E-A941-E07383760E1F}"/>
              </a:ext>
            </a:extLst>
          </p:cNvPr>
          <p:cNvSpPr>
            <a:spLocks noGrp="1"/>
          </p:cNvSpPr>
          <p:nvPr/>
        </p:nvSpPr>
        <p:spPr>
          <a:xfrm>
            <a:off x="13049250" y="3800475"/>
            <a:ext cx="4476750" cy="14288"/>
          </a:xfrm>
          <a:prstGeom prst="rect">
            <a:avLst/>
          </a:prstGeom>
          <a:solidFill>
            <a:srgbClr val="E3E7EC"/>
          </a:solidFill>
          <a:ln w="0">
            <a:noFill/>
          </a:ln>
        </p:spPr>
      </p:sp>
      <p:sp>
        <p:nvSpPr>
          <p:cNvPr id="27" name="company-2">
            <a:extLst>
              <a:ext uri="{FF2B5EF4-FFF2-40B4-BE49-F238E27FC236}">
                <ns2:creationId id="{490B7F90-3355-4DDA-B66D-A97AD65F7AD7}"/>
              </a:ext>
            </a:extLst>
          </p:cNvPr>
          <p:cNvSpPr>
            <a:spLocks noGrp="1"/>
          </p:cNvSpPr>
          <p:nvPr/>
        </p:nvSpPr>
        <p:spPr>
          <a:xfrm>
            <a:off x="13049250" y="390525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Apple</a:t>
            </a:r>
            <a:endParaRPr lang="ko-KR">
              <a:latin typeface="Calibri"/>
              <a:ea typeface="Calibri"/>
              <a:cs typeface="Calibri"/>
            </a:endParaRPr>
          </a:p>
        </p:txBody>
      </p:sp>
      <p:sp>
        <p:nvSpPr>
          <p:cNvPr id="28" name="product-2">
            <a:extLst>
              <a:ext uri="{FF2B5EF4-FFF2-40B4-BE49-F238E27FC236}">
                <ns2:creationId id="{D15E5D13-91C7-42F1-9C57-E0C6AEFF034D}"/>
              </a:ext>
            </a:extLst>
          </p:cNvPr>
          <p:cNvSpPr>
            <a:spLocks noGrp="1"/>
          </p:cNvSpPr>
          <p:nvPr/>
        </p:nvSpPr>
        <p:spPr>
          <a:xfrm>
            <a:off x="14335125" y="390525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Siri AI</a:t>
            </a:r>
            <a:endParaRPr lang="ko-KR">
              <a:latin typeface="Calibri"/>
              <a:ea typeface="Calibri"/>
              <a:cs typeface="Calibri"/>
            </a:endParaRPr>
          </a:p>
        </p:txBody>
      </p:sp>
      <p:sp>
        <p:nvSpPr>
          <p:cNvPr id="29" name="case-2">
            <a:extLst>
              <a:ext uri="{FF2B5EF4-FFF2-40B4-BE49-F238E27FC236}">
                <ns2:creationId id="{37C83267-88FB-4E1C-9EC0-D83198A577B0}"/>
              </a:ext>
            </a:extLst>
          </p:cNvPr>
          <p:cNvSpPr>
            <a:spLocks noGrp="1"/>
          </p:cNvSpPr>
          <p:nvPr/>
        </p:nvSpPr>
        <p:spPr>
          <a:xfrm>
            <a:off x="13049250" y="426720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개인 맥락과 화면 이해, 앱 연계</a:t>
            </a:r>
            <a:endParaRPr lang="ko-KR">
              <a:latin typeface="Calibri"/>
              <a:ea typeface="Calibri"/>
              <a:cs typeface="Calibri"/>
            </a:endParaRPr>
          </a:p>
        </p:txBody>
      </p:sp>
      <p:sp>
        <p:nvSpPr>
          <p:cNvPr id="30" name="case-rule-2">
            <a:extLst>
              <a:ext uri="{FF2B5EF4-FFF2-40B4-BE49-F238E27FC236}">
                <ns2:creationId id="{2587F61A-F464-4AB6-9CFE-56F023DF5896}"/>
              </a:ext>
            </a:extLst>
          </p:cNvPr>
          <p:cNvSpPr>
            <a:spLocks noGrp="1"/>
          </p:cNvSpPr>
          <p:nvPr/>
        </p:nvSpPr>
        <p:spPr>
          <a:xfrm>
            <a:off x="13049250" y="4695825"/>
            <a:ext cx="4476750" cy="14288"/>
          </a:xfrm>
          <a:prstGeom prst="rect">
            <a:avLst/>
          </a:prstGeom>
          <a:solidFill>
            <a:srgbClr val="E3E7EC"/>
          </a:solidFill>
          <a:ln w="0">
            <a:noFill/>
          </a:ln>
        </p:spPr>
      </p:sp>
      <p:sp>
        <p:nvSpPr>
          <p:cNvPr id="31" name="company-3">
            <a:extLst>
              <a:ext uri="{FF2B5EF4-FFF2-40B4-BE49-F238E27FC236}">
                <ns2:creationId id="{CC3B307C-EDEB-4302-B58C-894EAADEC7D4}"/>
              </a:ext>
            </a:extLst>
          </p:cNvPr>
          <p:cNvSpPr>
            <a:spLocks noGrp="1"/>
          </p:cNvSpPr>
          <p:nvPr/>
        </p:nvSpPr>
        <p:spPr>
          <a:xfrm>
            <a:off x="13049250" y="480060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OpenAI</a:t>
            </a:r>
            <a:endParaRPr lang="ko-KR">
              <a:latin typeface="Calibri"/>
              <a:ea typeface="Calibri"/>
              <a:cs typeface="Calibri"/>
            </a:endParaRPr>
          </a:p>
        </p:txBody>
      </p:sp>
      <p:sp>
        <p:nvSpPr>
          <p:cNvPr id="32" name="product-3">
            <a:extLst>
              <a:ext uri="{FF2B5EF4-FFF2-40B4-BE49-F238E27FC236}">
                <ns2:creationId id="{88CDCED2-AFB7-4E18-ACBC-D5CC7E74CEE8}"/>
              </a:ext>
            </a:extLst>
          </p:cNvPr>
          <p:cNvSpPr>
            <a:spLocks noGrp="1"/>
          </p:cNvSpPr>
          <p:nvPr/>
        </p:nvSpPr>
        <p:spPr>
          <a:xfrm>
            <a:off x="14335125" y="480060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GPT-6 Astra 시연</a:t>
            </a:r>
            <a:endParaRPr lang="ko-KR">
              <a:latin typeface="Calibri"/>
              <a:ea typeface="Calibri"/>
              <a:cs typeface="Calibri"/>
            </a:endParaRPr>
          </a:p>
        </p:txBody>
      </p:sp>
      <p:sp>
        <p:nvSpPr>
          <p:cNvPr id="33" name="case-3">
            <a:extLst>
              <a:ext uri="{FF2B5EF4-FFF2-40B4-BE49-F238E27FC236}">
                <ns2:creationId id="{F3923C9D-2BF8-4F85-A347-FF00954A06EF}"/>
              </a:ext>
            </a:extLst>
          </p:cNvPr>
          <p:cNvSpPr>
            <a:spLocks noGrp="1"/>
          </p:cNvSpPr>
          <p:nvPr/>
        </p:nvSpPr>
        <p:spPr>
          <a:xfrm>
            <a:off x="13049250" y="516255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음성 기반 수정과 후속 작업 연결</a:t>
            </a:r>
            <a:endParaRPr lang="ko-KR">
              <a:latin typeface="Calibri"/>
              <a:ea typeface="Calibri"/>
              <a:cs typeface="Calibri"/>
            </a:endParaRPr>
          </a:p>
        </p:txBody>
      </p:sp>
      <p:sp>
        <p:nvSpPr>
          <p:cNvPr id="34" name="market-source">
            <a:extLst>
              <a:ext uri="{FF2B5EF4-FFF2-40B4-BE49-F238E27FC236}">
                <ns2:creationId id="{37D6899B-ED9D-47FF-BFCC-FB13B4830EC3}"/>
              </a:ext>
            </a:extLst>
          </p:cNvPr>
          <p:cNvSpPr>
            <a:spLocks noGrp="1"/>
          </p:cNvSpPr>
          <p:nvPr/>
        </p:nvSpPr>
        <p:spPr>
          <a:xfrm>
            <a:off x="9258300" y="5829300"/>
            <a:ext cx="8267700" cy="238125"/>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시장: Mordor Intelligence, 2026.08  /  전 산업 음성 비서 SW 및 서비스</a:t>
            </a:r>
            <a:endParaRPr lang="ko-KR">
              <a:latin typeface="Calibri"/>
              <a:ea typeface="Calibri"/>
              <a:cs typeface="Calibri"/>
            </a:endParaRPr>
          </a:p>
        </p:txBody>
      </p:sp>
      <p:sp>
        <p:nvSpPr>
          <p:cNvPr id="35" name="cases-source">
            <a:extLst>
              <a:ext uri="{FF2B5EF4-FFF2-40B4-BE49-F238E27FC236}">
                <ns2:creationId id="{63D6DE29-584D-4AED-B6D1-6B34F23E7BC5}"/>
              </a:ext>
            </a:extLst>
          </p:cNvPr>
          <p:cNvSpPr>
            <a:spLocks noGrp="1"/>
          </p:cNvSpPr>
          <p:nvPr/>
        </p:nvSpPr>
        <p:spPr>
          <a:xfrm>
            <a:off x="9258300" y="6086475"/>
            <a:ext cx="8267700" cy="219075"/>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PC 전용 시장 규모와 구별  /  기업 사례: 각 사 공식 자료, 발표자 노트 참조</a:t>
            </a:r>
            <a:endParaRPr lang="ko-KR">
              <a:latin typeface="Calibri"/>
              <a:ea typeface="Calibri"/>
              <a:cs typeface="Calibri"/>
            </a:endParaRPr>
          </a:p>
        </p:txBody>
      </p:sp>
      <p:sp>
        <p:nvSpPr>
          <p:cNvPr id="36" name="strategic-title">
            <a:extLst>
              <a:ext uri="{FF2B5EF4-FFF2-40B4-BE49-F238E27FC236}">
                <ns2:creationId id="{00653028-E6B5-4D65-8C0B-26A6E43BD306}"/>
              </a:ext>
            </a:extLst>
          </p:cNvPr>
          <p:cNvSpPr>
            <a:spLocks noGrp="1"/>
          </p:cNvSpPr>
          <p:nvPr/>
        </p:nvSpPr>
        <p:spPr>
          <a:xfrm>
            <a:off x="9048750" y="6600825"/>
            <a:ext cx="8667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삼성의 방향: VIA를 통한 사용자 접점 확보</a:t>
            </a:r>
            <a:endParaRPr lang="ko-KR">
              <a:latin typeface="Calibri"/>
              <a:ea typeface="Calibri"/>
              <a:cs typeface="Calibri"/>
            </a:endParaRPr>
          </a:p>
        </p:txBody>
      </p:sp>
      <p:sp>
        <p:nvSpPr>
          <p:cNvPr id="37" name="quote-highlight">
            <a:extLst>
              <a:ext uri="{FF2B5EF4-FFF2-40B4-BE49-F238E27FC236}">
                <ns2:creationId id="{FBCC2805-A238-4A59-B3B4-C234D6DB2ACE}"/>
              </a:ext>
            </a:extLst>
          </p:cNvPr>
          <p:cNvSpPr>
            <a:spLocks noGrp="1"/>
          </p:cNvSpPr>
          <p:nvPr/>
        </p:nvSpPr>
        <p:spPr>
          <a:xfrm>
            <a:off x="9344025" y="8134350"/>
            <a:ext cx="5000625" cy="352425"/>
          </a:xfrm>
          <a:prstGeom prst="rect">
            <a:avLst/>
          </a:prstGeom>
          <a:solidFill>
            <a:srgbClr val="DDECCD"/>
          </a:solidFill>
          <a:ln w="0">
            <a:noFill/>
          </a:ln>
        </p:spPr>
      </p:sp>
      <p:sp>
        <p:nvSpPr>
          <p:cNvPr id="38" name="cto-quote">
            <a:extLst>
              <a:ext uri="{FF2B5EF4-FFF2-40B4-BE49-F238E27FC236}">
                <ns2:creationId id="{E265D602-22B8-4053-933C-BDDA9021CA45}"/>
              </a:ext>
            </a:extLst>
          </p:cNvPr>
          <p:cNvSpPr>
            <a:spLocks noGrp="1"/>
          </p:cNvSpPr>
          <p:nvPr/>
        </p:nvSpPr>
        <p:spPr>
          <a:xfrm>
            <a:off x="9344025" y="7381875"/>
            <a:ext cx="8048625" cy="1095375"/>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“실제 작업을 수행하는 AI Agent가 달라져도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사용자와의 경험은 당사의</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Voice Interaction Agent(VIA)가 담당”</a:t>
            </a:r>
            <a:endParaRPr lang="ko-KR">
              <a:latin typeface="Calibri"/>
              <a:ea typeface="Calibri"/>
              <a:cs typeface="Calibri"/>
            </a:endParaRPr>
          </a:p>
        </p:txBody>
      </p:sp>
      <p:sp>
        <p:nvSpPr>
          <p:cNvPr id="39" name="cto-attribution">
            <a:extLst>
              <a:ext uri="{FF2B5EF4-FFF2-40B4-BE49-F238E27FC236}">
                <ns2:creationId id="{E60FEDC6-520B-4F58-9251-B9EE144BE7BB}"/>
              </a:ext>
            </a:extLst>
          </p:cNvPr>
          <p:cNvSpPr>
            <a:spLocks noGrp="1"/>
          </p:cNvSpPr>
          <p:nvPr/>
        </p:nvSpPr>
        <p:spPr>
          <a:xfrm>
            <a:off x="9344025" y="8467725"/>
            <a:ext cx="8048625" cy="333375"/>
          </a:xfrm>
          <a:prstGeom prst="rect">
            <a:avLst/>
          </a:prstGeom>
          <a:noFill/>
          <a:ln w="0">
            <a:noFill/>
          </a:ln>
        </p:spPr>
        <p:txBody>
          <a:bodyPr wrap="none" lIns="0" tIns="0" rIns="0" bIns="0" anchor="ctr">
            <a:noAutofit/>
          </a:bodyPr>
          <a:lstStyle>
            <a:defPPr algn="r">
              <a:defRPr sz="1900" b="0" lang="ko-KR">
                <a:solidFill>
                  <a:srgbClr val="000000"/>
                </a:solidFill>
                <a:latin typeface="Calibri"/>
                <a:ea typeface="Calibri"/>
                <a:cs typeface="Calibri"/>
              </a:defRPr>
            </a:defPPr>
          </a:lstStyle>
          <a:p>
            <a:pPr algn="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윤장현 사장(CTO)  |  2026.06</a:t>
            </a:r>
            <a:endParaRPr lang="ko-KR">
              <a:latin typeface="Calibri"/>
              <a:ea typeface="Calibri"/>
              <a:cs typeface="Calibri"/>
            </a:endParaRPr>
          </a:p>
        </p:txBody>
      </p:sp>
      <p:sp>
        <p:nvSpPr>
          <p:cNvPr id="40" name="user-role">
            <a:extLst>
              <a:ext uri="{FF2B5EF4-FFF2-40B4-BE49-F238E27FC236}">
                <ns2:creationId id="{70E2E5B7-AAA2-416F-9826-E64F034B5F9C}"/>
              </a:ext>
            </a:extLst>
          </p:cNvPr>
          <p:cNvSpPr>
            <a:spLocks noGrp="1"/>
          </p:cNvSpPr>
          <p:nvPr/>
        </p:nvSpPr>
        <p:spPr>
          <a:xfrm>
            <a:off x="9286875" y="9182100"/>
            <a:ext cx="1285875" cy="590550"/>
          </a:xfrm>
          <a:prstGeom prst="roundRect">
            <a:avLst>
              <a:gd name="adj" fmla="val 12903"/>
            </a:avLst>
          </a:prstGeom>
          <a:solidFill>
            <a:srgbClr val="F1F4F8"/>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사용자</a:t>
            </a:r>
            <a:endParaRPr lang="ko-KR">
              <a:latin typeface="Calibri"/>
              <a:ea typeface="Calibri"/>
              <a:cs typeface="Calibri"/>
            </a:endParaRPr>
          </a:p>
        </p:txBody>
      </p:sp>
      <p:sp>
        <p:nvSpPr>
          <p:cNvPr id="41" name="user-via-link">
            <a:extLst>
              <a:ext uri="{FF2B5EF4-FFF2-40B4-BE49-F238E27FC236}">
                <ns2:creationId id="{E49DAB89-9457-4705-8127-F11F18828E5F}"/>
              </a:ext>
            </a:extLst>
          </p:cNvPr>
          <p:cNvSpPr>
            <a:spLocks noGrp="1"/>
          </p:cNvSpPr>
          <p:nvPr/>
        </p:nvSpPr>
        <p:spPr>
          <a:xfrm>
            <a:off x="10648950" y="9353550"/>
            <a:ext cx="361950" cy="228600"/>
          </a:xfrm>
          <a:prstGeom prst="leftRightArrow">
            <a:avLst/>
          </a:prstGeom>
          <a:solidFill>
            <a:srgbClr val="8398AF"/>
          </a:solidFill>
          <a:ln w="0">
            <a:noFill/>
          </a:ln>
        </p:spPr>
      </p:sp>
      <p:sp>
        <p:nvSpPr>
          <p:cNvPr id="42" name="via-role">
            <a:extLst>
              <a:ext uri="{FF2B5EF4-FFF2-40B4-BE49-F238E27FC236}">
                <ns2:creationId id="{41E16D4E-0073-4BBE-8F4B-C3819C432BCD}"/>
              </a:ext>
            </a:extLst>
          </p:cNvPr>
          <p:cNvSpPr>
            <a:spLocks noGrp="1"/>
          </p:cNvSpPr>
          <p:nvPr/>
        </p:nvSpPr>
        <p:spPr>
          <a:xfrm>
            <a:off x="11087100" y="9048750"/>
            <a:ext cx="3200400" cy="866775"/>
          </a:xfrm>
          <a:prstGeom prst="roundRect">
            <a:avLst>
              <a:gd name="adj" fmla="val 87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a:t>
            </a:r>
            <a:endParaRPr lang="ko-KR">
              <a:latin typeface="Calibri"/>
              <a:ea typeface="Calibri"/>
              <a:cs typeface="Calibri"/>
            </a:endParaRPr>
          </a:p>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사용자 대화와 인터페이스</a:t>
            </a:r>
            <a:endParaRPr lang="ko-KR">
              <a:latin typeface="Calibri"/>
              <a:ea typeface="Calibri"/>
              <a:cs typeface="Calibri"/>
            </a:endParaRPr>
          </a:p>
        </p:txBody>
      </p:sp>
      <p:sp>
        <p:nvSpPr>
          <p:cNvPr id="43" name="via-agent-link">
            <a:extLst>
              <a:ext uri="{FF2B5EF4-FFF2-40B4-BE49-F238E27FC236}">
                <ns2:creationId id="{0616E1B7-CB53-4869-80AB-45C14BC4A91A}"/>
              </a:ext>
            </a:extLst>
          </p:cNvPr>
          <p:cNvSpPr>
            <a:spLocks noGrp="1"/>
          </p:cNvSpPr>
          <p:nvPr/>
        </p:nvSpPr>
        <p:spPr>
          <a:xfrm>
            <a:off x="14373225" y="9353550"/>
            <a:ext cx="361950" cy="228600"/>
          </a:xfrm>
          <a:prstGeom prst="leftRightArrow">
            <a:avLst/>
          </a:prstGeom>
          <a:solidFill>
            <a:srgbClr val="8398AF"/>
          </a:solidFill>
          <a:ln w="0">
            <a:noFill/>
          </a:ln>
        </p:spPr>
      </p:sp>
      <p:sp>
        <p:nvSpPr>
          <p:cNvPr id="44" name="agent-role">
            <a:extLst>
              <a:ext uri="{FF2B5EF4-FFF2-40B4-BE49-F238E27FC236}">
                <ns2:creationId id="{A1DD7031-A319-4EBD-B28C-88D2B9664E0F}"/>
              </a:ext>
            </a:extLst>
          </p:cNvPr>
          <p:cNvSpPr>
            <a:spLocks noGrp="1"/>
          </p:cNvSpPr>
          <p:nvPr/>
        </p:nvSpPr>
        <p:spPr>
          <a:xfrm>
            <a:off x="14811375" y="9048750"/>
            <a:ext cx="2771775" cy="866775"/>
          </a:xfrm>
          <a:prstGeom prst="roundRect">
            <a:avLst>
              <a:gd name="adj" fmla="val 8791"/>
            </a:avLst>
          </a:prstGeom>
          <a:solidFill>
            <a:srgbClr val="EDF1F6"/>
          </a:solidFill>
          <a:ln w="0">
            <a:no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삼성 및 외부 Agent</a:t>
            </a:r>
            <a:endParaRPr lang="ko-KR">
              <a:latin typeface="Calibri"/>
              <a:ea typeface="Calibri"/>
              <a:cs typeface="Calibri"/>
            </a:endParaRPr>
          </a:p>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실제 업무 수행</a:t>
            </a:r>
            <a:endParaRPr lang="ko-KR">
              <a:latin typeface="Calibri"/>
              <a:ea typeface="Calibri"/>
              <a:cs typeface="Calibri"/>
            </a:endParaRPr>
          </a:p>
        </p:txBody>
      </p:sp>
      <p:sp>
        <p:nvSpPr>
          <p:cNvPr id="45" name="v6-header-title">
            <a:extLst>
              <a:ext uri="{FF2B5EF4-FFF2-40B4-BE49-F238E27FC236}">
                <ns2:creationId id="{EB63144F-50BC-471B-8EFA-C300638853A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관련 동향</a:t>
            </a:r>
            <a:endParaRPr lang="ko-KR">
              <a:latin typeface="Calibri"/>
              <a:ea typeface="Calibri"/>
              <a:cs typeface="Calibri"/>
            </a:endParaRPr>
          </a:p>
        </p:txBody>
      </p:sp>
      <p:sp>
        <p:nvSpPr>
          <p:cNvPr id="46" name="v6-header-rule">
            <a:extLst>
              <a:ext uri="{FF2B5EF4-FFF2-40B4-BE49-F238E27FC236}">
                <ns2:creationId id="{86B8C9B0-5231-4D9D-ADFF-E9E53B34C4D4}"/>
              </a:ext>
            </a:extLst>
          </p:cNvPr>
          <p:cNvSpPr>
            <a:spLocks noGrp="1"/>
          </p:cNvSpPr>
          <p:nvPr/>
        </p:nvSpPr>
        <p:spPr>
          <a:xfrm>
            <a:off x="495300" y="990600"/>
            <a:ext cx="17335500" cy="0"/>
          </a:xfrm>
          <a:prstGeom prst="line">
            <a:avLst/>
          </a:prstGeom>
          <a:noFill/>
          <a:ln w="19050">
            <a:solidFill>
              <a:srgbClr val="A6A6A6"/>
            </a:solidFill>
          </a:ln>
        </p:spPr>
      </p:sp>
      <p:sp>
        <p:nvSpPr>
          <p:cNvPr id="47" name="v6-header-stage-0">
            <a:extLst>
              <a:ext uri="{FF2B5EF4-FFF2-40B4-BE49-F238E27FC236}">
                <ns2:creationId id="{8295749F-970C-4941-9B9C-0B768E2DC731}"/>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8" name="v6-header-stage-1">
            <a:extLst>
              <a:ext uri="{FF2B5EF4-FFF2-40B4-BE49-F238E27FC236}">
                <ns2:creationId id="{632A97E6-4C81-4581-80F1-BAEA2658942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9" name="v6-header-stage-2">
            <a:extLst>
              <a:ext uri="{FF2B5EF4-FFF2-40B4-BE49-F238E27FC236}">
                <ns2:creationId id="{9A88E145-C5E6-42E9-82ED-36759C92E49F}"/>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0" name="v6-header-stage-3">
            <a:extLst>
              <a:ext uri="{FF2B5EF4-FFF2-40B4-BE49-F238E27FC236}">
                <ns2:creationId id="{E72F65C8-878C-423D-994C-2C9A96C1C56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51" name="v6-header-stage-4">
            <a:extLst>
              <a:ext uri="{FF2B5EF4-FFF2-40B4-BE49-F238E27FC236}">
                <ns2:creationId id="{4A16CB0D-6F9D-4931-B91E-BA1A381D0AAA}"/>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52" name="v6-header-page">
            <a:extLst>
              <a:ext uri="{FF2B5EF4-FFF2-40B4-BE49-F238E27FC236}">
                <ns2:creationId id="{DA3B8F5E-9123-450E-941E-56DFEBF5D62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 / 49</a:t>
            </a:r>
            <a:endParaRPr lang="ko-KR">
              <a:latin typeface="Calibri"/>
              <a:ea typeface="Calibri"/>
              <a:cs typeface="Calibri"/>
            </a:endParaRPr>
          </a:p>
        </p:txBody>
      </p:sp>
    </p:spTree>
    <p:extLst>
      <p:ext uri="{BB962C8B-B14F-4D97-AF65-F5344CB8AC3E}">
        <p14:creationId val="2004982267"/>
      </p:ext>
    </p:extLst>
  </p:cSld>
</p:sld>
</file>

<file path=ppt/slides/slide34.xml><?xml version="1.0" encoding="utf-8"?>
<p:sld xmlns:a="http://schemas.openxmlformats.org/drawingml/2006/main" xmlns:ns2="http://schemas.microsoft.com/office/drawing/2014/main" xmlns:p="http://schemas.openxmlformats.org/presentationml/2006/main" xmlns:p14="http://schemas.microsoft.com/office/powerpoint/2010/main">
  <p:cSld name="role-v2">
    <p:bg>
      <p:bgPr>
        <a:solidFill>
          <a:srgbClr val="FFFFFF"/>
        </a:solidFill>
      </p:bgPr>
    </p:bg>
    <p:spTree>
      <p:nvGrpSpPr>
        <p:cNvPr id="1" name=""/>
        <p:cNvGrpSpPr/>
        <p:nvPr/>
      </p:nvGrpSpPr>
      <p:grpSpPr>
        <a:xfrm/>
      </p:grpSpPr>
      <p:sp>
        <p:nvSpPr>
          <p:cNvPr id="14" name="r3-68">
            <a:extLst>
              <a:ext uri="{FF2B5EF4-FFF2-40B4-BE49-F238E27FC236}">
                <ns2:creationId id="{40E96CE0-40F7-4FC2-8C60-11A6F666980B}"/>
              </a:ext>
            </a:extLst>
          </p:cNvPr>
          <p:cNvSpPr>
            <a:spLocks noGrp="1"/>
          </p:cNvSpPr>
          <p:nvPr/>
        </p:nvSpPr>
        <p:spPr>
          <a:xfrm>
            <a:off x="614362" y="1314450"/>
            <a:ext cx="17116425" cy="600075"/>
          </a:xfrm>
          <a:prstGeom prst="rect">
            <a:avLst/>
          </a:prstGeom>
          <a:noFill/>
          <a:ln w="0">
            <a:noFill/>
          </a:ln>
        </p:spPr>
        <p:txBody>
          <a:bodyPr wrap="none" lIns="0" tIns="0" rIns="0" bIns="0" anchor="ctr">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VIA는 사용자의 요청과 AI의 업무 수행을 같은 대화와 업무 맥락으로 연결</a:t>
            </a:r>
            <a:endParaRPr lang="ko-KR">
              <a:solidFill>
                <a:srgbClr val="000000"/>
              </a:solidFill>
              <a:latin typeface="Calibri"/>
              <a:ea typeface="Calibri"/>
              <a:cs typeface="Calibri"/>
            </a:endParaRPr>
          </a:p>
        </p:txBody>
      </p:sp>
      <p:sp>
        <p:nvSpPr>
          <p:cNvPr id="15" name="r3-69">
            <a:extLst>
              <a:ext uri="{FF2B5EF4-FFF2-40B4-BE49-F238E27FC236}">
                <ns2:creationId id="{A49D47A5-50EE-4DAB-88F2-6085862A3268}"/>
              </a:ext>
            </a:extLst>
          </p:cNvPr>
          <p:cNvSpPr>
            <a:spLocks noGrp="1"/>
          </p:cNvSpPr>
          <p:nvPr/>
        </p:nvSpPr>
        <p:spPr>
          <a:xfrm>
            <a:off x="671512" y="2243138"/>
            <a:ext cx="10544175"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 PC에서 대화와 업무 연결을 담당</a:t>
            </a:r>
            <a:endParaRPr lang="ko-KR">
              <a:solidFill>
                <a:srgbClr val="000000"/>
              </a:solidFill>
              <a:latin typeface="Calibri"/>
              <a:ea typeface="Calibri"/>
              <a:cs typeface="Calibri"/>
            </a:endParaRPr>
          </a:p>
        </p:txBody>
      </p:sp>
      <p:sp>
        <p:nvSpPr>
          <p:cNvPr id="17" name="r3-71">
            <a:extLst>
              <a:ext uri="{FF2B5EF4-FFF2-40B4-BE49-F238E27FC236}">
                <ns2:creationId id="{D643B815-6F76-4A8B-965B-C816B50B3C6E}"/>
              </a:ext>
            </a:extLst>
          </p:cNvPr>
          <p:cNvSpPr>
            <a:spLocks noGrp="1"/>
          </p:cNvSpPr>
          <p:nvPr/>
        </p:nvSpPr>
        <p:spPr>
          <a:xfrm>
            <a:off x="12530138" y="2243138"/>
            <a:ext cx="5143500"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연결된 AI: 맡은 업무를 수행</a:t>
            </a:r>
            <a:endParaRPr lang="ko-KR">
              <a:solidFill>
                <a:srgbClr val="000000"/>
              </a:solidFill>
              <a:latin typeface="Calibri"/>
              <a:ea typeface="Calibri"/>
              <a:cs typeface="Calibri"/>
            </a:endParaRPr>
          </a:p>
        </p:txBody>
      </p:sp>
      <p:sp>
        <p:nvSpPr>
          <p:cNvPr id="19" name="r3-73">
            <a:extLst>
              <a:ext uri="{FF2B5EF4-FFF2-40B4-BE49-F238E27FC236}">
                <ns2:creationId id="{550DD2E1-D50D-410B-9F07-A3F15DB41D56}"/>
              </a:ext>
            </a:extLst>
          </p:cNvPr>
          <p:cNvSpPr>
            <a:spLocks noGrp="1"/>
          </p:cNvSpPr>
          <p:nvPr/>
        </p:nvSpPr>
        <p:spPr>
          <a:xfrm>
            <a:off x="957262" y="3114675"/>
            <a:ext cx="9772650" cy="45720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음성 또는 텍스트 + 앞선 대화와 진행 업무 + 필요한 자료</a:t>
            </a:r>
            <a:endParaRPr lang="ko-KR">
              <a:solidFill>
                <a:srgbClr val="000000"/>
              </a:solidFill>
              <a:latin typeface="Calibri"/>
              <a:ea typeface="Calibri"/>
              <a:cs typeface="Calibri"/>
            </a:endParaRPr>
          </a:p>
        </p:txBody>
      </p:sp>
      <p:sp>
        <p:nvSpPr>
          <p:cNvPr id="20" name="line-74">
            <a:extLst>
              <a:ext uri="{FF2B5EF4-FFF2-40B4-BE49-F238E27FC236}">
                <ns2:creationId id="{9DA5F896-06A3-46B1-A6CE-D25DF6892C10}"/>
              </a:ext>
            </a:extLst>
          </p:cNvPr>
          <p:cNvSpPr>
            <a:spLocks noGrp="1"/>
          </p:cNvSpPr>
          <p:nvPr/>
        </p:nvSpPr>
        <p:spPr>
          <a:xfrm flipH="0">
            <a:off x="957262" y="3686175"/>
            <a:ext cx="9929812" cy="0"/>
          </a:xfrm>
          <a:prstGeom prst="line">
            <a:avLst/>
          </a:prstGeom>
          <a:noFill/>
          <a:ln w="14288">
            <a:solidFill>
              <a:srgbClr val="BDC4CA"/>
            </a:solidFill>
          </a:ln>
        </p:spPr>
      </p:sp>
      <p:sp>
        <p:nvSpPr>
          <p:cNvPr id="21" name="r3-75">
            <a:extLst>
              <a:ext uri="{FF2B5EF4-FFF2-40B4-BE49-F238E27FC236}">
                <ns2:creationId id="{3052DF42-A9AE-454A-816D-A8441D9B47FE}"/>
              </a:ext>
            </a:extLst>
          </p:cNvPr>
          <p:cNvSpPr>
            <a:spLocks noGrp="1"/>
          </p:cNvSpPr>
          <p:nvPr/>
        </p:nvSpPr>
        <p:spPr>
          <a:xfrm>
            <a:off x="957262" y="3900488"/>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1</a:t>
            </a:r>
            <a:endParaRPr lang="ko-KR">
              <a:solidFill>
                <a:srgbClr val="000000"/>
              </a:solidFill>
              <a:latin typeface="Calibri"/>
              <a:ea typeface="Calibri"/>
              <a:cs typeface="Calibri"/>
            </a:endParaRPr>
          </a:p>
        </p:txBody>
      </p:sp>
      <p:sp>
        <p:nvSpPr>
          <p:cNvPr id="23" name="r3-77">
            <a:extLst>
              <a:ext uri="{FF2B5EF4-FFF2-40B4-BE49-F238E27FC236}">
                <ns2:creationId id="{025E0116-580B-4B74-9D19-D24966F4D020}"/>
              </a:ext>
            </a:extLst>
          </p:cNvPr>
          <p:cNvSpPr>
            <a:spLocks noGrp="1"/>
          </p:cNvSpPr>
          <p:nvPr/>
        </p:nvSpPr>
        <p:spPr>
          <a:xfrm>
            <a:off x="1543050" y="3843338"/>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요청의 목표와 적용 범위 확정</a:t>
            </a:r>
            <a:endParaRPr lang="ko-KR">
              <a:solidFill>
                <a:srgbClr val="000000"/>
              </a:solidFill>
              <a:latin typeface="Calibri"/>
              <a:ea typeface="Calibri"/>
              <a:cs typeface="Calibri"/>
            </a:endParaRPr>
          </a:p>
        </p:txBody>
      </p:sp>
      <p:sp>
        <p:nvSpPr>
          <p:cNvPr id="24" name="r3-78">
            <a:extLst>
              <a:ext uri="{FF2B5EF4-FFF2-40B4-BE49-F238E27FC236}">
                <ns2:creationId id="{5E78FC7F-9277-4A39-82A4-77BC781926E1}"/>
              </a:ext>
            </a:extLst>
          </p:cNvPr>
          <p:cNvSpPr>
            <a:spLocks noGrp="1"/>
          </p:cNvSpPr>
          <p:nvPr/>
        </p:nvSpPr>
        <p:spPr>
          <a:xfrm>
            <a:off x="1543050" y="4271962"/>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목표와 조건, 정정 내용 파악</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업무인지 기존 업무인지 판단</a:t>
            </a:r>
            <a:endParaRPr lang="ko-KR">
              <a:solidFill>
                <a:srgbClr val="000000"/>
              </a:solidFill>
              <a:latin typeface="Calibri"/>
              <a:ea typeface="Calibri"/>
              <a:cs typeface="Calibri"/>
            </a:endParaRPr>
          </a:p>
        </p:txBody>
      </p:sp>
      <p:sp>
        <p:nvSpPr>
          <p:cNvPr id="25" name="r3-79">
            <a:extLst>
              <a:ext uri="{FF2B5EF4-FFF2-40B4-BE49-F238E27FC236}">
                <ns2:creationId id="{D923310E-189D-499C-9DD1-483D843ACD58}"/>
              </a:ext>
            </a:extLst>
          </p:cNvPr>
          <p:cNvSpPr>
            <a:spLocks noGrp="1"/>
          </p:cNvSpPr>
          <p:nvPr/>
        </p:nvSpPr>
        <p:spPr>
          <a:xfrm>
            <a:off x="957262" y="5014912"/>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2</a:t>
            </a:r>
            <a:endParaRPr lang="ko-KR">
              <a:solidFill>
                <a:srgbClr val="000000"/>
              </a:solidFill>
              <a:latin typeface="Calibri"/>
              <a:ea typeface="Calibri"/>
              <a:cs typeface="Calibri"/>
            </a:endParaRPr>
          </a:p>
        </p:txBody>
      </p:sp>
      <p:sp>
        <p:nvSpPr>
          <p:cNvPr id="27" name="r3-81">
            <a:extLst>
              <a:ext uri="{FF2B5EF4-FFF2-40B4-BE49-F238E27FC236}">
                <ns2:creationId id="{A65A87E2-DBAB-4C51-A9D9-463319B64B5B}"/>
              </a:ext>
            </a:extLst>
          </p:cNvPr>
          <p:cNvSpPr>
            <a:spLocks noGrp="1"/>
          </p:cNvSpPr>
          <p:nvPr/>
        </p:nvSpPr>
        <p:spPr>
          <a:xfrm>
            <a:off x="1543050" y="4957762"/>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직접 응답 또는 업무 위임</a:t>
            </a:r>
            <a:endParaRPr lang="ko-KR">
              <a:solidFill>
                <a:srgbClr val="000000"/>
              </a:solidFill>
              <a:latin typeface="Calibri"/>
              <a:ea typeface="Calibri"/>
              <a:cs typeface="Calibri"/>
            </a:endParaRPr>
          </a:p>
        </p:txBody>
      </p:sp>
      <p:sp>
        <p:nvSpPr>
          <p:cNvPr id="28" name="r3-82">
            <a:extLst>
              <a:ext uri="{FF2B5EF4-FFF2-40B4-BE49-F238E27FC236}">
                <ns2:creationId id="{A15D4FFA-CDB2-4D02-8BCA-39986E1F1A94}"/>
              </a:ext>
            </a:extLst>
          </p:cNvPr>
          <p:cNvSpPr>
            <a:spLocks noGrp="1"/>
          </p:cNvSpPr>
          <p:nvPr/>
        </p:nvSpPr>
        <p:spPr>
          <a:xfrm>
            <a:off x="1543050" y="5414962"/>
            <a:ext cx="9215438" cy="414338"/>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범위가 명확한 설명은 직접 답하고, 실제 업무는 AI에 위임</a:t>
            </a:r>
            <a:endParaRPr lang="ko-KR">
              <a:solidFill>
                <a:srgbClr val="000000"/>
              </a:solidFill>
              <a:latin typeface="Calibri"/>
              <a:ea typeface="Calibri"/>
              <a:cs typeface="Calibri"/>
            </a:endParaRPr>
          </a:p>
        </p:txBody>
      </p:sp>
      <p:sp>
        <p:nvSpPr>
          <p:cNvPr id="29" name="r3-83">
            <a:extLst>
              <a:ext uri="{FF2B5EF4-FFF2-40B4-BE49-F238E27FC236}">
                <ns2:creationId id="{F0062F88-022F-467E-8BEB-072935757D4D}"/>
              </a:ext>
            </a:extLst>
          </p:cNvPr>
          <p:cNvSpPr>
            <a:spLocks noGrp="1"/>
          </p:cNvSpPr>
          <p:nvPr/>
        </p:nvSpPr>
        <p:spPr>
          <a:xfrm>
            <a:off x="957262" y="5972175"/>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3</a:t>
            </a:r>
            <a:endParaRPr lang="ko-KR">
              <a:solidFill>
                <a:srgbClr val="000000"/>
              </a:solidFill>
              <a:latin typeface="Calibri"/>
              <a:ea typeface="Calibri"/>
              <a:cs typeface="Calibri"/>
            </a:endParaRPr>
          </a:p>
        </p:txBody>
      </p:sp>
      <p:sp>
        <p:nvSpPr>
          <p:cNvPr id="31" name="r3-85">
            <a:extLst>
              <a:ext uri="{FF2B5EF4-FFF2-40B4-BE49-F238E27FC236}">
                <ns2:creationId id="{63C45FC8-7F2D-41AE-A7D7-4B823AC48EB4}"/>
              </a:ext>
            </a:extLst>
          </p:cNvPr>
          <p:cNvSpPr>
            <a:spLocks noGrp="1"/>
          </p:cNvSpPr>
          <p:nvPr/>
        </p:nvSpPr>
        <p:spPr>
          <a:xfrm>
            <a:off x="1543050" y="5915025"/>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대화와 업무 상태 관리</a:t>
            </a:r>
            <a:endParaRPr lang="ko-KR">
              <a:solidFill>
                <a:srgbClr val="000000"/>
              </a:solidFill>
              <a:latin typeface="Calibri"/>
              <a:ea typeface="Calibri"/>
              <a:cs typeface="Calibri"/>
            </a:endParaRPr>
          </a:p>
        </p:txBody>
      </p:sp>
      <p:sp>
        <p:nvSpPr>
          <p:cNvPr id="32" name="r3-86">
            <a:extLst>
              <a:ext uri="{FF2B5EF4-FFF2-40B4-BE49-F238E27FC236}">
                <ns2:creationId id="{B6CE67E3-DB03-4E92-8702-A61469EDC549}"/>
              </a:ext>
            </a:extLst>
          </p:cNvPr>
          <p:cNvSpPr>
            <a:spLocks noGrp="1"/>
          </p:cNvSpPr>
          <p:nvPr/>
        </p:nvSpPr>
        <p:spPr>
          <a:xfrm>
            <a:off x="1543050" y="6372225"/>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질문과 추가 지시, 취소를 해당 업무에 연결</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진행 상황과 결과도 같은 업무에서 관리</a:t>
            </a:r>
            <a:endParaRPr lang="ko-KR">
              <a:solidFill>
                <a:srgbClr val="000000"/>
              </a:solidFill>
              <a:latin typeface="Calibri"/>
              <a:ea typeface="Calibri"/>
              <a:cs typeface="Calibri"/>
            </a:endParaRPr>
          </a:p>
        </p:txBody>
      </p:sp>
      <p:sp>
        <p:nvSpPr>
          <p:cNvPr id="33" name="r3-87">
            <a:extLst>
              <a:ext uri="{FF2B5EF4-FFF2-40B4-BE49-F238E27FC236}">
                <ns2:creationId id="{F8FDDC4A-7A5C-45E7-9EE8-199AE9514DC2}"/>
              </a:ext>
            </a:extLst>
          </p:cNvPr>
          <p:cNvSpPr>
            <a:spLocks noGrp="1"/>
          </p:cNvSpPr>
          <p:nvPr/>
        </p:nvSpPr>
        <p:spPr>
          <a:xfrm>
            <a:off x="11215688" y="3971925"/>
            <a:ext cx="1385888" cy="37147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목표와 조건</a:t>
            </a:r>
            <a:endParaRPr lang="ko-KR">
              <a:solidFill>
                <a:srgbClr val="000000"/>
              </a:solidFill>
              <a:latin typeface="Calibri"/>
              <a:ea typeface="Calibri"/>
              <a:cs typeface="Calibri"/>
            </a:endParaRPr>
          </a:p>
        </p:txBody>
      </p:sp>
      <p:sp>
        <p:nvSpPr>
          <p:cNvPr id="34" name="line-88">
            <a:extLst>
              <a:ext uri="{FF2B5EF4-FFF2-40B4-BE49-F238E27FC236}">
                <ns2:creationId id="{F65DB34C-2CFB-4F69-AFA4-DF6DBE81C915}"/>
              </a:ext>
            </a:extLst>
          </p:cNvPr>
          <p:cNvSpPr>
            <a:spLocks noGrp="1"/>
          </p:cNvSpPr>
          <p:nvPr/>
        </p:nvSpPr>
        <p:spPr>
          <a:xfrm flipH="0">
            <a:off x="11244262" y="4471988"/>
            <a:ext cx="1243012" cy="0"/>
          </a:xfrm>
          <a:prstGeom prst="line">
            <a:avLst/>
          </a:prstGeom>
          <a:noFill/>
          <a:ln w="24290">
            <a:solidFill>
              <a:srgbClr val="258FAF"/>
            </a:solidFill>
          </a:ln>
        </p:spPr>
      </p:sp>
      <p:sp>
        <p:nvSpPr>
          <p:cNvPr id="35" name="line-89">
            <a:extLst>
              <a:ext uri="{FF2B5EF4-FFF2-40B4-BE49-F238E27FC236}">
                <ns2:creationId id="{58996F9C-CAA2-442F-A7F8-77FAF118416C}"/>
              </a:ext>
            </a:extLst>
          </p:cNvPr>
          <p:cNvSpPr>
            <a:spLocks noGrp="1"/>
          </p:cNvSpPr>
          <p:nvPr/>
        </p:nvSpPr>
        <p:spPr>
          <a:xfrm flipH="0">
            <a:off x="12387262" y="4414838"/>
            <a:ext cx="100012" cy="57150"/>
          </a:xfrm>
          <a:prstGeom prst="line">
            <a:avLst/>
          </a:prstGeom>
          <a:noFill/>
          <a:ln w="24290">
            <a:solidFill>
              <a:srgbClr val="258FAF"/>
            </a:solidFill>
          </a:ln>
        </p:spPr>
      </p:sp>
      <p:sp>
        <p:nvSpPr>
          <p:cNvPr id="36" name="line-90">
            <a:extLst>
              <a:ext uri="{FF2B5EF4-FFF2-40B4-BE49-F238E27FC236}">
                <ns2:creationId id="{7991858B-2EEF-4BCB-8B75-3835EEC5755F}"/>
              </a:ext>
            </a:extLst>
          </p:cNvPr>
          <p:cNvSpPr>
            <a:spLocks noGrp="1"/>
          </p:cNvSpPr>
          <p:nvPr/>
        </p:nvSpPr>
        <p:spPr>
          <a:xfrm flipH="1">
            <a:off x="12387262" y="4471988"/>
            <a:ext cx="100012" cy="57150"/>
          </a:xfrm>
          <a:prstGeom prst="line">
            <a:avLst/>
          </a:prstGeom>
          <a:noFill/>
          <a:ln w="24290">
            <a:solidFill>
              <a:srgbClr val="258FAF"/>
            </a:solidFill>
          </a:ln>
        </p:spPr>
      </p:sp>
      <p:sp>
        <p:nvSpPr>
          <p:cNvPr id="37" name="line-91">
            <a:extLst>
              <a:ext uri="{FF2B5EF4-FFF2-40B4-BE49-F238E27FC236}">
                <ns2:creationId id="{666D66A2-8A43-4C3F-88DF-0E02D97174C3}"/>
              </a:ext>
            </a:extLst>
          </p:cNvPr>
          <p:cNvSpPr>
            <a:spLocks noGrp="1"/>
          </p:cNvSpPr>
          <p:nvPr/>
        </p:nvSpPr>
        <p:spPr>
          <a:xfrm flipH="0">
            <a:off x="11244262" y="5757862"/>
            <a:ext cx="1243012" cy="0"/>
          </a:xfrm>
          <a:prstGeom prst="line">
            <a:avLst/>
          </a:prstGeom>
          <a:noFill/>
          <a:ln w="24290">
            <a:solidFill>
              <a:srgbClr val="258FAF"/>
            </a:solidFill>
          </a:ln>
        </p:spPr>
      </p:sp>
      <p:sp>
        <p:nvSpPr>
          <p:cNvPr id="38" name="line-92">
            <a:extLst>
              <a:ext uri="{FF2B5EF4-FFF2-40B4-BE49-F238E27FC236}">
                <ns2:creationId id="{1EA8433E-026E-4591-A3FF-6532C023B2EA}"/>
              </a:ext>
            </a:extLst>
          </p:cNvPr>
          <p:cNvSpPr>
            <a:spLocks noGrp="1"/>
          </p:cNvSpPr>
          <p:nvPr/>
        </p:nvSpPr>
        <p:spPr>
          <a:xfrm flipH="1">
            <a:off x="11244262" y="5700712"/>
            <a:ext cx="100012" cy="57150"/>
          </a:xfrm>
          <a:prstGeom prst="line">
            <a:avLst/>
          </a:prstGeom>
          <a:noFill/>
          <a:ln w="24290">
            <a:solidFill>
              <a:srgbClr val="258FAF"/>
            </a:solidFill>
          </a:ln>
        </p:spPr>
      </p:sp>
      <p:sp>
        <p:nvSpPr>
          <p:cNvPr id="39" name="line-93">
            <a:extLst>
              <a:ext uri="{FF2B5EF4-FFF2-40B4-BE49-F238E27FC236}">
                <ns2:creationId id="{82A8FDDE-4730-4DFA-8464-791F6FE48436}"/>
              </a:ext>
            </a:extLst>
          </p:cNvPr>
          <p:cNvSpPr>
            <a:spLocks noGrp="1"/>
          </p:cNvSpPr>
          <p:nvPr/>
        </p:nvSpPr>
        <p:spPr>
          <a:xfrm flipH="0">
            <a:off x="11244262" y="5757862"/>
            <a:ext cx="100012" cy="57150"/>
          </a:xfrm>
          <a:prstGeom prst="line">
            <a:avLst/>
          </a:prstGeom>
          <a:noFill/>
          <a:ln w="24290">
            <a:solidFill>
              <a:srgbClr val="258FAF"/>
            </a:solidFill>
          </a:ln>
        </p:spPr>
      </p:sp>
      <p:sp>
        <p:nvSpPr>
          <p:cNvPr id="40" name="r3-94">
            <a:extLst>
              <a:ext uri="{FF2B5EF4-FFF2-40B4-BE49-F238E27FC236}">
                <ns2:creationId id="{E31C9647-E896-4611-B221-0B4DCB01017C}"/>
              </a:ext>
            </a:extLst>
          </p:cNvPr>
          <p:cNvSpPr>
            <a:spLocks noGrp="1"/>
          </p:cNvSpPr>
          <p:nvPr/>
        </p:nvSpPr>
        <p:spPr>
          <a:xfrm>
            <a:off x="11215688" y="5900738"/>
            <a:ext cx="1385888" cy="328612"/>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질문과 상태</a:t>
            </a:r>
            <a:endParaRPr lang="ko-KR">
              <a:solidFill>
                <a:srgbClr val="000000"/>
              </a:solidFill>
              <a:latin typeface="Calibri"/>
              <a:ea typeface="Calibri"/>
              <a:cs typeface="Calibri"/>
            </a:endParaRPr>
          </a:p>
        </p:txBody>
      </p:sp>
      <p:sp>
        <p:nvSpPr>
          <p:cNvPr id="41" name="r3-95">
            <a:extLst>
              <a:ext uri="{FF2B5EF4-FFF2-40B4-BE49-F238E27FC236}">
                <ns2:creationId id="{D1230799-3BF4-415F-9CF7-BD6E5B405CB8}"/>
              </a:ext>
            </a:extLst>
          </p:cNvPr>
          <p:cNvSpPr>
            <a:spLocks noGrp="1"/>
          </p:cNvSpPr>
          <p:nvPr/>
        </p:nvSpPr>
        <p:spPr>
          <a:xfrm>
            <a:off x="11215688" y="6243638"/>
            <a:ext cx="1385888" cy="31432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결과</a:t>
            </a:r>
            <a:endParaRPr lang="ko-KR">
              <a:solidFill>
                <a:srgbClr val="000000"/>
              </a:solidFill>
              <a:latin typeface="Calibri"/>
              <a:ea typeface="Calibri"/>
              <a:cs typeface="Calibri"/>
            </a:endParaRPr>
          </a:p>
        </p:txBody>
      </p:sp>
      <p:sp>
        <p:nvSpPr>
          <p:cNvPr id="42" name="r3-96">
            <a:extLst>
              <a:ext uri="{FF2B5EF4-FFF2-40B4-BE49-F238E27FC236}">
                <ns2:creationId id="{CC4784CC-B8CB-4E7E-B6EF-A8E27A9071AA}"/>
              </a:ext>
            </a:extLst>
          </p:cNvPr>
          <p:cNvSpPr>
            <a:spLocks noGrp="1"/>
          </p:cNvSpPr>
          <p:nvPr/>
        </p:nvSpPr>
        <p:spPr>
          <a:xfrm>
            <a:off x="12844462" y="3414712"/>
            <a:ext cx="4586288" cy="500062"/>
          </a:xfrm>
          <a:prstGeom prst="rect">
            <a:avLst/>
          </a:prstGeom>
          <a:noFill/>
          <a:ln w="0">
            <a:noFill/>
          </a:ln>
        </p:spPr>
        <p:txBody>
          <a:bodyPr wrap="none" lIns="0" tIns="0" rIns="0" bIns="0"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방법과 도구 선택</a:t>
            </a:r>
            <a:endParaRPr lang="ko-KR">
              <a:solidFill>
                <a:srgbClr val="000000"/>
              </a:solidFill>
              <a:latin typeface="Calibri"/>
              <a:ea typeface="Calibri"/>
              <a:cs typeface="Calibri"/>
            </a:endParaRPr>
          </a:p>
        </p:txBody>
      </p:sp>
      <p:sp>
        <p:nvSpPr>
          <p:cNvPr id="43" name="line-97">
            <a:extLst>
              <a:ext uri="{FF2B5EF4-FFF2-40B4-BE49-F238E27FC236}">
                <ns2:creationId id="{E256A8AA-9488-49D8-BEB7-7E5BE2E90EC4}"/>
              </a:ext>
            </a:extLst>
          </p:cNvPr>
          <p:cNvSpPr>
            <a:spLocks noGrp="1"/>
          </p:cNvSpPr>
          <p:nvPr/>
        </p:nvSpPr>
        <p:spPr>
          <a:xfrm flipH="0">
            <a:off x="15144750" y="4029075"/>
            <a:ext cx="0" cy="400050"/>
          </a:xfrm>
          <a:prstGeom prst="line">
            <a:avLst/>
          </a:prstGeom>
          <a:noFill/>
          <a:ln w="24290">
            <a:solidFill>
              <a:srgbClr val="657079"/>
            </a:solidFill>
          </a:ln>
        </p:spPr>
      </p:sp>
      <p:sp>
        <p:nvSpPr>
          <p:cNvPr id="44" name="line-98">
            <a:extLst>
              <a:ext uri="{FF2B5EF4-FFF2-40B4-BE49-F238E27FC236}">
                <ns2:creationId id="{39A4B293-284C-459F-BC36-69B4F143C33C}"/>
              </a:ext>
            </a:extLst>
          </p:cNvPr>
          <p:cNvSpPr>
            <a:spLocks noGrp="1"/>
          </p:cNvSpPr>
          <p:nvPr/>
        </p:nvSpPr>
        <p:spPr>
          <a:xfrm flipH="0">
            <a:off x="15087600" y="4329112"/>
            <a:ext cx="57150" cy="100012"/>
          </a:xfrm>
          <a:prstGeom prst="line">
            <a:avLst/>
          </a:prstGeom>
          <a:noFill/>
          <a:ln w="24290">
            <a:solidFill>
              <a:srgbClr val="657079"/>
            </a:solidFill>
          </a:ln>
        </p:spPr>
      </p:sp>
      <p:sp>
        <p:nvSpPr>
          <p:cNvPr id="45" name="line-99">
            <a:extLst>
              <a:ext uri="{FF2B5EF4-FFF2-40B4-BE49-F238E27FC236}">
                <ns2:creationId id="{0437A239-626D-44D8-91DE-98E3973B65A7}"/>
              </a:ext>
            </a:extLst>
          </p:cNvPr>
          <p:cNvSpPr>
            <a:spLocks noGrp="1"/>
          </p:cNvSpPr>
          <p:nvPr/>
        </p:nvSpPr>
        <p:spPr>
          <a:xfrm flipH="1">
            <a:off x="15144750" y="4329112"/>
            <a:ext cx="57150" cy="100012"/>
          </a:xfrm>
          <a:prstGeom prst="line">
            <a:avLst/>
          </a:prstGeom>
          <a:noFill/>
          <a:ln w="24290">
            <a:solidFill>
              <a:srgbClr val="657079"/>
            </a:solidFill>
          </a:ln>
        </p:spPr>
      </p:sp>
      <p:sp>
        <p:nvSpPr>
          <p:cNvPr id="46" name="r3-100">
            <a:extLst>
              <a:ext uri="{FF2B5EF4-FFF2-40B4-BE49-F238E27FC236}">
                <ns2:creationId id="{083BB3A9-902D-4B48-9FAF-C5FBDEB45BE1}"/>
              </a:ext>
            </a:extLst>
          </p:cNvPr>
          <p:cNvSpPr>
            <a:spLocks noGrp="1"/>
          </p:cNvSpPr>
          <p:nvPr/>
        </p:nvSpPr>
        <p:spPr>
          <a:xfrm>
            <a:off x="12787312" y="4586288"/>
            <a:ext cx="4672012" cy="414338"/>
          </a:xfrm>
          <a:prstGeom prst="rect">
            <a:avLst/>
          </a:prstGeom>
          <a:noFill/>
          <a:ln w="0">
            <a:noFill/>
          </a:ln>
        </p:spPr>
        <p:txBody>
          <a:bodyPr wrap="none" lIns="0" tIns="0" rIns="0" bIns="0"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자료 조사와 문서 작성</a:t>
            </a:r>
            <a:endParaRPr lang="ko-KR">
              <a:solidFill>
                <a:srgbClr val="000000"/>
              </a:solidFill>
              <a:latin typeface="Calibri"/>
              <a:ea typeface="Calibri"/>
              <a:cs typeface="Calibri"/>
            </a:endParaRPr>
          </a:p>
        </p:txBody>
      </p:sp>
      <p:sp>
        <p:nvSpPr>
          <p:cNvPr id="47" name="r3-101">
            <a:extLst>
              <a:ext uri="{FF2B5EF4-FFF2-40B4-BE49-F238E27FC236}">
                <ns2:creationId id="{48A4984D-00C5-4DE3-A661-93E02598DE4B}"/>
              </a:ext>
            </a:extLst>
          </p:cNvPr>
          <p:cNvSpPr>
            <a:spLocks noGrp="1"/>
          </p:cNvSpPr>
          <p:nvPr/>
        </p:nvSpPr>
        <p:spPr>
          <a:xfrm>
            <a:off x="12787312" y="5043488"/>
            <a:ext cx="4672012" cy="414338"/>
          </a:xfrm>
          <a:prstGeom prst="rect">
            <a:avLst/>
          </a:prstGeom>
          <a:noFill/>
          <a:ln w="0">
            <a:noFill/>
          </a:ln>
        </p:spPr>
        <p:txBody>
          <a:bodyPr wrap="none" lIns="0" tIns="0" rIns="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앱 조작, 코드 수정과 시험 등</a:t>
            </a:r>
            <a:endParaRPr lang="ko-KR">
              <a:solidFill>
                <a:srgbClr val="000000"/>
              </a:solidFill>
              <a:latin typeface="Calibri"/>
              <a:ea typeface="Calibri"/>
              <a:cs typeface="Calibri"/>
            </a:endParaRPr>
          </a:p>
        </p:txBody>
      </p:sp>
      <p:sp>
        <p:nvSpPr>
          <p:cNvPr id="48" name="line-102">
            <a:extLst>
              <a:ext uri="{FF2B5EF4-FFF2-40B4-BE49-F238E27FC236}">
                <ns2:creationId id="{052B5794-0D1C-491A-A20C-BEFB7C022802}"/>
              </a:ext>
            </a:extLst>
          </p:cNvPr>
          <p:cNvSpPr>
            <a:spLocks noGrp="1"/>
          </p:cNvSpPr>
          <p:nvPr/>
        </p:nvSpPr>
        <p:spPr>
          <a:xfrm flipH="0">
            <a:off x="15144750" y="5586412"/>
            <a:ext cx="0" cy="400050"/>
          </a:xfrm>
          <a:prstGeom prst="line">
            <a:avLst/>
          </a:prstGeom>
          <a:noFill/>
          <a:ln w="24290">
            <a:solidFill>
              <a:srgbClr val="657079"/>
            </a:solidFill>
          </a:ln>
        </p:spPr>
      </p:sp>
      <p:sp>
        <p:nvSpPr>
          <p:cNvPr id="49" name="line-103">
            <a:extLst>
              <a:ext uri="{FF2B5EF4-FFF2-40B4-BE49-F238E27FC236}">
                <ns2:creationId id="{730E5816-ED30-4FD2-BFFF-2D5C05EBD78F}"/>
              </a:ext>
            </a:extLst>
          </p:cNvPr>
          <p:cNvSpPr>
            <a:spLocks noGrp="1"/>
          </p:cNvSpPr>
          <p:nvPr/>
        </p:nvSpPr>
        <p:spPr>
          <a:xfrm flipH="0">
            <a:off x="15087600" y="5886450"/>
            <a:ext cx="57150" cy="100012"/>
          </a:xfrm>
          <a:prstGeom prst="line">
            <a:avLst/>
          </a:prstGeom>
          <a:noFill/>
          <a:ln w="24290">
            <a:solidFill>
              <a:srgbClr val="657079"/>
            </a:solidFill>
          </a:ln>
        </p:spPr>
      </p:sp>
      <p:sp>
        <p:nvSpPr>
          <p:cNvPr id="50" name="line-104">
            <a:extLst>
              <a:ext uri="{FF2B5EF4-FFF2-40B4-BE49-F238E27FC236}">
                <ns2:creationId id="{177ACB4A-DB5E-4B09-950C-4A602EC636E8}"/>
              </a:ext>
            </a:extLst>
          </p:cNvPr>
          <p:cNvSpPr>
            <a:spLocks noGrp="1"/>
          </p:cNvSpPr>
          <p:nvPr/>
        </p:nvSpPr>
        <p:spPr>
          <a:xfrm flipH="1">
            <a:off x="15144750" y="5886450"/>
            <a:ext cx="57150" cy="100012"/>
          </a:xfrm>
          <a:prstGeom prst="line">
            <a:avLst/>
          </a:prstGeom>
          <a:noFill/>
          <a:ln w="24290">
            <a:solidFill>
              <a:srgbClr val="657079"/>
            </a:solidFill>
          </a:ln>
        </p:spPr>
      </p:sp>
      <p:sp>
        <p:nvSpPr>
          <p:cNvPr id="51" name="r3-105">
            <a:extLst>
              <a:ext uri="{FF2B5EF4-FFF2-40B4-BE49-F238E27FC236}">
                <ns2:creationId id="{798D6441-C4D2-46AD-B37C-2890EB8E92BF}"/>
              </a:ext>
            </a:extLst>
          </p:cNvPr>
          <p:cNvSpPr>
            <a:spLocks noGrp="1"/>
          </p:cNvSpPr>
          <p:nvPr/>
        </p:nvSpPr>
        <p:spPr>
          <a:xfrm>
            <a:off x="12744450" y="6157912"/>
            <a:ext cx="4772025" cy="442912"/>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결과를 확인하고 작업을 이어감</a:t>
            </a:r>
            <a:endParaRPr lang="ko-KR">
              <a:solidFill>
                <a:srgbClr val="000000"/>
              </a:solidFill>
              <a:latin typeface="Calibri"/>
              <a:ea typeface="Calibri"/>
              <a:cs typeface="Calibri"/>
            </a:endParaRPr>
          </a:p>
        </p:txBody>
      </p:sp>
      <p:sp>
        <p:nvSpPr>
          <p:cNvPr id="52" name="line-106">
            <a:extLst>
              <a:ext uri="{FF2B5EF4-FFF2-40B4-BE49-F238E27FC236}">
                <ns2:creationId id="{F1F78D25-F197-4E57-9F2F-0E09CF9CE618}"/>
              </a:ext>
            </a:extLst>
          </p:cNvPr>
          <p:cNvSpPr>
            <a:spLocks noGrp="1"/>
          </p:cNvSpPr>
          <p:nvPr/>
        </p:nvSpPr>
        <p:spPr>
          <a:xfrm flipH="0">
            <a:off x="600075" y="7086600"/>
            <a:ext cx="17073562" cy="0"/>
          </a:xfrm>
          <a:prstGeom prst="line">
            <a:avLst/>
          </a:prstGeom>
          <a:noFill/>
          <a:ln w="14288">
            <a:solidFill>
              <a:srgbClr val="BDC4CA"/>
            </a:solidFill>
          </a:ln>
        </p:spPr>
      </p:sp>
      <p:sp>
        <p:nvSpPr>
          <p:cNvPr id="53" name="r3-107">
            <a:extLst>
              <a:ext uri="{FF2B5EF4-FFF2-40B4-BE49-F238E27FC236}">
                <ns2:creationId id="{C0871C85-E493-43F7-B3A9-E9748A43F307}"/>
              </a:ext>
            </a:extLst>
          </p:cNvPr>
          <p:cNvSpPr>
            <a:spLocks noGrp="1"/>
          </p:cNvSpPr>
          <p:nvPr/>
        </p:nvSpPr>
        <p:spPr>
          <a:xfrm>
            <a:off x="657225" y="7272338"/>
            <a:ext cx="16959262" cy="471488"/>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같은 대화 안에서 두 업무를 구분하는 예</a:t>
            </a:r>
            <a:endParaRPr lang="ko-KR">
              <a:solidFill>
                <a:srgbClr val="000000"/>
              </a:solidFill>
              <a:latin typeface="Calibri"/>
              <a:ea typeface="Calibri"/>
              <a:cs typeface="Calibri"/>
            </a:endParaRPr>
          </a:p>
        </p:txBody>
      </p:sp>
      <p:sp>
        <p:nvSpPr>
          <p:cNvPr id="54" name="r3-108">
            <a:extLst>
              <a:ext uri="{FF2B5EF4-FFF2-40B4-BE49-F238E27FC236}">
                <ns2:creationId id="{C0A6B9A1-FFC4-43DA-B774-46267B5DDDF9}"/>
              </a:ext>
            </a:extLst>
          </p:cNvPr>
          <p:cNvSpPr>
            <a:spLocks noGrp="1"/>
          </p:cNvSpPr>
          <p:nvPr/>
        </p:nvSpPr>
        <p:spPr>
          <a:xfrm>
            <a:off x="685800" y="7929562"/>
            <a:ext cx="1828800" cy="414338"/>
          </a:xfrm>
          <a:prstGeom prst="rect">
            <a:avLst/>
          </a:prstGeom>
          <a:noFill/>
          <a:ln w="0">
            <a:noFill/>
          </a:ln>
        </p:spPr>
        <p:txBody>
          <a:bodyPr wrap="none" lIns="0" tIns="0" rIns="0" bIns="0" anchor="ctr">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 요청</a:t>
            </a:r>
            <a:endParaRPr lang="ko-KR">
              <a:solidFill>
                <a:srgbClr val="000000"/>
              </a:solidFill>
              <a:latin typeface="Calibri"/>
              <a:ea typeface="Calibri"/>
              <a:cs typeface="Calibri"/>
            </a:endParaRPr>
          </a:p>
        </p:txBody>
      </p:sp>
      <p:sp>
        <p:nvSpPr>
          <p:cNvPr id="55" name="r3-109">
            <a:extLst>
              <a:ext uri="{FF2B5EF4-FFF2-40B4-BE49-F238E27FC236}">
                <ns2:creationId id="{63DE9316-8F24-40C3-945B-481297795F63}"/>
              </a:ext>
            </a:extLst>
          </p:cNvPr>
          <p:cNvSpPr>
            <a:spLocks noGrp="1"/>
          </p:cNvSpPr>
          <p:nvPr/>
        </p:nvSpPr>
        <p:spPr>
          <a:xfrm>
            <a:off x="2743200" y="7829550"/>
            <a:ext cx="5514975" cy="9286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표로 보고서 만들어줘.</a:t>
            </a:r>
            <a:endParaRPr lang="ko-KR">
              <a:solidFill>
                <a:srgbClr val="000000"/>
              </a:solidFill>
              <a:latin typeface="Calibri"/>
              <a:ea typeface="Calibri"/>
              <a:cs typeface="Calibri"/>
            </a:endParaRPr>
          </a:p>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아까 자료 조사는 계속해.”</a:t>
            </a:r>
            <a:endParaRPr lang="ko-KR">
              <a:solidFill>
                <a:srgbClr val="000000"/>
              </a:solidFill>
              <a:latin typeface="Calibri"/>
              <a:ea typeface="Calibri"/>
              <a:cs typeface="Calibri"/>
            </a:endParaRPr>
          </a:p>
        </p:txBody>
      </p:sp>
      <p:sp>
        <p:nvSpPr>
          <p:cNvPr id="56" name="line-110">
            <a:extLst>
              <a:ext uri="{FF2B5EF4-FFF2-40B4-BE49-F238E27FC236}">
                <ns2:creationId id="{9165C477-AA8C-4826-8D89-B6E6ABFFEEDD}"/>
              </a:ext>
            </a:extLst>
          </p:cNvPr>
          <p:cNvSpPr>
            <a:spLocks noGrp="1"/>
          </p:cNvSpPr>
          <p:nvPr/>
        </p:nvSpPr>
        <p:spPr>
          <a:xfrm flipH="0">
            <a:off x="8329612" y="8286750"/>
            <a:ext cx="542925" cy="0"/>
          </a:xfrm>
          <a:prstGeom prst="line">
            <a:avLst/>
          </a:prstGeom>
          <a:noFill/>
          <a:ln w="24290">
            <a:solidFill>
              <a:srgbClr val="258FAF"/>
            </a:solidFill>
          </a:ln>
        </p:spPr>
      </p:sp>
      <p:sp>
        <p:nvSpPr>
          <p:cNvPr id="57" name="line-111">
            <a:extLst>
              <a:ext uri="{FF2B5EF4-FFF2-40B4-BE49-F238E27FC236}">
                <ns2:creationId id="{BC6DBE98-C8F7-48DB-AC44-1C28F24F2A4B}"/>
              </a:ext>
            </a:extLst>
          </p:cNvPr>
          <p:cNvSpPr>
            <a:spLocks noGrp="1"/>
          </p:cNvSpPr>
          <p:nvPr/>
        </p:nvSpPr>
        <p:spPr>
          <a:xfrm flipH="0">
            <a:off x="8772525" y="8229600"/>
            <a:ext cx="100012" cy="57150"/>
          </a:xfrm>
          <a:prstGeom prst="line">
            <a:avLst/>
          </a:prstGeom>
          <a:noFill/>
          <a:ln w="24290">
            <a:solidFill>
              <a:srgbClr val="258FAF"/>
            </a:solidFill>
          </a:ln>
        </p:spPr>
      </p:sp>
      <p:sp>
        <p:nvSpPr>
          <p:cNvPr id="58" name="line-112">
            <a:extLst>
              <a:ext uri="{FF2B5EF4-FFF2-40B4-BE49-F238E27FC236}">
                <ns2:creationId id="{BEDD854A-1459-416B-8554-917A14071099}"/>
              </a:ext>
            </a:extLst>
          </p:cNvPr>
          <p:cNvSpPr>
            <a:spLocks noGrp="1"/>
          </p:cNvSpPr>
          <p:nvPr/>
        </p:nvSpPr>
        <p:spPr>
          <a:xfrm flipH="1">
            <a:off x="8772525" y="8286750"/>
            <a:ext cx="100012" cy="57150"/>
          </a:xfrm>
          <a:prstGeom prst="line">
            <a:avLst/>
          </a:prstGeom>
          <a:noFill/>
          <a:ln w="24290">
            <a:solidFill>
              <a:srgbClr val="258FAF"/>
            </a:solidFill>
          </a:ln>
        </p:spPr>
      </p:sp>
      <p:sp>
        <p:nvSpPr>
          <p:cNvPr id="59" name="r3-113">
            <a:extLst>
              <a:ext uri="{FF2B5EF4-FFF2-40B4-BE49-F238E27FC236}">
                <ns2:creationId id="{7A9AB08B-356C-44EA-91CD-54EE45CD69AA}"/>
              </a:ext>
            </a:extLst>
          </p:cNvPr>
          <p:cNvSpPr>
            <a:spLocks noGrp="1"/>
          </p:cNvSpPr>
          <p:nvPr/>
        </p:nvSpPr>
        <p:spPr>
          <a:xfrm>
            <a:off x="9158288" y="7829550"/>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작성</a:t>
            </a:r>
            <a:endParaRPr lang="ko-KR">
              <a:solidFill>
                <a:srgbClr val="000000"/>
              </a:solidFill>
              <a:latin typeface="Calibri"/>
              <a:ea typeface="Calibri"/>
              <a:cs typeface="Calibri"/>
            </a:endParaRPr>
          </a:p>
        </p:txBody>
      </p:sp>
      <p:sp>
        <p:nvSpPr>
          <p:cNvPr id="60" name="r3-114">
            <a:extLst>
              <a:ext uri="{FF2B5EF4-FFF2-40B4-BE49-F238E27FC236}">
                <ns2:creationId id="{7351902C-416E-434B-8212-026AB1FF0252}"/>
              </a:ext>
            </a:extLst>
          </p:cNvPr>
          <p:cNvSpPr>
            <a:spLocks noGrp="1"/>
          </p:cNvSpPr>
          <p:nvPr/>
        </p:nvSpPr>
        <p:spPr>
          <a:xfrm>
            <a:off x="11715750" y="7829550"/>
            <a:ext cx="5514975"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새 업무로 위임</a:t>
            </a:r>
            <a:endParaRPr lang="ko-KR">
              <a:solidFill>
                <a:srgbClr val="000000"/>
              </a:solidFill>
              <a:latin typeface="Calibri"/>
              <a:ea typeface="Calibri"/>
              <a:cs typeface="Calibri"/>
            </a:endParaRPr>
          </a:p>
        </p:txBody>
      </p:sp>
      <p:sp>
        <p:nvSpPr>
          <p:cNvPr id="61" name="r3-115">
            <a:extLst>
              <a:ext uri="{FF2B5EF4-FFF2-40B4-BE49-F238E27FC236}">
                <ns2:creationId id="{9A2A461E-FC36-42EE-99EA-C95157AF9EA1}"/>
              </a:ext>
            </a:extLst>
          </p:cNvPr>
          <p:cNvSpPr>
            <a:spLocks noGrp="1"/>
          </p:cNvSpPr>
          <p:nvPr/>
        </p:nvSpPr>
        <p:spPr>
          <a:xfrm>
            <a:off x="9158288" y="8386762"/>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기존 자료 조사</a:t>
            </a:r>
            <a:endParaRPr lang="ko-KR">
              <a:solidFill>
                <a:srgbClr val="000000"/>
              </a:solidFill>
              <a:latin typeface="Calibri"/>
              <a:ea typeface="Calibri"/>
              <a:cs typeface="Calibri"/>
            </a:endParaRPr>
          </a:p>
        </p:txBody>
      </p:sp>
      <p:sp>
        <p:nvSpPr>
          <p:cNvPr id="62" name="r3-116">
            <a:extLst>
              <a:ext uri="{FF2B5EF4-FFF2-40B4-BE49-F238E27FC236}">
                <ns2:creationId id="{7770F0DE-D709-438A-AFC9-6716CC78C5DE}"/>
              </a:ext>
            </a:extLst>
          </p:cNvPr>
          <p:cNvSpPr>
            <a:spLocks noGrp="1"/>
          </p:cNvSpPr>
          <p:nvPr/>
        </p:nvSpPr>
        <p:spPr>
          <a:xfrm>
            <a:off x="11715750" y="8386762"/>
            <a:ext cx="5715000"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진행 상태를 유지하며 별도로 추적</a:t>
            </a:r>
            <a:endParaRPr lang="ko-KR">
              <a:solidFill>
                <a:srgbClr val="000000"/>
              </a:solidFill>
              <a:latin typeface="Calibri"/>
              <a:ea typeface="Calibri"/>
              <a:cs typeface="Calibri"/>
            </a:endParaRPr>
          </a:p>
        </p:txBody>
      </p:sp>
      <p:sp>
        <p:nvSpPr>
          <p:cNvPr id="63" name="r3-117">
            <a:extLst>
              <a:ext uri="{FF2B5EF4-FFF2-40B4-BE49-F238E27FC236}">
                <ns2:creationId id="{F232015C-7A9E-45D9-B384-21EF82077322}"/>
              </a:ext>
            </a:extLst>
          </p:cNvPr>
          <p:cNvSpPr>
            <a:spLocks noGrp="1"/>
          </p:cNvSpPr>
          <p:nvPr/>
        </p:nvSpPr>
        <p:spPr>
          <a:xfrm>
            <a:off x="671512" y="9358312"/>
            <a:ext cx="16873538" cy="171450"/>
          </a:xfrm>
          <a:prstGeom prst="rect">
            <a:avLst/>
          </a:prstGeom>
          <a:solidFill>
            <a:srgbClr val="C6E0B4"/>
          </a:solidFill>
          <a:ln w="0">
            <a:noFill/>
          </a:ln>
        </p:spPr>
      </p:sp>
      <p:sp>
        <p:nvSpPr>
          <p:cNvPr id="64" name="r3-118">
            <a:extLst>
              <a:ext uri="{FF2B5EF4-FFF2-40B4-BE49-F238E27FC236}">
                <ns2:creationId id="{1A77A7AB-92D7-4735-9916-0F1D0E24D2A8}"/>
              </a:ext>
            </a:extLst>
          </p:cNvPr>
          <p:cNvSpPr>
            <a:spLocks noGrp="1"/>
          </p:cNvSpPr>
          <p:nvPr/>
        </p:nvSpPr>
        <p:spPr>
          <a:xfrm>
            <a:off x="671512" y="9101138"/>
            <a:ext cx="16873538" cy="4714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후속 지시 “보고서만 취소해줘”도 해당 업무에 연결하고, 확인된 처리 상태를 전달</a:t>
            </a:r>
            <a:endParaRPr lang="ko-KR">
              <a:solidFill>
                <a:srgbClr val="000000"/>
              </a:solidFill>
              <a:latin typeface="Calibri"/>
              <a:ea typeface="Calibri"/>
              <a:cs typeface="Calibri"/>
            </a:endParaRPr>
          </a:p>
        </p:txBody>
      </p:sp>
      <p:sp>
        <p:nvSpPr>
          <p:cNvPr id="65" name="r3-119">
            <a:extLst>
              <a:ext uri="{FF2B5EF4-FFF2-40B4-BE49-F238E27FC236}">
                <ns2:creationId id="{D2B565C3-54D1-4DF3-9AF1-DFD6EE4EEBC4}"/>
              </a:ext>
            </a:extLst>
          </p:cNvPr>
          <p:cNvSpPr>
            <a:spLocks noGrp="1"/>
          </p:cNvSpPr>
          <p:nvPr/>
        </p:nvSpPr>
        <p:spPr>
          <a:xfrm>
            <a:off x="671512" y="9786938"/>
            <a:ext cx="16002000" cy="257175"/>
          </a:xfrm>
          <a:prstGeom prst="rect">
            <a:avLst/>
          </a:prstGeom>
          <a:noFill/>
          <a:ln w="0">
            <a:noFill/>
          </a:ln>
        </p:spPr>
        <p:txBody>
          <a:bodyPr wrap="none" lIns="0" tIns="0" rIns="0" bIns="0" anchor="ctr">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본 과제 범위: 요청 판단과 상호작용, 업무 연결과 상태 관리</a:t>
            </a:r>
            <a:endParaRPr lang="ko-KR">
              <a:solidFill>
                <a:srgbClr val="000000"/>
              </a:solidFill>
              <a:latin typeface="Calibri"/>
              <a:ea typeface="Calibri"/>
              <a:cs typeface="Calibri"/>
            </a:endParaRPr>
          </a:p>
        </p:txBody>
      </p:sp>
      <p:sp>
        <p:nvSpPr>
          <p:cNvPr id="66" name="v6-header-title">
            <a:extLst>
              <a:ext uri="{FF2B5EF4-FFF2-40B4-BE49-F238E27FC236}">
                <ns2:creationId id="{3D70ABC1-7A2B-4E66-8089-93D2CFC955A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VIA의 역할</a:t>
            </a:r>
            <a:endParaRPr lang="ko-KR">
              <a:latin typeface="Calibri"/>
              <a:ea typeface="Calibri"/>
              <a:cs typeface="Calibri"/>
            </a:endParaRPr>
          </a:p>
        </p:txBody>
      </p:sp>
      <p:sp>
        <p:nvSpPr>
          <p:cNvPr id="67" name="v6-header-rule">
            <a:extLst>
              <a:ext uri="{FF2B5EF4-FFF2-40B4-BE49-F238E27FC236}">
                <ns2:creationId id="{7BC5569B-D9AE-4225-90C0-ABF5B5D2E750}"/>
              </a:ext>
            </a:extLst>
          </p:cNvPr>
          <p:cNvSpPr>
            <a:spLocks noGrp="1"/>
          </p:cNvSpPr>
          <p:nvPr/>
        </p:nvSpPr>
        <p:spPr>
          <a:xfrm>
            <a:off x="495300" y="990600"/>
            <a:ext cx="17335500" cy="0"/>
          </a:xfrm>
          <a:prstGeom prst="line">
            <a:avLst/>
          </a:prstGeom>
          <a:noFill/>
          <a:ln w="19050">
            <a:solidFill>
              <a:srgbClr val="A6A6A6"/>
            </a:solidFill>
          </a:ln>
        </p:spPr>
      </p:sp>
      <p:sp>
        <p:nvSpPr>
          <p:cNvPr id="68" name="v6-header-stage-0">
            <a:extLst>
              <a:ext uri="{FF2B5EF4-FFF2-40B4-BE49-F238E27FC236}">
                <ns2:creationId id="{3D84B9F1-97D2-4268-97D7-0886F0655E03}"/>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9" name="v6-header-stage-1">
            <a:extLst>
              <a:ext uri="{FF2B5EF4-FFF2-40B4-BE49-F238E27FC236}">
                <ns2:creationId id="{C74C14C8-1AA7-4B15-B75C-A257287C8AAD}"/>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0" name="v6-header-stage-2">
            <a:extLst>
              <a:ext uri="{FF2B5EF4-FFF2-40B4-BE49-F238E27FC236}">
                <ns2:creationId id="{65F70761-CA24-4F0F-8489-B95B00251FB6}"/>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1" name="v6-header-stage-3">
            <a:extLst>
              <a:ext uri="{FF2B5EF4-FFF2-40B4-BE49-F238E27FC236}">
                <ns2:creationId id="{12D57344-F511-4219-84AE-59B7ECD8817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2" name="v6-header-stage-4">
            <a:extLst>
              <a:ext uri="{FF2B5EF4-FFF2-40B4-BE49-F238E27FC236}">
                <ns2:creationId id="{E8FA5CC7-ECBC-4471-A4AE-684A195829F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3" name="v6-header-page">
            <a:extLst>
              <a:ext uri="{FF2B5EF4-FFF2-40B4-BE49-F238E27FC236}">
                <ns2:creationId id="{1DEA2D71-C7A6-4CCE-9D89-4CF24E43ACE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9 / 49</a:t>
            </a:r>
            <a:endParaRPr lang="ko-KR">
              <a:latin typeface="Calibri"/>
              <a:ea typeface="Calibri"/>
              <a:cs typeface="Calibri"/>
            </a:endParaRPr>
          </a:p>
        </p:txBody>
      </p:sp>
    </p:spTree>
    <p:extLst>
      <p:ext uri="{BB962C8B-B14F-4D97-AF65-F5344CB8AC3E}">
        <p14:creationId val="763265530"/>
      </p:ext>
    </p:extLst>
  </p:cSld>
</p:sld>
</file>

<file path=ppt/slides/slide3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scenario-v2">
    <p:bg>
      <p:bgPr>
        <a:solidFill>
          <a:srgbClr val="FFFFFF"/>
        </a:solidFill>
      </p:bgPr>
    </p:bg>
    <p:spTree>
      <p:nvGrpSpPr>
        <p:cNvPr id="1" name=""/>
        <p:cNvGrpSpPr/>
        <p:nvPr/>
      </p:nvGrpSpPr>
      <p:grpSpPr>
        <a:xfrm/>
      </p:grpSpPr>
      <p:sp>
        <p:nvSpPr>
          <p:cNvPr id="14" name="story-subtitle">
            <a:extLst>
              <a:ext uri="{FF2B5EF4-FFF2-40B4-BE49-F238E27FC236}">
                <ns2:creationId id="{47F356DB-9521-48F7-85C3-C5F3CD458536}"/>
              </a:ext>
            </a:extLst>
          </p:cNvPr>
          <p:cNvSpPr>
            <a:spLocks noGrp="1"/>
          </p:cNvSpPr>
          <p:nvPr/>
        </p:nvSpPr>
        <p:spPr>
          <a:xfrm>
            <a:off x="600075" y="1357312"/>
            <a:ext cx="17087850" cy="600075"/>
          </a:xfrm>
          <a:prstGeom prst="rect">
            <a:avLst/>
          </a:prstGeom>
          <a:noFill/>
          <a:ln w="0">
            <a:noFill/>
          </a:ln>
        </p:spPr>
        <p:txBody>
          <a:bodyPr wrap="none" lIns="0" tIns="0" rIns="0" bIns="0">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표를 설명받고, 보고서와 메일 초안을 맡긴 뒤 대화로 작업을 이어가는 상황</a:t>
            </a:r>
            <a:endParaRPr lang="ko-KR">
              <a:solidFill>
                <a:srgbClr val="000000"/>
              </a:solidFill>
              <a:latin typeface="Calibri"/>
              <a:ea typeface="Calibri"/>
              <a:cs typeface="Calibri"/>
            </a:endParaRPr>
          </a:p>
        </p:txBody>
      </p:sp>
      <p:sp>
        <p:nvSpPr>
          <p:cNvPr id="15" name="scene-1-heading">
            <a:extLst>
              <a:ext uri="{FF2B5EF4-FFF2-40B4-BE49-F238E27FC236}">
                <ns2:creationId id="{C5511969-CEC3-491E-AB61-000EC3136B73}"/>
              </a:ext>
            </a:extLst>
          </p:cNvPr>
          <p:cNvSpPr>
            <a:spLocks noGrp="1"/>
          </p:cNvSpPr>
          <p:nvPr/>
        </p:nvSpPr>
        <p:spPr>
          <a:xfrm>
            <a:off x="5715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① 자료의 핵심을 질문</a:t>
            </a:r>
            <a:endParaRPr lang="ko-KR">
              <a:solidFill>
                <a:srgbClr val="000000"/>
              </a:solidFill>
              <a:latin typeface="Calibri"/>
              <a:ea typeface="Calibri"/>
              <a:cs typeface="Calibri"/>
            </a:endParaRPr>
          </a:p>
        </p:txBody>
      </p:sp>
      <p:pic>
        <p:nvPicPr>
          <p:cNvPr id="16" name=""/>
          <p:cNvPicPr>
            <a:picLocks noChangeAspect="1"/>
          </p:cNvPicPr>
          <p:nvPr/>
        </p:nvPicPr>
        <p:blipFill>
          <a:blip r:embed="R412e7293f74449f5"/>
          <a:stretch/>
        </p:blipFill>
        <p:spPr>
          <a:xfrm>
            <a:off x="571500" y="2686050"/>
            <a:ext cx="3200400" cy="2400300"/>
          </a:xfrm>
          <a:prstGeom prst="rect">
            <a:avLst/>
          </a:prstGeom>
        </p:spPr>
      </p:pic>
      <p:sp>
        <p:nvSpPr>
          <p:cNvPr id="17" name="scene-1-quote">
            <a:extLst>
              <a:ext uri="{FF2B5EF4-FFF2-40B4-BE49-F238E27FC236}">
                <ns2:creationId id="{691EB006-7091-4E58-A0DB-372F04BD0BE7}"/>
              </a:ext>
            </a:extLst>
          </p:cNvPr>
          <p:cNvSpPr>
            <a:spLocks noGrp="1"/>
          </p:cNvSpPr>
          <p:nvPr/>
        </p:nvSpPr>
        <p:spPr>
          <a:xfrm>
            <a:off x="5715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표의 핵심을</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설명해줘.”</a:t>
            </a:r>
            <a:endParaRPr lang="ko-KR">
              <a:solidFill>
                <a:srgbClr val="000000"/>
              </a:solidFill>
              <a:latin typeface="Calibri"/>
              <a:ea typeface="Calibri"/>
              <a:cs typeface="Calibri"/>
            </a:endParaRPr>
          </a:p>
        </p:txBody>
      </p:sp>
      <p:sp>
        <p:nvSpPr>
          <p:cNvPr id="18" name="scene-1-behavior">
            <a:extLst>
              <a:ext uri="{FF2B5EF4-FFF2-40B4-BE49-F238E27FC236}">
                <ns2:creationId id="{D24BD105-AA78-44A0-83C1-FE0B8B4F10B1}"/>
              </a:ext>
            </a:extLst>
          </p:cNvPr>
          <p:cNvSpPr>
            <a:spLocks noGrp="1"/>
          </p:cNvSpPr>
          <p:nvPr/>
        </p:nvSpPr>
        <p:spPr>
          <a:xfrm>
            <a:off x="5715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매출 표에 대해 질문</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VIA가 핵심을 직접 설명</a:t>
            </a:r>
            <a:endParaRPr lang="ko-KR">
              <a:solidFill>
                <a:srgbClr val="000000"/>
              </a:solidFill>
              <a:latin typeface="Calibri"/>
              <a:ea typeface="Calibri"/>
              <a:cs typeface="Calibri"/>
            </a:endParaRPr>
          </a:p>
        </p:txBody>
      </p:sp>
      <p:sp>
        <p:nvSpPr>
          <p:cNvPr id="19" name="scene-2-heading">
            <a:extLst>
              <a:ext uri="{FF2B5EF4-FFF2-40B4-BE49-F238E27FC236}">
                <ns2:creationId id="{F444B45D-43D8-4C1A-8A6A-75510E1BFE21}"/>
              </a:ext>
            </a:extLst>
          </p:cNvPr>
          <p:cNvSpPr>
            <a:spLocks noGrp="1"/>
          </p:cNvSpPr>
          <p:nvPr/>
        </p:nvSpPr>
        <p:spPr>
          <a:xfrm>
            <a:off x="40576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② 두 업무를 위임</a:t>
            </a:r>
            <a:endParaRPr lang="ko-KR">
              <a:solidFill>
                <a:srgbClr val="000000"/>
              </a:solidFill>
              <a:latin typeface="Calibri"/>
              <a:ea typeface="Calibri"/>
              <a:cs typeface="Calibri"/>
            </a:endParaRPr>
          </a:p>
        </p:txBody>
      </p:sp>
      <p:pic>
        <p:nvPicPr>
          <p:cNvPr id="20" name=""/>
          <p:cNvPicPr>
            <a:picLocks noChangeAspect="1"/>
          </p:cNvPicPr>
          <p:nvPr/>
        </p:nvPicPr>
        <p:blipFill>
          <a:blip r:embed="R7d0fe689e32e4185"/>
          <a:stretch/>
        </p:blipFill>
        <p:spPr>
          <a:xfrm>
            <a:off x="4057650" y="2686050"/>
            <a:ext cx="3200400" cy="2400300"/>
          </a:xfrm>
          <a:prstGeom prst="rect">
            <a:avLst/>
          </a:prstGeom>
        </p:spPr>
      </p:pic>
      <p:sp>
        <p:nvSpPr>
          <p:cNvPr id="21" name="scene-2-quote">
            <a:extLst>
              <a:ext uri="{FF2B5EF4-FFF2-40B4-BE49-F238E27FC236}">
                <ns2:creationId id="{5C2FC624-B809-4890-B7CF-A40661BCF06A}"/>
              </a:ext>
            </a:extLst>
          </p:cNvPr>
          <p:cNvSpPr>
            <a:spLocks noGrp="1"/>
          </p:cNvSpPr>
          <p:nvPr/>
        </p:nvSpPr>
        <p:spPr>
          <a:xfrm>
            <a:off x="40576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내용으로 PDF</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회의 안내 메일은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초안만 작성해줘.”</a:t>
            </a:r>
            <a:endParaRPr lang="ko-KR">
              <a:solidFill>
                <a:srgbClr val="000000"/>
              </a:solidFill>
              <a:latin typeface="Calibri"/>
              <a:ea typeface="Calibri"/>
              <a:cs typeface="Calibri"/>
            </a:endParaRPr>
          </a:p>
        </p:txBody>
      </p:sp>
      <p:sp>
        <p:nvSpPr>
          <p:cNvPr id="22" name="scene-2-behavior">
            <a:extLst>
              <a:ext uri="{FF2B5EF4-FFF2-40B4-BE49-F238E27FC236}">
                <ns2:creationId id="{B49DEA0C-5527-4A70-B806-7F62CFCE5A8F}"/>
              </a:ext>
            </a:extLst>
          </p:cNvPr>
          <p:cNvSpPr>
            <a:spLocks noGrp="1"/>
          </p:cNvSpPr>
          <p:nvPr/>
        </p:nvSpPr>
        <p:spPr>
          <a:xfrm>
            <a:off x="40576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앞선 설명으로 두 업무 위임</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PDF와 ‘초안만’ 조건 보존</a:t>
            </a:r>
            <a:endParaRPr lang="ko-KR">
              <a:solidFill>
                <a:srgbClr val="000000"/>
              </a:solidFill>
              <a:latin typeface="Calibri"/>
              <a:ea typeface="Calibri"/>
              <a:cs typeface="Calibri"/>
            </a:endParaRPr>
          </a:p>
        </p:txBody>
      </p:sp>
      <p:sp>
        <p:nvSpPr>
          <p:cNvPr id="23" name="scene-3-heading">
            <a:extLst>
              <a:ext uri="{FF2B5EF4-FFF2-40B4-BE49-F238E27FC236}">
                <ns2:creationId id="{5955D440-3682-4EF4-BF97-B254C94F2564}"/>
              </a:ext>
            </a:extLst>
          </p:cNvPr>
          <p:cNvSpPr>
            <a:spLocks noGrp="1"/>
          </p:cNvSpPr>
          <p:nvPr/>
        </p:nvSpPr>
        <p:spPr>
          <a:xfrm>
            <a:off x="75438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③ 말하는 도중 정정</a:t>
            </a:r>
            <a:endParaRPr lang="ko-KR">
              <a:solidFill>
                <a:srgbClr val="000000"/>
              </a:solidFill>
              <a:latin typeface="Calibri"/>
              <a:ea typeface="Calibri"/>
              <a:cs typeface="Calibri"/>
            </a:endParaRPr>
          </a:p>
        </p:txBody>
      </p:sp>
      <p:pic>
        <p:nvPicPr>
          <p:cNvPr id="24" name=""/>
          <p:cNvPicPr>
            <a:picLocks noChangeAspect="1"/>
          </p:cNvPicPr>
          <p:nvPr/>
        </p:nvPicPr>
        <p:blipFill>
          <a:blip r:embed="Rdc14f194c893430b"/>
          <a:stretch/>
        </p:blipFill>
        <p:spPr>
          <a:xfrm>
            <a:off x="7543800" y="2686050"/>
            <a:ext cx="3200400" cy="2400300"/>
          </a:xfrm>
          <a:prstGeom prst="rect">
            <a:avLst/>
          </a:prstGeom>
        </p:spPr>
      </p:pic>
      <p:sp>
        <p:nvSpPr>
          <p:cNvPr id="25" name="scene-3-quote">
            <a:extLst>
              <a:ext uri="{FF2B5EF4-FFF2-40B4-BE49-F238E27FC236}">
                <ns2:creationId id="{CCE8EA90-40AF-42D8-8483-731D01F7CDF7}"/>
              </a:ext>
            </a:extLst>
          </p:cNvPr>
          <p:cNvSpPr>
            <a:spLocks noGrp="1"/>
          </p:cNvSpPr>
          <p:nvPr/>
        </p:nvSpPr>
        <p:spPr>
          <a:xfrm>
            <a:off x="75438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보고서는 지난번</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고친 형식으로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메일은 그대로 진행해.”</a:t>
            </a:r>
            <a:endParaRPr lang="ko-KR">
              <a:solidFill>
                <a:srgbClr val="000000"/>
              </a:solidFill>
              <a:latin typeface="Calibri"/>
              <a:ea typeface="Calibri"/>
              <a:cs typeface="Calibri"/>
            </a:endParaRPr>
          </a:p>
        </p:txBody>
      </p:sp>
      <p:sp>
        <p:nvSpPr>
          <p:cNvPr id="26" name="scene-3-behavior">
            <a:extLst>
              <a:ext uri="{FF2B5EF4-FFF2-40B4-BE49-F238E27FC236}">
                <ns2:creationId id="{CCA6DEBB-4F56-42DC-AD0B-4607FC971EBD}"/>
              </a:ext>
            </a:extLst>
          </p:cNvPr>
          <p:cNvSpPr>
            <a:spLocks noGrp="1"/>
          </p:cNvSpPr>
          <p:nvPr/>
        </p:nvSpPr>
        <p:spPr>
          <a:xfrm>
            <a:off x="75438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 응답을 즉시 중단</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보고서의 형식만 변경</a:t>
            </a:r>
            <a:endParaRPr lang="ko-KR">
              <a:solidFill>
                <a:srgbClr val="000000"/>
              </a:solidFill>
              <a:latin typeface="Calibri"/>
              <a:ea typeface="Calibri"/>
              <a:cs typeface="Calibri"/>
            </a:endParaRPr>
          </a:p>
        </p:txBody>
      </p:sp>
      <p:sp>
        <p:nvSpPr>
          <p:cNvPr id="27" name="scene-4-heading">
            <a:extLst>
              <a:ext uri="{FF2B5EF4-FFF2-40B4-BE49-F238E27FC236}">
                <ns2:creationId id="{9DB00A0E-71FC-453F-80B7-2DD7772B4A75}"/>
              </a:ext>
            </a:extLst>
          </p:cNvPr>
          <p:cNvSpPr>
            <a:spLocks noGrp="1"/>
          </p:cNvSpPr>
          <p:nvPr/>
        </p:nvSpPr>
        <p:spPr>
          <a:xfrm>
            <a:off x="110299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④ 해당 업무에 답변</a:t>
            </a:r>
            <a:endParaRPr lang="ko-KR">
              <a:solidFill>
                <a:srgbClr val="000000"/>
              </a:solidFill>
              <a:latin typeface="Calibri"/>
              <a:ea typeface="Calibri"/>
              <a:cs typeface="Calibri"/>
            </a:endParaRPr>
          </a:p>
        </p:txBody>
      </p:sp>
      <p:pic>
        <p:nvPicPr>
          <p:cNvPr id="28" name=""/>
          <p:cNvPicPr>
            <a:picLocks noChangeAspect="1"/>
          </p:cNvPicPr>
          <p:nvPr/>
        </p:nvPicPr>
        <p:blipFill>
          <a:blip r:embed="R926c21a837c1492e"/>
          <a:stretch/>
        </p:blipFill>
        <p:spPr>
          <a:xfrm>
            <a:off x="11029950" y="2686050"/>
            <a:ext cx="3200400" cy="2400300"/>
          </a:xfrm>
          <a:prstGeom prst="rect">
            <a:avLst/>
          </a:prstGeom>
        </p:spPr>
      </p:pic>
      <p:sp>
        <p:nvSpPr>
          <p:cNvPr id="29" name="scene-4-quote">
            <a:extLst>
              <a:ext uri="{FF2B5EF4-FFF2-40B4-BE49-F238E27FC236}">
                <ns2:creationId id="{4D94570C-5467-41D6-8C6E-E2AAAF0ADD90}"/>
              </a:ext>
            </a:extLst>
          </p:cNvPr>
          <p:cNvSpPr>
            <a:spLocks noGrp="1"/>
          </p:cNvSpPr>
          <p:nvPr/>
        </p:nvSpPr>
        <p:spPr>
          <a:xfrm>
            <a:off x="110299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 “초안의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받는 사람은?”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사용자 “영업팀.”</a:t>
            </a:r>
            <a:endParaRPr lang="ko-KR">
              <a:solidFill>
                <a:srgbClr val="000000"/>
              </a:solidFill>
              <a:latin typeface="Calibri"/>
              <a:ea typeface="Calibri"/>
              <a:cs typeface="Calibri"/>
            </a:endParaRPr>
          </a:p>
        </p:txBody>
      </p:sp>
      <p:sp>
        <p:nvSpPr>
          <p:cNvPr id="30" name="scene-4-behavior">
            <a:extLst>
              <a:ext uri="{FF2B5EF4-FFF2-40B4-BE49-F238E27FC236}">
                <ns2:creationId id="{35249B1C-946B-40EB-964E-37DBC59AE3A6}"/>
              </a:ext>
            </a:extLst>
          </p:cNvPr>
          <p:cNvSpPr>
            <a:spLocks noGrp="1"/>
          </p:cNvSpPr>
          <p:nvPr/>
        </p:nvSpPr>
        <p:spPr>
          <a:xfrm>
            <a:off x="110299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정정 중 도착한 질문을 보류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발화 후 메일에 답변 연결</a:t>
            </a:r>
            <a:endParaRPr lang="ko-KR">
              <a:solidFill>
                <a:srgbClr val="000000"/>
              </a:solidFill>
              <a:latin typeface="Calibri"/>
              <a:ea typeface="Calibri"/>
              <a:cs typeface="Calibri"/>
            </a:endParaRPr>
          </a:p>
        </p:txBody>
      </p:sp>
      <p:sp>
        <p:nvSpPr>
          <p:cNvPr id="31" name="scene-5-heading">
            <a:extLst>
              <a:ext uri="{FF2B5EF4-FFF2-40B4-BE49-F238E27FC236}">
                <ns2:creationId id="{D2E74A05-3BE2-41CD-A790-11D160FBE758}"/>
              </a:ext>
            </a:extLst>
          </p:cNvPr>
          <p:cNvSpPr>
            <a:spLocks noGrp="1"/>
          </p:cNvSpPr>
          <p:nvPr/>
        </p:nvSpPr>
        <p:spPr>
          <a:xfrm>
            <a:off x="145161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⑤ Text로 상태 확인</a:t>
            </a:r>
            <a:endParaRPr lang="ko-KR">
              <a:solidFill>
                <a:srgbClr val="000000"/>
              </a:solidFill>
              <a:latin typeface="Calibri"/>
              <a:ea typeface="Calibri"/>
              <a:cs typeface="Calibri"/>
            </a:endParaRPr>
          </a:p>
        </p:txBody>
      </p:sp>
      <p:pic>
        <p:nvPicPr>
          <p:cNvPr id="32" name=""/>
          <p:cNvPicPr>
            <a:picLocks noChangeAspect="1"/>
          </p:cNvPicPr>
          <p:nvPr/>
        </p:nvPicPr>
        <p:blipFill>
          <a:blip r:embed="Re7e7daa896bb48e9"/>
          <a:stretch/>
        </p:blipFill>
        <p:spPr>
          <a:xfrm>
            <a:off x="14516100" y="2686050"/>
            <a:ext cx="3200400" cy="2400300"/>
          </a:xfrm>
          <a:prstGeom prst="rect">
            <a:avLst/>
          </a:prstGeom>
        </p:spPr>
      </p:pic>
      <p:sp>
        <p:nvSpPr>
          <p:cNvPr id="33" name="scene-5-quote">
            <a:extLst>
              <a:ext uri="{FF2B5EF4-FFF2-40B4-BE49-F238E27FC236}">
                <ns2:creationId id="{893A4672-D5DF-455D-940A-8A6C3023211E}"/>
              </a:ext>
            </a:extLst>
          </p:cNvPr>
          <p:cNvSpPr>
            <a:spLocks noGrp="1"/>
          </p:cNvSpPr>
          <p:nvPr/>
        </p:nvSpPr>
        <p:spPr>
          <a:xfrm>
            <a:off x="145161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“아까 보고서</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어디까지 됐어?”</a:t>
            </a:r>
            <a:endParaRPr lang="ko-KR">
              <a:solidFill>
                <a:srgbClr val="000000"/>
              </a:solidFill>
              <a:latin typeface="Calibri"/>
              <a:ea typeface="Calibri"/>
              <a:cs typeface="Calibri"/>
            </a:endParaRPr>
          </a:p>
        </p:txBody>
      </p:sp>
      <p:sp>
        <p:nvSpPr>
          <p:cNvPr id="34" name="scene-5-behavior">
            <a:extLst>
              <a:ext uri="{FF2B5EF4-FFF2-40B4-BE49-F238E27FC236}">
                <ns2:creationId id="{58D903F9-C2B1-4D00-91ED-95DE64352D92}"/>
              </a:ext>
            </a:extLst>
          </p:cNvPr>
          <p:cNvSpPr>
            <a:spLocks noGrp="1"/>
          </p:cNvSpPr>
          <p:nvPr/>
        </p:nvSpPr>
        <p:spPr>
          <a:xfrm>
            <a:off x="145161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음성을 끄고 Text로 전환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기존 업무의 확인된 상태 전달</a:t>
            </a:r>
            <a:endParaRPr lang="ko-KR">
              <a:solidFill>
                <a:srgbClr val="000000"/>
              </a:solidFill>
              <a:latin typeface="Calibri"/>
              <a:ea typeface="Calibri"/>
              <a:cs typeface="Calibri"/>
            </a:endParaRPr>
          </a:p>
        </p:txBody>
      </p:sp>
      <p:graphicFrame>
        <p:nvGraphicFramePr>
          <p:cNvPr id="35" name=""/>
          <p:cNvGraphicFramePr/>
          <p:nvPr/>
        </p:nvGraphicFramePr>
        <p:xfrm>
          <a:off x="571500" y="8343900"/>
          <a:ext cx="17145000" cy="1285875"/>
        </p:xfrm>
        <a:graphic>
          <a:graphicData uri="http://schemas.openxmlformats.org/drawingml/2006/table">
            <a:tbl>
              <a:tblPr firstRow="0" bandRow="0"/>
              <a:tblGrid>
                <a:gridCol w="3486150"/>
                <a:gridCol w="3414712"/>
                <a:gridCol w="3414712"/>
                <a:gridCol w="3414712"/>
                <a:gridCol w="3414712"/>
              </a:tblGrid>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업무 상태</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② 위임</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③ 부분 정정</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④ 질문·답변</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⑤ 상태 확인</a:t>
                      </a:r>
                      <a:endParaRPr lang="ko-KR">
                        <a:solidFill>
                          <a:srgbClr val="000000"/>
                        </a:solidFill>
                        <a:latin typeface="Calibri"/>
                        <a:ea typeface="Calibri"/>
                        <a:cs typeface="Calibri"/>
                      </a:endParaRPr>
                    </a:p>
                  </a:txBody>
                  <a:tcPr marL="128588" marR="128588" marT="14288" marB="14288" anchor="ctr">
                    <a:solidFill>
                      <a:srgbClr val="C6E0B4"/>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보고서</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PDF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이전 형식 적용, PDF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작성 계속</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확인된 진행 상태 전달</a:t>
                      </a:r>
                      <a:endParaRPr lang="ko-KR">
                        <a:solidFill>
                          <a:srgbClr val="000000"/>
                        </a:solidFill>
                        <a:latin typeface="Calibri"/>
                        <a:ea typeface="Calibri"/>
                        <a:cs typeface="Calibri"/>
                      </a:endParaRPr>
                    </a:p>
                  </a:txBody>
                  <a:tcPr marL="128588" marR="128588" marT="14288" marB="14288" anchor="ctr">
                    <a:solidFill>
                      <a:srgbClr val="FFFFFF"/>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메일 초안</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초안만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기존 지시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받는 사람: 영업팀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 상태 유지</a:t>
                      </a:r>
                      <a:endParaRPr lang="ko-KR">
                        <a:solidFill>
                          <a:srgbClr val="000000"/>
                        </a:solidFill>
                        <a:latin typeface="Calibri"/>
                        <a:ea typeface="Calibri"/>
                        <a:cs typeface="Calibri"/>
                      </a:endParaRPr>
                    </a:p>
                  </a:txBody>
                  <a:tcPr marL="128588" marR="128588" marT="14288" marB="14288" anchor="ctr">
                    <a:solidFill>
                      <a:srgbClr val="FFFFFF"/>
                    </a:solidFill>
                  </a:tcPr>
                </a:tc>
              </a:tr>
            </a:tbl>
          </a:graphicData>
        </a:graphic>
      </p:graphicFrame>
      <p:sp>
        <p:nvSpPr>
          <p:cNvPr id="36" name="role-boundary">
            <a:extLst>
              <a:ext uri="{FF2B5EF4-FFF2-40B4-BE49-F238E27FC236}">
                <ns2:creationId id="{18F976E7-BC2C-4ABE-97FC-1718E9E62D45}"/>
              </a:ext>
            </a:extLst>
          </p:cNvPr>
          <p:cNvSpPr>
            <a:spLocks noGrp="1"/>
          </p:cNvSpPr>
          <p:nvPr/>
        </p:nvSpPr>
        <p:spPr>
          <a:xfrm>
            <a:off x="671512" y="9858375"/>
            <a:ext cx="16573500" cy="314325"/>
          </a:xfrm>
          <a:prstGeom prst="rect">
            <a:avLst/>
          </a:prstGeom>
          <a:noFill/>
          <a:ln w="0">
            <a:noFill/>
          </a:ln>
        </p:spPr>
        <p:txBody>
          <a:bodyPr wrap="none" lIns="0" tIns="0" rIns="0" bIns="0">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VIA: 요청 이해와 대화·업무 연결     Downstream Agent: 보고서·메일 초안의 실제 작성</a:t>
            </a:r>
            <a:endParaRPr lang="ko-KR">
              <a:solidFill>
                <a:srgbClr val="000000"/>
              </a:solidFill>
              <a:latin typeface="Calibri"/>
              <a:ea typeface="Calibri"/>
              <a:cs typeface="Calibri"/>
            </a:endParaRPr>
          </a:p>
        </p:txBody>
      </p:sp>
      <p:sp>
        <p:nvSpPr>
          <p:cNvPr id="37" name="v6-header-title">
            <a:extLst>
              <a:ext uri="{FF2B5EF4-FFF2-40B4-BE49-F238E27FC236}">
                <ns2:creationId id="{C2581F79-E03D-4460-BE8D-B2242152A2C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대표 시나리오</a:t>
            </a:r>
            <a:endParaRPr lang="ko-KR">
              <a:latin typeface="Calibri"/>
              <a:ea typeface="Calibri"/>
              <a:cs typeface="Calibri"/>
            </a:endParaRPr>
          </a:p>
        </p:txBody>
      </p:sp>
      <p:sp>
        <p:nvSpPr>
          <p:cNvPr id="38" name="v6-header-rule">
            <a:extLst>
              <a:ext uri="{FF2B5EF4-FFF2-40B4-BE49-F238E27FC236}">
                <ns2:creationId id="{63206063-0F32-469C-AE4C-87325B12CBD3}"/>
              </a:ext>
            </a:extLst>
          </p:cNvPr>
          <p:cNvSpPr>
            <a:spLocks noGrp="1"/>
          </p:cNvSpPr>
          <p:nvPr/>
        </p:nvSpPr>
        <p:spPr>
          <a:xfrm>
            <a:off x="495300" y="990600"/>
            <a:ext cx="17335500" cy="0"/>
          </a:xfrm>
          <a:prstGeom prst="line">
            <a:avLst/>
          </a:prstGeom>
          <a:noFill/>
          <a:ln w="19050">
            <a:solidFill>
              <a:srgbClr val="A6A6A6"/>
            </a:solidFill>
          </a:ln>
        </p:spPr>
      </p:sp>
      <p:sp>
        <p:nvSpPr>
          <p:cNvPr id="39" name="v6-header-stage-0">
            <a:extLst>
              <a:ext uri="{FF2B5EF4-FFF2-40B4-BE49-F238E27FC236}">
                <ns2:creationId id="{900BB367-C560-4782-8E00-6E5321ADC2BA}"/>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0" name="v6-header-stage-1">
            <a:extLst>
              <a:ext uri="{FF2B5EF4-FFF2-40B4-BE49-F238E27FC236}">
                <ns2:creationId id="{6B4E0EC4-B0CA-4706-BD9B-2E36984D50BE}"/>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1" name="v6-header-stage-2">
            <a:extLst>
              <a:ext uri="{FF2B5EF4-FFF2-40B4-BE49-F238E27FC236}">
                <ns2:creationId id="{543B80B7-74C1-4533-842C-9D204D56C7F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2" name="v6-header-stage-3">
            <a:extLst>
              <a:ext uri="{FF2B5EF4-FFF2-40B4-BE49-F238E27FC236}">
                <ns2:creationId id="{7A632C50-7D29-4A65-8F85-E8F547DB8EA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3" name="v6-header-stage-4">
            <a:extLst>
              <a:ext uri="{FF2B5EF4-FFF2-40B4-BE49-F238E27FC236}">
                <ns2:creationId id="{40EDD7B2-D2B1-4F40-9CCA-3D25BE4629A1}"/>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4" name="v6-header-page">
            <a:extLst>
              <a:ext uri="{FF2B5EF4-FFF2-40B4-BE49-F238E27FC236}">
                <ns2:creationId id="{DA48528F-0527-40AD-92FE-EEE280C37FE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11 / 49</a:t>
            </a:r>
            <a:endParaRPr lang="ko-KR">
              <a:latin typeface="Calibri"/>
              <a:ea typeface="Calibri"/>
              <a:cs typeface="Calibri"/>
            </a:endParaRPr>
          </a:p>
        </p:txBody>
      </p:sp>
    </p:spTree>
    <p:extLst>
      <p:ext uri="{BB962C8B-B14F-4D97-AF65-F5344CB8AC3E}">
        <p14:creationId val="679796911"/>
      </p:ext>
    </p:extLst>
  </p:cSld>
</p:sld>
</file>

<file path=ppt/slides/slide3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responsibility-v2">
    <p:bg>
      <p:bgPr>
        <a:solidFill>
          <a:srgbClr val="FFFFFF"/>
        </a:solidFill>
      </p:bgPr>
    </p:bg>
    <p:spTree>
      <p:nvGrpSpPr>
        <p:cNvPr id="1" name=""/>
        <p:cNvGrpSpPr/>
        <p:nvPr/>
      </p:nvGrpSpPr>
      <p:grpSpPr>
        <a:xfrm/>
      </p:grpSpPr>
      <p:sp>
        <p:nvSpPr>
          <p:cNvPr id="4"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“매출 자료와 지난달 매출보고서를 바탕으로</a:t>
            </a:r>
            <a:endParaRPr lang="ko-KR">
              <a:solidFill>
                <a:srgbClr val="000000"/>
              </a:solidFill>
              <a:latin typeface="Calibri"/>
              <a:ea typeface="Calibri"/>
              <a:cs typeface="Calibri"/>
            </a:endParaRPr>
          </a:p>
        </p:txBody>
      </p:sp>
      <p:sp>
        <p:nvSpPr>
          <p:cNvPr id="5"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이번 달 매출보고서를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7"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8"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9"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10"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1"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수행 Agent</a:t>
            </a:r>
            <a:endParaRPr lang="ko-KR">
              <a:solidFill>
                <a:srgbClr val="000000"/>
              </a:solidFill>
              <a:latin typeface="Calibri"/>
              <a:ea typeface="Calibri"/>
              <a:cs typeface="Calibri"/>
            </a:endParaRPr>
          </a:p>
        </p:txBody>
      </p:sp>
      <p:sp>
        <p:nvSpPr>
          <p:cNvPr id="12"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5"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6"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7"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음성 요청 + 매출 자료</a:t>
            </a:r>
            <a:endParaRPr lang="ko-KR">
              <a:solidFill>
                <a:srgbClr val="000000"/>
              </a:solidFill>
              <a:latin typeface="Calibri"/>
              <a:ea typeface="Calibri"/>
              <a:cs typeface="Calibri"/>
            </a:endParaRPr>
          </a:p>
        </p:txBody>
      </p:sp>
      <p:sp>
        <p:nvSpPr>
          <p:cNvPr id="18"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9"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0"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목표·자료·조건을 이해해 위임</a:t>
            </a:r>
            <a:endParaRPr lang="ko-KR">
              <a:solidFill>
                <a:srgbClr val="000000"/>
              </a:solidFill>
              <a:latin typeface="Calibri"/>
              <a:ea typeface="Calibri"/>
              <a:cs typeface="Calibri"/>
            </a:endParaRPr>
          </a:p>
        </p:txBody>
      </p:sp>
      <p:sp>
        <p:nvSpPr>
          <p:cNvPr id="21"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2"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3"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강조할 항목은 무엇인가요?</a:t>
            </a:r>
            <a:endParaRPr lang="ko-KR">
              <a:solidFill>
                <a:srgbClr val="000000"/>
              </a:solidFill>
              <a:latin typeface="Calibri"/>
              <a:ea typeface="Calibri"/>
              <a:cs typeface="Calibri"/>
            </a:endParaRPr>
          </a:p>
        </p:txBody>
      </p:sp>
      <p:sp>
        <p:nvSpPr>
          <p:cNvPr id="24"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5"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질문을 사용자에게 전달</a:t>
            </a:r>
            <a:endParaRPr lang="ko-KR">
              <a:solidFill>
                <a:srgbClr val="000000"/>
              </a:solidFill>
              <a:latin typeface="Calibri"/>
              <a:ea typeface="Calibri"/>
              <a:cs typeface="Calibri"/>
            </a:endParaRPr>
          </a:p>
        </p:txBody>
      </p:sp>
      <p:sp>
        <p:nvSpPr>
          <p:cNvPr id="27"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8"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9"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“국내 매출을 강조해줘.”</a:t>
            </a:r>
            <a:endParaRPr lang="ko-KR">
              <a:solidFill>
                <a:srgbClr val="000000"/>
              </a:solidFill>
              <a:latin typeface="Calibri"/>
              <a:ea typeface="Calibri"/>
              <a:cs typeface="Calibri"/>
            </a:endParaRPr>
          </a:p>
        </p:txBody>
      </p:sp>
      <p:sp>
        <p:nvSpPr>
          <p:cNvPr id="30"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1"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2"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답변을 해당 업무에 연결</a:t>
            </a:r>
            <a:endParaRPr lang="ko-KR">
              <a:solidFill>
                <a:srgbClr val="000000"/>
              </a:solidFill>
              <a:latin typeface="Calibri"/>
              <a:ea typeface="Calibri"/>
              <a:cs typeface="Calibri"/>
            </a:endParaRPr>
          </a:p>
        </p:txBody>
      </p:sp>
      <p:sp>
        <p:nvSpPr>
          <p:cNvPr id="33"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4"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5"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완성된 보고서</a:t>
            </a:r>
            <a:endParaRPr lang="ko-KR">
              <a:solidFill>
                <a:srgbClr val="000000"/>
              </a:solidFill>
              <a:latin typeface="Calibri"/>
              <a:ea typeface="Calibri"/>
              <a:cs typeface="Calibri"/>
            </a:endParaRPr>
          </a:p>
        </p:txBody>
      </p:sp>
      <p:sp>
        <p:nvSpPr>
          <p:cNvPr id="36"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7"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8"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화면에 결과, 음성으로 핵심 안내</a:t>
            </a:r>
            <a:endParaRPr lang="ko-KR">
              <a:solidFill>
                <a:srgbClr val="000000"/>
              </a:solidFill>
              <a:latin typeface="Calibri"/>
              <a:ea typeface="Calibri"/>
              <a:cs typeface="Calibri"/>
            </a:endParaRPr>
          </a:p>
        </p:txBody>
      </p:sp>
      <p:sp>
        <p:nvSpPr>
          <p:cNvPr id="39"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사용자는 VIA에서 대화를 이어가고, Agent는 실제 보고서 작성을 수행합니다</a:t>
            </a:r>
            <a:endParaRPr lang="ko-KR">
              <a:solidFill>
                <a:srgbClr val="000000"/>
              </a:solidFill>
              <a:latin typeface="Calibri"/>
              <a:ea typeface="Calibri"/>
              <a:cs typeface="Calibri"/>
            </a:endParaRPr>
          </a:p>
        </p:txBody>
      </p:sp>
      <p:sp>
        <p:nvSpPr>
          <p:cNvPr id="40" name="v6-header-title">
            <a:extLst>
              <a:ext uri="{FF2B5EF4-FFF2-40B4-BE49-F238E27FC236}">
                <ns2:creationId id="{D9C00C0B-0892-4CD5-A674-22A7DCD7BA7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업무 위임과 대화 연결</a:t>
            </a:r>
            <a:endParaRPr lang="ko-KR">
              <a:latin typeface="Calibri"/>
              <a:ea typeface="Calibri"/>
              <a:cs typeface="Calibri"/>
            </a:endParaRPr>
          </a:p>
        </p:txBody>
      </p:sp>
      <p:sp>
        <p:nvSpPr>
          <p:cNvPr id="41" name="v6-header-rule">
            <a:extLst>
              <a:ext uri="{FF2B5EF4-FFF2-40B4-BE49-F238E27FC236}">
                <ns2:creationId id="{7A7ACC2A-AA84-4D0F-B1A8-BD862796FD5D}"/>
              </a:ext>
            </a:extLst>
          </p:cNvPr>
          <p:cNvSpPr>
            <a:spLocks noGrp="1"/>
          </p:cNvSpPr>
          <p:nvPr/>
        </p:nvSpPr>
        <p:spPr>
          <a:xfrm>
            <a:off x="495300" y="990600"/>
            <a:ext cx="17335500" cy="0"/>
          </a:xfrm>
          <a:prstGeom prst="line">
            <a:avLst/>
          </a:prstGeom>
          <a:noFill/>
          <a:ln w="19050">
            <a:solidFill>
              <a:srgbClr val="A6A6A6"/>
            </a:solidFill>
          </a:ln>
        </p:spPr>
      </p:sp>
      <p:sp>
        <p:nvSpPr>
          <p:cNvPr id="42" name="v6-header-stage-0">
            <a:extLst>
              <a:ext uri="{FF2B5EF4-FFF2-40B4-BE49-F238E27FC236}">
                <ns2:creationId id="{8D1C2D2A-3EE6-4A61-919E-F7A858902F31}"/>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3" name="v6-header-stage-1">
            <a:extLst>
              <a:ext uri="{FF2B5EF4-FFF2-40B4-BE49-F238E27FC236}">
                <ns2:creationId id="{5CE7D356-8E9B-475B-9799-F0399DC17BD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4" name="v6-header-stage-2">
            <a:extLst>
              <a:ext uri="{FF2B5EF4-FFF2-40B4-BE49-F238E27FC236}">
                <ns2:creationId id="{D3E264A7-5DB1-4106-A9A7-2A2AABF4D6D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5" name="v6-header-stage-3">
            <a:extLst>
              <a:ext uri="{FF2B5EF4-FFF2-40B4-BE49-F238E27FC236}">
                <ns2:creationId id="{5D49F0C5-E5CC-4ACF-909F-B58C99B43C48}"/>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6" name="v6-header-stage-4">
            <a:extLst>
              <a:ext uri="{FF2B5EF4-FFF2-40B4-BE49-F238E27FC236}">
                <ns2:creationId id="{3C432130-549B-46C4-9A53-C2A69D751E9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7" name="v6-header-page">
            <a:extLst>
              <a:ext uri="{FF2B5EF4-FFF2-40B4-BE49-F238E27FC236}">
                <ns2:creationId id="{ACC8CA2E-2C51-4116-BFC1-FFA90131C95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12 / 49</a:t>
            </a:r>
            <a:endParaRPr lang="ko-KR">
              <a:latin typeface="Calibri"/>
              <a:ea typeface="Calibri"/>
              <a:cs typeface="Calibri"/>
            </a:endParaRPr>
          </a:p>
        </p:txBody>
      </p:sp>
    </p:spTree>
    <p:extLst>
      <p:ext uri="{BB962C8B-B14F-4D97-AF65-F5344CB8AC3E}">
        <p14:creationId val="1926313185"/>
      </p:ext>
    </p:extLst>
  </p:cSld>
</p:sld>
</file>

<file path=ppt/slides/slide37.xml><?xml version="1.0" encoding="utf-8"?>
<p:sld xmlns:a="http://schemas.openxmlformats.org/drawingml/2006/main" xmlns:ns2="http://schemas.microsoft.com/office/drawing/2014/main" xmlns:p="http://schemas.openxmlformats.org/presentationml/2006/main" xmlns:p14="http://schemas.microsoft.com/office/powerpoint/2010/main">
  <p:cSld name="requirements-v2">
    <p:bg>
      <p:bgPr>
        <a:solidFill>
          <a:srgbClr val="FFFFFF"/>
        </a:solidFill>
      </p:bgPr>
    </p:bg>
    <p:spTree>
      <p:nvGrpSpPr>
        <p:cNvPr id="1" name=""/>
        <p:cNvGrpSpPr/>
        <p:nvPr/>
      </p:nvGrpSpPr>
      <p:grpSpPr>
        <a:xfrm/>
      </p:grpSpPr>
      <p:sp>
        <p:nvSpPr>
          <p:cNvPr id="3" name="functional-heading">
            <a:extLst>
              <a:ext uri="{FF2B5EF4-FFF2-40B4-BE49-F238E27FC236}">
                <ns2:creationId id="{D342F900-6824-479E-8844-5EB8A5366A74}"/>
              </a:ext>
            </a:extLst>
          </p:cNvPr>
          <p:cNvSpPr>
            <a:spLocks noGrp="1"/>
          </p:cNvSpPr>
          <p:nvPr/>
        </p:nvSpPr>
        <p:spPr>
          <a:xfrm>
            <a:off x="457200" y="1266825"/>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기능 요구사항</a:t>
            </a:r>
            <a:endParaRPr lang="ko-KR">
              <a:solidFill>
                <a:srgbClr val="000000"/>
              </a:solidFill>
              <a:latin typeface="Calibri"/>
              <a:ea typeface="Calibri"/>
              <a:cs typeface="Calibri"/>
            </a:endParaRPr>
          </a:p>
        </p:txBody>
      </p:sp>
      <p:graphicFrame>
        <p:nvGraphicFramePr>
          <p:cNvPr id="4" name=""/>
          <p:cNvGraphicFramePr/>
          <p:nvPr/>
        </p:nvGraphicFramePr>
        <p:xfrm>
          <a:off x="457200" y="1809750"/>
          <a:ext cx="17373600" cy="499110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기능 요구사항명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지속 대화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VIA가 요청을 처리하거나 응답하는 동안에도 사용자의 음성 또는 텍스트 입력을 받아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대화를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맥락 기반 요청 해석</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자료와 대화 및 업무 맥락을 이용해 사용자 입력을 목표, 대상, 조건과 관련 업무가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식별된 요청으로 해석할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복합 요청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한 입력에 포함된 여러 요청을 사용자가 명시한 순서, 조건과 결과 의존 관계에 따라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처리할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FR4</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다중 업무 상호작용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여러 업무의 질문, 진행 상황, 결과와 사용자 후속 지시를 각각</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해당 업무에 연결할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FR5</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연속성 유지</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음성 연결 종료, 대화 전환 또는 VIA 재시작 이후에도 기존 업무를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중복 실행 없이 확인 가능한 상태로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과거 맥락 활용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이전 대화의 정정 내용, 업무 결과와 허용된 사용자 기억을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현재 요청에 필요한 맥락으로 활용할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5" name="constraints-heading">
            <a:extLst>
              <a:ext uri="{FF2B5EF4-FFF2-40B4-BE49-F238E27FC236}">
                <ns2:creationId id="{D36FAAF4-C26E-41F6-BBE5-D3138EC855F1}"/>
              </a:ext>
            </a:extLst>
          </p:cNvPr>
          <p:cNvSpPr>
            <a:spLocks noGrp="1"/>
          </p:cNvSpPr>
          <p:nvPr/>
        </p:nvSpPr>
        <p:spPr>
          <a:xfrm>
            <a:off x="457200" y="7162800"/>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제약사항</a:t>
            </a:r>
            <a:endParaRPr lang="ko-KR">
              <a:solidFill>
                <a:srgbClr val="000000"/>
              </a:solidFill>
              <a:latin typeface="Calibri"/>
              <a:ea typeface="Calibri"/>
              <a:cs typeface="Calibri"/>
            </a:endParaRPr>
          </a:p>
        </p:txBody>
      </p:sp>
      <p:graphicFrame>
        <p:nvGraphicFramePr>
          <p:cNvPr id="6" name=""/>
          <p:cNvGraphicFramePr/>
          <p:nvPr/>
        </p:nvGraphicFramePr>
        <p:xfrm>
          <a:off x="457200" y="7686675"/>
          <a:ext cx="17373600" cy="207645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제약사항명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음성과 의미 모델 분리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VIA와 VAD는 사용자 PC에서 실행하고, 음성과 의미 해석은 별도 클라우드 모델을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Model Access를 통해 사용해야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실행 위임</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실제 업무 수행에 필요한 도메인 추론, 계획, 도구 선택과 실행은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Downstream Agent에 위임해야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04-42,</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7" name="mapping-boundary">
            <a:extLst>
              <a:ext uri="{FF2B5EF4-FFF2-40B4-BE49-F238E27FC236}">
                <ns2:creationId id="{07A64B9E-7E9D-41F7-8E41-80C979F479C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관련 DP는 직접 설계 영향만 표시한다. 로컬 VAD와 업무 상태의 권위는 VIA에 있으며 모델 공급자는 별도 reference다.</a:t>
            </a:r>
            <a:endParaRPr lang="ko-KR">
              <a:solidFill>
                <a:srgbClr val="000000"/>
              </a:solidFill>
              <a:latin typeface="Calibri"/>
              <a:ea typeface="Calibri"/>
              <a:cs typeface="Calibri"/>
            </a:endParaRPr>
          </a:p>
        </p:txBody>
      </p:sp>
      <p:sp>
        <p:nvSpPr>
          <p:cNvPr id="8" name="v6-header-title">
            <a:extLst>
              <a:ext uri="{FF2B5EF4-FFF2-40B4-BE49-F238E27FC236}">
                <ns2:creationId id="{2960351E-8A77-47BB-8BA6-126FFCC68A4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요구사항 및 제약사항</a:t>
            </a:r>
            <a:endParaRPr lang="ko-KR">
              <a:latin typeface="Calibri"/>
              <a:ea typeface="Calibri"/>
              <a:cs typeface="Calibri"/>
            </a:endParaRPr>
          </a:p>
        </p:txBody>
      </p:sp>
      <p:sp>
        <p:nvSpPr>
          <p:cNvPr id="9" name="v6-header-rule">
            <a:extLst>
              <a:ext uri="{FF2B5EF4-FFF2-40B4-BE49-F238E27FC236}">
                <ns2:creationId id="{F636E886-D891-4ED5-BFFF-1BDB4D632008}"/>
              </a:ext>
            </a:extLst>
          </p:cNvPr>
          <p:cNvSpPr>
            <a:spLocks noGrp="1"/>
          </p:cNvSpPr>
          <p:nvPr/>
        </p:nvSpPr>
        <p:spPr>
          <a:xfrm>
            <a:off x="495300" y="990600"/>
            <a:ext cx="17335500" cy="0"/>
          </a:xfrm>
          <a:prstGeom prst="line">
            <a:avLst/>
          </a:prstGeom>
          <a:noFill/>
          <a:ln w="19050">
            <a:solidFill>
              <a:srgbClr val="A6A6A6"/>
            </a:solidFill>
          </a:ln>
        </p:spPr>
      </p:sp>
      <p:sp>
        <p:nvSpPr>
          <p:cNvPr id="10" name="v6-header-stage-0">
            <a:extLst>
              <a:ext uri="{FF2B5EF4-FFF2-40B4-BE49-F238E27FC236}">
                <ns2:creationId id="{632ECE93-8BCD-42D1-945A-507F1130F56C}"/>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1" name="v6-header-stage-1">
            <a:extLst>
              <a:ext uri="{FF2B5EF4-FFF2-40B4-BE49-F238E27FC236}">
                <ns2:creationId id="{AC7329A6-0DB4-4F83-8240-943A997ED38A}"/>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2" name="v6-header-stage-2">
            <a:extLst>
              <a:ext uri="{FF2B5EF4-FFF2-40B4-BE49-F238E27FC236}">
                <ns2:creationId id="{CC33B0E9-EF9D-4019-B316-FB95B875470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 name="v6-header-stage-3">
            <a:extLst>
              <a:ext uri="{FF2B5EF4-FFF2-40B4-BE49-F238E27FC236}">
                <ns2:creationId id="{D17D2622-3D1A-4816-89AE-AB6F071BB7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 name="v6-header-stage-4">
            <a:extLst>
              <a:ext uri="{FF2B5EF4-FFF2-40B4-BE49-F238E27FC236}">
                <ns2:creationId id="{1D426386-C74C-4276-85B8-29506182D69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5" name="v6-header-page">
            <a:extLst>
              <a:ext uri="{FF2B5EF4-FFF2-40B4-BE49-F238E27FC236}">
                <ns2:creationId id="{35582466-A133-46F8-BBBE-54557271B286}"/>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14 / 49</a:t>
            </a:r>
            <a:endParaRPr lang="ko-KR">
              <a:latin typeface="Calibri"/>
              <a:ea typeface="Calibri"/>
              <a:cs typeface="Calibri"/>
            </a:endParaRPr>
          </a:p>
        </p:txBody>
      </p:sp>
    </p:spTree>
    <p:extLst>
      <p:ext uri="{BB962C8B-B14F-4D97-AF65-F5344CB8AC3E}">
        <p14:creationId val="1503880560"/>
      </p:ext>
    </p:extLst>
  </p:cSld>
</p:sld>
</file>

<file path=ppt/slides/slide38.xml><?xml version="1.0" encoding="utf-8"?>
<p:sld xmlns:a="http://schemas.openxmlformats.org/drawingml/2006/main" xmlns:ns2="http://schemas.microsoft.com/office/drawing/2014/main" xmlns:p="http://schemas.openxmlformats.org/presentationml/2006/main" xmlns:p14="http://schemas.microsoft.com/office/powerpoint/2010/main">
  <p:cSld name="quality-01-03-v2">
    <p:bg>
      <p:bgPr>
        <a:solidFill>
          <a:srgbClr val="FFFFFF"/>
        </a:solidFill>
      </p:bgPr>
    </p:bg>
    <p:spTree>
      <p:nvGrpSpPr>
        <p:cNvPr id="2" name=""/>
        <p:cNvGrpSpPr/>
        <p:nvPr/>
      </p:nvGrpSpPr>
      <p:grpSpPr>
        <a:xfrm/>
      </p:grpSpPr>
      <p:sp>
        <p:nvSpPr>
          <p:cNvPr id="3" name="qa-summary-subtitle">
            <a:extLst>
              <a:ext uri="{FF2B5EF4-FFF2-40B4-BE49-F238E27FC236}">
                <ns2:creationId id="{BEA6CE1B-196E-42A9-92D4-51035EE270AF}"/>
              </a:ext>
            </a:extLst>
          </p:cNvPr>
          <p:cNvSpPr>
            <a:spLocks noGrp="1"/>
          </p:cNvSpPr>
          <p:nvPr/>
        </p:nvSpPr>
        <p:spPr>
          <a:xfrm>
            <a:off x="523875" y="1266825"/>
            <a:ext cx="17287875" cy="438150"/>
          </a:xfrm>
          <a:prstGeom prst="rect">
            <a:avLst/>
          </a:prstGeom>
          <a:noFill/>
          <a:ln w="0">
            <a:noFill/>
          </a:ln>
        </p:spPr>
        <p:txBody>
          <a:bodyPr lIns="0" tIns="0" rIns="0" bIns="0" anchor="ctr">
            <a:noAutofit/>
          </a:bodyPr>
          <a:lstStyle>
            <a:defPPr>
              <a:defRPr sz="2400" b="1" lang="ko-KR">
                <a:solidFill>
                  <a:srgbClr val="000000"/>
                </a:solidFill>
                <a:latin typeface="Calibri"/>
                <a:ea typeface="Calibri"/>
                <a:cs typeface="Calibri"/>
              </a:defRPr>
            </a:defPPr>
          </a:lstStyle>
          <a:p>
            <a:pP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공통 28개 시나리오로 같은 기능을 평가하고 QA별 대상 사건을 집계</a:t>
            </a:r>
            <a:endParaRPr lang="ko-KR">
              <a:latin typeface="Calibri"/>
              <a:ea typeface="Calibri"/>
              <a:cs typeface="Calibri"/>
            </a:endParaRPr>
          </a:p>
        </p:txBody>
      </p:sp>
      <p:graphicFrame>
        <p:nvGraphicFramePr>
          <p:cNvPr id="4" name="current-quality-summary">
            <a:extLst>
              <a:ext uri="{FF2B5EF4-FFF2-40B4-BE49-F238E27FC236}">
                <ns2:creationId id="{DC0FBEEF-598D-479A-908F-0830FE2A2AF3}"/>
              </a:ext>
            </a:extLst>
          </p:cNvPr>
          <p:cNvGraphicFramePr/>
          <p:nvPr/>
        </p:nvGraphicFramePr>
        <p:xfrm>
          <a:off x="457200" y="1905000"/>
          <a:ext cx="17373600" cy="6896100"/>
        </p:xfrm>
        <a:graphic>
          <a:graphicData uri="http://schemas.openxmlformats.org/drawingml/2006/table">
            <a:tbl>
              <a:tblPr/>
              <a:tblGrid>
                <a:gridCol w="1047750"/>
                <a:gridCol w="2047875"/>
                <a:gridCol w="2667000"/>
                <a:gridCol w="9848850"/>
                <a:gridCol w="1762125"/>
              </a:tblGrid>
              <a:tr h="495300">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ID</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중요도 / 난이도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첫 응답 지연시간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첫 응답 지연시간 ≤ 1초]</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 응답 사건 120건 × 5회 / 실제 사건 → 첫 내용 UI 표시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Nielsen(1993) 사고 흐름 유지 1초와 Microsoft Windows 응답성 지침</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H(10) / H(9)</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Accuracy</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지칭 대상 식별 정확도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사용자가 화면이나 과거 이력을 지칭할 때 의도한 대상 집합을 누락이나 추가 없이 정확하게 식별해야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[지칭 대상 집합 일치율 ≥ 93%]</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중 지칭 판단 44건 × 5회 / 정답 대상 집합 전체 일치</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ReALM-3B 화면 지칭 93.0%의 집합 완전 일치 성능 참조</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H(9) / H(10)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VIA 처리시간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VIA 귀속 처리시간 ≤ 5초]</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Microsoft Windows Long wait 상단 5초를 VIA 자체 처리 상한으로 적용</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H(8) / H(9)</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bl>
          </a:graphicData>
        </a:graphic>
      </p:graphicFrame>
      <p:sp>
        <p:nvSpPr>
          <p:cNvPr id="5" name="qa-summary-common">
            <a:extLst>
              <a:ext uri="{FF2B5EF4-FFF2-40B4-BE49-F238E27FC236}">
                <ns2:creationId id="{5A971DFC-D26D-4604-8169-775D952240A7}"/>
              </a:ext>
            </a:extLst>
          </p:cNvPr>
          <p:cNvSpPr>
            <a:spLocks noGrp="1"/>
          </p:cNvSpPr>
          <p:nvPr/>
        </p:nvSpPr>
        <p:spPr>
          <a:xfrm>
            <a:off x="523875" y="8905875"/>
            <a:ext cx="17287875" cy="4191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기본 시나리오 S01~S28 / 같은 입력과 외부 조건 / 각 5회 반복 / 세부 정의와 점수는 Appendix</a:t>
            </a:r>
            <a:endParaRPr lang="ko-KR">
              <a:latin typeface="Calibri"/>
              <a:ea typeface="Calibri"/>
              <a:cs typeface="Calibri"/>
            </a:endParaRPr>
          </a:p>
        </p:txBody>
      </p:sp>
      <p:sp>
        <p:nvSpPr>
          <p:cNvPr id="6" name="qa-summary-note">
            <a:extLst>
              <a:ext uri="{FF2B5EF4-FFF2-40B4-BE49-F238E27FC236}">
                <ns2:creationId id="{93A70F2D-26AF-4A5D-A763-322CF18E4C94}"/>
              </a:ext>
            </a:extLst>
          </p:cNvPr>
          <p:cNvSpPr>
            <a:spLocks noGrp="1"/>
          </p:cNvSpPr>
          <p:nvPr/>
        </p:nvSpPr>
        <p:spPr>
          <a:xfrm>
            <a:off x="523875" y="9420225"/>
            <a:ext cx="17287875" cy="42862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QA04는 공통 기능에서 파생한 변경 6건을 평가한다. QA07~QA09는 추가 후보이며 별도 상세 페이지에 정리한다.</a:t>
            </a:r>
            <a:endParaRPr lang="ko-KR">
              <a:latin typeface="Calibri"/>
              <a:ea typeface="Calibri"/>
              <a:cs typeface="Calibri"/>
            </a:endParaRPr>
          </a:p>
        </p:txBody>
      </p:sp>
      <p:sp>
        <p:nvSpPr>
          <p:cNvPr id="7" name="v6-header-title">
            <a:extLst>
              <a:ext uri="{FF2B5EF4-FFF2-40B4-BE49-F238E27FC236}">
                <ns2:creationId id="{46F50403-4712-469B-9C6B-BBDF7C91B86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01~03</a:t>
            </a:r>
            <a:endParaRPr lang="ko-KR">
              <a:latin typeface="Calibri"/>
              <a:ea typeface="Calibri"/>
              <a:cs typeface="Calibri"/>
            </a:endParaRPr>
          </a:p>
        </p:txBody>
      </p:sp>
      <p:sp>
        <p:nvSpPr>
          <p:cNvPr id="8" name="v6-header-rule">
            <a:extLst>
              <a:ext uri="{FF2B5EF4-FFF2-40B4-BE49-F238E27FC236}">
                <ns2:creationId id="{3A987CC6-5C08-44C3-963E-3D03C28E05A0}"/>
              </a:ext>
            </a:extLst>
          </p:cNvPr>
          <p:cNvSpPr>
            <a:spLocks noGrp="1"/>
          </p:cNvSpPr>
          <p:nvPr/>
        </p:nvSpPr>
        <p:spPr>
          <a:xfrm>
            <a:off x="495300" y="990600"/>
            <a:ext cx="17335500" cy="0"/>
          </a:xfrm>
          <a:prstGeom prst="line">
            <a:avLst/>
          </a:prstGeom>
          <a:noFill/>
          <a:ln w="19050">
            <a:solidFill>
              <a:srgbClr val="A6A6A6"/>
            </a:solidFill>
          </a:ln>
        </p:spPr>
      </p:sp>
      <p:sp>
        <p:nvSpPr>
          <p:cNvPr id="9" name="v6-header-stage-0">
            <a:extLst>
              <a:ext uri="{FF2B5EF4-FFF2-40B4-BE49-F238E27FC236}">
                <ns2:creationId id="{B57E4DE0-C56A-4446-AB95-1C4C7303D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0" name="v6-header-stage-1">
            <a:extLst>
              <a:ext uri="{FF2B5EF4-FFF2-40B4-BE49-F238E27FC236}">
                <ns2:creationId id="{AFBCB809-4EA2-42CB-9C41-24DD6E98762E}"/>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1" name="v6-header-stage-2">
            <a:extLst>
              <a:ext uri="{FF2B5EF4-FFF2-40B4-BE49-F238E27FC236}">
                <ns2:creationId id="{1495277E-C2D6-4005-9ECB-FC60A3E97C7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2" name="v6-header-stage-3">
            <a:extLst>
              <a:ext uri="{FF2B5EF4-FFF2-40B4-BE49-F238E27FC236}">
                <ns2:creationId id="{36D8FB4A-521D-4E49-B430-2BDB92AFC0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 name="v6-header-stage-4">
            <a:extLst>
              <a:ext uri="{FF2B5EF4-FFF2-40B4-BE49-F238E27FC236}">
                <ns2:creationId id="{DB364B8C-7C63-44A7-9C6D-372ACC844F68}"/>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 name="v6-header-page">
            <a:extLst>
              <a:ext uri="{FF2B5EF4-FFF2-40B4-BE49-F238E27FC236}">
                <ns2:creationId id="{DB15CABC-A67E-49CD-8226-3CEAABD4B1C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15 / 49</a:t>
            </a:r>
            <a:endParaRPr lang="ko-KR">
              <a:latin typeface="Calibri"/>
              <a:ea typeface="Calibri"/>
              <a:cs typeface="Calibri"/>
            </a:endParaRPr>
          </a:p>
        </p:txBody>
      </p:sp>
    </p:spTree>
    <p:extLst>
      <p:ext uri="{BB962C8B-B14F-4D97-AF65-F5344CB8AC3E}">
        <p14:creationId val="566981297"/>
      </p:ext>
    </p:extLst>
  </p:cSld>
</p:sld>
</file>

<file path=ppt/slides/slide39.xml><?xml version="1.0" encoding="utf-8"?>
<p:sld xmlns:a="http://schemas.openxmlformats.org/drawingml/2006/main" xmlns:ns2="http://schemas.microsoft.com/office/drawing/2014/main" xmlns:p="http://schemas.openxmlformats.org/presentationml/2006/main" xmlns:p14="http://schemas.microsoft.com/office/powerpoint/2010/main">
  <p:cSld name="quality-04-06-v2">
    <p:bg>
      <p:bgPr>
        <a:solidFill>
          <a:srgbClr val="FFFFFF"/>
        </a:solidFill>
      </p:bgPr>
    </p:bg>
    <p:spTree>
      <p:nvGrpSpPr>
        <p:cNvPr id="2" name=""/>
        <p:cNvGrpSpPr/>
        <p:nvPr/>
      </p:nvGrpSpPr>
      <p:grpSpPr>
        <a:xfrm/>
      </p:grpSpPr>
      <p:sp>
        <p:nvSpPr>
          <p:cNvPr id="3" name="qa-summary-subtitle">
            <a:extLst>
              <a:ext uri="{FF2B5EF4-FFF2-40B4-BE49-F238E27FC236}">
                <ns2:creationId id="{6912053A-5091-4602-9CC6-D83FFC79F6C9}"/>
              </a:ext>
            </a:extLst>
          </p:cNvPr>
          <p:cNvSpPr>
            <a:spLocks noGrp="1"/>
          </p:cNvSpPr>
          <p:nvPr/>
        </p:nvSpPr>
        <p:spPr>
          <a:xfrm>
            <a:off x="523875" y="1266825"/>
            <a:ext cx="17287875" cy="438150"/>
          </a:xfrm>
          <a:prstGeom prst="rect">
            <a:avLst/>
          </a:prstGeom>
          <a:noFill/>
          <a:ln w="0">
            <a:noFill/>
          </a:ln>
        </p:spPr>
        <p:txBody>
          <a:bodyPr lIns="0" tIns="0" rIns="0" bIns="0" anchor="ctr">
            <a:noAutofit/>
          </a:bodyPr>
          <a:lstStyle>
            <a:defPPr>
              <a:defRPr sz="2400" b="1" lang="ko-KR">
                <a:solidFill>
                  <a:srgbClr val="000000"/>
                </a:solidFill>
                <a:latin typeface="Calibri"/>
                <a:ea typeface="Calibri"/>
                <a:cs typeface="Calibri"/>
              </a:defRPr>
            </a:defPPr>
          </a:lstStyle>
          <a:p>
            <a:pP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공통 28개 시나리오로 같은 기능을 평가하고 QA별 대상 사건을 집계</a:t>
            </a:r>
            <a:endParaRPr lang="ko-KR">
              <a:latin typeface="Calibri"/>
              <a:ea typeface="Calibri"/>
              <a:cs typeface="Calibri"/>
            </a:endParaRPr>
          </a:p>
        </p:txBody>
      </p:sp>
      <p:graphicFrame>
        <p:nvGraphicFramePr>
          <p:cNvPr id="4" name="current-quality-summary">
            <a:extLst>
              <a:ext uri="{FF2B5EF4-FFF2-40B4-BE49-F238E27FC236}">
                <ns2:creationId id="{C4DEB27E-CA85-42AD-B0D1-DB6153E80472}"/>
              </a:ext>
            </a:extLst>
          </p:cNvPr>
          <p:cNvGraphicFramePr/>
          <p:nvPr/>
        </p:nvGraphicFramePr>
        <p:xfrm>
          <a:off x="457200" y="1905000"/>
          <a:ext cx="17373600" cy="6896100"/>
        </p:xfrm>
        <a:graphic>
          <a:graphicData uri="http://schemas.openxmlformats.org/drawingml/2006/table">
            <a:tbl>
              <a:tblPr/>
              <a:tblGrid>
                <a:gridCol w="1047750"/>
                <a:gridCol w="2047875"/>
                <a:gridCol w="2667000"/>
                <a:gridCol w="9848850"/>
                <a:gridCol w="1762125"/>
              </a:tblGrid>
              <a:tr h="495300">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ID</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중요도 / 난이도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Maintainability</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변경 범위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기능을 추가하거나 VIA가 주고받는 데이터 형식을 바꿀 때 수정해야 하는 Rust 모듈 수를 작게 유지해야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[변경 과제당 평균 변경 Rust 모듈 수 ≤ 3개]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기능의 형식 변경 3건 + 기능 확장 3건 / 변경 모듈 수와 28개 기능 회귀</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ARGO PR 145건 평균 5.4개 × 60% = 3.24개 → 3개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H(8) / H(8)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Cost Efficiency</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모델 사용 비용</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동일한 사용자 활동을 처리하는 데 필요한 음성 / 의미 모델의 총사용 비용을 최소화해야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[공통 28개 묶음당 평균 총 모델 비용 ≤ $2.55]</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전체 × 5회 / 초기 준비부터 후속 청구까지 총비용 평균</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같은 28개 활동의 gpt-realtime과 Luna 참조 견적 $2.54604 → $2.55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M(7) / M(7)</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Resource Efficiency</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최대 RAM 사용량</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삼성 노트북의 다른 앱과 함께 실행될 수 있도록 사용 중 VIA의 실제 RAM 최고량을 제한해야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[VIA 전체 RAM 관측 최고량 ≤ 512 MB]</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전체 × 5회 / Windows 11과 클라우드 모델 / 전체 VIA의 동시 RAM 최고량</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PC 플랫폼 및 기술기획 측 시스템 요구사항 512 MB / 과제에서 사용자 지정</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M(6) / M(6)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bl>
          </a:graphicData>
        </a:graphic>
      </p:graphicFrame>
      <p:sp>
        <p:nvSpPr>
          <p:cNvPr id="5" name="qa-summary-common">
            <a:extLst>
              <a:ext uri="{FF2B5EF4-FFF2-40B4-BE49-F238E27FC236}">
                <ns2:creationId id="{207822C1-D53F-48D2-A615-E34F28FCEAE3}"/>
              </a:ext>
            </a:extLst>
          </p:cNvPr>
          <p:cNvSpPr>
            <a:spLocks noGrp="1"/>
          </p:cNvSpPr>
          <p:nvPr/>
        </p:nvSpPr>
        <p:spPr>
          <a:xfrm>
            <a:off x="523875" y="8905875"/>
            <a:ext cx="17287875" cy="4191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기본 시나리오 S01~S28 / 같은 입력과 외부 조건 / 각 5회 반복 / 세부 정의와 점수는 Appendix</a:t>
            </a:r>
            <a:endParaRPr lang="ko-KR">
              <a:latin typeface="Calibri"/>
              <a:ea typeface="Calibri"/>
              <a:cs typeface="Calibri"/>
            </a:endParaRPr>
          </a:p>
        </p:txBody>
      </p:sp>
      <p:sp>
        <p:nvSpPr>
          <p:cNvPr id="6" name="qa-summary-note">
            <a:extLst>
              <a:ext uri="{FF2B5EF4-FFF2-40B4-BE49-F238E27FC236}">
                <ns2:creationId id="{C1D0E9E1-A4EC-40CD-8C04-B0BA107D9795}"/>
              </a:ext>
            </a:extLst>
          </p:cNvPr>
          <p:cNvSpPr>
            <a:spLocks noGrp="1"/>
          </p:cNvSpPr>
          <p:nvPr/>
        </p:nvSpPr>
        <p:spPr>
          <a:xfrm>
            <a:off x="523875" y="9420225"/>
            <a:ext cx="17287875" cy="42862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QA04는 공통 기능에서 파생한 변경 6건을 평가한다. QA07~QA09는 추가 후보이며 별도 상세 페이지에 정리한다.</a:t>
            </a:r>
            <a:endParaRPr lang="ko-KR">
              <a:latin typeface="Calibri"/>
              <a:ea typeface="Calibri"/>
              <a:cs typeface="Calibri"/>
            </a:endParaRPr>
          </a:p>
        </p:txBody>
      </p:sp>
      <p:sp>
        <p:nvSpPr>
          <p:cNvPr id="7" name="v6-header-title">
            <a:extLst>
              <a:ext uri="{FF2B5EF4-FFF2-40B4-BE49-F238E27FC236}">
                <ns2:creationId id="{46F50403-4712-469B-9C6B-BBDF7C91B86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04~06</a:t>
            </a:r>
            <a:endParaRPr lang="ko-KR">
              <a:latin typeface="Calibri"/>
              <a:ea typeface="Calibri"/>
              <a:cs typeface="Calibri"/>
            </a:endParaRPr>
          </a:p>
        </p:txBody>
      </p:sp>
      <p:sp>
        <p:nvSpPr>
          <p:cNvPr id="8" name="v6-header-rule">
            <a:extLst>
              <a:ext uri="{FF2B5EF4-FFF2-40B4-BE49-F238E27FC236}">
                <ns2:creationId id="{3A987CC6-5C08-44C3-963E-3D03C28E05A0}"/>
              </a:ext>
            </a:extLst>
          </p:cNvPr>
          <p:cNvSpPr>
            <a:spLocks noGrp="1"/>
          </p:cNvSpPr>
          <p:nvPr/>
        </p:nvSpPr>
        <p:spPr>
          <a:xfrm>
            <a:off x="495300" y="990600"/>
            <a:ext cx="17335500" cy="0"/>
          </a:xfrm>
          <a:prstGeom prst="line">
            <a:avLst/>
          </a:prstGeom>
          <a:noFill/>
          <a:ln w="19050">
            <a:solidFill>
              <a:srgbClr val="A6A6A6"/>
            </a:solidFill>
          </a:ln>
        </p:spPr>
      </p:sp>
      <p:sp>
        <p:nvSpPr>
          <p:cNvPr id="9" name="v6-header-stage-0">
            <a:extLst>
              <a:ext uri="{FF2B5EF4-FFF2-40B4-BE49-F238E27FC236}">
                <ns2:creationId id="{B57E4DE0-C56A-4446-AB95-1C4C7303D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0" name="v6-header-stage-1">
            <a:extLst>
              <a:ext uri="{FF2B5EF4-FFF2-40B4-BE49-F238E27FC236}">
                <ns2:creationId id="{AFBCB809-4EA2-42CB-9C41-24DD6E98762E}"/>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1" name="v6-header-stage-2">
            <a:extLst>
              <a:ext uri="{FF2B5EF4-FFF2-40B4-BE49-F238E27FC236}">
                <ns2:creationId id="{1495277E-C2D6-4005-9ECB-FC60A3E97C7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2" name="v6-header-stage-3">
            <a:extLst>
              <a:ext uri="{FF2B5EF4-FFF2-40B4-BE49-F238E27FC236}">
                <ns2:creationId id="{36D8FB4A-521D-4E49-B430-2BDB92AFC0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 name="v6-header-stage-4">
            <a:extLst>
              <a:ext uri="{FF2B5EF4-FFF2-40B4-BE49-F238E27FC236}">
                <ns2:creationId id="{DB364B8C-7C63-44A7-9C6D-372ACC844F68}"/>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 name="v6-header-page">
            <a:extLst>
              <a:ext uri="{FF2B5EF4-FFF2-40B4-BE49-F238E27FC236}">
                <ns2:creationId id="{DB15CABC-A67E-49CD-8226-3CEAABD4B1C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16 / 49</a:t>
            </a:r>
            <a:endParaRPr lang="ko-KR">
              <a:latin typeface="Calibri"/>
              <a:ea typeface="Calibri"/>
              <a:cs typeface="Calibri"/>
            </a:endParaRPr>
          </a:p>
        </p:txBody>
      </p:sp>
    </p:spTree>
    <p:extLst>
      <p:ext uri="{BB962C8B-B14F-4D97-AF65-F5344CB8AC3E}">
        <p14:creationId val="1486922730"/>
      </p:ext>
    </p:extLst>
  </p:cSld>
</p:sld>
</file>

<file path=ppt/slides/slide40.xml><?xml version="1.0" encoding="utf-8"?>
<p:sld xmlns:a="http://schemas.openxmlformats.org/drawingml/2006/main" xmlns:ns2="http://schemas.microsoft.com/office/drawing/2014/main" xmlns:p="http://schemas.openxmlformats.org/presentationml/2006/main" xmlns:p14="http://schemas.microsoft.com/office/powerpoint/2010/main">
  <p:cSld name="overview-v2">
    <p:bg>
      <p:bgPr>
        <a:solidFill>
          <a:srgbClr val="FFFFFF"/>
        </a:solidFill>
      </p:bgPr>
    </p:bg>
    <p:spTree>
      <p:nvGrpSpPr>
        <p:cNvPr id="1" name=""/>
        <p:cNvGrpSpPr/>
        <p:nvPr/>
      </p:nvGrpSpPr>
      <p:grpSpPr>
        <a:xfrm/>
      </p:grpSpPr>
      <p:sp>
        <p:nvSpPr>
          <p:cNvPr id="14" name="overview-left-heading">
            <a:extLst>
              <a:ext uri="{FF2B5EF4-FFF2-40B4-BE49-F238E27FC236}">
                <ns2:creationId id="{B1FA0C3E-E018-4953-854E-03F4CFA7E889}"/>
              </a:ext>
            </a:extLst>
          </p:cNvPr>
          <p:cNvSpPr>
            <a:spLocks noGrp="1"/>
          </p:cNvSpPr>
          <p:nvPr/>
        </p:nvSpPr>
        <p:spPr>
          <a:xfrm>
            <a:off x="495300" y="1571625"/>
            <a:ext cx="7429500" cy="457200"/>
          </a:xfrm>
          <a:prstGeom prst="rect">
            <a:avLst/>
          </a:prstGeom>
          <a:noFill/>
          <a:ln w="0">
            <a:noFill/>
            <a:prstDash val="solid"/>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품질 목표와 주요 설계 질문</a:t>
            </a:r>
            <a:endParaRPr lang="ko-KR">
              <a:solidFill>
                <a:srgbClr val="000000"/>
              </a:solidFill>
              <a:latin typeface="Calibri"/>
              <a:ea typeface="Calibri"/>
              <a:cs typeface="Calibri"/>
            </a:endParaRPr>
          </a:p>
        </p:txBody>
      </p:sp>
      <ns0:sp xmlns:ns0="http://schemas.openxmlformats.org/presentationml/2006/main" xmlns:ns1="http://schemas.openxmlformats.org/drawingml/2006/main" xmlns:ns2="http://schemas.microsoft.com/office/drawing/2014/main">
        <ns0:nvSpPr>
          <ns0:cNvPr id="15" name="overview-quality-contract">
            <ns1:extLst>
              <ns1:ext uri="{FF2B5EF4-FFF2-40B4-BE49-F238E27FC236}">
                <ns2:creationId id="{6F52088C-2D65-4F63-8B41-AC849B3D4C0C}"/>
              </ns1:ext>
            </ns1:extLst>
          </ns0:cNvPr>
          <ns0:cNvSpPr>
            <ns1:spLocks noGrp="1"/>
          </ns0:cNvSpPr>
          <ns0:nvPr/>
        </ns0:nvSpPr>
        <ns0:spPr>
          <ns1:xfrm>
            <ns1:off x="495300" y="2057400"/>
            <ns1:ext cx="7429500" cy="285750"/>
          </ns1:xfrm>
          <ns1:prstGeom prst="rect">
            <ns1:avLst/>
          </ns1:prstGeom>
          <ns1:noFill/>
          <ns1:ln w="0">
            <ns1:noFill/>
            <ns1:prstDash val="solid"/>
          </ns1:ln>
        </ns0:spPr>
        <ns0:txBody>
          <ns1:bodyPr wrap="none" lIns="0" tIns="0" rIns="0" bIns="0" anchor="ctr">
            <ns1:noAutofit/>
          </ns1:bodyPr>
          <ns1:lstStyle/>
          <ns1:p>
            <ns1:pPr algn="l">
              <ns1:defRPr sz="1700" b="0"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COMMON-28-v1 / QA01~06</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18" name="overview-goal-ASR-QA-01">
            <ns1:extLst>
              <ns1:ext uri="{FF2B5EF4-FFF2-40B4-BE49-F238E27FC236}">
                <ns2:creationId id="{C40B0269-1EE0-45CA-9A6A-AADAF6EF1E0F}"/>
              </ns1:ext>
            </ns1:extLst>
          </ns0:cNvPr>
          <ns0:cNvSpPr>
            <ns1:spLocks noGrp="1"/>
          </ns0:cNvSpPr>
          <ns0:nvPr/>
        </ns0:nvSpPr>
        <ns0:spPr>
          <ns1:xfrm>
            <ns1:off x="495300" y="2409825"/>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01 첫 응답 지연시간</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평균 1초 이하</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22" name="overview-goal-ASR-QA-02">
            <ns1:extLst>
              <ns1:ext uri="{FF2B5EF4-FFF2-40B4-BE49-F238E27FC236}">
                <ns2:creationId id="{47DE8FFE-70BC-4BE8-A3BD-98E8EC716A87}"/>
              </ns1:ext>
            </ns1:extLst>
          </ns0:cNvPr>
          <ns0:cNvSpPr>
            <ns1:spLocks noGrp="1"/>
          </ns0:cNvSpPr>
          <ns0:nvPr/>
        </ns0:nvSpPr>
        <ns0:spPr>
          <ns1:xfrm>
            <ns1:off x="495300" y="3333750"/>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02 지칭 대상 식별 정확도</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집합 일치율 93% 이상</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26" name="overview-goal-ASR-QA-03">
            <ns1:extLst>
              <ns1:ext uri="{FF2B5EF4-FFF2-40B4-BE49-F238E27FC236}">
                <ns2:creationId id="{94039416-4C98-455A-81FF-820108EF8A6C}"/>
              </ns1:ext>
            </ns1:extLst>
          </ns0:cNvPr>
          <ns0:cNvSpPr>
            <ns1:spLocks noGrp="1"/>
          </ns0:cNvSpPr>
          <ns0:nvPr/>
        </ns0:nvSpPr>
        <ns0:spPr>
          <ns1:xfrm>
            <ns1:off x="495300" y="4257675"/>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03 VIA 처리시간</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평균 5초 이하</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31" name="overview-goal-ASR-QA-04">
            <ns1:extLst>
              <ns1:ext uri="{FF2B5EF4-FFF2-40B4-BE49-F238E27FC236}">
                <ns2:creationId id="{A5442B45-AF8D-431B-BA53-B1FFF3A95BC4}"/>
              </ns1:ext>
            </ns1:extLst>
          </ns0:cNvPr>
          <ns0:cNvSpPr>
            <ns1:spLocks noGrp="1"/>
          </ns0:cNvSpPr>
          <ns0:nvPr/>
        </ns0:nvSpPr>
        <ns0:spPr>
          <ns1:xfrm>
            <ns1:off x="495300" y="5181600"/>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04 변경 범위</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평균 Rust 모듈 3개 이하</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35" name="overview-goal-ASR-QA-05">
            <ns1:extLst>
              <ns1:ext uri="{FF2B5EF4-FFF2-40B4-BE49-F238E27FC236}">
                <ns2:creationId id="{0A55BD03-61FF-4CB6-9B47-5BA39B81C553}"/>
              </ns1:ext>
            </ns1:extLst>
          </ns0:cNvPr>
          <ns0:cNvSpPr>
            <ns1:spLocks noGrp="1"/>
          </ns0:cNvSpPr>
          <ns0:nvPr/>
        </ns0:nvSpPr>
        <ns0:spPr>
          <ns1:xfrm>
            <ns1:off x="495300" y="6105525"/>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05 모델 사용 비용</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$2.55 / 공통 28개 묶음</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39" name="overview-goal-ASR-QA-06">
            <ns1:extLst>
              <ns1:ext uri="{FF2B5EF4-FFF2-40B4-BE49-F238E27FC236}">
                <ns2:creationId id="{FB062707-8159-4FC1-B8B7-81A8266AC0ED}"/>
              </ns1:ext>
            </ns1:extLst>
          </ns0:cNvPr>
          <ns0:cNvSpPr>
            <ns1:spLocks noGrp="1"/>
          </ns0:cNvSpPr>
          <ns0:nvPr/>
        </ns0:nvSpPr>
        <ns0:spPr>
          <ns1:xfrm>
            <ns1:off x="495300" y="7029450"/>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06 최대 RAM 사용량</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512 MB 이하</ns1:t>
            </ns1:r>
            <ns1:endParaRPr lang="ko-KR">
              <ns1:solidFill>
                <ns1:srgbClr val="000000"/>
              </ns1:solidFill>
              <ns1:latin typeface="Calibri"/>
              <ns1:ea typeface="Calibri"/>
              <ns1:cs typeface="Calibri"/>
            </ns1:endParaRPr>
          </ns1:p>
        </ns0:txBody>
      </ns0:sp>
      <p:sp>
        <p:nvSpPr>
          <p:cNvPr id="42" name="overview-swatch-41">
            <a:extLst>
              <a:ext uri="{FF2B5EF4-FFF2-40B4-BE49-F238E27FC236}">
                <ns2:creationId id="{4FE98749-1B01-4D16-8D0F-AC39908EE617}"/>
              </a:ext>
            </a:extLst>
          </p:cNvPr>
          <p:cNvSpPr>
            <a:spLocks noGrp="1"/>
          </p:cNvSpPr>
          <p:nvPr/>
        </p:nvSpPr>
        <p:spPr>
          <a:xfrm>
            <a:off x="3276600" y="2486025"/>
            <a:ext cx="228600" cy="400050"/>
          </a:xfrm>
          <a:prstGeom prst="rect">
            <a:avLst/>
          </a:prstGeom>
          <a:solidFill>
            <a:srgbClr val="FFF6DE"/>
          </a:solidFill>
          <a:ln w="0">
            <a:solidFill>
              <a:srgbClr val="E5A700"/>
            </a:solidFill>
            <a:prstDash val="solid"/>
          </a:ln>
        </p:spPr>
      </p:sp>
      <p:sp xmlns:a="http://schemas.openxmlformats.org/drawingml/2006/main" xmlns:ns2="http://schemas.microsoft.com/office/drawing/2014/main" xmlns:p="http://schemas.openxmlformats.org/presentationml/2006/main">
        <p:nvSpPr>
          <p:cNvPr id="43" name="overview-decision-title-41">
            <a:extLst>
              <a:ext uri="{FF2B5EF4-FFF2-40B4-BE49-F238E27FC236}">
                <ns2:creationId id="{8793EE45-9E91-4D78-917A-FE44C52A39E5}"/>
              </a:ext>
            </a:extLst>
          </p:cNvPr>
          <p:cNvSpPr>
            <a:spLocks noGrp="1"/>
          </p:cNvSpPr>
          <p:nvPr/>
        </p:nvSpPr>
        <p:spPr>
          <a:xfrm>
            <a:off x="3714750" y="2381250"/>
            <a:ext cx="4438650" cy="476250"/>
          </a:xfrm>
          <a:prstGeom prst="rect">
            <a:avLst/>
          </a:prstGeom>
          <a:noFill/>
          <a:ln w="0">
            <a:noFill/>
            <a:prstDash val="solid"/>
          </a:ln>
        </p:spPr>
        <p:txBody>
          <a:bodyPr wrap="none" lIns="0" tIns="0" rIns="0" bIns="0" anchor="ctr">
            <a:noAutofit/>
          </a:bodyPr>
          <a:lstStyle/>
          <a:p>
            <a:pPr algn="l">
              <a:buNone/>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화면·음성 지칭 (문제 탐색)</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44" name="overview-decision-detail-41">
            <a:extLst>
              <a:ext uri="{FF2B5EF4-FFF2-40B4-BE49-F238E27FC236}">
                <ns2:creationId id="{8F0BF26E-F29A-4D5A-B4E2-1D6FF876EE05}"/>
              </a:ext>
            </a:extLst>
          </p:cNvPr>
          <p:cNvSpPr>
            <a:spLocks noGrp="1"/>
          </p:cNvSpPr>
          <p:nvPr/>
        </p:nvSpPr>
        <p:spPr>
          <a:xfrm>
            <a:off x="3714750" y="2876550"/>
            <a:ext cx="4429125" cy="371475"/>
          </a:xfrm>
          <a:prstGeom prst="rect">
            <a:avLst/>
          </a:prstGeom>
          <a:noFill/>
          <a:ln w="0">
            <a:noFill/>
            <a:prstDash val="solid"/>
          </a:ln>
        </p:spPr>
        <p:txBody>
          <a:bodyPr wrap="none" lIns="0" tIns="0" rIns="0" bIns="0" anchor="ctr">
            <a:noAutofit/>
          </a:bodyPr>
          <a:lstStyle/>
          <a:p>
            <a:pPr algn="l">
              <a:buNone/>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말과 손동작을 당시 화면에 연결</a:t>
            </a:r>
            <a:endParaRPr lang="ko-KR">
              <a:solidFill>
                <a:srgbClr val="000000"/>
              </a:solidFill>
              <a:latin typeface="Calibri"/>
              <a:ea typeface="Calibri"/>
              <a:cs typeface="Calibri"/>
            </a:endParaRPr>
          </a:p>
        </p:txBody>
      </p:sp>
      <p:sp>
        <p:nvSpPr>
          <p:cNvPr id="45" name="overview-swatch-44">
            <a:extLst>
              <a:ext uri="{FF2B5EF4-FFF2-40B4-BE49-F238E27FC236}">
                <ns2:creationId id="{396106B6-E4BB-48FB-A36B-16A5D0EDE0EA}"/>
              </a:ext>
            </a:extLst>
          </p:cNvPr>
          <p:cNvSpPr>
            <a:spLocks noGrp="1"/>
          </p:cNvSpPr>
          <p:nvPr/>
        </p:nvSpPr>
        <p:spPr>
          <a:xfrm>
            <a:off x="3276600" y="4105275"/>
            <a:ext cx="228600" cy="400050"/>
          </a:xfrm>
          <a:prstGeom prst="rect">
            <a:avLst/>
          </a:prstGeom>
          <a:solidFill>
            <a:srgbClr val="C6E0B4"/>
          </a:solidFill>
          <a:ln w="0">
            <a:solidFill>
              <a:srgbClr val="00A65A"/>
            </a:solidFill>
            <a:prstDash val="solid"/>
          </a:ln>
        </p:spPr>
      </p:sp>
      <p:sp>
        <p:nvSpPr>
          <p:cNvPr id="46" name="overview-decision-title-44">
            <a:extLst>
              <a:ext uri="{FF2B5EF4-FFF2-40B4-BE49-F238E27FC236}">
                <ns2:creationId id="{D8ADDD93-DD7E-4DE8-A135-B1840395FD00}"/>
              </a:ext>
            </a:extLst>
          </p:cNvPr>
          <p:cNvSpPr>
            <a:spLocks noGrp="1"/>
          </p:cNvSpPr>
          <p:nvPr/>
        </p:nvSpPr>
        <p:spPr>
          <a:xfrm>
            <a:off x="3714750" y="400050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04-44. 지속 대화 실행</a:t>
            </a:r>
            <a:endParaRPr lang="ko-KR">
              <a:solidFill>
                <a:srgbClr val="000000"/>
              </a:solidFill>
              <a:latin typeface="Calibri"/>
              <a:ea typeface="Calibri"/>
              <a:cs typeface="Calibri"/>
            </a:endParaRPr>
          </a:p>
        </p:txBody>
      </p:sp>
      <p:sp>
        <p:nvSpPr>
          <p:cNvPr id="47" name="overview-decision-detail-44">
            <a:extLst>
              <a:ext uri="{FF2B5EF4-FFF2-40B4-BE49-F238E27FC236}">
                <ns2:creationId id="{A4BF74CB-1700-46F4-BD48-A33A11BFC304}"/>
              </a:ext>
            </a:extLst>
          </p:cNvPr>
          <p:cNvSpPr>
            <a:spLocks noGrp="1"/>
          </p:cNvSpPr>
          <p:nvPr/>
        </p:nvSpPr>
        <p:spPr>
          <a:xfrm>
            <a:off x="3714750" y="4495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입력과 질문 및 결과의 후속 실행</a:t>
            </a:r>
            <a:endParaRPr lang="ko-KR">
              <a:solidFill>
                <a:srgbClr val="000000"/>
              </a:solidFill>
              <a:latin typeface="Calibri"/>
              <a:ea typeface="Calibri"/>
              <a:cs typeface="Calibri"/>
            </a:endParaRPr>
          </a:p>
        </p:txBody>
      </p:sp>
      <p:sp>
        <p:nvSpPr>
          <p:cNvPr id="48" name="overview-swatch-45">
            <a:extLst>
              <a:ext uri="{FF2B5EF4-FFF2-40B4-BE49-F238E27FC236}">
                <ns2:creationId id="{7631732F-1137-4649-9478-389F0E363914}"/>
              </a:ext>
            </a:extLst>
          </p:cNvPr>
          <p:cNvSpPr>
            <a:spLocks noGrp="1"/>
          </p:cNvSpPr>
          <p:nvPr/>
        </p:nvSpPr>
        <p:spPr>
          <a:xfrm>
            <a:off x="3276600" y="5724525"/>
            <a:ext cx="228600" cy="400050"/>
          </a:xfrm>
          <a:prstGeom prst="rect">
            <a:avLst/>
          </a:prstGeom>
          <a:solidFill>
            <a:srgbClr val="E8EEF7"/>
          </a:solidFill>
          <a:ln w="0">
            <a:solidFill>
              <a:srgbClr val="8D49B8"/>
            </a:solidFill>
            <a:prstDash val="solid"/>
          </a:ln>
        </p:spPr>
      </p:sp>
      <p:sp>
        <p:nvSpPr>
          <p:cNvPr id="49" name="overview-decision-title-45">
            <a:extLst>
              <a:ext uri="{FF2B5EF4-FFF2-40B4-BE49-F238E27FC236}">
                <ns2:creationId id="{E52F407F-FDC8-4EFC-A9D2-E53C5F03CC76}"/>
              </a:ext>
            </a:extLst>
          </p:cNvPr>
          <p:cNvSpPr>
            <a:spLocks noGrp="1"/>
          </p:cNvSpPr>
          <p:nvPr/>
        </p:nvSpPr>
        <p:spPr>
          <a:xfrm>
            <a:off x="3714750" y="561975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04-45. 기억과 Context</a:t>
            </a:r>
            <a:endParaRPr lang="ko-KR">
              <a:solidFill>
                <a:srgbClr val="000000"/>
              </a:solidFill>
              <a:latin typeface="Calibri"/>
              <a:ea typeface="Calibri"/>
              <a:cs typeface="Calibri"/>
            </a:endParaRPr>
          </a:p>
        </p:txBody>
      </p:sp>
      <p:sp>
        <p:nvSpPr>
          <p:cNvPr id="50" name="overview-decision-detail-45">
            <a:extLst>
              <a:ext uri="{FF2B5EF4-FFF2-40B4-BE49-F238E27FC236}">
                <ns2:creationId id="{6DB70456-EF81-48E7-A9F0-F58A943556D5}"/>
              </a:ext>
            </a:extLst>
          </p:cNvPr>
          <p:cNvSpPr>
            <a:spLocks noGrp="1"/>
          </p:cNvSpPr>
          <p:nvPr/>
        </p:nvSpPr>
        <p:spPr>
          <a:xfrm>
            <a:off x="3714750" y="611505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근거의 구성 및 공통 기억 제공</a:t>
            </a:r>
            <a:endParaRPr lang="ko-KR">
              <a:solidFill>
                <a:srgbClr val="000000"/>
              </a:solidFill>
              <a:latin typeface="Calibri"/>
              <a:ea typeface="Calibri"/>
              <a:cs typeface="Calibri"/>
            </a:endParaRPr>
          </a:p>
        </p:txBody>
      </p:sp>
      <p:sp>
        <p:nvSpPr>
          <p:cNvPr id="51" name="overview-swatch-42">
            <a:extLst>
              <a:ext uri="{FF2B5EF4-FFF2-40B4-BE49-F238E27FC236}">
                <ns2:creationId id="{D9B0A4C1-2205-4E7E-9E07-3F1217E974EE}"/>
              </a:ext>
            </a:extLst>
          </p:cNvPr>
          <p:cNvSpPr>
            <a:spLocks noGrp="1"/>
          </p:cNvSpPr>
          <p:nvPr/>
        </p:nvSpPr>
        <p:spPr>
          <a:xfrm>
            <a:off x="3276600" y="7153275"/>
            <a:ext cx="228600" cy="400050"/>
          </a:xfrm>
          <a:prstGeom prst="rect">
            <a:avLst/>
          </a:prstGeom>
          <a:solidFill>
            <a:srgbClr val="E8EEF7"/>
          </a:solidFill>
          <a:ln w="0">
            <a:solidFill>
              <a:srgbClr val="2463DD"/>
            </a:solidFill>
            <a:prstDash val="solid"/>
          </a:ln>
        </p:spPr>
      </p:sp>
      <p:sp>
        <p:nvSpPr>
          <p:cNvPr id="52" name="overview-decision-title-42">
            <a:extLst>
              <a:ext uri="{FF2B5EF4-FFF2-40B4-BE49-F238E27FC236}">
                <ns2:creationId id="{58124065-1888-4363-BE35-0F6260A72F08}"/>
              </a:ext>
            </a:extLst>
          </p:cNvPr>
          <p:cNvSpPr>
            <a:spLocks noGrp="1"/>
          </p:cNvSpPr>
          <p:nvPr/>
        </p:nvSpPr>
        <p:spPr>
          <a:xfrm>
            <a:off x="3714750" y="7048500"/>
            <a:ext cx="4438650" cy="476250"/>
          </a:xfrm>
          <a:prstGeom prst="rect">
            <a:avLst/>
          </a:prstGeom>
          <a:noFill/>
          <a:ln w="0">
            <a:noFill/>
            <a:prstDash val="solid"/>
          </a:ln>
        </p:spPr>
        <p:txBody>
          <a:bodyPr wrap="none" lIns="0" tIns="0" rIns="0" bIns="0" anchor="ctr">
            <a:noAutofit/>
          </a:body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04-42. Conversation과 Task 관리</a:t>
            </a:r>
            <a:endParaRPr lang="ko-KR">
              <a:solidFill>
                <a:srgbClr val="000000"/>
              </a:solidFill>
              <a:latin typeface="Calibri"/>
              <a:ea typeface="Calibri"/>
              <a:cs typeface="Calibri"/>
            </a:endParaRPr>
          </a:p>
        </p:txBody>
      </p:sp>
      <p:sp>
        <p:nvSpPr>
          <p:cNvPr id="53" name="overview-decision-detail-42">
            <a:extLst>
              <a:ext uri="{FF2B5EF4-FFF2-40B4-BE49-F238E27FC236}">
                <ns2:creationId id="{466D25E9-1831-40FB-80F8-1D449E64168E}"/>
              </a:ext>
            </a:extLst>
          </p:cNvPr>
          <p:cNvSpPr>
            <a:spLocks noGrp="1"/>
          </p:cNvSpPr>
          <p:nvPr/>
        </p:nvSpPr>
        <p:spPr>
          <a:xfrm>
            <a:off x="3714750" y="7543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상태 소유와 실행 수명의 분리 방식</a:t>
            </a:r>
            <a:endParaRPr lang="ko-KR">
              <a:solidFill>
                <a:srgbClr val="000000"/>
              </a:solidFill>
              <a:latin typeface="Calibri"/>
              <a:ea typeface="Calibri"/>
              <a:cs typeface="Calibri"/>
            </a:endParaRPr>
          </a:p>
        </p:txBody>
      </p:sp>
      <p:sp>
        <p:nvSpPr>
          <p:cNvPr id="54" name="overview-VIA-boundary">
            <a:extLst>
              <a:ext uri="{FF2B5EF4-FFF2-40B4-BE49-F238E27FC236}">
                <ns2:creationId id="{0667F901-341B-44E1-B622-EDA03A2B690A}"/>
              </a:ext>
            </a:extLst>
          </p:cNvPr>
          <p:cNvSpPr>
            <a:spLocks noGrp="1"/>
          </p:cNvSpPr>
          <p:nvPr/>
        </p:nvSpPr>
        <p:spPr>
          <a:xfrm>
            <a:off x="8439150" y="1285875"/>
            <a:ext cx="9372600" cy="7324725"/>
          </a:xfrm>
          <a:prstGeom prst="rect">
            <a:avLst/>
          </a:prstGeom>
          <a:solidFill>
            <a:srgbClr val="FFFFFF"/>
          </a:solidFill>
          <a:ln w="16193">
            <a:solidFill>
              <a:srgbClr val="141414"/>
            </a:solidFill>
            <a:prstDash val="solid"/>
          </a:ln>
        </p:spPr>
        <p:txBody>
          <a:bodyPr wrap="none" lIns="219075" tIns="95250" rIns="7058025" bIns="6848475"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56" name="overview-Interaction">
            <a:extLst>
              <a:ext uri="{FF2B5EF4-FFF2-40B4-BE49-F238E27FC236}">
                <ns2:creationId id="{05444503-736C-4A46-88AE-BAF5E3E47471}"/>
              </a:ext>
            </a:extLst>
          </p:cNvPr>
          <p:cNvSpPr>
            <a:spLocks noGrp="1"/>
          </p:cNvSpPr>
          <p:nvPr/>
        </p:nvSpPr>
        <p:spPr>
          <a:xfrm>
            <a:off x="8620125" y="1857375"/>
            <a:ext cx="9001125" cy="1381125"/>
          </a:xfrm>
          <a:prstGeom prst="rect">
            <a:avLst/>
          </a:prstGeom>
          <a:solidFill>
            <a:srgbClr val="E8EEF7"/>
          </a:solidFill>
          <a:ln w="16193">
            <a:solidFill>
              <a:srgbClr val="141414"/>
            </a:solidFill>
            <a:prstDash val="solid"/>
          </a:ln>
        </p:spPr>
        <p:txBody>
          <a:bodyPr wrap="none" lIns="180975" tIns="28575" rIns="4533900" bIns="9715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a:t>
            </a:r>
            <a:endParaRPr lang="ko-KR">
              <a:solidFill>
                <a:srgbClr val="000000"/>
              </a:solidFill>
              <a:latin typeface="Calibri"/>
              <a:ea typeface="Calibri"/>
              <a:cs typeface="Calibri"/>
            </a:endParaRPr>
          </a:p>
        </p:txBody>
      </p:sp>
      <p:sp>
        <p:nvSpPr>
          <p:cNvPr id="58" name="overview-component-Interaction Manager">
            <a:extLst>
              <a:ext uri="{FF2B5EF4-FFF2-40B4-BE49-F238E27FC236}">
                <ns2:creationId id="{B311954B-3254-4B9A-B492-21E04BEA0852}"/>
              </a:ext>
            </a:extLst>
          </p:cNvPr>
          <p:cNvSpPr>
            <a:spLocks noGrp="1"/>
          </p:cNvSpPr>
          <p:nvPr/>
        </p:nvSpPr>
        <p:spPr>
          <a:xfrm>
            <a:off x="89154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60" name="overview-component-Response Manager">
            <a:extLst>
              <a:ext uri="{FF2B5EF4-FFF2-40B4-BE49-F238E27FC236}">
                <ns2:creationId id="{7452EC8B-254E-4254-94E5-6DC88F7E64B3}"/>
              </a:ext>
            </a:extLst>
          </p:cNvPr>
          <p:cNvSpPr>
            <a:spLocks noGrp="1"/>
          </p:cNvSpPr>
          <p:nvPr/>
        </p:nvSpPr>
        <p:spPr>
          <a:xfrm>
            <a:off x="132969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2" name="overview-Orchestration">
            <a:extLst>
              <a:ext uri="{FF2B5EF4-FFF2-40B4-BE49-F238E27FC236}">
                <ns2:creationId id="{AEBA02E5-2698-46DB-93E7-C9282787FD6E}"/>
              </a:ext>
            </a:extLst>
          </p:cNvPr>
          <p:cNvSpPr>
            <a:spLocks noGrp="1"/>
          </p:cNvSpPr>
          <p:nvPr/>
        </p:nvSpPr>
        <p:spPr>
          <a:xfrm>
            <a:off x="8620125" y="3371850"/>
            <a:ext cx="9001125" cy="3486150"/>
          </a:xfrm>
          <a:prstGeom prst="rect">
            <a:avLst/>
          </a:prstGeom>
          <a:solidFill>
            <a:srgbClr val="E8EEF7"/>
          </a:solidFill>
          <a:ln w="16193">
            <a:solidFill>
              <a:srgbClr val="141414"/>
            </a:solidFill>
            <a:prstDash val="solid"/>
          </a:ln>
        </p:spPr>
        <p:txBody>
          <a:bodyPr wrap="none" lIns="180975" tIns="28575" rIns="6486525" bIns="304800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Orchestration</a:t>
            </a:r>
            <a:endParaRPr lang="ko-KR">
              <a:solidFill>
                <a:srgbClr val="000000"/>
              </a:solidFill>
              <a:latin typeface="Calibri"/>
              <a:ea typeface="Calibri"/>
              <a:cs typeface="Calibri"/>
            </a:endParaRPr>
          </a:p>
        </p:txBody>
      </p:sp>
      <p:sp>
        <p:nvSpPr>
          <p:cNvPr id="64" name="overview-component-Request Controller">
            <a:extLst>
              <a:ext uri="{FF2B5EF4-FFF2-40B4-BE49-F238E27FC236}">
                <ns2:creationId id="{DF4BE49B-E898-4802-91C1-CDCB6CCF8989}"/>
              </a:ext>
            </a:extLst>
          </p:cNvPr>
          <p:cNvSpPr>
            <a:spLocks noGrp="1"/>
          </p:cNvSpPr>
          <p:nvPr/>
        </p:nvSpPr>
        <p:spPr>
          <a:xfrm>
            <a:off x="89154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66" name="overview-component-Request Interpreter">
            <a:extLst>
              <a:ext uri="{FF2B5EF4-FFF2-40B4-BE49-F238E27FC236}">
                <ns2:creationId id="{29E90C18-0D26-48D1-B96C-57CFD1F364AF}"/>
              </a:ext>
            </a:extLst>
          </p:cNvPr>
          <p:cNvSpPr>
            <a:spLocks noGrp="1"/>
          </p:cNvSpPr>
          <p:nvPr/>
        </p:nvSpPr>
        <p:spPr>
          <a:xfrm>
            <a:off x="132969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8" name="overview-component-Context Manager">
            <a:extLst>
              <a:ext uri="{FF2B5EF4-FFF2-40B4-BE49-F238E27FC236}">
                <ns2:creationId id="{CC588BA3-0092-4123-BD68-119001462853}"/>
              </a:ext>
            </a:extLst>
          </p:cNvPr>
          <p:cNvSpPr>
            <a:spLocks noGrp="1"/>
          </p:cNvSpPr>
          <p:nvPr/>
        </p:nvSpPr>
        <p:spPr>
          <a:xfrm>
            <a:off x="89154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70" name="overview-component-Policy Manager">
            <a:extLst>
              <a:ext uri="{FF2B5EF4-FFF2-40B4-BE49-F238E27FC236}">
                <ns2:creationId id="{B3071E9C-F3B5-4F3F-AC3C-BE3E74A2379B}"/>
              </a:ext>
            </a:extLst>
          </p:cNvPr>
          <p:cNvSpPr>
            <a:spLocks noGrp="1"/>
          </p:cNvSpPr>
          <p:nvPr/>
        </p:nvSpPr>
        <p:spPr>
          <a:xfrm>
            <a:off x="132969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Policy Manager</a:t>
            </a:r>
            <a:endParaRPr lang="ko-KR">
              <a:solidFill>
                <a:srgbClr val="000000"/>
              </a:solidFill>
              <a:latin typeface="Calibri"/>
              <a:ea typeface="Calibri"/>
              <a:cs typeface="Calibri"/>
            </a:endParaRPr>
          </a:p>
        </p:txBody>
      </p:sp>
      <p:sp>
        <p:nvSpPr>
          <p:cNvPr id="72" name="overview-component-Task Manager">
            <a:extLst>
              <a:ext uri="{FF2B5EF4-FFF2-40B4-BE49-F238E27FC236}">
                <ns2:creationId id="{05DADF7B-2DA2-4E57-AAA1-8107E13776E1}"/>
              </a:ext>
            </a:extLst>
          </p:cNvPr>
          <p:cNvSpPr>
            <a:spLocks noGrp="1"/>
          </p:cNvSpPr>
          <p:nvPr/>
        </p:nvSpPr>
        <p:spPr>
          <a:xfrm>
            <a:off x="89154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74" name="overview-component-Agent Gateway">
            <a:extLst>
              <a:ext uri="{FF2B5EF4-FFF2-40B4-BE49-F238E27FC236}">
                <ns2:creationId id="{8C58E22E-3D1B-4AAD-B5F8-66B4250D6F51}"/>
              </a:ext>
            </a:extLst>
          </p:cNvPr>
          <p:cNvSpPr>
            <a:spLocks noGrp="1"/>
          </p:cNvSpPr>
          <p:nvPr/>
        </p:nvSpPr>
        <p:spPr>
          <a:xfrm>
            <a:off x="132969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76" name="overview-Shared">
            <a:extLst>
              <a:ext uri="{FF2B5EF4-FFF2-40B4-BE49-F238E27FC236}">
                <ns2:creationId id="{7DCACDBD-8F04-48D7-A14C-B4352ED1E801}"/>
              </a:ext>
            </a:extLst>
          </p:cNvPr>
          <p:cNvSpPr>
            <a:spLocks noGrp="1"/>
          </p:cNvSpPr>
          <p:nvPr/>
        </p:nvSpPr>
        <p:spPr>
          <a:xfrm>
            <a:off x="8620125" y="7029450"/>
            <a:ext cx="9001125" cy="1400175"/>
          </a:xfrm>
          <a:prstGeom prst="rect">
            <a:avLst/>
          </a:prstGeom>
          <a:solidFill>
            <a:srgbClr val="E8EEF7"/>
          </a:solidFill>
          <a:ln w="16193">
            <a:solidFill>
              <a:srgbClr val="141414"/>
            </a:solidFill>
            <a:prstDash val="solid"/>
          </a:ln>
        </p:spPr>
        <p:txBody>
          <a:bodyPr wrap="none" lIns="180975" tIns="57150" rIns="6915150" bIns="9334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Shared</a:t>
            </a:r>
            <a:endParaRPr lang="ko-KR">
              <a:solidFill>
                <a:srgbClr val="000000"/>
              </a:solidFill>
              <a:latin typeface="Calibri"/>
              <a:ea typeface="Calibri"/>
              <a:cs typeface="Calibri"/>
            </a:endParaRPr>
          </a:p>
        </p:txBody>
      </p:sp>
      <p:sp>
        <p:nvSpPr>
          <p:cNvPr id="78" name="overview-component-State Store">
            <a:extLst>
              <a:ext uri="{FF2B5EF4-FFF2-40B4-BE49-F238E27FC236}">
                <ns2:creationId id="{8DB15C76-A40F-4752-8C92-AA89EA15F4F5}"/>
              </a:ext>
            </a:extLst>
          </p:cNvPr>
          <p:cNvSpPr>
            <a:spLocks noGrp="1"/>
          </p:cNvSpPr>
          <p:nvPr/>
        </p:nvSpPr>
        <p:spPr>
          <a:xfrm>
            <a:off x="8915400" y="7781925"/>
            <a:ext cx="4105275" cy="447675"/>
          </a:xfrm>
          <a:prstGeom prst="can">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80" name="overview-component-Model Access">
            <a:extLst>
              <a:ext uri="{FF2B5EF4-FFF2-40B4-BE49-F238E27FC236}">
                <ns2:creationId id="{7C955D5F-BF32-4962-915B-6F6B0C41FA8B}"/>
              </a:ext>
            </a:extLst>
          </p:cNvPr>
          <p:cNvSpPr>
            <a:spLocks noGrp="1"/>
          </p:cNvSpPr>
          <p:nvPr/>
        </p:nvSpPr>
        <p:spPr>
          <a:xfrm>
            <a:off x="13296900" y="7781925"/>
            <a:ext cx="4105275" cy="447675"/>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82" name="overview-External-boundary">
            <a:extLst>
              <a:ext uri="{FF2B5EF4-FFF2-40B4-BE49-F238E27FC236}">
                <ns2:creationId id="{4468BEAD-2D6B-4CA1-B88F-D85C9C8B2AB8}"/>
              </a:ext>
            </a:extLst>
          </p:cNvPr>
          <p:cNvSpPr>
            <a:spLocks noGrp="1"/>
          </p:cNvSpPr>
          <p:nvPr/>
        </p:nvSpPr>
        <p:spPr>
          <a:xfrm>
            <a:off x="8439150" y="8782050"/>
            <a:ext cx="9372600" cy="1066800"/>
          </a:xfrm>
          <a:prstGeom prst="rect">
            <a:avLst/>
          </a:prstGeom>
          <a:solidFill>
            <a:srgbClr val="FFFFFF"/>
          </a:solidFill>
          <a:ln w="16193">
            <a:solidFill>
              <a:srgbClr val="141414"/>
            </a:solidFill>
            <a:prstDash val="solid"/>
          </a:ln>
        </p:spPr>
        <p:txBody>
          <a:bodyPr wrap="none" lIns="219075" tIns="47625" rIns="3438525" bIns="66675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External Components</a:t>
            </a:r>
            <a:endParaRPr lang="ko-KR">
              <a:solidFill>
                <a:srgbClr val="000000"/>
              </a:solidFill>
              <a:latin typeface="Calibri"/>
              <a:ea typeface="Calibri"/>
              <a:cs typeface="Calibri"/>
            </a:endParaRPr>
          </a:p>
        </p:txBody>
      </p:sp>
      <p:sp>
        <p:nvSpPr>
          <p:cNvPr id="84" name="overview-component-Context Sources">
            <a:extLst>
              <a:ext uri="{FF2B5EF4-FFF2-40B4-BE49-F238E27FC236}">
                <ns2:creationId id="{BE81075E-A92F-4D40-B9D4-DF438D10168E}"/>
              </a:ext>
            </a:extLst>
          </p:cNvPr>
          <p:cNvSpPr>
            <a:spLocks noGrp="1"/>
          </p:cNvSpPr>
          <p:nvPr/>
        </p:nvSpPr>
        <p:spPr>
          <a:xfrm>
            <a:off x="8648700" y="9296400"/>
            <a:ext cx="218122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Context Sources</a:t>
            </a:r>
            <a:endParaRPr lang="ko-KR">
              <a:solidFill>
                <a:srgbClr val="000000"/>
              </a:solidFill>
              <a:latin typeface="Calibri"/>
              <a:ea typeface="Calibri"/>
              <a:cs typeface="Calibri"/>
            </a:endParaRPr>
          </a:p>
        </p:txBody>
      </p:sp>
      <p:sp>
        <p:nvSpPr>
          <p:cNvPr id="86" name="overview-component-Downstream Agents">
            <a:extLst>
              <a:ext uri="{FF2B5EF4-FFF2-40B4-BE49-F238E27FC236}">
                <ns2:creationId id="{325498E5-EE7A-4CE6-8D76-2A1FAC17DAB5}"/>
              </a:ext>
            </a:extLst>
          </p:cNvPr>
          <p:cNvSpPr>
            <a:spLocks noGrp="1"/>
          </p:cNvSpPr>
          <p:nvPr/>
        </p:nvSpPr>
        <p:spPr>
          <a:xfrm>
            <a:off x="10991850" y="9296400"/>
            <a:ext cx="231457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Downstream Agents</a:t>
            </a:r>
            <a:endParaRPr lang="ko-KR">
              <a:solidFill>
                <a:srgbClr val="000000"/>
              </a:solidFill>
              <a:latin typeface="Calibri"/>
              <a:ea typeface="Calibri"/>
              <a:cs typeface="Calibri"/>
            </a:endParaRPr>
          </a:p>
        </p:txBody>
      </p:sp>
      <p:sp>
        <p:nvSpPr>
          <p:cNvPr id="88" name="overview-Model-runtime">
            <a:extLst>
              <a:ext uri="{FF2B5EF4-FFF2-40B4-BE49-F238E27FC236}">
                <ns2:creationId id="{D4B4485E-D4E7-4E0F-8BE2-8DAFF861E64B}"/>
              </a:ext>
            </a:extLst>
          </p:cNvPr>
          <p:cNvSpPr>
            <a:spLocks noGrp="1"/>
          </p:cNvSpPr>
          <p:nvPr/>
        </p:nvSpPr>
        <p:spPr>
          <a:xfrm>
            <a:off x="13468350" y="9134475"/>
            <a:ext cx="4124325" cy="619125"/>
          </a:xfrm>
          <a:prstGeom prst="rect">
            <a:avLst/>
          </a:prstGeom>
          <a:solidFill>
            <a:srgbClr val="E8EEF7"/>
          </a:solidFill>
          <a:ln w="16193">
            <a:solidFill>
              <a:srgbClr val="141414"/>
            </a:solidFill>
            <a:prstDash val="solid"/>
          </a:ln>
        </p:spPr>
        <p:txBody>
          <a:bodyPr wrap="none" lIns="114300" tIns="9525" rIns="200025" bIns="38100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Cloud Model Runtime</a:t>
            </a:r>
            <a:endParaRPr lang="ko-KR">
              <a:solidFill>
                <a:srgbClr val="000000"/>
              </a:solidFill>
              <a:latin typeface="Calibri"/>
              <a:ea typeface="Calibri"/>
              <a:cs typeface="Calibri"/>
            </a:endParaRPr>
          </a:p>
        </p:txBody>
      </p:sp>
      <p:sp>
        <p:nvSpPr>
          <p:cNvPr id="90" name="overview-component-음성 모델">
            <a:extLst>
              <a:ext uri="{FF2B5EF4-FFF2-40B4-BE49-F238E27FC236}">
                <ns2:creationId id="{73112365-6EA3-4C63-B7C9-7F4E911E6556}"/>
              </a:ext>
            </a:extLst>
          </p:cNvPr>
          <p:cNvSpPr>
            <a:spLocks noGrp="1"/>
          </p:cNvSpPr>
          <p:nvPr/>
        </p:nvSpPr>
        <p:spPr>
          <a:xfrm>
            <a:off x="13601700" y="9429750"/>
            <a:ext cx="165735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음성 모델</a:t>
            </a:r>
            <a:endParaRPr lang="ko-KR">
              <a:solidFill>
                <a:srgbClr val="000000"/>
              </a:solidFill>
              <a:latin typeface="Calibri"/>
              <a:ea typeface="Calibri"/>
              <a:cs typeface="Calibri"/>
            </a:endParaRPr>
          </a:p>
        </p:txBody>
      </p:sp>
      <p:sp>
        <p:nvSpPr>
          <p:cNvPr id="92" name="overview-component-의미 LLM">
            <a:extLst>
              <a:ext uri="{FF2B5EF4-FFF2-40B4-BE49-F238E27FC236}">
                <ns2:creationId id="{A9C7AEAD-6EDD-4BFB-803F-D8F8641AB2AF}"/>
              </a:ext>
            </a:extLst>
          </p:cNvPr>
          <p:cNvSpPr>
            <a:spLocks noGrp="1"/>
          </p:cNvSpPr>
          <p:nvPr/>
        </p:nvSpPr>
        <p:spPr>
          <a:xfrm>
            <a:off x="15430500" y="9429750"/>
            <a:ext cx="201930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의미 LLM</a:t>
            </a:r>
            <a:endParaRPr lang="ko-KR">
              <a:solidFill>
                <a:srgbClr val="000000"/>
              </a:solidFill>
              <a:latin typeface="Calibri"/>
              <a:ea typeface="Calibri"/>
              <a:cs typeface="Calibri"/>
            </a:endParaRPr>
          </a:p>
        </p:txBody>
      </p:sp>
      <p:sp>
        <p:nvSpPr>
          <p:cNvPr id="94" name="overview-dp44-interaction-and-control">
            <a:extLst>
              <a:ext uri="{FF2B5EF4-FFF2-40B4-BE49-F238E27FC236}">
                <ns2:creationId id="{8155A883-55CA-4C69-A00E-94D0ABE3A153}"/>
              </a:ext>
            </a:extLst>
          </p:cNvPr>
          <p:cNvSpPr>
            <a:spLocks noGrp="1"/>
          </p:cNvSpPr>
          <p:nvPr/>
        </p:nvSpPr>
        <p:spPr>
          <a:xfrm>
            <a:off x="8734425" y="2324100"/>
            <a:ext cx="8772525" cy="2352675"/>
          </a:xfrm>
          <a:custGeom>
            <a:pathLst>
              <a:path w="8772525" h="2352675">
                <a:moveTo>
                  <a:pt x="0" y="0"/>
                </a:moveTo>
                <a:lnTo>
                  <a:pt x="8772525" y="0"/>
                </a:lnTo>
                <a:lnTo>
                  <a:pt x="8772525" y="685800"/>
                </a:lnTo>
                <a:lnTo>
                  <a:pt x="4371975" y="685800"/>
                </a:lnTo>
                <a:lnTo>
                  <a:pt x="4371975" y="2352675"/>
                </a:lnTo>
                <a:lnTo>
                  <a:pt x="0" y="2352675"/>
                </a:lnTo>
                <a:lnTo>
                  <a:pt x="0" y="0"/>
                </a:lnTo>
              </a:path>
            </a:pathLst>
          </a:custGeom>
          <a:noFill/>
          <a:ln w="38100">
            <a:solidFill>
              <a:srgbClr val="00A65A"/>
            </a:solidFill>
            <a:prstDash val="dash"/>
          </a:ln>
        </p:spPr>
      </p:sp>
      <p:sp>
        <p:nvSpPr>
          <p:cNvPr id="95" name="overview-tag-44-interaction">
            <a:extLst>
              <a:ext uri="{FF2B5EF4-FFF2-40B4-BE49-F238E27FC236}">
                <ns2:creationId id="{C9AC9D45-BFC1-4646-AFD1-93C69A20FE6E}"/>
              </a:ext>
            </a:extLst>
          </p:cNvPr>
          <p:cNvSpPr>
            <a:spLocks noGrp="1"/>
          </p:cNvSpPr>
          <p:nvPr/>
        </p:nvSpPr>
        <p:spPr>
          <a:xfrm>
            <a:off x="16440150" y="1933575"/>
            <a:ext cx="1000125" cy="342900"/>
          </a:xfrm>
          <a:prstGeom prst="rect">
            <a:avLst/>
          </a:prstGeom>
          <a:solidFill>
            <a:srgbClr val="C6E0B4"/>
          </a:solidFill>
          <a:ln w="28575">
            <a:solidFill>
              <a:srgbClr val="00A65A"/>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04-44</a:t>
            </a:r>
            <a:endParaRPr lang="ko-KR">
              <a:solidFill>
                <a:srgbClr val="000000"/>
              </a:solidFill>
              <a:latin typeface="Calibri"/>
              <a:ea typeface="Calibri"/>
              <a:cs typeface="Calibri"/>
            </a:endParaRPr>
          </a:p>
        </p:txBody>
      </p:sp>
      <p:sp>
        <p:nvSpPr>
          <p:cNvPr id="101" name="overview-dp42-dialogue-authority">
            <a:extLst>
              <a:ext uri="{FF2B5EF4-FFF2-40B4-BE49-F238E27FC236}">
                <ns2:creationId id="{972BD342-6CD2-49C0-8124-56DF0B46C676}"/>
              </a:ext>
            </a:extLst>
          </p:cNvPr>
          <p:cNvSpPr>
            <a:spLocks noGrp="1"/>
          </p:cNvSpPr>
          <p:nvPr/>
        </p:nvSpPr>
        <p:spPr>
          <a:xfrm>
            <a:off x="8858250" y="4010025"/>
            <a:ext cx="4210050" cy="600075"/>
          </a:xfrm>
          <a:prstGeom prst="rect">
            <a:avLst/>
          </a:prstGeom>
          <a:noFill/>
          <a:ln w="38100">
            <a:solidFill>
              <a:srgbClr val="2463DD"/>
            </a:solidFill>
            <a:prstDash val="dash"/>
          </a:ln>
        </p:spPr>
      </p:sp>
      <p:sp>
        <p:nvSpPr>
          <p:cNvPr id="102" name="overview-tag-42-dialogue">
            <a:extLst>
              <a:ext uri="{FF2B5EF4-FFF2-40B4-BE49-F238E27FC236}">
                <ns2:creationId id="{48D07129-7BFE-4338-ACAE-4723C40C8682}"/>
              </a:ext>
            </a:extLst>
          </p:cNvPr>
          <p:cNvSpPr>
            <a:spLocks noGrp="1"/>
          </p:cNvSpPr>
          <p:nvPr/>
        </p:nvSpPr>
        <p:spPr>
          <a:xfrm>
            <a:off x="11125200" y="349567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4" name="overview-dp42-dialogue-tag-link">
            <a:extLst>
              <a:ext uri="{FF2B5EF4-FFF2-40B4-BE49-F238E27FC236}">
                <ns2:creationId id="{CD209373-DC99-4E3C-9316-54B29A7B59F5}"/>
              </a:ext>
            </a:extLst>
          </p:cNvPr>
          <p:cNvSpPr>
            <a:spLocks noGrp="1"/>
          </p:cNvSpPr>
          <p:nvPr/>
        </p:nvSpPr>
        <p:spPr>
          <a:xfrm>
            <a:off x="11620500" y="3838575"/>
            <a:ext cx="953" cy="171450"/>
          </a:xfrm>
          <a:custGeom>
            <a:pathLst>
              <a:path w="953" h="171450">
                <a:moveTo>
                  <a:pt x="0" y="0"/>
                </a:moveTo>
                <a:lnTo>
                  <a:pt x="0" y="171450"/>
                </a:lnTo>
              </a:path>
            </a:pathLst>
          </a:custGeom>
          <a:noFill/>
          <a:ln w="28575">
            <a:solidFill>
              <a:srgbClr val="2463DD"/>
            </a:solidFill>
            <a:prstDash val="solid"/>
          </a:ln>
        </p:spPr>
      </p:sp>
      <p:sp>
        <p:nvSpPr>
          <p:cNvPr id="105" name="overview-dp42-work-authority">
            <a:extLst>
              <a:ext uri="{FF2B5EF4-FFF2-40B4-BE49-F238E27FC236}">
                <ns2:creationId id="{13813961-2DAB-4B76-A620-849617853E5A}"/>
              </a:ext>
            </a:extLst>
          </p:cNvPr>
          <p:cNvSpPr>
            <a:spLocks noGrp="1"/>
          </p:cNvSpPr>
          <p:nvPr/>
        </p:nvSpPr>
        <p:spPr>
          <a:xfrm>
            <a:off x="8791575" y="5800725"/>
            <a:ext cx="8715375" cy="657225"/>
          </a:xfrm>
          <a:prstGeom prst="rect">
            <a:avLst/>
          </a:prstGeom>
          <a:noFill/>
          <a:ln w="38100">
            <a:solidFill>
              <a:srgbClr val="2463DD"/>
            </a:solidFill>
            <a:prstDash val="dash"/>
          </a:ln>
        </p:spPr>
      </p:sp>
      <p:sp>
        <p:nvSpPr>
          <p:cNvPr id="106" name="overview-tag-42-work">
            <a:extLst>
              <a:ext uri="{FF2B5EF4-FFF2-40B4-BE49-F238E27FC236}">
                <ns2:creationId id="{B8BF9D41-0F7A-472D-B04D-4514F4E9BD6B}"/>
              </a:ext>
            </a:extLst>
          </p:cNvPr>
          <p:cNvSpPr>
            <a:spLocks noGrp="1"/>
          </p:cNvSpPr>
          <p:nvPr/>
        </p:nvSpPr>
        <p:spPr>
          <a:xfrm>
            <a:off x="16344900" y="648652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8" name="overview-dp45-context-production">
            <a:extLst>
              <a:ext uri="{FF2B5EF4-FFF2-40B4-BE49-F238E27FC236}">
                <ns2:creationId id="{34199849-1520-46B4-A3BD-5008B9DA8D89}"/>
              </a:ext>
            </a:extLst>
          </p:cNvPr>
          <p:cNvSpPr>
            <a:spLocks noGrp="1"/>
          </p:cNvSpPr>
          <p:nvPr/>
        </p:nvSpPr>
        <p:spPr>
          <a:xfrm>
            <a:off x="8791575" y="4886325"/>
            <a:ext cx="4333875" cy="676275"/>
          </a:xfrm>
          <a:prstGeom prst="rect">
            <a:avLst/>
          </a:prstGeom>
          <a:noFill/>
          <a:ln w="38100">
            <a:solidFill>
              <a:srgbClr val="8D49B8"/>
            </a:solidFill>
            <a:prstDash val="dash"/>
          </a:ln>
        </p:spPr>
      </p:sp>
      <p:sp>
        <p:nvSpPr>
          <p:cNvPr id="109" name="overview-tag-45-context">
            <a:extLst>
              <a:ext uri="{FF2B5EF4-FFF2-40B4-BE49-F238E27FC236}">
                <ns2:creationId id="{58B80AB7-FB2F-4483-9363-92589F3C7BD1}"/>
              </a:ext>
            </a:extLst>
          </p:cNvPr>
          <p:cNvSpPr>
            <a:spLocks noGrp="1"/>
          </p:cNvSpPr>
          <p:nvPr/>
        </p:nvSpPr>
        <p:spPr>
          <a:xfrm>
            <a:off x="11858625" y="4695825"/>
            <a:ext cx="1000125" cy="2667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1" name="overview-dp42-durable-ownership">
            <a:extLst>
              <a:ext uri="{FF2B5EF4-FFF2-40B4-BE49-F238E27FC236}">
                <ns2:creationId id="{EB38A937-9B8F-4BF3-A45F-5F2F52FB96EB}"/>
              </a:ext>
            </a:extLst>
          </p:cNvPr>
          <p:cNvSpPr>
            <a:spLocks noGrp="1"/>
          </p:cNvSpPr>
          <p:nvPr/>
        </p:nvSpPr>
        <p:spPr>
          <a:xfrm>
            <a:off x="8791575" y="7639050"/>
            <a:ext cx="4333875" cy="695325"/>
          </a:xfrm>
          <a:prstGeom prst="rect">
            <a:avLst/>
          </a:prstGeom>
          <a:noFill/>
          <a:ln w="38100">
            <a:solidFill>
              <a:srgbClr val="2463DD"/>
            </a:solidFill>
            <a:prstDash val="dash"/>
          </a:ln>
        </p:spPr>
      </p:sp>
      <p:sp>
        <p:nvSpPr>
          <p:cNvPr id="112" name="overview-dp45-memory-storage">
            <a:extLst>
              <a:ext uri="{FF2B5EF4-FFF2-40B4-BE49-F238E27FC236}">
                <ns2:creationId id="{C8BEE31E-2EA9-4135-A30C-9E49EF83C500}"/>
              </a:ext>
            </a:extLst>
          </p:cNvPr>
          <p:cNvSpPr>
            <a:spLocks noGrp="1"/>
          </p:cNvSpPr>
          <p:nvPr/>
        </p:nvSpPr>
        <p:spPr>
          <a:xfrm>
            <a:off x="8858250" y="7705725"/>
            <a:ext cx="4200525" cy="561975"/>
          </a:xfrm>
          <a:prstGeom prst="rect">
            <a:avLst/>
          </a:prstGeom>
          <a:noFill/>
          <a:ln w="38100">
            <a:solidFill>
              <a:srgbClr val="8D49B8"/>
            </a:solidFill>
            <a:prstDash val="dash"/>
          </a:ln>
        </p:spPr>
      </p:sp>
      <p:sp>
        <p:nvSpPr>
          <p:cNvPr id="113" name="overview-tag-42-store">
            <a:extLst>
              <a:ext uri="{FF2B5EF4-FFF2-40B4-BE49-F238E27FC236}">
                <ns2:creationId id="{229759EA-FD8E-4444-B482-C3ABDA93ECAC}"/>
              </a:ext>
            </a:extLst>
          </p:cNvPr>
          <p:cNvSpPr>
            <a:spLocks noGrp="1"/>
          </p:cNvSpPr>
          <p:nvPr/>
        </p:nvSpPr>
        <p:spPr>
          <a:xfrm>
            <a:off x="10982325" y="7143750"/>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15" name="overview-tag-45-store">
            <a:extLst>
              <a:ext uri="{FF2B5EF4-FFF2-40B4-BE49-F238E27FC236}">
                <ns2:creationId id="{1DF3F2AF-9CA8-42F8-9781-6D41D9E4C84E}"/>
              </a:ext>
            </a:extLst>
          </p:cNvPr>
          <p:cNvSpPr>
            <a:spLocks noGrp="1"/>
          </p:cNvSpPr>
          <p:nvPr/>
        </p:nvSpPr>
        <p:spPr>
          <a:xfrm>
            <a:off x="12125325" y="7143750"/>
            <a:ext cx="1000125" cy="3429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7" name="overview-dp42-store-tag-link">
            <a:extLst>
              <a:ext uri="{FF2B5EF4-FFF2-40B4-BE49-F238E27FC236}">
                <ns2:creationId id="{C7DE68C1-9ACF-4859-A3EC-276F5124E0A6}"/>
              </a:ext>
            </a:extLst>
          </p:cNvPr>
          <p:cNvSpPr>
            <a:spLocks noGrp="1"/>
          </p:cNvSpPr>
          <p:nvPr/>
        </p:nvSpPr>
        <p:spPr>
          <a:xfrm>
            <a:off x="11477625" y="7486650"/>
            <a:ext cx="953" cy="152400"/>
          </a:xfrm>
          <a:custGeom>
            <a:pathLst>
              <a:path w="953" h="152400">
                <a:moveTo>
                  <a:pt x="0" y="0"/>
                </a:moveTo>
                <a:lnTo>
                  <a:pt x="0" y="152400"/>
                </a:lnTo>
              </a:path>
            </a:pathLst>
          </a:custGeom>
          <a:noFill/>
          <a:ln w="28575">
            <a:solidFill>
              <a:srgbClr val="2463DD"/>
            </a:solidFill>
            <a:prstDash val="solid"/>
          </a:ln>
        </p:spPr>
      </p:sp>
      <p:sp>
        <p:nvSpPr>
          <p:cNvPr id="118" name="overview-dp45-store-tag-link">
            <a:extLst>
              <a:ext uri="{FF2B5EF4-FFF2-40B4-BE49-F238E27FC236}">
                <ns2:creationId id="{1E0CC9FB-0922-433B-8916-5B48D92EEF86}"/>
              </a:ext>
            </a:extLst>
          </p:cNvPr>
          <p:cNvSpPr>
            <a:spLocks noGrp="1"/>
          </p:cNvSpPr>
          <p:nvPr/>
        </p:nvSpPr>
        <p:spPr>
          <a:xfrm>
            <a:off x="12620625" y="7486650"/>
            <a:ext cx="953" cy="219075"/>
          </a:xfrm>
          <a:custGeom>
            <a:pathLst>
              <a:path w="953" h="219075">
                <a:moveTo>
                  <a:pt x="0" y="0"/>
                </a:moveTo>
                <a:lnTo>
                  <a:pt x="0" y="219075"/>
                </a:lnTo>
              </a:path>
            </a:pathLst>
          </a:custGeom>
          <a:noFill/>
          <a:ln w="28575">
            <a:solidFill>
              <a:srgbClr val="8D49B8"/>
            </a:solidFill>
            <a:prstDash val="solid"/>
          </a:ln>
        </p:spPr>
      </p:sp>
      <p:sp>
        <p:nvSpPr>
          <p:cNvPr id="119" name="overview-legend">
            <a:extLst>
              <a:ext uri="{FF2B5EF4-FFF2-40B4-BE49-F238E27FC236}">
                <ns2:creationId id="{13D46BAB-2A34-47FA-BA80-0897576421A2}"/>
              </a:ext>
            </a:extLst>
          </p:cNvPr>
          <p:cNvSpPr>
            <a:spLocks noGrp="1"/>
          </p:cNvSpPr>
          <p:nvPr/>
        </p:nvSpPr>
        <p:spPr>
          <a:xfrm>
            <a:off x="495300" y="8429625"/>
            <a:ext cx="7419975" cy="1419225"/>
          </a:xfrm>
          <a:prstGeom prst="rect">
            <a:avLst/>
          </a:prstGeom>
          <a:solidFill>
            <a:srgbClr val="FFFFFF"/>
          </a:solidFill>
          <a:ln w="16193">
            <a:solidFill>
              <a:srgbClr val="141414"/>
            </a:solidFill>
            <a:prstDash val="solid"/>
          </a:ln>
        </p:spPr>
        <p:txBody>
          <a:bodyPr wrap="none" lIns="0" tIns="19050" rIns="0" bIns="106680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121" name="overview-legend-module">
            <a:extLst>
              <a:ext uri="{FF2B5EF4-FFF2-40B4-BE49-F238E27FC236}">
                <ns2:creationId id="{C9ED8F48-4DF7-4532-B079-54EF52075876}"/>
              </a:ext>
            </a:extLst>
          </p:cNvPr>
          <p:cNvSpPr>
            <a:spLocks noGrp="1"/>
          </p:cNvSpPr>
          <p:nvPr/>
        </p:nvSpPr>
        <p:spPr>
          <a:xfrm>
            <a:off x="685800" y="8953500"/>
            <a:ext cx="561975" cy="266700"/>
          </a:xfrm>
          <a:prstGeom prst="rect">
            <a:avLst/>
          </a:prstGeom>
          <a:solidFill>
            <a:srgbClr val="FFFFFF"/>
          </a:solidFill>
          <a:ln w="16193">
            <a:solidFill>
              <a:srgbClr val="141414"/>
            </a:solidFill>
            <a:prstDash val="solid"/>
          </a:ln>
        </p:spPr>
      </p:sp>
      <p:sp>
        <p:nvSpPr>
          <p:cNvPr id="122" name="overview-legend-module-text">
            <a:extLst>
              <a:ext uri="{FF2B5EF4-FFF2-40B4-BE49-F238E27FC236}">
                <ns2:creationId id="{DE079278-585C-4E79-943A-523412311CDC}"/>
              </a:ext>
            </a:extLst>
          </p:cNvPr>
          <p:cNvSpPr>
            <a:spLocks noGrp="1"/>
          </p:cNvSpPr>
          <p:nvPr/>
        </p:nvSpPr>
        <p:spPr>
          <a:xfrm>
            <a:off x="1381125" y="8905875"/>
            <a:ext cx="174307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기능 모듈</a:t>
            </a:r>
            <a:endParaRPr lang="ko-KR">
              <a:solidFill>
                <a:srgbClr val="000000"/>
              </a:solidFill>
              <a:latin typeface="Calibri"/>
              <a:ea typeface="Calibri"/>
              <a:cs typeface="Calibri"/>
            </a:endParaRPr>
          </a:p>
        </p:txBody>
      </p:sp>
      <p:sp>
        <p:nvSpPr>
          <p:cNvPr id="123" name="overview-legend-external">
            <a:extLst>
              <a:ext uri="{FF2B5EF4-FFF2-40B4-BE49-F238E27FC236}">
                <ns2:creationId id="{1DE87AB3-99BE-42D8-9DFE-7BEB74ED7F61}"/>
              </a:ext>
            </a:extLst>
          </p:cNvPr>
          <p:cNvSpPr>
            <a:spLocks noGrp="1"/>
          </p:cNvSpPr>
          <p:nvPr/>
        </p:nvSpPr>
        <p:spPr>
          <a:xfrm>
            <a:off x="3543300" y="8953500"/>
            <a:ext cx="561975" cy="266700"/>
          </a:xfrm>
          <a:prstGeom prst="rect">
            <a:avLst/>
          </a:prstGeom>
          <a:solidFill>
            <a:srgbClr val="E8EEF7"/>
          </a:solidFill>
          <a:ln w="16193">
            <a:solidFill>
              <a:srgbClr val="141414"/>
            </a:solidFill>
            <a:prstDash val="solid"/>
          </a:ln>
        </p:spPr>
      </p:sp>
      <p:sp>
        <p:nvSpPr>
          <p:cNvPr id="124" name="overview-legend-external-text">
            <a:extLst>
              <a:ext uri="{FF2B5EF4-FFF2-40B4-BE49-F238E27FC236}">
                <ns2:creationId id="{5A439BB7-A4F9-4D17-B310-817DE17EF3B9}"/>
              </a:ext>
            </a:extLst>
          </p:cNvPr>
          <p:cNvSpPr>
            <a:spLocks noGrp="1"/>
          </p:cNvSpPr>
          <p:nvPr/>
        </p:nvSpPr>
        <p:spPr>
          <a:xfrm>
            <a:off x="4238625" y="8905875"/>
            <a:ext cx="290512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외부 책임 모듈</a:t>
            </a:r>
            <a:endParaRPr lang="ko-KR">
              <a:solidFill>
                <a:srgbClr val="000000"/>
              </a:solidFill>
              <a:latin typeface="Calibri"/>
              <a:ea typeface="Calibri"/>
              <a:cs typeface="Calibri"/>
            </a:endParaRPr>
          </a:p>
        </p:txBody>
      </p:sp>
      <p:sp>
        <p:nvSpPr>
          <p:cNvPr id="125" name="overview-legend-store">
            <a:extLst>
              <a:ext uri="{FF2B5EF4-FFF2-40B4-BE49-F238E27FC236}">
                <ns2:creationId id="{0035B82A-BA50-41A5-AF88-3A8518F373E6}"/>
              </a:ext>
            </a:extLst>
          </p:cNvPr>
          <p:cNvSpPr>
            <a:spLocks noGrp="1"/>
          </p:cNvSpPr>
          <p:nvPr/>
        </p:nvSpPr>
        <p:spPr>
          <a:xfrm>
            <a:off x="685800" y="9439275"/>
            <a:ext cx="561975" cy="257175"/>
          </a:xfrm>
          <a:prstGeom prst="can">
            <a:avLst/>
          </a:prstGeom>
          <a:solidFill>
            <a:srgbClr val="FFFFFF"/>
          </a:solidFill>
          <a:ln w="16193">
            <a:solidFill>
              <a:srgbClr val="141414"/>
            </a:solidFill>
            <a:prstDash val="solid"/>
          </a:ln>
        </p:spPr>
      </p:sp>
      <p:sp>
        <p:nvSpPr>
          <p:cNvPr id="126" name="overview-legend-store-text">
            <a:extLst>
              <a:ext uri="{FF2B5EF4-FFF2-40B4-BE49-F238E27FC236}">
                <ns2:creationId id="{6D7E8E32-97F1-4035-AF97-84215950B93D}"/>
              </a:ext>
            </a:extLst>
          </p:cNvPr>
          <p:cNvSpPr>
            <a:spLocks noGrp="1"/>
          </p:cNvSpPr>
          <p:nvPr/>
        </p:nvSpPr>
        <p:spPr>
          <a:xfrm>
            <a:off x="1381125" y="9382125"/>
            <a:ext cx="1809750"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영속 저장소</a:t>
            </a:r>
            <a:endParaRPr lang="ko-KR">
              <a:solidFill>
                <a:srgbClr val="000000"/>
              </a:solidFill>
              <a:latin typeface="Calibri"/>
              <a:ea typeface="Calibri"/>
              <a:cs typeface="Calibri"/>
            </a:endParaRPr>
          </a:p>
        </p:txBody>
      </p:sp>
      <p:sp>
        <p:nvSpPr>
          <p:cNvPr id="127" name="overview-legend-dp">
            <a:extLst>
              <a:ext uri="{FF2B5EF4-FFF2-40B4-BE49-F238E27FC236}">
                <ns2:creationId id="{59742401-6355-4FBE-9BFA-06A3FC25A8A1}"/>
              </a:ext>
            </a:extLst>
          </p:cNvPr>
          <p:cNvSpPr>
            <a:spLocks noGrp="1"/>
          </p:cNvSpPr>
          <p:nvPr/>
        </p:nvSpPr>
        <p:spPr>
          <a:xfrm>
            <a:off x="3543300" y="9439275"/>
            <a:ext cx="561975" cy="257175"/>
          </a:xfrm>
          <a:prstGeom prst="rect">
            <a:avLst/>
          </a:prstGeom>
          <a:noFill/>
          <a:ln w="28575">
            <a:solidFill>
              <a:srgbClr val="2463DD"/>
            </a:solidFill>
            <a:prstDash val="dash"/>
          </a:ln>
        </p:spPr>
      </p:sp>
      <p:sp xmlns:a="http://schemas.openxmlformats.org/drawingml/2006/main" xmlns:ns2="http://schemas.microsoft.com/office/drawing/2014/main" xmlns:p="http://schemas.openxmlformats.org/presentationml/2006/main">
        <p:nvSpPr>
          <p:cNvPr id="128" name="overview-legend-dp-text">
            <a:extLst>
              <a:ext uri="{FF2B5EF4-FFF2-40B4-BE49-F238E27FC236}">
                <ns2:creationId id="{2B4F234E-E757-4F46-8CDD-D7859ABBA813}"/>
              </a:ext>
            </a:extLst>
          </p:cNvPr>
          <p:cNvSpPr>
            <a:spLocks noGrp="1"/>
          </p:cNvSpPr>
          <p:nvPr/>
        </p:nvSpPr>
        <p:spPr>
          <a:xfrm>
            <a:off x="4238625" y="9382125"/>
            <a:ext cx="3371850" cy="361950"/>
          </a:xfrm>
          <a:prstGeom prst="rect">
            <a:avLst/>
          </a:prstGeom>
          <a:noFill/>
          <a:ln w="0">
            <a:noFill/>
            <a:prstDash val="solid"/>
          </a:ln>
        </p:spPr>
        <p:txBody>
          <a:bodyPr wrap="none" lIns="0" tIns="0" rIns="0" bIns="0" anchor="ctr">
            <a:noAutofit/>
          </a:bodyPr>
          <a:lstStyle/>
          <a:p>
            <a:pPr algn="l">
              <a:buNone/>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색상 점선: 기존 A/B 비교 범위</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129" name="overview-scope-footnote">
            <a:extLst>
              <a:ext uri="{FF2B5EF4-FFF2-40B4-BE49-F238E27FC236}">
                <ns2:creationId id="{E77E531B-F943-4860-BCCB-062254FAFF7F}"/>
              </a:ext>
            </a:extLst>
          </p:cNvPr>
          <p:cNvSpPr>
            <a:spLocks noGrp="1"/>
          </p:cNvSpPr>
          <p:nvPr/>
        </p:nvSpPr>
        <p:spPr>
          <a:xfrm>
            <a:off x="495300" y="9934575"/>
            <a:ext cx="17316450" cy="285750"/>
          </a:xfrm>
          <a:prstGeom prst="rect">
            <a:avLst/>
          </a:prstGeom>
          <a:noFill/>
          <a:ln w="0">
            <a:noFill/>
            <a:prstDash val="solid"/>
          </a:ln>
        </p:spPr>
        <p:txBody>
          <a:bodyPr wrap="none" lIns="0" tIns="0" rIns="0" bIns="0" anchor="ctr">
            <a:noAutofit/>
          </a:bodyPr>
          <a:lstStyle/>
          <a:p>
            <a:pPr algn="l">
              <a:buNone/>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44·45·42의 기존 A/B 범위입니다. 화면·음성 주제의 구조는 미정이며, VIA의 요청 이해 기능은 유지합니다.</a:t>
            </a:r>
            <a:endParaRPr lang="ko-KR">
              <a:solidFill>
                <a:srgbClr val="000000"/>
              </a:solidFill>
              <a:latin typeface="Calibri"/>
              <a:ea typeface="Calibri"/>
              <a:cs typeface="Calibri"/>
            </a:endParaRPr>
          </a:p>
        </p:txBody>
      </p:sp>
      <p:sp>
        <p:nvSpPr>
          <p:cNvPr id="130" name="v6-header-title">
            <a:extLst>
              <a:ext uri="{FF2B5EF4-FFF2-40B4-BE49-F238E27FC236}">
                <ns2:creationId id="{BE92472F-572A-49AF-8FCC-3E3DA049C8F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Overview</a:t>
            </a:r>
            <a:endParaRPr lang="ko-KR">
              <a:latin typeface="Calibri"/>
              <a:ea typeface="Calibri"/>
              <a:cs typeface="Calibri"/>
            </a:endParaRPr>
          </a:p>
        </p:txBody>
      </p:sp>
      <p:sp>
        <p:nvSpPr>
          <p:cNvPr id="131" name="v6-header-rule">
            <a:extLst>
              <a:ext uri="{FF2B5EF4-FFF2-40B4-BE49-F238E27FC236}">
                <ns2:creationId id="{640967A6-433A-47EE-A27F-DD58EC537341}"/>
              </a:ext>
            </a:extLst>
          </p:cNvPr>
          <p:cNvSpPr>
            <a:spLocks noGrp="1"/>
          </p:cNvSpPr>
          <p:nvPr/>
        </p:nvSpPr>
        <p:spPr>
          <a:xfrm>
            <a:off x="495300" y="990600"/>
            <a:ext cx="17335500" cy="0"/>
          </a:xfrm>
          <a:prstGeom prst="line">
            <a:avLst/>
          </a:prstGeom>
          <a:noFill/>
          <a:ln w="19050">
            <a:solidFill>
              <a:srgbClr val="A6A6A6"/>
            </a:solidFill>
          </a:ln>
        </p:spPr>
      </p:sp>
      <p:sp>
        <p:nvSpPr>
          <p:cNvPr id="132" name="v6-header-stage-0">
            <a:extLst>
              <a:ext uri="{FF2B5EF4-FFF2-40B4-BE49-F238E27FC236}">
                <ns2:creationId id="{E9486B47-44E4-45CF-BC0D-01525CFC7D8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3" name="v6-header-stage-1">
            <a:extLst>
              <a:ext uri="{FF2B5EF4-FFF2-40B4-BE49-F238E27FC236}">
                <ns2:creationId id="{22AE6F03-ACF9-4953-A355-4DBE45FC28E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4" name="v6-header-stage-2">
            <a:extLst>
              <a:ext uri="{FF2B5EF4-FFF2-40B4-BE49-F238E27FC236}">
                <ns2:creationId id="{DD972DC0-E8E0-45F1-B673-474F5693D9A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5" name="v6-header-stage-3">
            <a:extLst>
              <a:ext uri="{FF2B5EF4-FFF2-40B4-BE49-F238E27FC236}">
                <ns2:creationId id="{775E0F9A-A2B4-4D80-BD51-5BFA545AA31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6" name="v6-header-stage-4">
            <a:extLst>
              <a:ext uri="{FF2B5EF4-FFF2-40B4-BE49-F238E27FC236}">
                <ns2:creationId id="{687BBC16-B3C8-4A3B-B234-F79ECB57B9B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37" name="v6-header-page">
            <a:extLst>
              <a:ext uri="{FF2B5EF4-FFF2-40B4-BE49-F238E27FC236}">
                <ns2:creationId id="{03BA389B-9CA1-4B17-96F5-7D683BCDC1B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19 / 49</a:t>
            </a:r>
            <a:endParaRPr lang="ko-KR">
              <a:latin typeface="Calibri"/>
              <a:ea typeface="Calibri"/>
              <a:cs typeface="Calibri"/>
            </a:endParaRPr>
          </a:p>
        </p:txBody>
      </p:sp>
    </p:spTree>
    <p:extLst>
      <p:ext uri="{BB962C8B-B14F-4D97-AF65-F5344CB8AC3E}">
        <p14:creationId val="95298337"/>
      </p:ext>
    </p:extLst>
  </p:cSld>
</p:sld>
</file>

<file path=ppt/slides/slide41.xml><?xml version="1.0" encoding="utf-8"?>
<p:sld xmlns:a="http://schemas.openxmlformats.org/drawingml/2006/main" xmlns:ns2="http://schemas.microsoft.com/office/drawing/2014/main" xmlns:p="http://schemas.openxmlformats.org/presentationml/2006/main" xmlns:p14="http://schemas.microsoft.com/office/powerpoint/2010/main">
  <p:cSld name="via-common-request-background-v8">
    <p:bg>
      <p:bgPr>
        <a:solidFill>
          <a:srgbClr val="FFFFFF"/>
        </a:solidFill>
      </p:bgPr>
    </p:bg>
    <p:spTree>
      <p:nvGrpSpPr>
        <p:cNvPr id="2" name=""/>
        <p:cNvGrpSpPr/>
        <p:nvPr/>
      </p:nvGrpSpPr>
      <p:grpSpPr>
        <a:xfrm/>
      </p:grpSpPr>
      <p:sp>
        <p:nvSpPr>
          <p:cNvPr id="3" name="via-common-request-background-1">
            <a:extLst>
              <a:ext uri="{FF2B5EF4-FFF2-40B4-BE49-F238E27FC236}">
                <ns2:creationId id="{075CA812-9544-441A-B82C-3D4DBA4263A0}"/>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말과 화면, 이전 업무를 섞은 요청</a:t>
            </a:r>
            <a:endParaRPr lang="ko-KR">
              <a:latin typeface="Calibri"/>
              <a:ea typeface="Calibri"/>
              <a:cs typeface="Calibri"/>
            </a:endParaRPr>
          </a:p>
        </p:txBody>
      </p:sp>
      <p:sp>
        <p:nvSpPr>
          <p:cNvPr id="4" name="via-common-request-background-2">
            <a:extLst>
              <a:ext uri="{FF2B5EF4-FFF2-40B4-BE49-F238E27FC236}">
                <ns2:creationId id="{D20CB2A1-DCC9-456F-BE2C-ADBFEF1DB0C5}"/>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via-common-request-background-3">
            <a:extLst>
              <a:ext uri="{FF2B5EF4-FFF2-40B4-BE49-F238E27FC236}">
                <ns2:creationId id="{34A44CB7-98F9-4C32-BA6B-ED63611B1777}"/>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via-common-request-background-4">
            <a:extLst>
              <a:ext uri="{FF2B5EF4-FFF2-40B4-BE49-F238E27FC236}">
                <ns2:creationId id="{A18E8A85-6B94-4DDD-A23C-1602456BFCDB}"/>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via-common-request-background-5">
            <a:extLst>
              <a:ext uri="{FF2B5EF4-FFF2-40B4-BE49-F238E27FC236}">
                <ns2:creationId id="{406B8F29-B38F-4A85-8058-F50DE9461481}"/>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 연결을 유지하며 새 입력, 과거 맥락과 업무를 어떻게 다룰까?</a:t>
            </a:r>
            <a:endParaRPr lang="ko-KR">
              <a:latin typeface="Calibri"/>
              <a:ea typeface="Calibri"/>
              <a:cs typeface="Calibri"/>
            </a:endParaRPr>
          </a:p>
        </p:txBody>
      </p:sp>
      <p:sp>
        <p:nvSpPr>
          <p:cNvPr id="8" name="via-common-request-background-6">
            <a:extLst>
              <a:ext uri="{FF2B5EF4-FFF2-40B4-BE49-F238E27FC236}">
                <ns2:creationId id="{658F0883-5BEB-4972-B2CC-2D3CE9EA4E9F}"/>
              </a:ext>
            </a:extLst>
          </p:cNvPr>
          <p:cNvSpPr>
            <a:spLocks noGrp="1"/>
          </p:cNvSpPr>
          <p:nvPr/>
        </p:nvSpPr>
        <p:spPr>
          <a:xfrm>
            <a:off x="495300" y="1428750"/>
            <a:ext cx="17297400" cy="1047750"/>
          </a:xfrm>
          <a:prstGeom prst="rect">
            <a:avLst/>
          </a:prstGeom>
          <a:noFill/>
          <a:ln w="0">
            <a:noFill/>
          </a:ln>
        </p:spPr>
        <p:txBody>
          <a:bodyPr wrap="none" lIns="0" tIns="0" rIns="0" bIns="0" anchor="ctr">
            <a:noAutofit/>
          </a:bodyPr>
          <a:lstStyle>
            <a:defPPr algn="l">
              <a:defRPr sz="2700" b="1" lang="ko-KR">
                <a:solidFill>
                  <a:srgbClr val="000000"/>
                </a:solidFill>
                <a:latin typeface="Calibri"/>
                <a:ea typeface="Calibri"/>
                <a:cs typeface="Calibri"/>
              </a:defRPr>
            </a:defP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“이 표를 아까 보고서에 넣어줘.</a:t>
            </a:r>
            <a:endParaRPr lang="ko-KR">
              <a:latin typeface="Calibri"/>
              <a:ea typeface="Calibri"/>
              <a:cs typeface="Calibri"/>
            </a:endParaRPr>
          </a:p>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아니, 두 번째 표만. 메일은 보내지 말고.”</a:t>
            </a:r>
            <a:endParaRPr lang="ko-KR">
              <a:latin typeface="Calibri"/>
              <a:ea typeface="Calibri"/>
              <a:cs typeface="Calibri"/>
            </a:endParaRPr>
          </a:p>
        </p:txBody>
      </p:sp>
      <p:sp>
        <p:nvSpPr>
          <p:cNvPr id="9" name="via-common-request-background-7">
            <a:extLst>
              <a:ext uri="{FF2B5EF4-FFF2-40B4-BE49-F238E27FC236}">
                <ns2:creationId id="{1103AD56-E022-4148-AF65-26BF21003AB6}"/>
              </a:ext>
            </a:extLst>
          </p:cNvPr>
          <p:cNvSpPr>
            <a:spLocks noGrp="1"/>
          </p:cNvSpPr>
          <p:nvPr/>
        </p:nvSpPr>
        <p:spPr>
          <a:xfrm>
            <a:off x="4953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화면에서 가리킨 자료</a:t>
            </a:r>
            <a:endParaRPr lang="ko-KR">
              <a:latin typeface="Calibri"/>
              <a:ea typeface="Calibri"/>
              <a:cs typeface="Calibri"/>
            </a:endParaRPr>
          </a:p>
        </p:txBody>
      </p:sp>
      <p:sp>
        <p:nvSpPr>
          <p:cNvPr id="10" name="via-common-request-background-8">
            <a:extLst>
              <a:ext uri="{FF2B5EF4-FFF2-40B4-BE49-F238E27FC236}">
                <ns2:creationId id="{30F5CEEE-06D4-489D-8A97-BE2EAA115291}"/>
              </a:ext>
            </a:extLst>
          </p:cNvPr>
          <p:cNvSpPr>
            <a:spLocks noGrp="1"/>
          </p:cNvSpPr>
          <p:nvPr/>
        </p:nvSpPr>
        <p:spPr>
          <a:xfrm>
            <a:off x="64389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앞서 진행한 업무</a:t>
            </a:r>
            <a:endParaRPr lang="ko-KR">
              <a:latin typeface="Calibri"/>
              <a:ea typeface="Calibri"/>
              <a:cs typeface="Calibri"/>
            </a:endParaRPr>
          </a:p>
        </p:txBody>
      </p:sp>
      <p:sp>
        <p:nvSpPr>
          <p:cNvPr id="11" name="via-common-request-background-9">
            <a:extLst>
              <a:ext uri="{FF2B5EF4-FFF2-40B4-BE49-F238E27FC236}">
                <ns2:creationId id="{6CAA2590-6F91-481D-AFCA-F17CBFD3B8DE}"/>
              </a:ext>
            </a:extLst>
          </p:cNvPr>
          <p:cNvSpPr>
            <a:spLocks noGrp="1"/>
          </p:cNvSpPr>
          <p:nvPr/>
        </p:nvSpPr>
        <p:spPr>
          <a:xfrm>
            <a:off x="123825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바꾼 부분과 유지할 조건</a:t>
            </a:r>
            <a:endParaRPr lang="ko-KR">
              <a:latin typeface="Calibri"/>
              <a:ea typeface="Calibri"/>
              <a:cs typeface="Calibri"/>
            </a:endParaRPr>
          </a:p>
        </p:txBody>
      </p:sp>
      <p:sp>
        <p:nvSpPr>
          <p:cNvPr id="12" name="via-common-request-background-10">
            <a:extLst>
              <a:ext uri="{FF2B5EF4-FFF2-40B4-BE49-F238E27FC236}">
                <ns2:creationId id="{85936C5B-418C-459F-A1E5-003801A09D41}"/>
              </a:ext>
            </a:extLst>
          </p:cNvPr>
          <p:cNvSpPr>
            <a:spLocks noGrp="1"/>
          </p:cNvSpPr>
          <p:nvPr/>
        </p:nvSpPr>
        <p:spPr>
          <a:xfrm>
            <a:off x="762000" y="3476625"/>
            <a:ext cx="4800600" cy="685800"/>
          </a:xfrm>
          <a:prstGeom prst="rect">
            <a:avLst/>
          </a:prstGeom>
          <a:solidFill>
            <a:srgbClr val="F2F2F2"/>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첫 번째 표</a:t>
            </a:r>
            <a:endParaRPr lang="ko-KR">
              <a:latin typeface="Calibri"/>
              <a:ea typeface="Calibri"/>
              <a:cs typeface="Calibri"/>
            </a:endParaRPr>
          </a:p>
        </p:txBody>
      </p:sp>
      <p:sp>
        <p:nvSpPr>
          <p:cNvPr id="13" name="via-common-request-background-11">
            <a:extLst>
              <a:ext uri="{FF2B5EF4-FFF2-40B4-BE49-F238E27FC236}">
                <ns2:creationId id="{23BE390D-03A5-4026-8336-A011595074CB}"/>
              </a:ext>
            </a:extLst>
          </p:cNvPr>
          <p:cNvSpPr>
            <a:spLocks noGrp="1"/>
          </p:cNvSpPr>
          <p:nvPr/>
        </p:nvSpPr>
        <p:spPr>
          <a:xfrm>
            <a:off x="762000" y="4381500"/>
            <a:ext cx="4800600" cy="685800"/>
          </a:xfrm>
          <a:prstGeom prst="rect">
            <a:avLst/>
          </a:prstGeom>
          <a:solidFill>
            <a:srgbClr val="FFFFFF"/>
          </a:solidFill>
          <a:ln w="19050">
            <a:solidFill>
              <a:srgbClr val="00889A"/>
            </a:solidFill>
          </a:ln>
        </p:spPr>
        <p:txBody>
          <a:bodyPr wrap="none" lIns="133350" tIns="0" rIns="133350" bIns="0" anchor="ctr">
            <a:noAutofit/>
          </a:bodyPr>
          <a:lstStyle>
            <a:defPPr algn="ctr">
              <a:defRPr sz="2200" b="1" lang="ko-KR">
                <a:solidFill>
                  <a:srgbClr val="000000"/>
                </a:solidFill>
                <a:latin typeface="Calibri"/>
                <a:ea typeface="Calibri"/>
                <a:cs typeface="Calibri"/>
              </a:defRPr>
            </a:defP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두 번째 표</a:t>
            </a:r>
            <a:endParaRPr lang="ko-KR">
              <a:latin typeface="Calibri"/>
              <a:ea typeface="Calibri"/>
              <a:cs typeface="Calibri"/>
            </a:endParaRPr>
          </a:p>
        </p:txBody>
      </p:sp>
      <p:sp>
        <p:nvSpPr>
          <p:cNvPr id="14" name="via-common-request-background-12">
            <a:extLst>
              <a:ext uri="{FF2B5EF4-FFF2-40B4-BE49-F238E27FC236}">
                <ns2:creationId id="{B924A21A-B780-4CA0-8DC1-A929D05E2C39}"/>
              </a:ext>
            </a:extLst>
          </p:cNvPr>
          <p:cNvSpPr>
            <a:spLocks noGrp="1"/>
          </p:cNvSpPr>
          <p:nvPr/>
        </p:nvSpPr>
        <p:spPr>
          <a:xfrm>
            <a:off x="6705600" y="3476625"/>
            <a:ext cx="48006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보고서 작성 업무</a:t>
            </a:r>
            <a:endParaRPr lang="ko-KR">
              <a:latin typeface="Calibri"/>
              <a:ea typeface="Calibri"/>
              <a:cs typeface="Calibri"/>
            </a:endParaRPr>
          </a:p>
        </p:txBody>
      </p:sp>
      <p:sp>
        <p:nvSpPr>
          <p:cNvPr id="15" name="via-common-request-background-13">
            <a:extLst>
              <a:ext uri="{FF2B5EF4-FFF2-40B4-BE49-F238E27FC236}">
                <ns2:creationId id="{79F37C84-2AD3-4444-A966-8320E2AB4D5A}"/>
              </a:ext>
            </a:extLst>
          </p:cNvPr>
          <p:cNvSpPr>
            <a:spLocks noGrp="1"/>
          </p:cNvSpPr>
          <p:nvPr/>
        </p:nvSpPr>
        <p:spPr>
          <a:xfrm>
            <a:off x="6705600" y="4381500"/>
            <a:ext cx="48006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메일 초안 업무</a:t>
            </a:r>
            <a:endParaRPr lang="ko-KR">
              <a:latin typeface="Calibri"/>
              <a:ea typeface="Calibri"/>
              <a:cs typeface="Calibri"/>
            </a:endParaRPr>
          </a:p>
        </p:txBody>
      </p:sp>
      <p:sp>
        <p:nvSpPr>
          <p:cNvPr id="16" name="via-common-request-background-14">
            <a:extLst>
              <a:ext uri="{FF2B5EF4-FFF2-40B4-BE49-F238E27FC236}">
                <ns2:creationId id="{B21A2688-8926-4163-8264-945A512FB45B}"/>
              </a:ext>
            </a:extLst>
          </p:cNvPr>
          <p:cNvSpPr>
            <a:spLocks noGrp="1"/>
          </p:cNvSpPr>
          <p:nvPr/>
        </p:nvSpPr>
        <p:spPr>
          <a:xfrm>
            <a:off x="12649200" y="3543300"/>
            <a:ext cx="4800600" cy="14287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표는 두 번째만</a:t>
            </a:r>
            <a:endParaRPr lang="ko-KR">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 발송 금지 유지</a:t>
            </a:r>
            <a:endParaRPr lang="ko-KR">
              <a:latin typeface="Calibri"/>
              <a:ea typeface="Calibri"/>
              <a:cs typeface="Calibri"/>
            </a:endParaRPr>
          </a:p>
        </p:txBody>
      </p:sp>
      <p:sp>
        <p:nvSpPr>
          <p:cNvPr id="17" name="via-common-request-background-15">
            <a:extLst>
              <a:ext uri="{FF2B5EF4-FFF2-40B4-BE49-F238E27FC236}">
                <ns2:creationId id="{E4EA977E-ED9E-4D0E-96AD-5FF467D8599F}"/>
              </a:ext>
            </a:extLst>
          </p:cNvPr>
          <p:cNvSpPr>
            <a:spLocks noGrp="1"/>
          </p:cNvSpPr>
          <p:nvPr/>
        </p:nvSpPr>
        <p:spPr>
          <a:xfrm>
            <a:off x="3162300" y="5334000"/>
            <a:ext cx="9525" cy="361950"/>
          </a:xfrm>
          <a:custGeom>
            <a:pathLst>
              <a:path w="9525" h="361950">
                <a:moveTo>
                  <a:pt x="0" y="0"/>
                </a:moveTo>
                <a:lnTo>
                  <a:pt x="0" y="361950"/>
                </a:lnTo>
              </a:path>
            </a:pathLst>
          </a:custGeom>
          <a:noFill/>
          <a:ln w="23813">
            <a:solidFill>
              <a:srgbClr val="00889A"/>
            </a:solidFill>
            <a:prstDash val="solid"/>
          </a:ln>
        </p:spPr>
      </p:sp>
      <p:sp>
        <p:nvSpPr>
          <p:cNvPr id="18" name="via-common-request-background-15-arrow">
            <a:extLst>
              <a:ext uri="{FF2B5EF4-FFF2-40B4-BE49-F238E27FC236}">
                <ns2:creationId id="{6E8B9350-E6E5-483F-807F-34C7A2478856}"/>
              </a:ext>
            </a:extLst>
          </p:cNvPr>
          <p:cNvSpPr>
            <a:spLocks noGrp="1"/>
          </p:cNvSpPr>
          <p:nvPr/>
        </p:nvSpPr>
        <p:spPr>
          <a:xfrm>
            <a:off x="31029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9" name="via-common-request-background-16">
            <a:extLst>
              <a:ext uri="{FF2B5EF4-FFF2-40B4-BE49-F238E27FC236}">
                <ns2:creationId id="{6BF298EF-26E8-4764-853A-E566C253DF1D}"/>
              </a:ext>
            </a:extLst>
          </p:cNvPr>
          <p:cNvSpPr>
            <a:spLocks noGrp="1"/>
          </p:cNvSpPr>
          <p:nvPr/>
        </p:nvSpPr>
        <p:spPr>
          <a:xfrm>
            <a:off x="9105900" y="5334000"/>
            <a:ext cx="9525" cy="361950"/>
          </a:xfrm>
          <a:custGeom>
            <a:pathLst>
              <a:path w="9525" h="361950">
                <a:moveTo>
                  <a:pt x="0" y="0"/>
                </a:moveTo>
                <a:lnTo>
                  <a:pt x="0" y="361950"/>
                </a:lnTo>
              </a:path>
            </a:pathLst>
          </a:custGeom>
          <a:noFill/>
          <a:ln w="23813">
            <a:solidFill>
              <a:srgbClr val="00889A"/>
            </a:solidFill>
            <a:prstDash val="solid"/>
          </a:ln>
        </p:spPr>
      </p:sp>
      <p:sp>
        <p:nvSpPr>
          <p:cNvPr id="20" name="via-common-request-background-16-arrow">
            <a:extLst>
              <a:ext uri="{FF2B5EF4-FFF2-40B4-BE49-F238E27FC236}">
                <ns2:creationId id="{5E05E353-8E81-4EE4-B242-1103688A4CDB}"/>
              </a:ext>
            </a:extLst>
          </p:cNvPr>
          <p:cNvSpPr>
            <a:spLocks noGrp="1"/>
          </p:cNvSpPr>
          <p:nvPr/>
        </p:nvSpPr>
        <p:spPr>
          <a:xfrm>
            <a:off x="90465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via-common-request-background-17">
            <a:extLst>
              <a:ext uri="{FF2B5EF4-FFF2-40B4-BE49-F238E27FC236}">
                <ns2:creationId id="{41DCFEB3-04CE-49C9-BD48-2AFDEB7DBC03}"/>
              </a:ext>
            </a:extLst>
          </p:cNvPr>
          <p:cNvSpPr>
            <a:spLocks noGrp="1"/>
          </p:cNvSpPr>
          <p:nvPr/>
        </p:nvSpPr>
        <p:spPr>
          <a:xfrm>
            <a:off x="15049500" y="5334000"/>
            <a:ext cx="9525" cy="361950"/>
          </a:xfrm>
          <a:custGeom>
            <a:pathLst>
              <a:path w="9525" h="361950">
                <a:moveTo>
                  <a:pt x="0" y="0"/>
                </a:moveTo>
                <a:lnTo>
                  <a:pt x="0" y="361950"/>
                </a:lnTo>
              </a:path>
            </a:pathLst>
          </a:custGeom>
          <a:noFill/>
          <a:ln w="23813">
            <a:solidFill>
              <a:srgbClr val="00889A"/>
            </a:solidFill>
            <a:prstDash val="solid"/>
          </a:ln>
        </p:spPr>
      </p:sp>
      <p:sp>
        <p:nvSpPr>
          <p:cNvPr id="22" name="via-common-request-background-17-arrow">
            <a:extLst>
              <a:ext uri="{FF2B5EF4-FFF2-40B4-BE49-F238E27FC236}">
                <ns2:creationId id="{B2C8E606-B9C4-4D91-98F4-130DA0CF584D}"/>
              </a:ext>
            </a:extLst>
          </p:cNvPr>
          <p:cNvSpPr>
            <a:spLocks noGrp="1"/>
          </p:cNvSpPr>
          <p:nvPr/>
        </p:nvSpPr>
        <p:spPr>
          <a:xfrm>
            <a:off x="149901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3" name="via-common-request-background-18">
            <a:extLst>
              <a:ext uri="{FF2B5EF4-FFF2-40B4-BE49-F238E27FC236}">
                <ns2:creationId id="{AAD32AE3-D6F4-495A-97A2-9CAA5E5A30FD}"/>
              </a:ext>
            </a:extLst>
          </p:cNvPr>
          <p:cNvSpPr>
            <a:spLocks noGrp="1"/>
          </p:cNvSpPr>
          <p:nvPr/>
        </p:nvSpPr>
        <p:spPr>
          <a:xfrm>
            <a:off x="4953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실제 자료와 범위</a:t>
            </a:r>
            <a:endParaRPr lang="ko-KR">
              <a:latin typeface="Calibri"/>
              <a:ea typeface="Calibri"/>
              <a:cs typeface="Calibri"/>
            </a:endParaRPr>
          </a:p>
        </p:txBody>
      </p:sp>
      <p:sp>
        <p:nvSpPr>
          <p:cNvPr id="24" name="via-common-request-background-19">
            <a:extLst>
              <a:ext uri="{FF2B5EF4-FFF2-40B4-BE49-F238E27FC236}">
                <ns2:creationId id="{015B5C40-89CA-48E6-8731-D3E7D782434F}"/>
              </a:ext>
            </a:extLst>
          </p:cNvPr>
          <p:cNvSpPr>
            <a:spLocks noGrp="1"/>
          </p:cNvSpPr>
          <p:nvPr/>
        </p:nvSpPr>
        <p:spPr>
          <a:xfrm>
            <a:off x="64389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수정할 보고서 업무</a:t>
            </a:r>
            <a:endParaRPr lang="ko-KR">
              <a:latin typeface="Calibri"/>
              <a:ea typeface="Calibri"/>
              <a:cs typeface="Calibri"/>
            </a:endParaRPr>
          </a:p>
        </p:txBody>
      </p:sp>
      <p:sp>
        <p:nvSpPr>
          <p:cNvPr id="25" name="via-common-request-background-20">
            <a:extLst>
              <a:ext uri="{FF2B5EF4-FFF2-40B4-BE49-F238E27FC236}">
                <ns2:creationId id="{A4CDC5ED-134C-4CC9-9091-45CCC4404853}"/>
              </a:ext>
            </a:extLst>
          </p:cNvPr>
          <p:cNvSpPr>
            <a:spLocks noGrp="1"/>
          </p:cNvSpPr>
          <p:nvPr/>
        </p:nvSpPr>
        <p:spPr>
          <a:xfrm>
            <a:off x="123825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정정 범위와 기존 조건</a:t>
            </a:r>
            <a:endParaRPr lang="ko-KR">
              <a:latin typeface="Calibri"/>
              <a:ea typeface="Calibri"/>
              <a:cs typeface="Calibri"/>
            </a:endParaRPr>
          </a:p>
        </p:txBody>
      </p:sp>
      <p:sp>
        <p:nvSpPr>
          <p:cNvPr id="26" name="via-common-request-background-21">
            <a:extLst>
              <a:ext uri="{FF2B5EF4-FFF2-40B4-BE49-F238E27FC236}">
                <ns2:creationId id="{C4F63D7B-867F-4D7E-BCCF-61CF056DB812}"/>
              </a:ext>
            </a:extLst>
          </p:cNvPr>
          <p:cNvSpPr>
            <a:spLocks noGrp="1"/>
          </p:cNvSpPr>
          <p:nvPr/>
        </p:nvSpPr>
        <p:spPr>
          <a:xfrm>
            <a:off x="495300" y="6800850"/>
            <a:ext cx="172974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잘못 연결하면 다른 자료를 넣거나, 금지한 메일을 보내게 됩니다.</a:t>
            </a:r>
            <a:endParaRPr lang="ko-KR">
              <a:latin typeface="Calibri"/>
              <a:ea typeface="Calibri"/>
              <a:cs typeface="Calibri"/>
            </a:endParaRPr>
          </a:p>
        </p:txBody>
      </p:sp>
      <p:sp>
        <p:nvSpPr>
          <p:cNvPr id="27" name="via-common-request-background-22">
            <a:extLst>
              <a:ext uri="{FF2B5EF4-FFF2-40B4-BE49-F238E27FC236}">
                <ns2:creationId id="{F03A4937-92A8-4641-A651-8D8A4CAF284B}"/>
              </a:ext>
            </a:extLst>
          </p:cNvPr>
          <p:cNvSpPr>
            <a:spLocks noGrp="1"/>
          </p:cNvSpPr>
          <p:nvPr/>
        </p:nvSpPr>
        <p:spPr>
          <a:xfrm>
            <a:off x="495300" y="7486650"/>
            <a:ext cx="172974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VIA는 대상과 업무 연결, 정정 범위를 함께 판단하고 기존 조건을 보존해야 합니다.</a:t>
            </a:r>
            <a:endParaRPr lang="ko-KR">
              <a:latin typeface="Calibri"/>
              <a:ea typeface="Calibri"/>
              <a:cs typeface="Calibri"/>
            </a:endParaRPr>
          </a:p>
        </p:txBody>
      </p:sp>
      <p:sp>
        <p:nvSpPr>
          <p:cNvPr id="28" name="via-common-request-background-23">
            <a:extLst>
              <a:ext uri="{FF2B5EF4-FFF2-40B4-BE49-F238E27FC236}">
                <ns2:creationId id="{41708486-2B1D-4832-8EFE-F2A7B2D86967}"/>
              </a:ext>
            </a:extLst>
          </p:cNvPr>
          <p:cNvSpPr>
            <a:spLocks noGrp="1"/>
          </p:cNvSpPr>
          <p:nvPr/>
        </p:nvSpPr>
        <p:spPr>
          <a:xfrm>
            <a:off x="495300" y="8029575"/>
            <a:ext cx="17297400" cy="4381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보고서를 어떻게 작성할지 추론하고 실제로 만드는 일은 Downstream Agent가 맡습니다.</a:t>
            </a:r>
            <a:endParaRPr lang="ko-KR">
              <a:latin typeface="Calibri"/>
              <a:ea typeface="Calibri"/>
              <a:cs typeface="Calibri"/>
            </a:endParaRPr>
          </a:p>
        </p:txBody>
      </p:sp>
      <p:sp>
        <p:nvSpPr>
          <p:cNvPr id="29"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0"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1"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2"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3"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4"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25 / 49</a:t>
            </a:r>
            <a:endParaRPr lang="ko-KR">
              <a:latin typeface="Calibri"/>
              <a:ea typeface="Calibri"/>
              <a:cs typeface="Calibri"/>
            </a:endParaRPr>
          </a:p>
        </p:txBody>
      </p:sp>
    </p:spTree>
    <p:extLst>
      <p:ext uri="{BB962C8B-B14F-4D97-AF65-F5344CB8AC3E}">
        <p14:creationId val="1734597294"/>
      </p:ext>
    </p:extLst>
  </p:cSld>
</p:sld>
</file>

<file path=ppt/slides/slide47.xml><?xml version="1.0" encoding="utf-8"?>
<p:sld xmlns:a="http://schemas.openxmlformats.org/drawingml/2006/main" xmlns:ns2="http://schemas.microsoft.com/office/drawing/2014/main" xmlns:p="http://schemas.openxmlformats.org/presentationml/2006/main" xmlns:p14="http://schemas.microsoft.com/office/powerpoint/2010/main">
  <p:cSld name="domain-primer">
    <p:bg>
      <p:bgPr>
        <a:solidFill>
          <a:srgbClr val="FFFFFF"/>
        </a:solidFill>
      </p:bgPr>
    </p:bg>
    <p:spTree>
      <p:nvGrpSpPr>
        <p:cNvPr id="1" name=""/>
        <p:cNvGrpSpPr/>
        <p:nvPr/>
      </p:nvGrpSpPr>
      <p:grpSpPr>
        <a:xfrm/>
      </p:grpSpPr>
      <p:sp>
        <p:nvSpPr>
          <p:cNvPr id="5" name="v2-25-note">
            <a:extLst>
              <a:ext uri="{FF2B5EF4-FFF2-40B4-BE49-F238E27FC236}">
                <ns2:creationId id="{4A710B79-A224-4755-8227-2B7A89B6BFCD}"/>
              </a:ext>
            </a:extLst>
          </p:cNvPr>
          <p:cNvSpPr>
            <a:spLocks noGrp="1"/>
          </p:cNvSpPr>
          <p:nvPr/>
        </p:nvSpPr>
        <p:spPr>
          <a:xfrm>
            <a:off x="495300" y="1562100"/>
            <a:ext cx="17145000" cy="514350"/>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Voice Interaction Agent: 음성과 텍스트로 PC 업무를 맡기고, 대화와 진행 상태를 이어주는 프로그램</a:t>
            </a:r>
            <a:endParaRPr lang="ko-KR">
              <a:solidFill>
                <a:srgbClr val="000000"/>
              </a:solidFill>
              <a:latin typeface="Calibri"/>
              <a:ea typeface="Calibri"/>
              <a:cs typeface="Calibri"/>
            </a:endParaRPr>
          </a:p>
        </p:txBody>
      </p:sp>
      <p:sp>
        <p:nvSpPr>
          <p:cNvPr id="6" name="v2-26-사용자">
            <a:extLst>
              <a:ext uri="{FF2B5EF4-FFF2-40B4-BE49-F238E27FC236}">
                <ns2:creationId id="{58E696E2-FF66-4406-99F0-0D47FE5950EB}"/>
              </a:ext>
            </a:extLst>
          </p:cNvPr>
          <p:cNvSpPr>
            <a:spLocks noGrp="1"/>
          </p:cNvSpPr>
          <p:nvPr/>
        </p:nvSpPr>
        <p:spPr>
          <a:xfrm>
            <a:off x="495300" y="2857500"/>
            <a:ext cx="2476500" cy="809625"/>
          </a:xfrm>
          <a:prstGeom prst="rect">
            <a:avLst/>
          </a:prstGeom>
          <a:solidFill>
            <a:srgbClr val="E8EEF7"/>
          </a:solidFill>
          <a:ln w="19050">
            <a:solidFill>
              <a:srgbClr val="576773"/>
            </a:solidFill>
          </a:ln>
        </p:spPr>
        <p:txBody>
          <a:bodyPr wrap="none" lIns="76200" tIns="0" rIns="76200" bIns="0" anchor="ctr">
            <a:noAutofit/>
          </a:bodyPr>
          <a:lstStyle/>
          <a:p>
            <a:pPr algn="ctr">
              <a:defRPr sz="2900" b="0" lang="ko-KR">
                <a:solidFill>
                  <a:srgbClr val="000000"/>
                </a:solidFill>
                <a:latin typeface="Calibri"/>
                <a:ea typeface="Calibri"/>
                <a:cs typeface="Calibri"/>
              </a:defRPr>
            </a:pPr>
            <a:r>
              <a:rPr sz="2900" b="0"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8" name="v2-28-로컬 VIA">
            <a:extLst>
              <a:ext uri="{FF2B5EF4-FFF2-40B4-BE49-F238E27FC236}">
                <ns2:creationId id="{224D553C-10F7-4679-A7A7-DFDC36468F64}"/>
              </a:ext>
            </a:extLst>
          </p:cNvPr>
          <p:cNvSpPr>
            <a:spLocks noGrp="1"/>
          </p:cNvSpPr>
          <p:nvPr/>
        </p:nvSpPr>
        <p:spPr>
          <a:xfrm>
            <a:off x="5000625" y="2857500"/>
            <a:ext cx="4286250" cy="809625"/>
          </a:xfrm>
          <a:prstGeom prst="rect">
            <a:avLst/>
          </a:prstGeom>
          <a:solidFill>
            <a:srgbClr val="E8EEF7"/>
          </a:solidFill>
          <a:ln w="19050">
            <a:solidFill>
              <a:srgbClr val="576773"/>
            </a:solidFill>
          </a:ln>
        </p:spPr>
        <p:txBody>
          <a:bodyPr wrap="none" lIns="76200" tIns="0" rIns="76200" bIns="0" anchor="ctr">
            <a:noAutofit/>
          </a:bodyPr>
          <a:lstStyle/>
          <a:p>
            <a:pPr algn="ctr">
              <a:defRPr sz="2900" b="0" lang="ko-KR">
                <a:solidFill>
                  <a:srgbClr val="000000"/>
                </a:solidFill>
                <a:latin typeface="Calibri"/>
                <a:ea typeface="Calibri"/>
                <a:cs typeface="Calibri"/>
              </a:defRPr>
            </a:pPr>
            <a:r>
              <a:rPr sz="2900" b="0" lang="ko-KR">
                <a:solidFill>
                  <a:srgbClr val="000000"/>
                </a:solidFill>
                <a:latin typeface="Calibri"/>
                <a:ea typeface="Calibri"/>
                <a:cs typeface="Calibri"/>
              </a:rPr>
              <a:t>로컬 VIA</a:t>
            </a:r>
            <a:endParaRPr lang="ko-KR">
              <a:solidFill>
                <a:srgbClr val="000000"/>
              </a:solidFill>
              <a:latin typeface="Calibri"/>
              <a:ea typeface="Calibri"/>
              <a:cs typeface="Calibri"/>
            </a:endParaRPr>
          </a:p>
        </p:txBody>
      </p:sp>
      <p:sp>
        <p:nvSpPr>
          <p:cNvPr id="10" name="v2-30-Downstream Agent">
            <a:extLst>
              <a:ext uri="{FF2B5EF4-FFF2-40B4-BE49-F238E27FC236}">
                <ns2:creationId id="{223AE7CB-B3A5-4EE6-BD90-C9EA8BD5C65E}"/>
              </a:ext>
            </a:extLst>
          </p:cNvPr>
          <p:cNvSpPr>
            <a:spLocks noGrp="1"/>
          </p:cNvSpPr>
          <p:nvPr/>
        </p:nvSpPr>
        <p:spPr>
          <a:xfrm>
            <a:off x="12715875" y="2857500"/>
            <a:ext cx="4905375" cy="809625"/>
          </a:xfrm>
          <a:prstGeom prst="rect">
            <a:avLst/>
          </a:prstGeom>
          <a:solidFill>
            <a:srgbClr val="E8EEF7"/>
          </a:solidFill>
          <a:ln w="19050">
            <a:solidFill>
              <a:srgbClr val="576773"/>
            </a:solidFill>
          </a:ln>
        </p:spPr>
        <p:txBody>
          <a:bodyPr wrap="none" lIns="76200" tIns="0" rIns="76200" bIns="0" anchor="ctr">
            <a:noAutofit/>
          </a:bodyPr>
          <a:lstStyle/>
          <a:p>
            <a:pPr algn="ctr">
              <a:defRPr sz="2700" b="0" lang="ko-KR">
                <a:solidFill>
                  <a:srgbClr val="000000"/>
                </a:solidFill>
                <a:latin typeface="Calibri"/>
                <a:ea typeface="Calibri"/>
                <a:cs typeface="Calibri"/>
              </a:defRPr>
            </a:pPr>
            <a:r>
              <a:rPr sz="2700" b="0" lang="ko-KR">
                <a:solidFill>
                  <a:srgbClr val="000000"/>
                </a:solidFill>
                <a:latin typeface="Calibri"/>
                <a:ea typeface="Calibri"/>
                <a:cs typeface="Calibri"/>
              </a:rPr>
              <a:t>Downstream Agent</a:t>
            </a:r>
            <a:endParaRPr lang="ko-KR">
              <a:solidFill>
                <a:srgbClr val="000000"/>
              </a:solidFill>
              <a:latin typeface="Calibri"/>
              <a:ea typeface="Calibri"/>
              <a:cs typeface="Calibri"/>
            </a:endParaRPr>
          </a:p>
        </p:txBody>
      </p:sp>
      <p:sp>
        <p:nvSpPr>
          <p:cNvPr id="12" name="v2-32-user-via">
            <a:extLst>
              <a:ext uri="{FF2B5EF4-FFF2-40B4-BE49-F238E27FC236}">
                <ns2:creationId id="{AA26E279-855D-491B-8BB9-DCD85DD43610}"/>
              </a:ext>
            </a:extLst>
          </p:cNvPr>
          <p:cNvSpPr>
            <a:spLocks noGrp="1"/>
          </p:cNvSpPr>
          <p:nvPr/>
        </p:nvSpPr>
        <p:spPr>
          <a:xfrm>
            <a:off x="2971800" y="3257550"/>
            <a:ext cx="2028825" cy="9525"/>
          </a:xfrm>
          <a:custGeom>
            <a:pathLst>
              <a:path w="2028825" h="9525">
                <a:moveTo>
                  <a:pt x="0" y="0"/>
                </a:moveTo>
                <a:lnTo>
                  <a:pt x="2028825" y="0"/>
                </a:lnTo>
              </a:path>
            </a:pathLst>
          </a:custGeom>
          <a:noFill/>
          <a:ln w="28575">
            <a:solidFill>
              <a:srgbClr val="00889A"/>
            </a:solidFill>
            <a:prstDash val="solid"/>
          </a:ln>
        </p:spPr>
      </p:sp>
      <p:sp>
        <p:nvSpPr>
          <p:cNvPr id="13" name="v2-33-user-via-head">
            <a:extLst>
              <a:ext uri="{FF2B5EF4-FFF2-40B4-BE49-F238E27FC236}">
                <ns2:creationId id="{ACBC43A9-322E-45E4-BB47-FFA028FFF98C}"/>
              </a:ext>
            </a:extLst>
          </p:cNvPr>
          <p:cNvSpPr>
            <a:spLocks noGrp="1"/>
          </p:cNvSpPr>
          <p:nvPr/>
        </p:nvSpPr>
        <p:spPr>
          <a:xfrm>
            <a:off x="4900317" y="3202752"/>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4" name="v2-34-note">
            <a:extLst>
              <a:ext uri="{FF2B5EF4-FFF2-40B4-BE49-F238E27FC236}">
                <ns2:creationId id="{72F237B1-E19D-4162-8F5D-9EF510E1A547}"/>
              </a:ext>
            </a:extLst>
          </p:cNvPr>
          <p:cNvSpPr>
            <a:spLocks noGrp="1"/>
          </p:cNvSpPr>
          <p:nvPr/>
        </p:nvSpPr>
        <p:spPr>
          <a:xfrm>
            <a:off x="3114675" y="2609850"/>
            <a:ext cx="2000250" cy="428625"/>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입력과 관련 맥락</a:t>
            </a:r>
            <a:endParaRPr lang="ko-KR">
              <a:solidFill>
                <a:srgbClr val="000000"/>
              </a:solidFill>
              <a:latin typeface="Calibri"/>
              <a:ea typeface="Calibri"/>
              <a:cs typeface="Calibri"/>
            </a:endParaRPr>
          </a:p>
        </p:txBody>
      </p:sp>
      <p:sp>
        <p:nvSpPr>
          <p:cNvPr id="15" name="v2-35-via-agent">
            <a:extLst>
              <a:ext uri="{FF2B5EF4-FFF2-40B4-BE49-F238E27FC236}">
                <ns2:creationId id="{20F824F2-EBDF-451F-BBF0-4AD4F6EF9EF2}"/>
              </a:ext>
            </a:extLst>
          </p:cNvPr>
          <p:cNvSpPr>
            <a:spLocks noGrp="1"/>
          </p:cNvSpPr>
          <p:nvPr/>
        </p:nvSpPr>
        <p:spPr>
          <a:xfrm>
            <a:off x="9286875" y="3257550"/>
            <a:ext cx="3429000" cy="9525"/>
          </a:xfrm>
          <a:custGeom>
            <a:pathLst>
              <a:path w="3429000" h="9525">
                <a:moveTo>
                  <a:pt x="0" y="0"/>
                </a:moveTo>
                <a:lnTo>
                  <a:pt x="3429000" y="0"/>
                </a:lnTo>
              </a:path>
            </a:pathLst>
          </a:custGeom>
          <a:noFill/>
          <a:ln w="28575">
            <a:solidFill>
              <a:srgbClr val="00889A"/>
            </a:solidFill>
            <a:prstDash val="solid"/>
          </a:ln>
        </p:spPr>
      </p:sp>
      <p:sp>
        <p:nvSpPr>
          <p:cNvPr id="16" name="v2-36-via-agent-head">
            <a:extLst>
              <a:ext uri="{FF2B5EF4-FFF2-40B4-BE49-F238E27FC236}">
                <ns2:creationId id="{D7FEB17F-12DD-401F-9341-9E6B45FBA186}"/>
              </a:ext>
            </a:extLst>
          </p:cNvPr>
          <p:cNvSpPr>
            <a:spLocks noGrp="1"/>
          </p:cNvSpPr>
          <p:nvPr/>
        </p:nvSpPr>
        <p:spPr>
          <a:xfrm>
            <a:off x="12615567" y="3202752"/>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7" name="v2-37-note">
            <a:extLst>
              <a:ext uri="{FF2B5EF4-FFF2-40B4-BE49-F238E27FC236}">
                <ns2:creationId id="{FC96D12E-46C5-4A21-B9EA-5432D92B4913}"/>
              </a:ext>
            </a:extLst>
          </p:cNvPr>
          <p:cNvSpPr>
            <a:spLocks noGrp="1"/>
          </p:cNvSpPr>
          <p:nvPr/>
        </p:nvSpPr>
        <p:spPr>
          <a:xfrm>
            <a:off x="9658350" y="2571750"/>
            <a:ext cx="2952750" cy="4572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검사 후 업무 위임</a:t>
            </a:r>
            <a:endParaRPr lang="ko-KR">
              <a:solidFill>
                <a:srgbClr val="000000"/>
              </a:solidFill>
              <a:latin typeface="Calibri"/>
              <a:ea typeface="Calibri"/>
              <a:cs typeface="Calibri"/>
            </a:endParaRPr>
          </a:p>
        </p:txBody>
      </p:sp>
      <p:sp>
        <p:nvSpPr>
          <p:cNvPr id="18" name="v2-38-agent-return">
            <a:extLst>
              <a:ext uri="{FF2B5EF4-FFF2-40B4-BE49-F238E27FC236}">
                <ns2:creationId id="{00AB7417-DB56-4020-A735-14D1F22398C8}"/>
              </a:ext>
            </a:extLst>
          </p:cNvPr>
          <p:cNvSpPr>
            <a:spLocks noGrp="1"/>
          </p:cNvSpPr>
          <p:nvPr/>
        </p:nvSpPr>
        <p:spPr>
          <a:xfrm>
            <a:off x="7143750" y="3667125"/>
            <a:ext cx="5572125" cy="219075"/>
          </a:xfrm>
          <a:custGeom>
            <a:pathLst>
              <a:path w="5572125" h="219075">
                <a:moveTo>
                  <a:pt x="5572125" y="219075"/>
                </a:moveTo>
                <a:lnTo>
                  <a:pt x="0" y="219075"/>
                </a:lnTo>
                <a:lnTo>
                  <a:pt x="0" y="0"/>
                </a:lnTo>
              </a:path>
            </a:pathLst>
          </a:custGeom>
          <a:noFill/>
          <a:ln w="28575">
            <a:solidFill>
              <a:srgbClr val="576773"/>
            </a:solidFill>
            <a:prstDash val="solid"/>
          </a:ln>
        </p:spPr>
      </p:sp>
      <p:sp>
        <p:nvSpPr>
          <p:cNvPr id="19" name="v2-39-agent-return-head">
            <a:extLst>
              <a:ext uri="{FF2B5EF4-FFF2-40B4-BE49-F238E27FC236}">
                <ns2:creationId id="{2CD96EC4-5387-4BE5-840C-EB405FFD2839}"/>
              </a:ext>
            </a:extLst>
          </p:cNvPr>
          <p:cNvSpPr>
            <a:spLocks noGrp="1"/>
          </p:cNvSpPr>
          <p:nvPr/>
        </p:nvSpPr>
        <p:spPr>
          <a:xfrm>
            <a:off x="7088952" y="3667125"/>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20" name="v2-40-note">
            <a:extLst>
              <a:ext uri="{FF2B5EF4-FFF2-40B4-BE49-F238E27FC236}">
                <ns2:creationId id="{F27A43BB-C5D8-4204-8CC8-7D6196795198}"/>
              </a:ext>
            </a:extLst>
          </p:cNvPr>
          <p:cNvSpPr>
            <a:spLocks noGrp="1"/>
          </p:cNvSpPr>
          <p:nvPr/>
        </p:nvSpPr>
        <p:spPr>
          <a:xfrm>
            <a:off x="8877300" y="3962400"/>
            <a:ext cx="64770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질문, 확인된 진행과 결과</a:t>
            </a:r>
            <a:endParaRPr lang="ko-KR">
              <a:solidFill>
                <a:srgbClr val="000000"/>
              </a:solidFill>
              <a:latin typeface="Calibri"/>
              <a:ea typeface="Calibri"/>
              <a:cs typeface="Calibri"/>
            </a:endParaRPr>
          </a:p>
        </p:txBody>
      </p:sp>
      <p:sp>
        <p:nvSpPr>
          <p:cNvPr id="21" name="v2-41-Model Access">
            <a:extLst>
              <a:ext uri="{FF2B5EF4-FFF2-40B4-BE49-F238E27FC236}">
                <ns2:creationId id="{BB2DF0B2-836F-4B83-A54A-D41EDA6296C5}"/>
              </a:ext>
            </a:extLst>
          </p:cNvPr>
          <p:cNvSpPr>
            <a:spLocks noGrp="1"/>
          </p:cNvSpPr>
          <p:nvPr/>
        </p:nvSpPr>
        <p:spPr>
          <a:xfrm>
            <a:off x="5000625" y="4667250"/>
            <a:ext cx="4286250" cy="619125"/>
          </a:xfrm>
          <a:prstGeom prst="rect">
            <a:avLst/>
          </a:prstGeom>
          <a:solidFill>
            <a:srgbClr val="FFFFFF"/>
          </a:solidFill>
          <a:ln w="19050">
            <a:solidFill>
              <a:srgbClr val="576773"/>
            </a:solidFill>
          </a:ln>
        </p:spPr>
        <p:txBody>
          <a:bodyPr wrap="none" lIns="76200" tIns="0" rIns="76200"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23" name="v2-43-클라우드 음성 모델">
            <a:extLst>
              <a:ext uri="{FF2B5EF4-FFF2-40B4-BE49-F238E27FC236}">
                <ns2:creationId id="{3790AE97-2705-499F-8630-32F0E42CEF3E}"/>
              </a:ext>
            </a:extLst>
          </p:cNvPr>
          <p:cNvSpPr>
            <a:spLocks noGrp="1"/>
          </p:cNvSpPr>
          <p:nvPr/>
        </p:nvSpPr>
        <p:spPr>
          <a:xfrm>
            <a:off x="10953750" y="4667250"/>
            <a:ext cx="3048000" cy="619125"/>
          </a:xfrm>
          <a:prstGeom prst="rect">
            <a:avLst/>
          </a:prstGeom>
          <a:solidFill>
            <a:srgbClr val="E8EEF7"/>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클라우드 음성 모델</a:t>
            </a:r>
            <a:endParaRPr lang="ko-KR">
              <a:solidFill>
                <a:srgbClr val="000000"/>
              </a:solidFill>
              <a:latin typeface="Calibri"/>
              <a:ea typeface="Calibri"/>
              <a:cs typeface="Calibri"/>
            </a:endParaRPr>
          </a:p>
        </p:txBody>
      </p:sp>
      <p:sp>
        <p:nvSpPr>
          <p:cNvPr id="25" name="v2-45-클라우드 의미 LLM">
            <a:extLst>
              <a:ext uri="{FF2B5EF4-FFF2-40B4-BE49-F238E27FC236}">
                <ns2:creationId id="{D8F81462-06E6-42A5-A07A-06EC37F3EA01}"/>
              </a:ext>
            </a:extLst>
          </p:cNvPr>
          <p:cNvSpPr>
            <a:spLocks noGrp="1"/>
          </p:cNvSpPr>
          <p:nvPr/>
        </p:nvSpPr>
        <p:spPr>
          <a:xfrm>
            <a:off x="14287500" y="4667250"/>
            <a:ext cx="3333750" cy="619125"/>
          </a:xfrm>
          <a:prstGeom prst="rect">
            <a:avLst/>
          </a:prstGeom>
          <a:solidFill>
            <a:srgbClr val="E8EEF7"/>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27" name="v2-47-via-model">
            <a:extLst>
              <a:ext uri="{FF2B5EF4-FFF2-40B4-BE49-F238E27FC236}">
                <ns2:creationId id="{42545227-DEB6-49E5-8A46-2D03A25E20E9}"/>
              </a:ext>
            </a:extLst>
          </p:cNvPr>
          <p:cNvSpPr>
            <a:spLocks noGrp="1"/>
          </p:cNvSpPr>
          <p:nvPr/>
        </p:nvSpPr>
        <p:spPr>
          <a:xfrm>
            <a:off x="7143750" y="3667125"/>
            <a:ext cx="9525" cy="1000125"/>
          </a:xfrm>
          <a:custGeom>
            <a:pathLst>
              <a:path w="9525" h="1000125">
                <a:moveTo>
                  <a:pt x="0" y="0"/>
                </a:moveTo>
                <a:lnTo>
                  <a:pt x="0" y="1000125"/>
                </a:lnTo>
              </a:path>
            </a:pathLst>
          </a:custGeom>
          <a:noFill/>
          <a:ln w="28575">
            <a:solidFill>
              <a:srgbClr val="00889A"/>
            </a:solidFill>
            <a:prstDash val="solid"/>
          </a:ln>
        </p:spPr>
      </p:sp>
      <p:sp>
        <p:nvSpPr>
          <p:cNvPr id="28" name="v2-48-via-model-head">
            <a:extLst>
              <a:ext uri="{FF2B5EF4-FFF2-40B4-BE49-F238E27FC236}">
                <ns2:creationId id="{6F7DC035-1B4C-40E9-BC9A-80FA9A1AEF12}"/>
              </a:ext>
            </a:extLst>
          </p:cNvPr>
          <p:cNvSpPr>
            <a:spLocks noGrp="1"/>
          </p:cNvSpPr>
          <p:nvPr/>
        </p:nvSpPr>
        <p:spPr>
          <a:xfrm>
            <a:off x="7088952" y="4566942"/>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29" name="v2-49-model-voice">
            <a:extLst>
              <a:ext uri="{FF2B5EF4-FFF2-40B4-BE49-F238E27FC236}">
                <ns2:creationId id="{144485ED-CC7C-41E3-8221-219B4EACF002}"/>
              </a:ext>
            </a:extLst>
          </p:cNvPr>
          <p:cNvSpPr>
            <a:spLocks noGrp="1"/>
          </p:cNvSpPr>
          <p:nvPr/>
        </p:nvSpPr>
        <p:spPr>
          <a:xfrm>
            <a:off x="9286875" y="4991100"/>
            <a:ext cx="1666875" cy="9525"/>
          </a:xfrm>
          <a:custGeom>
            <a:pathLst>
              <a:path w="1666875" h="9525">
                <a:moveTo>
                  <a:pt x="0" y="0"/>
                </a:moveTo>
                <a:lnTo>
                  <a:pt x="1666875" y="0"/>
                </a:lnTo>
              </a:path>
            </a:pathLst>
          </a:custGeom>
          <a:noFill/>
          <a:ln w="28575">
            <a:solidFill>
              <a:srgbClr val="576773"/>
            </a:solidFill>
            <a:prstDash val="solid"/>
          </a:ln>
        </p:spPr>
      </p:sp>
      <p:sp>
        <p:nvSpPr>
          <p:cNvPr id="30" name="v2-50-model-voice-head">
            <a:extLst>
              <a:ext uri="{FF2B5EF4-FFF2-40B4-BE49-F238E27FC236}">
                <ns2:creationId id="{AE2135DC-B061-4A56-8D00-CC107E2AAF83}"/>
              </a:ext>
            </a:extLst>
          </p:cNvPr>
          <p:cNvSpPr>
            <a:spLocks noGrp="1"/>
          </p:cNvSpPr>
          <p:nvPr/>
        </p:nvSpPr>
        <p:spPr>
          <a:xfrm>
            <a:off x="10853442" y="4936302"/>
            <a:ext cx="100308" cy="109597"/>
          </a:xfrm>
          <a:custGeom>
            <a:pathLst>
              <a:path w="100308" h="109597">
                <a:moveTo>
                  <a:pt x="0" y="109597"/>
                </a:moveTo>
                <a:lnTo>
                  <a:pt x="100308" y="54798"/>
                </a:lnTo>
                <a:lnTo>
                  <a:pt x="0" y="0"/>
                </a:lnTo>
              </a:path>
            </a:pathLst>
          </a:custGeom>
          <a:noFill/>
          <a:ln w="28575">
            <a:solidFill>
              <a:srgbClr val="576773"/>
            </a:solidFill>
            <a:prstDash val="solid"/>
          </a:ln>
        </p:spPr>
      </p:sp>
      <p:sp>
        <p:nvSpPr>
          <p:cNvPr id="31" name="v2-51-model-meaning">
            <a:extLst>
              <a:ext uri="{FF2B5EF4-FFF2-40B4-BE49-F238E27FC236}">
                <ns2:creationId id="{B7B4DD31-3441-468E-B879-967F59EF7AF9}"/>
              </a:ext>
            </a:extLst>
          </p:cNvPr>
          <p:cNvSpPr>
            <a:spLocks noGrp="1"/>
          </p:cNvSpPr>
          <p:nvPr/>
        </p:nvSpPr>
        <p:spPr>
          <a:xfrm>
            <a:off x="9286875" y="5286375"/>
            <a:ext cx="6667500" cy="123825"/>
          </a:xfrm>
          <a:custGeom>
            <a:pathLst>
              <a:path w="6667500" h="123825">
                <a:moveTo>
                  <a:pt x="0" y="123825"/>
                </a:moveTo>
                <a:lnTo>
                  <a:pt x="6667500" y="123825"/>
                </a:lnTo>
                <a:lnTo>
                  <a:pt x="6667500" y="0"/>
                </a:lnTo>
              </a:path>
            </a:pathLst>
          </a:custGeom>
          <a:noFill/>
          <a:ln w="28575">
            <a:solidFill>
              <a:srgbClr val="576773"/>
            </a:solidFill>
            <a:prstDash val="solid"/>
          </a:ln>
        </p:spPr>
      </p:sp>
      <p:sp>
        <p:nvSpPr>
          <p:cNvPr id="32" name="v2-52-model-meaning-head">
            <a:extLst>
              <a:ext uri="{FF2B5EF4-FFF2-40B4-BE49-F238E27FC236}">
                <ns2:creationId id="{B0654220-EEFE-435C-BABA-0F4EECF023AC}"/>
              </a:ext>
            </a:extLst>
          </p:cNvPr>
          <p:cNvSpPr>
            <a:spLocks noGrp="1"/>
          </p:cNvSpPr>
          <p:nvPr/>
        </p:nvSpPr>
        <p:spPr>
          <a:xfrm>
            <a:off x="15899577" y="5286375"/>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33" name="v2-53-note">
            <a:extLst>
              <a:ext uri="{FF2B5EF4-FFF2-40B4-BE49-F238E27FC236}">
                <ns2:creationId id="{823A08C4-4E55-4A6F-8545-BA3AF00AA9EB}"/>
              </a:ext>
            </a:extLst>
          </p:cNvPr>
          <p:cNvSpPr>
            <a:spLocks noGrp="1"/>
          </p:cNvSpPr>
          <p:nvPr/>
        </p:nvSpPr>
        <p:spPr>
          <a:xfrm>
            <a:off x="495300" y="5753100"/>
            <a:ext cx="17049750" cy="4953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발화 시작/끝 탐지는 로컬 VAD. 전사와 뜻 해석은 별도입니다.</a:t>
            </a:r>
            <a:endParaRPr lang="ko-KR">
              <a:solidFill>
                <a:srgbClr val="000000"/>
              </a:solidFill>
              <a:latin typeface="Calibri"/>
              <a:ea typeface="Calibri"/>
              <a:cs typeface="Calibri"/>
            </a:endParaRPr>
          </a:p>
        </p:txBody>
      </p:sp>
      <p:graphicFrame>
        <p:nvGraphicFramePr>
          <p:cNvPr id="69" name=""/>
          <p:cNvGraphicFramePr/>
          <p:nvPr/>
        </p:nvGraphicFramePr>
        <p:xfrm>
          <a:off x="495300" y="6524625"/>
          <a:ext cx="17297400" cy="2676525"/>
        </p:xfrm>
        <a:graphic>
          <a:graphicData uri="http://schemas.openxmlformats.org/drawingml/2006/table">
            <a:tbl>
              <a:tblPr/>
              <a:tblGrid>
                <a:gridCol w="3829050"/>
                <a:gridCol w="3695700"/>
                <a:gridCol w="9772650"/>
              </a:tblGrid>
              <a:tr h="5524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일반 SW 관점</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VIA에서 쓰는 이름</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보고서와 메일 사례</a:t>
                      </a:r>
                      <a:endParaRPr lang="ko-KR">
                        <a:solidFill>
                          <a:srgbClr val="000000"/>
                        </a:solidFill>
                        <a:latin typeface="Calibri"/>
                        <a:ea typeface="Calibri"/>
                        <a:cs typeface="Calibri"/>
                      </a:endParaRPr>
                    </a:p>
                  </a:txBody>
                  <a:tcPr marL="114300" marR="76200" marT="47625" marB="47625" anchor="ctr">
                    <a:solidFill>
                      <a:srgbClr val="C6E0B4"/>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이번 입력의 처리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Request</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“보고서는 이전 형식으로, 메일은 그대로”라는 이번 요청</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계속 추적하는 사용자 업무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Task</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보고서와 메일 초안을 별도 업무로 유지</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실제 작업 실행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Execution</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외부 업무 AI의 작성 실행. 대화 종료와 수명이 다름</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이어지는 대화 / 해석 근거</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Conversation / Context</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음성이 꺼져도 대화 기록과 업무 연결을 유지 / 자료와 과거 기록</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35" name="v2-54-note">
            <a:extLst>
              <a:ext uri="{FF2B5EF4-FFF2-40B4-BE49-F238E27FC236}">
                <ns2:creationId id="{8B58B7D3-E00C-413C-A31A-B822AE49E432}"/>
              </a:ext>
            </a:extLst>
          </p:cNvPr>
          <p:cNvSpPr>
            <a:spLocks noGrp="1"/>
          </p:cNvSpPr>
          <p:nvPr/>
        </p:nvSpPr>
        <p:spPr>
          <a:xfrm>
            <a:off x="495300" y="9410700"/>
            <a:ext cx="17297400" cy="50482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다음 장면의 시작 상태: 매출 표가 준비되어 있고, 이전 보고서에서 수정한 형식이 허용된 기록으로 남아 있습니다.</a:t>
            </a:r>
            <a:endParaRPr lang="ko-KR">
              <a:solidFill>
                <a:srgbClr val="000000"/>
              </a:solidFill>
              <a:latin typeface="Calibri"/>
              <a:ea typeface="Calibri"/>
              <a:cs typeface="Calibri"/>
            </a:endParaRPr>
          </a:p>
        </p:txBody>
      </p:sp>
      <p:sp>
        <p:nvSpPr>
          <p:cNvPr id="70" name="v6-header-title">
            <a:extLst>
              <a:ext uri="{FF2B5EF4-FFF2-40B4-BE49-F238E27FC236}">
                <ns2:creationId id="{9F5B940F-9206-406C-89FF-06411993240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시스템 구조</a:t>
            </a:r>
            <a:endParaRPr lang="ko-KR">
              <a:latin typeface="Calibri"/>
              <a:ea typeface="Calibri"/>
              <a:cs typeface="Calibri"/>
            </a:endParaRPr>
          </a:p>
        </p:txBody>
      </p:sp>
      <p:sp>
        <p:nvSpPr>
          <p:cNvPr id="71" name="v6-header-rule">
            <a:extLst>
              <a:ext uri="{FF2B5EF4-FFF2-40B4-BE49-F238E27FC236}">
                <ns2:creationId id="{1BB5E029-C85D-4111-812E-F8056AAE6184}"/>
              </a:ext>
            </a:extLst>
          </p:cNvPr>
          <p:cNvSpPr>
            <a:spLocks noGrp="1"/>
          </p:cNvSpPr>
          <p:nvPr/>
        </p:nvSpPr>
        <p:spPr>
          <a:xfrm>
            <a:off x="495300" y="990600"/>
            <a:ext cx="17335500" cy="0"/>
          </a:xfrm>
          <a:prstGeom prst="line">
            <a:avLst/>
          </a:prstGeom>
          <a:noFill/>
          <a:ln w="19050">
            <a:solidFill>
              <a:srgbClr val="A6A6A6"/>
            </a:solidFill>
          </a:ln>
        </p:spPr>
      </p:sp>
      <p:sp>
        <p:nvSpPr>
          <p:cNvPr id="72" name="v6-header-stage-0">
            <a:extLst>
              <a:ext uri="{FF2B5EF4-FFF2-40B4-BE49-F238E27FC236}">
                <ns2:creationId id="{7ADF0FD2-1525-409A-8BE6-45C327231E30}"/>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73" name="v6-header-stage-1">
            <a:extLst>
              <a:ext uri="{FF2B5EF4-FFF2-40B4-BE49-F238E27FC236}">
                <ns2:creationId id="{40199977-EC20-4D4C-89C6-E5D2E7450EE1}"/>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4" name="v6-header-stage-2">
            <a:extLst>
              <a:ext uri="{FF2B5EF4-FFF2-40B4-BE49-F238E27FC236}">
                <ns2:creationId id="{1695252F-4B4C-451E-90B8-7096921DA335}"/>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5" name="v6-header-stage-3">
            <a:extLst>
              <a:ext uri="{FF2B5EF4-FFF2-40B4-BE49-F238E27FC236}">
                <ns2:creationId id="{2D581164-2D48-4D59-9F37-25BD1848302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6" name="v6-header-stage-4">
            <a:extLst>
              <a:ext uri="{FF2B5EF4-FFF2-40B4-BE49-F238E27FC236}">
                <ns2:creationId id="{38C793DB-87C8-492F-A515-B9711FD3F45D}"/>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7" name="v6-header-page">
            <a:extLst>
              <a:ext uri="{FF2B5EF4-FFF2-40B4-BE49-F238E27FC236}">
                <ns2:creationId id="{3929917E-9D38-441C-A6A6-8CC7C68F23D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10 / 49</a:t>
            </a:r>
            <a:endParaRPr lang="ko-KR">
              <a:latin typeface="Calibri"/>
              <a:ea typeface="Calibri"/>
              <a:cs typeface="Calibri"/>
            </a:endParaRPr>
          </a:p>
        </p:txBody>
      </p:sp>
    </p:spTree>
    <p:extLst>
      <p:ext uri="{BB962C8B-B14F-4D97-AF65-F5344CB8AC3E}">
        <p14:creationId val="144154101"/>
      </p:ext>
    </p:extLst>
  </p:cSld>
</p:sld>
</file>

<file path=ppt/slides/slide48.xml><?xml version="1.0" encoding="utf-8"?>
<p:sld xmlns:a="http://schemas.openxmlformats.org/drawingml/2006/main" xmlns:ns2="http://schemas.microsoft.com/office/drawing/2014/main" xmlns:p="http://schemas.openxmlformats.org/presentationml/2006/main" xmlns:p14="http://schemas.microsoft.com/office/powerpoint/2010/main">
  <p:cSld name="requirements-rationale">
    <p:bg>
      <p:bgPr>
        <a:solidFill>
          <a:srgbClr val="FFFFFF"/>
        </a:solidFill>
      </p:bgPr>
    </p:bg>
    <p:spTree>
      <p:nvGrpSpPr>
        <p:cNvPr id="1" name=""/>
        <p:cNvGrpSpPr/>
        <p:nvPr/>
      </p:nvGrpSpPr>
      <p:grpSpPr>
        <a:xfrm/>
      </p:grpSpPr>
      <p:sp>
        <p:nvSpPr>
          <p:cNvPr id="5" name="v2-59-source-label">
            <a:extLst>
              <a:ext uri="{FF2B5EF4-FFF2-40B4-BE49-F238E27FC236}">
                <ns2:creationId id="{B171FF76-1ED5-4554-95FF-4907193DDEAB}"/>
              </a:ext>
            </a:extLst>
          </p:cNvPr>
          <p:cNvSpPr>
            <a:spLocks noGrp="1"/>
          </p:cNvSpPr>
          <p:nvPr/>
        </p:nvSpPr>
        <p:spPr>
          <a:xfrm>
            <a:off x="495300" y="1866900"/>
            <a:ext cx="5143500" cy="609600"/>
          </a:xfrm>
          <a:prstGeom prst="rect">
            <a:avLst/>
          </a:prstGeom>
          <a:noFill/>
          <a:ln w="0">
            <a:noFill/>
          </a:ln>
        </p:spPr>
        <p:txBody>
          <a:bodyPr wrap="none" lIns="0" tIns="0" rIns="0" bIns="0" anchor="ctr">
            <a:noAutofit/>
          </a:bodyPr>
          <a:lstStyle/>
          <a:p>
            <a:pPr algn="l">
              <a:defRPr sz="3100" b="1" lang="ko-KR">
                <a:solidFill>
                  <a:srgbClr val="000000"/>
                </a:solidFill>
                <a:latin typeface="Calibri"/>
                <a:ea typeface="Calibri"/>
                <a:cs typeface="Calibri"/>
              </a:defRPr>
            </a:pPr>
            <a:r>
              <a:rPr sz="3100" b="1" lang="ko-KR">
                <a:solidFill>
                  <a:srgbClr val="000000"/>
                </a:solidFill>
                <a:latin typeface="Calibri"/>
                <a:ea typeface="Calibri"/>
                <a:cs typeface="Calibri"/>
              </a:rPr>
              <a:t>요구의 근거</a:t>
            </a:r>
            <a:endParaRPr lang="ko-KR">
              <a:solidFill>
                <a:srgbClr val="000000"/>
              </a:solidFill>
              <a:latin typeface="Calibri"/>
              <a:ea typeface="Calibri"/>
              <a:cs typeface="Calibri"/>
            </a:endParaRPr>
          </a:p>
        </p:txBody>
      </p:sp>
      <p:sp>
        <p:nvSpPr>
          <p:cNvPr id="6" name="v2-60-sources">
            <a:extLst>
              <a:ext uri="{FF2B5EF4-FFF2-40B4-BE49-F238E27FC236}">
                <ns2:creationId id="{CF68C1EA-57B1-4DF1-AD28-6EB91E1BBFD4}"/>
              </a:ext>
            </a:extLst>
          </p:cNvPr>
          <p:cNvSpPr>
            <a:spLocks noGrp="1"/>
          </p:cNvSpPr>
          <p:nvPr/>
        </p:nvSpPr>
        <p:spPr>
          <a:xfrm>
            <a:off x="495300" y="2867025"/>
            <a:ext cx="5095875" cy="2352675"/>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고정 Use Case와 변형 시나리오</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현재 시스템의 책임과 경계</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공통 실행 계약과 품질 정의</a:t>
            </a:r>
            <a:endParaRPr lang="ko-KR">
              <a:solidFill>
                <a:srgbClr val="000000"/>
              </a:solidFill>
              <a:latin typeface="Calibri"/>
              <a:ea typeface="Calibri"/>
              <a:cs typeface="Calibri"/>
            </a:endParaRPr>
          </a:p>
        </p:txBody>
      </p:sp>
      <p:sp>
        <p:nvSpPr>
          <p:cNvPr id="7" name="v2-61-req-source">
            <a:extLst>
              <a:ext uri="{FF2B5EF4-FFF2-40B4-BE49-F238E27FC236}">
                <ns2:creationId id="{798C4272-8763-4127-9533-FA39E67D029C}"/>
              </a:ext>
            </a:extLst>
          </p:cNvPr>
          <p:cNvSpPr>
            <a:spLocks noGrp="1"/>
          </p:cNvSpPr>
          <p:nvPr/>
        </p:nvSpPr>
        <p:spPr>
          <a:xfrm>
            <a:off x="5838825" y="3876675"/>
            <a:ext cx="1219200" cy="9525"/>
          </a:xfrm>
          <a:custGeom>
            <a:pathLst>
              <a:path w="1219200" h="9525">
                <a:moveTo>
                  <a:pt x="0" y="0"/>
                </a:moveTo>
                <a:lnTo>
                  <a:pt x="1219200" y="0"/>
                </a:lnTo>
              </a:path>
            </a:pathLst>
          </a:custGeom>
          <a:noFill/>
          <a:ln w="28575">
            <a:solidFill>
              <a:srgbClr val="00889A"/>
            </a:solidFill>
            <a:prstDash val="solid"/>
          </a:ln>
        </p:spPr>
      </p:sp>
      <p:sp>
        <p:nvSpPr>
          <p:cNvPr id="8" name="v2-62-req-source-head">
            <a:extLst>
              <a:ext uri="{FF2B5EF4-FFF2-40B4-BE49-F238E27FC236}">
                <ns2:creationId id="{2F2DD275-FDAC-4DCA-94E6-9EB19E4374FF}"/>
              </a:ext>
            </a:extLst>
          </p:cNvPr>
          <p:cNvSpPr>
            <a:spLocks noGrp="1"/>
          </p:cNvSpPr>
          <p:nvPr/>
        </p:nvSpPr>
        <p:spPr>
          <a:xfrm>
            <a:off x="6957717" y="3821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9" name="v2-63-scope-label">
            <a:extLst>
              <a:ext uri="{FF2B5EF4-FFF2-40B4-BE49-F238E27FC236}">
                <ns2:creationId id="{E38E70BA-5156-4C48-A71D-92ECA36B7CC7}"/>
              </a:ext>
            </a:extLst>
          </p:cNvPr>
          <p:cNvSpPr>
            <a:spLocks noGrp="1"/>
          </p:cNvSpPr>
          <p:nvPr/>
        </p:nvSpPr>
        <p:spPr>
          <a:xfrm>
            <a:off x="7400925" y="1866900"/>
            <a:ext cx="10382250" cy="609600"/>
          </a:xfrm>
          <a:prstGeom prst="rect">
            <a:avLst/>
          </a:prstGeom>
          <a:noFill/>
          <a:ln w="0">
            <a:noFill/>
          </a:ln>
        </p:spPr>
        <p:txBody>
          <a:bodyPr wrap="none" lIns="0" tIns="0" rIns="0" bIns="0" anchor="ctr">
            <a:noAutofit/>
          </a:bodyPr>
          <a:lstStyle/>
          <a:p>
            <a:pPr algn="l">
              <a:defRPr sz="3100" b="1" lang="ko-KR">
                <a:solidFill>
                  <a:srgbClr val="000000"/>
                </a:solidFill>
                <a:latin typeface="Calibri"/>
                <a:ea typeface="Calibri"/>
                <a:cs typeface="Calibri"/>
              </a:defRPr>
            </a:pPr>
            <a:r>
              <a:rPr sz="3100" b="1" lang="ko-KR">
                <a:solidFill>
                  <a:srgbClr val="000000"/>
                </a:solidFill>
                <a:latin typeface="Calibri"/>
                <a:ea typeface="Calibri"/>
                <a:cs typeface="Calibri"/>
              </a:rPr>
              <a:t>발표에서 설명할 기능</a:t>
            </a:r>
            <a:endParaRPr lang="ko-KR">
              <a:solidFill>
                <a:srgbClr val="000000"/>
              </a:solidFill>
              <a:latin typeface="Calibri"/>
              <a:ea typeface="Calibri"/>
              <a:cs typeface="Calibri"/>
            </a:endParaRPr>
          </a:p>
        </p:txBody>
      </p:sp>
      <p:graphicFrame>
        <p:nvGraphicFramePr>
          <p:cNvPr id="23" name=""/>
          <p:cNvGraphicFramePr/>
          <p:nvPr/>
        </p:nvGraphicFramePr>
        <p:xfrm>
          <a:off x="7400925" y="2800350"/>
          <a:ext cx="10391775" cy="3429000"/>
        </p:xfrm>
        <a:graphic>
          <a:graphicData uri="http://schemas.openxmlformats.org/drawingml/2006/table">
            <a:tbl>
              <a:tblPr/>
              <a:tblGrid>
                <a:gridCol w="4000500"/>
                <a:gridCol w="4381500"/>
                <a:gridCol w="2009775"/>
              </a:tblGrid>
              <a:tr h="552450">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사용 중 생기는 일</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필요한 기능</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연결</a:t>
                      </a:r>
                      <a:endParaRPr lang="ko-KR">
                        <a:solidFill>
                          <a:srgbClr val="000000"/>
                        </a:solidFill>
                        <a:latin typeface="Calibri"/>
                        <a:ea typeface="Calibri"/>
                        <a:cs typeface="Calibri"/>
                      </a:endParaRPr>
                    </a:p>
                  </a:txBody>
                  <a:tcPr marL="114300" marR="76200" marT="47625" marB="47625" anchor="ctr">
                    <a:solidFill>
                      <a:srgbClr val="C6E0B4"/>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말하는 중 정정, 늦은 응답 도착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지속 입력과 맥락 기반 해석</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FR1 / FR2</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보고서 결과로 메일 초안 작성</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순서, 조건과 결과 의존 보존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여러 업무의 질문과 결과 도착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해당 업무와 연결, 기존 업무 계속</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FR4 / FR5</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“지난번 형식 / 평가 기준” 재사용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허용된 과거 맥락 공급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11" name="v2-64-constraints-heading">
            <a:extLst>
              <a:ext uri="{FF2B5EF4-FFF2-40B4-BE49-F238E27FC236}">
                <ns2:creationId id="{5877D09C-181B-429B-B2FE-EFA2D4BD1A97}"/>
              </a:ext>
            </a:extLst>
          </p:cNvPr>
          <p:cNvSpPr>
            <a:spLocks noGrp="1"/>
          </p:cNvSpPr>
          <p:nvPr/>
        </p:nvSpPr>
        <p:spPr>
          <a:xfrm>
            <a:off x="495300" y="6953250"/>
            <a:ext cx="17049750" cy="571500"/>
          </a:xfrm>
          <a:prstGeom prst="rect">
            <a:avLst/>
          </a:prstGeom>
          <a:noFill/>
          <a:ln w="0">
            <a:noFill/>
          </a:ln>
        </p:spPr>
        <p:txBody>
          <a:bodyPr wrap="none" lIns="0" tIns="0" rIns="0" bIns="0" anchor="ctr">
            <a:noAutofit/>
          </a:body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이 기능을 구현할 때 지킬 경계</a:t>
            </a:r>
            <a:endParaRPr lang="ko-KR">
              <a:solidFill>
                <a:srgbClr val="000000"/>
              </a:solidFill>
              <a:latin typeface="Calibri"/>
              <a:ea typeface="Calibri"/>
              <a:cs typeface="Calibri"/>
            </a:endParaRPr>
          </a:p>
        </p:txBody>
      </p:sp>
      <p:sp>
        <p:nvSpPr>
          <p:cNvPr id="12" name="v2-65-constraints">
            <a:extLst>
              <a:ext uri="{FF2B5EF4-FFF2-40B4-BE49-F238E27FC236}">
                <ns2:creationId id="{F8ADD162-3B63-4891-B0E2-F8BDB3E51399}"/>
              </a:ext>
            </a:extLst>
          </p:cNvPr>
          <p:cNvSpPr>
            <a:spLocks noGrp="1"/>
          </p:cNvSpPr>
          <p:nvPr/>
        </p:nvSpPr>
        <p:spPr>
          <a:xfrm>
            <a:off x="495300" y="7905750"/>
            <a:ext cx="16859250" cy="1238250"/>
          </a:xfrm>
          <a:prstGeom prst="rect">
            <a:avLst/>
          </a:prstGeom>
          <a:noFill/>
          <a:ln w="0">
            <a:noFill/>
          </a:ln>
        </p:spPr>
        <p:txBody>
          <a:bodyPr wrap="none" lIns="0" tIns="0" rIns="0" bIns="0" anchor="ctr">
            <a:noAutofit/>
          </a:bodyPr>
          <a:lstStyle/>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C1  로컬 VIA와 VAD, 별도 클라우드 음성/의미 모델</a:t>
            </a:r>
            <a:endParaRPr lang="ko-KR">
              <a:solidFill>
                <a:srgbClr val="000000"/>
              </a:solidFill>
              <a:latin typeface="Calibri"/>
              <a:ea typeface="Calibri"/>
              <a:cs typeface="Calibri"/>
            </a:endParaRPr>
          </a:p>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C2  도메인 추론, 계획, 도구 선택과 실제 업무 실행은 Downstream Agent</a:t>
            </a:r>
            <a:endParaRPr lang="ko-KR">
              <a:solidFill>
                <a:srgbClr val="000000"/>
              </a:solidFill>
              <a:latin typeface="Calibri"/>
              <a:ea typeface="Calibri"/>
              <a:cs typeface="Calibri"/>
            </a:endParaRPr>
          </a:p>
        </p:txBody>
      </p:sp>
      <p:sp>
        <p:nvSpPr>
          <p:cNvPr id="13" name="v2-66-note">
            <a:extLst>
              <a:ext uri="{FF2B5EF4-FFF2-40B4-BE49-F238E27FC236}">
                <ns2:creationId id="{03AA631B-B572-44EA-9167-483C53F94DBC}"/>
              </a:ext>
            </a:extLst>
          </p:cNvPr>
          <p:cNvSpPr>
            <a:spLocks noGrp="1"/>
          </p:cNvSpPr>
          <p:nvPr/>
        </p:nvSpPr>
        <p:spPr>
          <a:xfrm>
            <a:off x="495300" y="9525000"/>
            <a:ext cx="17145000" cy="4572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다음 표는 네 설계 질문과 직접 관련된 기능 6개와 제약 2개입니다. 전체 VIA 기능 목록은 별도 기준 문서에 보존합니다.</a:t>
            </a:r>
            <a:endParaRPr lang="ko-KR">
              <a:solidFill>
                <a:srgbClr val="000000"/>
              </a:solidFill>
              <a:latin typeface="Calibri"/>
              <a:ea typeface="Calibri"/>
              <a:cs typeface="Calibri"/>
            </a:endParaRPr>
          </a:p>
        </p:txBody>
      </p:sp>
      <p:sp>
        <p:nvSpPr>
          <p:cNvPr id="24" name="v6-header-title">
            <a:extLst>
              <a:ext uri="{FF2B5EF4-FFF2-40B4-BE49-F238E27FC236}">
                <ns2:creationId id="{81B4D19B-9877-46E8-A49A-4589A2FA7A4C}"/>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요구사항 도출</a:t>
            </a:r>
            <a:endParaRPr lang="ko-KR">
              <a:latin typeface="Calibri"/>
              <a:ea typeface="Calibri"/>
              <a:cs typeface="Calibri"/>
            </a:endParaRPr>
          </a:p>
        </p:txBody>
      </p:sp>
      <p:sp>
        <p:nvSpPr>
          <p:cNvPr id="25" name="v6-header-rule">
            <a:extLst>
              <a:ext uri="{FF2B5EF4-FFF2-40B4-BE49-F238E27FC236}">
                <ns2:creationId id="{E39F706A-C84D-4499-BB0D-799C069626E5}"/>
              </a:ext>
            </a:extLst>
          </p:cNvPr>
          <p:cNvSpPr>
            <a:spLocks noGrp="1"/>
          </p:cNvSpPr>
          <p:nvPr/>
        </p:nvSpPr>
        <p:spPr>
          <a:xfrm>
            <a:off x="495300" y="990600"/>
            <a:ext cx="17335500" cy="0"/>
          </a:xfrm>
          <a:prstGeom prst="line">
            <a:avLst/>
          </a:prstGeom>
          <a:noFill/>
          <a:ln w="19050">
            <a:solidFill>
              <a:srgbClr val="A6A6A6"/>
            </a:solidFill>
          </a:ln>
        </p:spPr>
      </p:sp>
      <p:sp>
        <p:nvSpPr>
          <p:cNvPr id="26" name="v6-header-stage-0">
            <a:extLst>
              <a:ext uri="{FF2B5EF4-FFF2-40B4-BE49-F238E27FC236}">
                <ns2:creationId id="{AD2F0A68-CD79-4BC7-BEE7-A73EECAC9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7" name="v6-header-stage-1">
            <a:extLst>
              <a:ext uri="{FF2B5EF4-FFF2-40B4-BE49-F238E27FC236}">
                <ns2:creationId id="{4A1C2C27-74FE-46B3-B4CB-81DCC20BECE0}"/>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8" name="v6-header-stage-2">
            <a:extLst>
              <a:ext uri="{FF2B5EF4-FFF2-40B4-BE49-F238E27FC236}">
                <ns2:creationId id="{FDF15824-8906-4676-B08A-A57062DBEEE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9" name="v6-header-stage-3">
            <a:extLst>
              <a:ext uri="{FF2B5EF4-FFF2-40B4-BE49-F238E27FC236}">
                <ns2:creationId id="{3A913AC6-1055-4C97-912E-356CE1E8D255}"/>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0" name="v6-header-stage-4">
            <a:extLst>
              <a:ext uri="{FF2B5EF4-FFF2-40B4-BE49-F238E27FC236}">
                <ns2:creationId id="{FA59692C-7872-425B-B1DE-7DCA700F1B29}"/>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1" name="v6-header-page">
            <a:extLst>
              <a:ext uri="{FF2B5EF4-FFF2-40B4-BE49-F238E27FC236}">
                <ns2:creationId id="{4530E5E3-C039-4286-953E-9DC75AF384CD}"/>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13 / 49</a:t>
            </a:r>
            <a:endParaRPr lang="ko-KR">
              <a:latin typeface="Calibri"/>
              <a:ea typeface="Calibri"/>
              <a:cs typeface="Calibri"/>
            </a:endParaRPr>
          </a:p>
        </p:txBody>
      </p:sp>
    </p:spTree>
    <p:extLst>
      <p:ext uri="{BB962C8B-B14F-4D97-AF65-F5344CB8AC3E}">
        <p14:creationId val="1237208146"/>
      </p:ext>
    </p:extLst>
  </p:cSld>
</p:sld>
</file>

<file path=ppt/slides/slide49.xml><?xml version="1.0" encoding="utf-8"?>
<p:sld xmlns:a="http://schemas.openxmlformats.org/drawingml/2006/main" xmlns:ns2="http://schemas.microsoft.com/office/drawing/2014/main" xmlns:p="http://schemas.openxmlformats.org/presentationml/2006/main" xmlns:p14="http://schemas.microsoft.com/office/powerpoint/2010/main">
  <p:cSld name="time-boundaries">
    <p:bg>
      <p:bgPr>
        <a:solidFill>
          <a:srgbClr val="FFFFFF"/>
        </a:solidFill>
      </p:bgPr>
    </p:bg>
    <p:spTree>
      <p:nvGrpSpPr>
        <p:cNvPr id="2" name=""/>
        <p:cNvGrpSpPr/>
        <p:nvPr/>
      </p:nvGrpSpPr>
      <p:grpSpPr>
        <a:xfrm/>
      </p:grpSpPr>
      <p:sp>
        <p:nvSpPr>
          <p:cNvPr id="3" name="response-subtitle">
            <a:extLst>
              <a:ext uri="{FF2B5EF4-FFF2-40B4-BE49-F238E27FC236}">
                <ns2:creationId id="{9361BC21-4C22-4A57-B618-AC69DE2BB539}"/>
              </a:ext>
            </a:extLst>
          </p:cNvPr>
          <p:cNvSpPr>
            <a:spLocks noGrp="1"/>
          </p:cNvSpPr>
          <p:nvPr/>
        </p:nvSpPr>
        <p:spPr>
          <a:xfrm>
            <a:off x="523875" y="1276350"/>
            <a:ext cx="17287875" cy="457200"/>
          </a:xfrm>
          <a:prstGeom prst="rect">
            <a:avLst/>
          </a:prstGeom>
          <a:noFill/>
          <a:ln w="0">
            <a:noFill/>
          </a:ln>
        </p:spPr>
        <p:txBody>
          <a:bodyPr lIns="0" tIns="0" rIns="0" bIns="0" anchor="ctr">
            <a:noAutofit/>
          </a:bodyPr>
          <a:lstStyle>
            <a:defPPr>
              <a:defRPr sz="2400" b="1" lang="ko-KR">
                <a:solidFill>
                  <a:srgbClr val="000000"/>
                </a:solidFill>
                <a:latin typeface="Calibri"/>
                <a:ea typeface="Calibri"/>
                <a:cs typeface="Calibri"/>
              </a:defRPr>
            </a:defPPr>
          </a:lstStyle>
          <a:p>
            <a:pP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첫 안내와 VIA 처리 완료 및 음성 전달을 서로 다른 시점에서 평가</a:t>
            </a:r>
            <a:endParaRPr lang="ko-KR">
              <a:latin typeface="Calibri"/>
              <a:ea typeface="Calibri"/>
              <a:cs typeface="Calibri"/>
            </a:endParaRPr>
          </a:p>
        </p:txBody>
      </p:sp>
      <p:graphicFrame>
        <p:nvGraphicFramePr>
          <p:cNvPr id="4" name="three-time-boundaries">
            <a:extLst>
              <a:ext uri="{FF2B5EF4-FFF2-40B4-BE49-F238E27FC236}">
                <ns2:creationId id="{46C02A8F-7750-4D9F-82AF-E589107E5C45}"/>
              </a:ext>
            </a:extLst>
          </p:cNvPr>
          <p:cNvGraphicFramePr/>
          <p:nvPr/>
        </p:nvGraphicFramePr>
        <p:xfrm>
          <a:off x="457200" y="2038350"/>
          <a:ext cx="17373600" cy="5105400"/>
        </p:xfrm>
        <a:graphic>
          <a:graphicData uri="http://schemas.openxmlformats.org/drawingml/2006/table">
            <a:tbl>
              <a:tblPr/>
              <a:tblGrid>
                <a:gridCol w="3143250"/>
                <a:gridCol w="7048500"/>
                <a:gridCol w="4953000"/>
                <a:gridCol w="2228850"/>
              </a:tblGrid>
              <a:tr h="533400">
                <a:tc>
                  <a:txBody>
                    <a:bodyPr lIns="114300" tIns="47625" rIns="114300" bIns="47625">
                      <a:noAutofit/>
                    </a:bodyPr>
                    <a:lstStyle/>
                    <a:p>
                      <a:pPr algn="ctr">
                        <a:defRPr lang="ko-KR">
                          <a:latin typeface="Calibri"/>
                          <a:ea typeface="Calibri"/>
                          <a:cs typeface="Calibri"/>
                        </a:defRPr>
                      </a:pPr>
                      <a:r>
                        <a:rPr sz="2100" b="1" lang="ko-KR">
                          <a:solidFill>
                            <a:srgbClr val="000000"/>
                          </a:solidFill>
                          <a:latin typeface="Calibri"/>
                          <a:ea typeface="Calibri"/>
                          <a:cs typeface="Calibri"/>
                        </a:rPr>
                        <a:t>지표</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100" b="1" lang="ko-KR">
                          <a:solidFill>
                            <a:srgbClr val="000000"/>
                          </a:solidFill>
                          <a:latin typeface="Calibri"/>
                          <a:ea typeface="Calibri"/>
                          <a:cs typeface="Calibri"/>
                        </a:rPr>
                        <a:t>시작과 종료</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100" b="1" lang="ko-KR">
                          <a:solidFill>
                            <a:srgbClr val="000000"/>
                          </a:solidFill>
                          <a:latin typeface="Calibri"/>
                          <a:ea typeface="Calibri"/>
                          <a:cs typeface="Calibri"/>
                        </a:rPr>
                        <a:t>포함하는 대기</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100" b="1" lang="ko-KR">
                          <a:solidFill>
                            <a:srgbClr val="000000"/>
                          </a:solidFill>
                          <a:latin typeface="Calibri"/>
                          <a:ea typeface="Calibri"/>
                          <a:cs typeface="Calibri"/>
                        </a:rPr>
                        <a:t>목표</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524000">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QA01</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첫 응답 지연시간</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실제 발화 종료 / Text 제출 / Agent source 제공</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첫 완결된 내용의 실제 UI 표시까지</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VAD와 전사 및 polling 대기</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오답도 실제 시간을 포함하고 오류는 별도 판정</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평균 1초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1524000">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QA03</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VIA 처리시간</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실제 사건부터 목표 완료까지의 실행 경로</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외부 대기를 0으로 바꾼 경로 길이</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모델과 내부 대기 및 출력 준비</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오답도 실제 시간을 포함하고 오류는 별도 판정</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평균 5초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1524000">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QA09</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음성 전달 지연</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첫 응답 내용 채택부터 실제 첫 요약 음성까지</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들을 수 없는 차례의 순수 대기는 제외</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생성과 준비 및 VIA 출력 대기</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VIA가 자의적으로 미룬 시간도 포함</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평균 500 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5" name="response-example-heading">
            <a:extLst>
              <a:ext uri="{FF2B5EF4-FFF2-40B4-BE49-F238E27FC236}">
                <ns2:creationId id="{7D9BD4C7-3026-4A20-9A1C-B4A1293B9E2F}"/>
              </a:ext>
            </a:extLst>
          </p:cNvPr>
          <p:cNvSpPr>
            <a:spLocks noGrp="1"/>
          </p:cNvSpPr>
          <p:nvPr/>
        </p:nvSpPr>
        <p:spPr>
          <a:xfrm>
            <a:off x="523875" y="7610475"/>
            <a:ext cx="17287875" cy="419100"/>
          </a:xfrm>
          <a:prstGeom prst="rect">
            <a:avLst/>
          </a:prstGeom>
          <a:noFill/>
          <a:ln w="0">
            <a:noFill/>
          </a:ln>
        </p:spPr>
        <p:txBody>
          <a:bodyPr lIns="0" tIns="0" rIns="0" bIns="0" anchor="ctr">
            <a:noAutofit/>
          </a:bodyPr>
          <a:lstStyle>
            <a:defPPr>
              <a:defRPr sz="2300" b="1" lang="ko-KR">
                <a:solidFill>
                  <a:srgbClr val="000000"/>
                </a:solidFill>
                <a:latin typeface="Calibri"/>
                <a:ea typeface="Calibri"/>
                <a:cs typeface="Calibri"/>
              </a:defRPr>
            </a:defP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예: 구체적인 수행 안내를 Agent 위임 전에 보여주는 경우</a:t>
            </a:r>
            <a:endParaRPr lang="ko-KR">
              <a:latin typeface="Calibri"/>
              <a:ea typeface="Calibri"/>
              <a:cs typeface="Calibri"/>
            </a:endParaRPr>
          </a:p>
        </p:txBody>
      </p:sp>
      <p:graphicFrame>
        <p:nvGraphicFramePr>
          <p:cNvPr id="6" name="response-timeline">
            <a:extLst>
              <a:ext uri="{FF2B5EF4-FFF2-40B4-BE49-F238E27FC236}">
                <ns2:creationId id="{3BEADD2C-B380-4A1F-AFCF-726D723D2D36}"/>
              </a:ext>
            </a:extLst>
          </p:cNvPr>
          <p:cNvGraphicFramePr/>
          <p:nvPr/>
        </p:nvGraphicFramePr>
        <p:xfrm>
          <a:off x="523875" y="8172450"/>
          <a:ext cx="17287875" cy="1171575"/>
        </p:xfrm>
        <a:graphic>
          <a:graphicData uri="http://schemas.openxmlformats.org/drawingml/2006/table">
            <a:tbl>
              <a:tblPr/>
              <a:tblGrid>
                <a:gridCol w="2476500"/>
                <a:gridCol w="2476500"/>
                <a:gridCol w="5905500"/>
                <a:gridCol w="3048000"/>
                <a:gridCol w="3381375"/>
              </a:tblGrid>
              <a:tr h="428625">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0.0초</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0.1초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0.8초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1.3초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2.5초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74295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발화 종료</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“네” 표시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“표와 그래프를</a:t>
                      </a:r>
                      <a:endParaRPr lang="ko-KR">
                        <a:latin typeface="Calibri"/>
                        <a:ea typeface="Calibri"/>
                        <a:cs typeface="Calibri"/>
                      </a:endParaRPr>
                    </a:p>
                    <a:p>
                      <a:pPr algn="ctr">
                        <a:defRPr lang="ko-KR">
                          <a:latin typeface="Calibri"/>
                          <a:ea typeface="Calibri"/>
                          <a:cs typeface="Calibri"/>
                        </a:defRPr>
                      </a:pPr>
                      <a:r>
                        <a:rPr sz="2000" b="0" lang="ko-KR">
                          <a:solidFill>
                            <a:srgbClr val="000000"/>
                          </a:solidFill>
                          <a:latin typeface="Calibri"/>
                          <a:ea typeface="Calibri"/>
                          <a:cs typeface="Calibri"/>
                        </a:rPr>
                        <a:t>비교하겠습니다”</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Agent 전송</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음성 요약 재생</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7" name="response-example-result">
            <a:extLst>
              <a:ext uri="{FF2B5EF4-FFF2-40B4-BE49-F238E27FC236}">
                <ns2:creationId id="{3B9AADAC-8CD0-4AB3-9993-3F2CEDF76FF4}"/>
              </a:ext>
            </a:extLst>
          </p:cNvPr>
          <p:cNvSpPr>
            <a:spLocks noGrp="1"/>
          </p:cNvSpPr>
          <p:nvPr/>
        </p:nvSpPr>
        <p:spPr>
          <a:xfrm>
            <a:off x="523875" y="9544050"/>
            <a:ext cx="17287875" cy="400050"/>
          </a:xfrm>
          <a:prstGeom prst="rect">
            <a:avLst/>
          </a:prstGeom>
          <a:noFill/>
          <a:ln w="0">
            <a:noFill/>
          </a:ln>
        </p:spPr>
        <p:txBody>
          <a:bodyPr lIns="0" tIns="0" rIns="0" bIns="0" anchor="ctr">
            <a:noAutofit/>
          </a:bodyPr>
          <a:lstStyle>
            <a:defPPr>
              <a:defRPr sz="1900" b="1" lang="ko-KR">
                <a:solidFill>
                  <a:srgbClr val="000000"/>
                </a:solidFill>
                <a:latin typeface="Calibri"/>
                <a:ea typeface="Calibri"/>
                <a:cs typeface="Calibri"/>
              </a:defRPr>
            </a:defPPr>
          </a:lstStyle>
          <a:p>
            <a:pP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대상과 수행 범위를 실제로 채택했다면 QA01은 0.8초다. Agent 전송과 실제 음성 재생은 첫 UI 응답의 종료점이 아니다.</a:t>
            </a:r>
            <a:endParaRPr lang="ko-KR">
              <a:latin typeface="Calibri"/>
              <a:ea typeface="Calibri"/>
              <a:cs typeface="Calibri"/>
            </a:endParaRPr>
          </a:p>
        </p:txBody>
      </p:sp>
      <p:sp>
        <p:nvSpPr>
          <p:cNvPr id="8" name="v6-header-title">
            <a:extLst>
              <a:ext uri="{FF2B5EF4-FFF2-40B4-BE49-F238E27FC236}">
                <ns2:creationId id="{46F50403-4712-469B-9C6B-BBDF7C91B86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응답 시점과 시간 지표</a:t>
            </a:r>
            <a:endParaRPr lang="ko-KR">
              <a:latin typeface="Calibri"/>
              <a:ea typeface="Calibri"/>
              <a:cs typeface="Calibri"/>
            </a:endParaRPr>
          </a:p>
        </p:txBody>
      </p:sp>
      <p:sp>
        <p:nvSpPr>
          <p:cNvPr id="9" name="v6-header-rule">
            <a:extLst>
              <a:ext uri="{FF2B5EF4-FFF2-40B4-BE49-F238E27FC236}">
                <ns2:creationId id="{3A987CC6-5C08-44C3-963E-3D03C28E05A0}"/>
              </a:ext>
            </a:extLst>
          </p:cNvPr>
          <p:cNvSpPr>
            <a:spLocks noGrp="1"/>
          </p:cNvSpPr>
          <p:nvPr/>
        </p:nvSpPr>
        <p:spPr>
          <a:xfrm>
            <a:off x="495300" y="990600"/>
            <a:ext cx="17335500" cy="0"/>
          </a:xfrm>
          <a:prstGeom prst="line">
            <a:avLst/>
          </a:prstGeom>
          <a:noFill/>
          <a:ln w="19050">
            <a:solidFill>
              <a:srgbClr val="A6A6A6"/>
            </a:solidFill>
          </a:ln>
        </p:spPr>
      </p:sp>
      <p:sp>
        <p:nvSpPr>
          <p:cNvPr id="10" name="v6-header-stage-0">
            <a:extLst>
              <a:ext uri="{FF2B5EF4-FFF2-40B4-BE49-F238E27FC236}">
                <ns2:creationId id="{B57E4DE0-C56A-4446-AB95-1C4C7303D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1" name="v6-header-stage-1">
            <a:extLst>
              <a:ext uri="{FF2B5EF4-FFF2-40B4-BE49-F238E27FC236}">
                <ns2:creationId id="{AFBCB809-4EA2-42CB-9C41-24DD6E98762E}"/>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2" name="v6-header-stage-2">
            <a:extLst>
              <a:ext uri="{FF2B5EF4-FFF2-40B4-BE49-F238E27FC236}">
                <ns2:creationId id="{1495277E-C2D6-4005-9ECB-FC60A3E97C7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 name="v6-header-stage-3">
            <a:extLst>
              <a:ext uri="{FF2B5EF4-FFF2-40B4-BE49-F238E27FC236}">
                <ns2:creationId id="{36D8FB4A-521D-4E49-B430-2BDB92AFC0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 name="v6-header-stage-4">
            <a:extLst>
              <a:ext uri="{FF2B5EF4-FFF2-40B4-BE49-F238E27FC236}">
                <ns2:creationId id="{DB364B8C-7C63-44A7-9C6D-372ACC844F68}"/>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5" name="v6-header-page">
            <a:extLst>
              <a:ext uri="{FF2B5EF4-FFF2-40B4-BE49-F238E27FC236}">
                <ns2:creationId id="{DB15CABC-A67E-49CD-8226-3CEAABD4B1C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17 / 49</a:t>
            </a:r>
            <a:endParaRPr lang="ko-KR">
              <a:latin typeface="Calibri"/>
              <a:ea typeface="Calibri"/>
              <a:cs typeface="Calibri"/>
            </a:endParaRPr>
          </a:p>
        </p:txBody>
      </p:sp>
    </p:spTree>
    <p:extLst>
      <p:ext uri="{BB962C8B-B14F-4D97-AF65-F5344CB8AC3E}">
        <p14:creationId val="117525244"/>
      </p:ext>
    </p:extLst>
  </p:cSld>
</p:sld>
</file>

<file path=ppt/slides/slide50.xml><?xml version="1.0" encoding="utf-8"?>
<p:sld xmlns:a="http://schemas.openxmlformats.org/drawingml/2006/main" xmlns:ns2="http://schemas.microsoft.com/office/drawing/2014/main" xmlns:p="http://schemas.openxmlformats.org/presentationml/2006/main" xmlns:p14="http://schemas.microsoft.com/office/powerpoint/2010/main">
  <p:cSld name="drivers">
    <p:bg>
      <p:bgPr>
        <a:solidFill>
          <a:srgbClr val="FFFFFF"/>
        </a:solidFill>
      </p:bgPr>
    </p:bg>
    <p:spTree>
      <p:nvGrpSpPr>
        <p:cNvPr id="1" name=""/>
        <p:cNvGrpSpPr/>
        <p:nvPr/>
      </p:nvGrpSpPr>
      <p:grpSpPr>
        <a:xfrm/>
      </p:grpSpPr>
      <ns0:graphicFrame xmlns:ns0="http://schemas.openxmlformats.org/presentationml/2006/main" xmlns:ns1="http://schemas.openxmlformats.org/drawingml/2006/main">
        <ns0:nvGraphicFramePr>
          <ns0:cNvPr id="12" name=""/>
          <ns0:cNvGraphicFramePr/>
          <ns0:nvPr/>
        </ns0:nvGraphicFramePr>
        <ns0:xfrm>
          <ns1:off x="495300" y="2019300"/>
          <ns1:ext cx="17297400" cy="4362450"/>
        </ns0:xfrm>
        <ns1:graphic>
          <ns1:graphicData uri="http://schemas.openxmlformats.org/drawingml/2006/table">
            <ns1:tbl>
              <ns1:tblPr/>
              <ns1:tblGrid>
                <ns1:gridCol w="4619625"/>
                <ns1:gridCol w="4857750"/>
                <ns1:gridCol w="7820025"/>
              </ns1:tblGrid>
              <ns1:tr h="552450">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필요한 기능과 제약</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비교할 품질 경로</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설계 질문</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r>
              <ns1:tr h="952500">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FR1 / FR2  화면·발화 근거와 지칭</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지칭 대상 식별 정확도 / VIA 처리시간 / 모델 비용</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화면·음성  말한 순간의 대상을 어떻게 찾을까? (탐색)</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5250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FR1 / FR3 / FR4  지속 입력과 후속 전달</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첫 응답 지연시간 / VIA 처리시간 / 변경 범위</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44  정정·질문·결과가 겹쳐도 사용자 통제를 어떻게 유지할까?</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5250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FR6  허용된 과거 맥락 제공</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지칭 대상 식별 정확도 / VIA 처리시간 / 모델 비용</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45  설명·결과·정정의 과거 맥락을 어떻게 다시 사용할까?</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5250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FR4 / FR5  업무 연결과 연속성</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첫 응답 지연시간 / 변경 범위 / 최대 RAM 사용량</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42  대화·요청·질문·업무·실행의 수명을 어떻게 연결할까?</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bl>
          </ns1:graphicData>
        </ns1:graphic>
      </ns0:graphicFrame>
      <p:sp xmlns:a="http://schemas.openxmlformats.org/drawingml/2006/main" xmlns:ns2="http://schemas.microsoft.com/office/drawing/2014/main" xmlns:p="http://schemas.openxmlformats.org/presentationml/2006/main">
        <p:nvSpPr>
          <p:cNvPr id="6" name="v2-99-drivers-common">
            <a:extLst>
              <a:ext uri="{FF2B5EF4-FFF2-40B4-BE49-F238E27FC236}">
                <ns2:creationId id="{DBD12002-1462-42DC-87FD-389E3E19F039}"/>
              </a:ext>
            </a:extLst>
          </p:cNvPr>
          <p:cNvSpPr>
            <a:spLocks noGrp="1"/>
          </p:cNvSpPr>
          <p:nvPr/>
        </p:nvSpPr>
        <p:spPr>
          <a:xfrm>
            <a:off x="495300" y="6943725"/>
            <a:ext cx="16954500" cy="600075"/>
          </a:xfrm>
          <a:prstGeom prst="rect">
            <a:avLst/>
          </a:prstGeom>
          <a:noFill/>
          <a:ln w="0">
            <a:noFill/>
          </a:ln>
        </p:spPr>
        <p:txBody>
          <a:bodyPr wrap="none" lIns="0" tIns="0" rIns="0" bIns="0" anchor="ctr">
            <a:noAutofit/>
          </a:bodyPr>
          <a:lstStyle/>
          <a:p>
            <a:pPr algn="l">
              <a:buNone/>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공통 제약 C1/C2는 모든 주제에서 지킵니다.</a:t>
            </a:r>
            <a:endParaRPr lang="ko-KR">
              <a:solidFill>
                <a:srgbClr val="000000"/>
              </a:solidFill>
              <a:latin typeface="Calibri"/>
              <a:ea typeface="Calibri"/>
              <a:cs typeface="Calibri"/>
            </a:endParaRPr>
          </a:p>
        </p:txBody>
      </p:sp>
      <ns0:sp xmlns:ns0="http://schemas.openxmlformats.org/presentationml/2006/main" xmlns:ns1="http://schemas.openxmlformats.org/drawingml/2006/main" xmlns:ns2="http://schemas.microsoft.com/office/drawing/2014/main">
        <ns0:nvSpPr>
          <ns0:cNvPr id="7" name="v2-100-drivers-qa">
            <ns1:extLst>
              <ns1:ext uri="{FF2B5EF4-FFF2-40B4-BE49-F238E27FC236}">
                <ns2:creationId id="{525BB69C-F790-41AF-8026-FC7D6FC2B0F0}"/>
              </ns1:ext>
            </ns1:extLst>
          </ns0:cNvPr>
          <ns0:cNvSpPr>
            <ns1:spLocks noGrp="1"/>
          </ns0:cNvSpPr>
          <ns0:nvPr/>
        </ns0:nvSpPr>
        <ns0:spPr>
          <ns1:xfrm>
            <ns1:off x="495300" y="8001000"/>
            <ns1:ext cx="17049750" cy="1323975"/>
          </ns1:xfrm>
          <ns1:prstGeom prst="rect">
            <ns1:avLst/>
          </ns1:prstGeom>
          <ns1:noFill/>
          <ns1:ln w="0">
            <ns1:noFill/>
          </ns1:ln>
        </ns0:spPr>
        <ns0:txBody>
          <ns1:bodyPr wrap="none" lIns="0" tIns="0" rIns="0" bIns="0" anchor="ctr">
            <ns1:noAutofit/>
          </ns1:bodyPr>
          <ns1:lstStyle/>
          <ns1:p>
            <ns1:pPr algn="l">
              <ns1:buNone/>
              <ns1:defRPr sz="2500" b="0" lang="ko-KR">
                <ns1:solidFill>
                  <ns1:srgbClr val="000000"/>
                </ns1:solidFill>
                <ns1:latin typeface="Calibri"/>
                <ns1:ea typeface="Calibri"/>
                <ns1:cs typeface="Calibri"/>
              </ns1:defRPr>
            </ns1:pPr>
            <ns1:r>
              <ns1:rPr sz="2500" b="0" lang="ko-KR">
                <ns1:solidFill>
                  <ns1:srgbClr val="000000"/>
                </ns1:solidFill>
                <ns1:latin typeface="Calibri"/>
                <ns1:ea typeface="Calibri"/>
                <ns1:cs typeface="Calibri"/>
              </ns1:rPr>
              <ns1:t>핵심 QA01~QA06과 추가 후보 QA07~QA09를 정리했습니다. 표는 구조별 주요 영향 경로를 보여줍니다.</ns1:t>
            </ns1:r>
            <ns1:endParaRPr lang="ko-KR">
              <ns1:solidFill>
                <ns1:srgbClr val="000000"/>
              </ns1:solidFill>
              <ns1:latin typeface="Calibri"/>
              <ns1:ea typeface="Calibri"/>
              <ns1:cs typeface="Calibri"/>
            </ns1:endParaRPr>
          </ns1:p>
          <ns1:p>
            <ns1:pPr algn="l">
              <ns1:buNone/>
              <ns1:defRPr sz="2500" b="0" lang="ko-KR">
                <ns1:solidFill>
                  <ns1:srgbClr val="000000"/>
                </ns1:solidFill>
                <ns1:latin typeface="Calibri"/>
                <ns1:ea typeface="Calibri"/>
                <ns1:cs typeface="Calibri"/>
              </ns1:defRPr>
            </ns1:pPr>
            <ns1:r>
              <ns1:rPr sz="2500" b="0" lang="ko-KR">
                <ns1:solidFill>
                  <ns1:srgbClr val="000000"/>
                </ns1:solidFill>
                <ns1:latin typeface="Calibri"/>
                <ns1:ea typeface="Calibri"/>
                <ns1:cs typeface="Calibri"/>
              </ns1:rPr>
              <ns1:t>대안별 영향과 실제 차이는 같은 입력과 외부 조건에서 확인합니다.</ns1:t>
            </ns1:r>
            <ns1:endParaRPr lang="ko-KR">
              <ns1:solidFill>
                <ns1:srgbClr val="000000"/>
              </ns1:solidFill>
              <ns1:latin typeface="Calibri"/>
              <ns1:ea typeface="Calibri"/>
              <ns1:cs typeface="Calibri"/>
            </ns1:endParaRPr>
          </ns1:p>
        </ns0:txBody>
      </ns0:sp>
      <p:sp>
        <p:nvSpPr>
          <p:cNvPr id="13" name="v6-header-title">
            <a:extLst>
              <a:ext uri="{FF2B5EF4-FFF2-40B4-BE49-F238E27FC236}">
                <ns2:creationId id="{CC0DF3FB-6F85-44D7-9070-8CFB1E7F741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요구사항과 설계 질문</a:t>
            </a:r>
            <a:endParaRPr lang="ko-KR">
              <a:latin typeface="Calibri"/>
              <a:ea typeface="Calibri"/>
              <a:cs typeface="Calibri"/>
            </a:endParaRPr>
          </a:p>
        </p:txBody>
      </p:sp>
      <p:sp>
        <p:nvSpPr>
          <p:cNvPr id="14" name="v6-header-rule">
            <a:extLst>
              <a:ext uri="{FF2B5EF4-FFF2-40B4-BE49-F238E27FC236}">
                <ns2:creationId id="{818E77EE-2B3E-4F37-B826-0E9DAA08D453}"/>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5199B679-9291-498D-B275-64ACBA409F9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C1304838-93BD-465C-A24C-8786AD2A128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574452F7-84BD-44B6-AE44-125D5045FAD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F03214F6-5A8E-40B5-9223-45DE3E09276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51B3B348-ABD5-4DF2-A5B4-BC99EE5E353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 name="v6-header-page">
            <a:extLst>
              <a:ext uri="{FF2B5EF4-FFF2-40B4-BE49-F238E27FC236}">
                <ns2:creationId id="{E746A0CC-7AD9-49E2-B3E5-20B39B07E68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18 / 49</a:t>
            </a:r>
            <a:endParaRPr lang="ko-KR">
              <a:latin typeface="Calibri"/>
              <a:ea typeface="Calibri"/>
              <a:cs typeface="Calibri"/>
            </a:endParaRPr>
          </a:p>
        </p:txBody>
      </p:sp>
    </p:spTree>
    <p:extLst>
      <p:ext uri="{BB962C8B-B14F-4D97-AF65-F5344CB8AC3E}">
        <p14:creationId val="944121076"/>
      </p:ext>
    </p:extLst>
  </p:cSld>
</p:sld>
</file>

<file path=ppt/slides/slide52.xml><?xml version="1.0" encoding="utf-8"?>
<p:sld xmlns:a="http://schemas.openxmlformats.org/drawingml/2006/main" xmlns:ns2="http://schemas.microsoft.com/office/drawing/2014/main" xmlns:p="http://schemas.openxmlformats.org/presentationml/2006/main" xmlns:p14="http://schemas.microsoft.com/office/powerpoint/2010/main">
  <p:cSld name="dp44-comparison-v2">
    <p:bg>
      <p:bgPr>
        <a:solidFill>
          <a:srgbClr val="FFFFFF"/>
        </a:solidFill>
      </p:bgPr>
    </p:bg>
    <p:spTree>
      <p:nvGrpSpPr>
        <p:cNvPr id="1" name=""/>
        <p:cNvGrpSpPr/>
        <p:nvPr/>
      </p:nvGrpSpPr>
      <p:grpSpPr>
        <a:xfrm/>
      </p:grpSpPr>
      <p:sp>
        <p:nvSpPr>
          <p:cNvPr id="5" name="v2-227-note">
            <a:extLst>
              <a:ext uri="{FF2B5EF4-FFF2-40B4-BE49-F238E27FC236}">
                <ns2:creationId id="{3920B635-CC86-4452-9F21-854F33BEA64C}"/>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사건: 새 “표부터 설명해줘” + 메일 수신자 질문 + 이전 응답 준비의 늦은 완료</a:t>
            </a:r>
            <a:endParaRPr lang="ko-KR">
              <a:solidFill>
                <a:srgbClr val="000000"/>
              </a:solidFill>
              <a:latin typeface="Calibri"/>
              <a:ea typeface="Calibri"/>
              <a:cs typeface="Calibri"/>
            </a:endParaRPr>
          </a:p>
        </p:txBody>
      </p:sp>
      <p:sp>
        <p:nvSpPr>
          <p:cNvPr id="6" name="v2-228-option-a">
            <a:extLst>
              <a:ext uri="{FF2B5EF4-FFF2-40B4-BE49-F238E27FC236}">
                <ns2:creationId id="{1C349DDE-BB2A-4356-AB27-2A6B5BB40C49}"/>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중앙이 완료를 회수하고 후속 지시</a:t>
            </a:r>
            <a:endParaRPr lang="ko-KR">
              <a:solidFill>
                <a:srgbClr val="000000"/>
              </a:solidFill>
              <a:latin typeface="Calibri"/>
              <a:ea typeface="Calibri"/>
              <a:cs typeface="Calibri"/>
            </a:endParaRPr>
          </a:p>
        </p:txBody>
      </p:sp>
      <p:sp>
        <p:nvSpPr>
          <p:cNvPr id="7" name="v2-229-option-b">
            <a:extLst>
              <a:ext uri="{FF2B5EF4-FFF2-40B4-BE49-F238E27FC236}">
                <ns2:creationId id="{19F101DC-0E54-43DB-ABC6-102F155AEC48}"/>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단계와 Join이 조건을 보고 실행</a:t>
            </a:r>
            <a:endParaRPr lang="ko-KR">
              <a:solidFill>
                <a:srgbClr val="000000"/>
              </a:solidFill>
              <a:latin typeface="Calibri"/>
              <a:ea typeface="Calibri"/>
              <a:cs typeface="Calibri"/>
            </a:endParaRPr>
          </a:p>
        </p:txBody>
      </p:sp>
      <p:sp>
        <p:nvSpPr>
          <p:cNvPr id="10" name="v2-232-Interaction Manager">
            <a:extLst>
              <a:ext uri="{FF2B5EF4-FFF2-40B4-BE49-F238E27FC236}">
                <ns2:creationId id="{6358AFF3-98E2-48FF-AEE8-A93BA66CD60B}"/>
              </a:ext>
            </a:extLst>
          </p:cNvPr>
          <p:cNvSpPr>
            <a:spLocks noGrp="1"/>
          </p:cNvSpPr>
          <p:nvPr/>
        </p:nvSpPr>
        <p:spPr>
          <a:xfrm>
            <a:off x="723900" y="2657475"/>
            <a:ext cx="363855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2" name="v2-234-Task Manager">
            <a:extLst>
              <a:ext uri="{FF2B5EF4-FFF2-40B4-BE49-F238E27FC236}">
                <ns2:creationId id="{E6F460AB-48F0-466C-AB34-23F291B23E53}"/>
              </a:ext>
            </a:extLst>
          </p:cNvPr>
          <p:cNvSpPr>
            <a:spLocks noGrp="1"/>
          </p:cNvSpPr>
          <p:nvPr/>
        </p:nvSpPr>
        <p:spPr>
          <a:xfrm>
            <a:off x="5153025" y="2657475"/>
            <a:ext cx="350520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4" name="v2-236-Interaction Manager">
            <a:extLst>
              <a:ext uri="{FF2B5EF4-FFF2-40B4-BE49-F238E27FC236}">
                <ns2:creationId id="{EE42A785-8692-4892-BFDD-55F317DDC51E}"/>
              </a:ext>
            </a:extLst>
          </p:cNvPr>
          <p:cNvSpPr>
            <a:spLocks noGrp="1"/>
          </p:cNvSpPr>
          <p:nvPr/>
        </p:nvSpPr>
        <p:spPr>
          <a:xfrm>
            <a:off x="9458325" y="2657475"/>
            <a:ext cx="363855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6" name="v2-238-Task Manager">
            <a:extLst>
              <a:ext uri="{FF2B5EF4-FFF2-40B4-BE49-F238E27FC236}">
                <ns2:creationId id="{86FC882E-8E92-4BB0-B701-4327E1CE3475}"/>
              </a:ext>
            </a:extLst>
          </p:cNvPr>
          <p:cNvSpPr>
            <a:spLocks noGrp="1"/>
          </p:cNvSpPr>
          <p:nvPr/>
        </p:nvSpPr>
        <p:spPr>
          <a:xfrm>
            <a:off x="13887450" y="2657475"/>
            <a:ext cx="350520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8" name="v2-240-Request Controller">
            <a:extLst>
              <a:ext uri="{FF2B5EF4-FFF2-40B4-BE49-F238E27FC236}">
                <ns2:creationId id="{8C0BF3DF-3739-488F-8771-DAA0DCDA6F8F}"/>
              </a:ext>
            </a:extLst>
          </p:cNvPr>
          <p:cNvSpPr>
            <a:spLocks noGrp="1"/>
          </p:cNvSpPr>
          <p:nvPr/>
        </p:nvSpPr>
        <p:spPr>
          <a:xfrm>
            <a:off x="600075" y="3371850"/>
            <a:ext cx="8105775" cy="1552575"/>
          </a:xfrm>
          <a:prstGeom prst="rect">
            <a:avLst/>
          </a:prstGeom>
          <a:noFill/>
          <a:ln w="19050">
            <a:solidFill>
              <a:srgbClr val="BCCAD2"/>
            </a:solidFill>
          </a:ln>
        </p:spPr>
        <p:txBody>
          <a:bodyPr wrap="none" lIns="133350" tIns="38100" rIns="4829175" bIns="11525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20" name="v2-242-Dialogue Dispatcher">
            <a:extLst>
              <a:ext uri="{FF2B5EF4-FFF2-40B4-BE49-F238E27FC236}">
                <ns2:creationId id="{B9CCD998-3CE2-4140-977F-5A4350CFD0B7}"/>
              </a:ext>
            </a:extLst>
          </p:cNvPr>
          <p:cNvSpPr>
            <a:spLocks noGrp="1"/>
          </p:cNvSpPr>
          <p:nvPr/>
        </p:nvSpPr>
        <p:spPr>
          <a:xfrm>
            <a:off x="2305050" y="3829050"/>
            <a:ext cx="3524250" cy="571500"/>
          </a:xfrm>
          <a:prstGeom prst="rect">
            <a:avLst/>
          </a:prstGeom>
          <a:solidFill>
            <a:srgbClr val="FFF6DE"/>
          </a:solidFill>
          <a:ln w="19050">
            <a:solidFill>
              <a:srgbClr val="576773"/>
            </a:solidFill>
          </a:ln>
        </p:spPr>
        <p:txBody>
          <a:bodyPr wrap="none" lIns="76200" tIns="0" rIns="76200"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Dialogue Dispatcher</a:t>
            </a:r>
            <a:endParaRPr lang="ko-KR">
              <a:solidFill>
                <a:srgbClr val="000000"/>
              </a:solidFill>
              <a:latin typeface="Calibri"/>
              <a:ea typeface="Calibri"/>
              <a:cs typeface="Calibri"/>
            </a:endParaRPr>
          </a:p>
        </p:txBody>
      </p:sp>
      <p:sp>
        <p:nvSpPr>
          <p:cNvPr id="22" name="v2-244-Dialogue Progress State">
            <a:extLst>
              <a:ext uri="{FF2B5EF4-FFF2-40B4-BE49-F238E27FC236}">
                <ns2:creationId id="{71128F4C-99C5-4F2B-B0F8-B6520009F420}"/>
              </a:ext>
            </a:extLst>
          </p:cNvPr>
          <p:cNvSpPr>
            <a:spLocks noGrp="1"/>
          </p:cNvSpPr>
          <p:nvPr/>
        </p:nvSpPr>
        <p:spPr>
          <a:xfrm>
            <a:off x="6229350" y="3876675"/>
            <a:ext cx="2209800" cy="504825"/>
          </a:xfrm>
          <a:prstGeom prst="can">
            <a:avLst/>
          </a:prstGeom>
          <a:solidFill>
            <a:srgbClr val="FFFFFF"/>
          </a:solidFill>
          <a:ln w="19050">
            <a:solidFill>
              <a:srgbClr val="576773"/>
            </a:solidFill>
          </a:ln>
        </p:spPr>
        <p:txBody>
          <a:bodyPr wrap="none" lIns="76200" tIns="0" rIns="76200" bIns="0" anchor="ctr">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Dialogue Progress State</a:t>
            </a:r>
            <a:endParaRPr lang="ko-KR">
              <a:solidFill>
                <a:srgbClr val="000000"/>
              </a:solidFill>
              <a:latin typeface="Calibri"/>
              <a:ea typeface="Calibri"/>
              <a:cs typeface="Calibri"/>
            </a:endParaRPr>
          </a:p>
        </p:txBody>
      </p:sp>
      <p:sp>
        <p:nvSpPr>
          <p:cNvPr id="24" name="v2-246-Request Interpreter">
            <a:extLst>
              <a:ext uri="{FF2B5EF4-FFF2-40B4-BE49-F238E27FC236}">
                <ns2:creationId id="{10515061-9C96-4A77-9466-47004398756F}"/>
              </a:ext>
            </a:extLst>
          </p:cNvPr>
          <p:cNvSpPr>
            <a:spLocks noGrp="1"/>
          </p:cNvSpPr>
          <p:nvPr/>
        </p:nvSpPr>
        <p:spPr>
          <a:xfrm>
            <a:off x="809625" y="5391150"/>
            <a:ext cx="3238500" cy="4572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26" name="v2-248-Response Manager">
            <a:extLst>
              <a:ext uri="{FF2B5EF4-FFF2-40B4-BE49-F238E27FC236}">
                <ns2:creationId id="{C9E84AAA-8BDC-4B33-A292-FF9D35BBF6FC}"/>
              </a:ext>
            </a:extLst>
          </p:cNvPr>
          <p:cNvSpPr>
            <a:spLocks noGrp="1"/>
          </p:cNvSpPr>
          <p:nvPr/>
        </p:nvSpPr>
        <p:spPr>
          <a:xfrm>
            <a:off x="5191125" y="5076825"/>
            <a:ext cx="3429000" cy="1028700"/>
          </a:xfrm>
          <a:prstGeom prst="rect">
            <a:avLst/>
          </a:prstGeom>
          <a:noFill/>
          <a:ln w="19050">
            <a:solidFill>
              <a:srgbClr val="BCCAD2"/>
            </a:solidFill>
          </a:ln>
        </p:spPr>
        <p:txBody>
          <a:bodyPr wrap="none" lIns="133350" tIns="38100" rIns="152400" bIns="6286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28" name="v2-250-Response Composer">
            <a:extLst>
              <a:ext uri="{FF2B5EF4-FFF2-40B4-BE49-F238E27FC236}">
                <ns2:creationId id="{DEA13993-EBAE-46FF-9CA4-6B3DC6A76ABE}"/>
              </a:ext>
            </a:extLst>
          </p:cNvPr>
          <p:cNvSpPr>
            <a:spLocks noGrp="1"/>
          </p:cNvSpPr>
          <p:nvPr/>
        </p:nvSpPr>
        <p:spPr>
          <a:xfrm>
            <a:off x="5295900" y="5505450"/>
            <a:ext cx="3200400" cy="4286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30" name="v2-252-a-progress-state">
            <a:extLst>
              <a:ext uri="{FF2B5EF4-FFF2-40B4-BE49-F238E27FC236}">
                <ns2:creationId id="{75DE4B8E-E875-442A-B918-A99AE3E3AE48}"/>
              </a:ext>
            </a:extLst>
          </p:cNvPr>
          <p:cNvSpPr>
            <a:spLocks noGrp="1"/>
          </p:cNvSpPr>
          <p:nvPr/>
        </p:nvSpPr>
        <p:spPr>
          <a:xfrm>
            <a:off x="5829300" y="4114800"/>
            <a:ext cx="400050" cy="9525"/>
          </a:xfrm>
          <a:custGeom>
            <a:pathLst>
              <a:path w="400050" h="9525">
                <a:moveTo>
                  <a:pt x="0" y="0"/>
                </a:moveTo>
                <a:lnTo>
                  <a:pt x="400050" y="0"/>
                </a:lnTo>
              </a:path>
            </a:pathLst>
          </a:custGeom>
          <a:noFill/>
          <a:ln w="19050">
            <a:solidFill>
              <a:srgbClr val="576773"/>
            </a:solidFill>
            <a:prstDash val="solid"/>
          </a:ln>
        </p:spPr>
      </p:sp>
      <p:sp>
        <p:nvSpPr>
          <p:cNvPr id="31" name="v2-253-a-progress-state-head">
            <a:extLst>
              <a:ext uri="{FF2B5EF4-FFF2-40B4-BE49-F238E27FC236}">
                <ns2:creationId id="{91E10480-327E-4948-B062-C0D4189160F2}"/>
              </a:ext>
            </a:extLst>
          </p:cNvPr>
          <p:cNvSpPr>
            <a:spLocks noGrp="1"/>
          </p:cNvSpPr>
          <p:nvPr/>
        </p:nvSpPr>
        <p:spPr>
          <a:xfrm>
            <a:off x="6129042" y="406000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32" name="v2-254-a-input">
            <a:extLst>
              <a:ext uri="{FF2B5EF4-FFF2-40B4-BE49-F238E27FC236}">
                <ns2:creationId id="{F2DBB809-146D-42F7-8545-32C38767E080}"/>
              </a:ext>
            </a:extLst>
          </p:cNvPr>
          <p:cNvSpPr>
            <a:spLocks noGrp="1"/>
          </p:cNvSpPr>
          <p:nvPr/>
        </p:nvSpPr>
        <p:spPr>
          <a:xfrm>
            <a:off x="2543175" y="3152775"/>
            <a:ext cx="1524000" cy="676275"/>
          </a:xfrm>
          <a:custGeom>
            <a:pathLst>
              <a:path w="1524000" h="676275">
                <a:moveTo>
                  <a:pt x="0" y="0"/>
                </a:moveTo>
                <a:lnTo>
                  <a:pt x="0" y="495300"/>
                </a:lnTo>
                <a:lnTo>
                  <a:pt x="1524000" y="495300"/>
                </a:lnTo>
                <a:lnTo>
                  <a:pt x="1524000" y="676275"/>
                </a:lnTo>
              </a:path>
            </a:pathLst>
          </a:custGeom>
          <a:noFill/>
          <a:ln w="28575">
            <a:solidFill>
              <a:srgbClr val="00889A"/>
            </a:solidFill>
            <a:prstDash val="solid"/>
          </a:ln>
        </p:spPr>
      </p:sp>
      <p:sp>
        <p:nvSpPr>
          <p:cNvPr id="33" name="v2-255-a-input-head">
            <a:extLst>
              <a:ext uri="{FF2B5EF4-FFF2-40B4-BE49-F238E27FC236}">
                <ns2:creationId id="{128D5E54-A7A4-4975-921F-60990F46E123}"/>
              </a:ext>
            </a:extLst>
          </p:cNvPr>
          <p:cNvSpPr>
            <a:spLocks noGrp="1"/>
          </p:cNvSpPr>
          <p:nvPr/>
        </p:nvSpPr>
        <p:spPr>
          <a:xfrm>
            <a:off x="4012377" y="3728742"/>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34" name="v2-256-a-task">
            <a:extLst>
              <a:ext uri="{FF2B5EF4-FFF2-40B4-BE49-F238E27FC236}">
                <ns2:creationId id="{F23881D9-16E9-45E4-8A6E-D69B9E73B7A7}"/>
              </a:ext>
            </a:extLst>
          </p:cNvPr>
          <p:cNvSpPr>
            <a:spLocks noGrp="1"/>
          </p:cNvSpPr>
          <p:nvPr/>
        </p:nvSpPr>
        <p:spPr>
          <a:xfrm>
            <a:off x="4067175" y="3152775"/>
            <a:ext cx="2838450" cy="495300"/>
          </a:xfrm>
          <a:custGeom>
            <a:pathLst>
              <a:path w="2838450" h="495300">
                <a:moveTo>
                  <a:pt x="2838450" y="0"/>
                </a:moveTo>
                <a:lnTo>
                  <a:pt x="2838450" y="495300"/>
                </a:lnTo>
                <a:lnTo>
                  <a:pt x="0" y="495300"/>
                </a:lnTo>
              </a:path>
            </a:pathLst>
          </a:custGeom>
          <a:noFill/>
          <a:ln w="28575">
            <a:solidFill>
              <a:srgbClr val="00889A"/>
            </a:solidFill>
            <a:prstDash val="solid"/>
          </a:ln>
        </p:spPr>
      </p:sp>
      <p:sp>
        <p:nvSpPr>
          <p:cNvPr id="35" name="v2-257-a-infer">
            <a:extLst>
              <a:ext uri="{FF2B5EF4-FFF2-40B4-BE49-F238E27FC236}">
                <ns2:creationId id="{7A3372B2-1020-4795-A27D-37D30287F342}"/>
              </a:ext>
            </a:extLst>
          </p:cNvPr>
          <p:cNvSpPr>
            <a:spLocks noGrp="1"/>
          </p:cNvSpPr>
          <p:nvPr/>
        </p:nvSpPr>
        <p:spPr>
          <a:xfrm>
            <a:off x="2428875" y="4400550"/>
            <a:ext cx="942975" cy="990600"/>
          </a:xfrm>
          <a:custGeom>
            <a:pathLst>
              <a:path w="942975" h="990600">
                <a:moveTo>
                  <a:pt x="942975" y="0"/>
                </a:moveTo>
                <a:lnTo>
                  <a:pt x="942975" y="409575"/>
                </a:lnTo>
                <a:lnTo>
                  <a:pt x="0" y="409575"/>
                </a:lnTo>
                <a:lnTo>
                  <a:pt x="0" y="990600"/>
                </a:lnTo>
              </a:path>
            </a:pathLst>
          </a:custGeom>
          <a:noFill/>
          <a:ln w="24765">
            <a:solidFill>
              <a:srgbClr val="00889A"/>
            </a:solidFill>
            <a:prstDash val="solid"/>
          </a:ln>
        </p:spPr>
      </p:sp>
      <p:sp>
        <p:nvSpPr>
          <p:cNvPr id="36" name="v2-258-a-infer-head">
            <a:extLst>
              <a:ext uri="{FF2B5EF4-FFF2-40B4-BE49-F238E27FC236}">
                <ns2:creationId id="{A46EE732-3280-433E-9E02-2E350937B860}"/>
              </a:ext>
            </a:extLst>
          </p:cNvPr>
          <p:cNvSpPr>
            <a:spLocks noGrp="1"/>
          </p:cNvSpPr>
          <p:nvPr/>
        </p:nvSpPr>
        <p:spPr>
          <a:xfrm>
            <a:off x="2374077" y="5290842"/>
            <a:ext cx="109597" cy="100308"/>
          </a:xfrm>
          <a:custGeom>
            <a:pathLst>
              <a:path w="109597" h="100308">
                <a:moveTo>
                  <a:pt x="0" y="0"/>
                </a:moveTo>
                <a:lnTo>
                  <a:pt x="54798" y="100308"/>
                </a:lnTo>
                <a:lnTo>
                  <a:pt x="109597" y="0"/>
                </a:lnTo>
              </a:path>
            </a:pathLst>
          </a:custGeom>
          <a:noFill/>
          <a:ln w="24765">
            <a:solidFill>
              <a:srgbClr val="00889A"/>
            </a:solidFill>
            <a:prstDash val="solid"/>
          </a:ln>
        </p:spPr>
      </p:sp>
      <p:sp>
        <p:nvSpPr>
          <p:cNvPr id="37" name="v2-259-note">
            <a:extLst>
              <a:ext uri="{FF2B5EF4-FFF2-40B4-BE49-F238E27FC236}">
                <ns2:creationId id="{A5FB2E84-E2DC-4E40-B46B-6B68309D8A29}"/>
              </a:ext>
            </a:extLst>
          </p:cNvPr>
          <p:cNvSpPr>
            <a:spLocks noGrp="1"/>
          </p:cNvSpPr>
          <p:nvPr/>
        </p:nvSpPr>
        <p:spPr>
          <a:xfrm>
            <a:off x="819150" y="4410075"/>
            <a:ext cx="1714500"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① 지시</a:t>
            </a:r>
            <a:endParaRPr lang="ko-KR">
              <a:solidFill>
                <a:srgbClr val="000000"/>
              </a:solidFill>
              <a:latin typeface="Calibri"/>
              <a:ea typeface="Calibri"/>
              <a:cs typeface="Calibri"/>
            </a:endParaRPr>
          </a:p>
        </p:txBody>
      </p:sp>
      <p:sp>
        <p:nvSpPr>
          <p:cNvPr id="38" name="v2-260-a-infer-return">
            <a:extLst>
              <a:ext uri="{FF2B5EF4-FFF2-40B4-BE49-F238E27FC236}">
                <ns2:creationId id="{B79F5ADE-7773-44C6-822C-1B87009CBC02}"/>
              </a:ext>
            </a:extLst>
          </p:cNvPr>
          <p:cNvSpPr>
            <a:spLocks noGrp="1"/>
          </p:cNvSpPr>
          <p:nvPr/>
        </p:nvSpPr>
        <p:spPr>
          <a:xfrm>
            <a:off x="4048125" y="4400550"/>
            <a:ext cx="466725" cy="1219200"/>
          </a:xfrm>
          <a:custGeom>
            <a:pathLst>
              <a:path w="466725" h="1219200">
                <a:moveTo>
                  <a:pt x="0" y="1219200"/>
                </a:moveTo>
                <a:lnTo>
                  <a:pt x="466725" y="1219200"/>
                </a:lnTo>
                <a:lnTo>
                  <a:pt x="466725" y="0"/>
                </a:lnTo>
              </a:path>
            </a:pathLst>
          </a:custGeom>
          <a:noFill/>
          <a:ln w="24765">
            <a:solidFill>
              <a:srgbClr val="576773"/>
            </a:solidFill>
            <a:prstDash val="solid"/>
          </a:ln>
        </p:spPr>
      </p:sp>
      <p:sp>
        <p:nvSpPr>
          <p:cNvPr id="39" name="v2-261-a-infer-return-head">
            <a:extLst>
              <a:ext uri="{FF2B5EF4-FFF2-40B4-BE49-F238E27FC236}">
                <ns2:creationId id="{3BDA8E63-1A25-4814-933A-AC67476D6684}"/>
              </a:ext>
            </a:extLst>
          </p:cNvPr>
          <p:cNvSpPr>
            <a:spLocks noGrp="1"/>
          </p:cNvSpPr>
          <p:nvPr/>
        </p:nvSpPr>
        <p:spPr>
          <a:xfrm>
            <a:off x="4460052" y="4400550"/>
            <a:ext cx="109597" cy="100308"/>
          </a:xfrm>
          <a:custGeom>
            <a:pathLst>
              <a:path w="109597" h="100308">
                <a:moveTo>
                  <a:pt x="109597" y="100308"/>
                </a:moveTo>
                <a:lnTo>
                  <a:pt x="54798" y="0"/>
                </a:lnTo>
                <a:lnTo>
                  <a:pt x="0" y="100308"/>
                </a:lnTo>
              </a:path>
            </a:pathLst>
          </a:custGeom>
          <a:noFill/>
          <a:ln w="24765">
            <a:solidFill>
              <a:srgbClr val="576773"/>
            </a:solidFill>
            <a:prstDash val="solid"/>
          </a:ln>
        </p:spPr>
      </p:sp>
      <p:sp>
        <p:nvSpPr>
          <p:cNvPr id="40" name="v2-262-note">
            <a:extLst>
              <a:ext uri="{FF2B5EF4-FFF2-40B4-BE49-F238E27FC236}">
                <ns2:creationId id="{90254A0B-BD9B-42F5-A9E4-D002865D89CA}"/>
              </a:ext>
            </a:extLst>
          </p:cNvPr>
          <p:cNvSpPr>
            <a:spLocks noGrp="1"/>
          </p:cNvSpPr>
          <p:nvPr/>
        </p:nvSpPr>
        <p:spPr>
          <a:xfrm>
            <a:off x="3314700" y="4857750"/>
            <a:ext cx="2105025"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② 완료 회수</a:t>
            </a:r>
            <a:endParaRPr lang="ko-KR">
              <a:solidFill>
                <a:srgbClr val="000000"/>
              </a:solidFill>
              <a:latin typeface="Calibri"/>
              <a:ea typeface="Calibri"/>
              <a:cs typeface="Calibri"/>
            </a:endParaRPr>
          </a:p>
        </p:txBody>
      </p:sp>
      <p:sp>
        <p:nvSpPr>
          <p:cNvPr id="41" name="v2-263-a-compose">
            <a:extLst>
              <a:ext uri="{FF2B5EF4-FFF2-40B4-BE49-F238E27FC236}">
                <ns2:creationId id="{B66C43C1-4B45-420D-92A8-531E2611D112}"/>
              </a:ext>
            </a:extLst>
          </p:cNvPr>
          <p:cNvSpPr>
            <a:spLocks noGrp="1"/>
          </p:cNvSpPr>
          <p:nvPr/>
        </p:nvSpPr>
        <p:spPr>
          <a:xfrm>
            <a:off x="5076825" y="4400550"/>
            <a:ext cx="1819275" cy="1104900"/>
          </a:xfrm>
          <a:custGeom>
            <a:pathLst>
              <a:path w="1819275" h="1104900">
                <a:moveTo>
                  <a:pt x="0" y="0"/>
                </a:moveTo>
                <a:lnTo>
                  <a:pt x="0" y="371475"/>
                </a:lnTo>
                <a:lnTo>
                  <a:pt x="1819275" y="371475"/>
                </a:lnTo>
                <a:lnTo>
                  <a:pt x="1819275" y="1104900"/>
                </a:lnTo>
              </a:path>
            </a:pathLst>
          </a:custGeom>
          <a:noFill/>
          <a:ln w="24765">
            <a:solidFill>
              <a:srgbClr val="00889A"/>
            </a:solidFill>
            <a:prstDash val="solid"/>
          </a:ln>
        </p:spPr>
      </p:sp>
      <p:sp>
        <p:nvSpPr>
          <p:cNvPr id="42" name="v2-264-a-compose-head">
            <a:extLst>
              <a:ext uri="{FF2B5EF4-FFF2-40B4-BE49-F238E27FC236}">
                <ns2:creationId id="{BB79F469-C51D-4622-9CB4-657DF2206553}"/>
              </a:ext>
            </a:extLst>
          </p:cNvPr>
          <p:cNvSpPr>
            <a:spLocks noGrp="1"/>
          </p:cNvSpPr>
          <p:nvPr/>
        </p:nvSpPr>
        <p:spPr>
          <a:xfrm>
            <a:off x="6841302" y="5405142"/>
            <a:ext cx="109597" cy="100308"/>
          </a:xfrm>
          <a:custGeom>
            <a:pathLst>
              <a:path w="109597" h="100308">
                <a:moveTo>
                  <a:pt x="0" y="0"/>
                </a:moveTo>
                <a:lnTo>
                  <a:pt x="54798" y="100308"/>
                </a:lnTo>
                <a:lnTo>
                  <a:pt x="109597" y="0"/>
                </a:lnTo>
              </a:path>
            </a:pathLst>
          </a:custGeom>
          <a:noFill/>
          <a:ln w="24765">
            <a:solidFill>
              <a:srgbClr val="00889A"/>
            </a:solidFill>
            <a:prstDash val="solid"/>
          </a:ln>
        </p:spPr>
      </p:sp>
      <p:sp>
        <p:nvSpPr>
          <p:cNvPr id="43" name="v2-265-note">
            <a:extLst>
              <a:ext uri="{FF2B5EF4-FFF2-40B4-BE49-F238E27FC236}">
                <ns2:creationId id="{FA75560D-11D4-42D2-B84F-6F525F4DD23F}"/>
              </a:ext>
            </a:extLst>
          </p:cNvPr>
          <p:cNvSpPr>
            <a:spLocks noGrp="1"/>
          </p:cNvSpPr>
          <p:nvPr/>
        </p:nvSpPr>
        <p:spPr>
          <a:xfrm>
            <a:off x="6334125" y="4438650"/>
            <a:ext cx="2047875"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③ 준비 지시</a:t>
            </a:r>
            <a:endParaRPr lang="ko-KR">
              <a:solidFill>
                <a:srgbClr val="000000"/>
              </a:solidFill>
              <a:latin typeface="Calibri"/>
              <a:ea typeface="Calibri"/>
              <a:cs typeface="Calibri"/>
            </a:endParaRPr>
          </a:p>
        </p:txBody>
      </p:sp>
      <p:sp>
        <p:nvSpPr>
          <p:cNvPr id="44" name="v2-266-a-comp-return">
            <a:extLst>
              <a:ext uri="{FF2B5EF4-FFF2-40B4-BE49-F238E27FC236}">
                <ns2:creationId id="{32E03223-F0F8-4936-9326-42CE56686BA1}"/>
              </a:ext>
            </a:extLst>
          </p:cNvPr>
          <p:cNvSpPr>
            <a:spLocks noGrp="1"/>
          </p:cNvSpPr>
          <p:nvPr/>
        </p:nvSpPr>
        <p:spPr>
          <a:xfrm>
            <a:off x="4724400" y="4400550"/>
            <a:ext cx="571500" cy="1323975"/>
          </a:xfrm>
          <a:custGeom>
            <a:pathLst>
              <a:path w="571500" h="1323975">
                <a:moveTo>
                  <a:pt x="571500" y="1323975"/>
                </a:moveTo>
                <a:lnTo>
                  <a:pt x="0" y="1323975"/>
                </a:lnTo>
                <a:lnTo>
                  <a:pt x="0" y="0"/>
                </a:lnTo>
              </a:path>
            </a:pathLst>
          </a:custGeom>
          <a:noFill/>
          <a:ln w="24765">
            <a:solidFill>
              <a:srgbClr val="576773"/>
            </a:solidFill>
            <a:prstDash val="solid"/>
          </a:ln>
        </p:spPr>
      </p:sp>
      <p:sp>
        <p:nvSpPr>
          <p:cNvPr id="45" name="v2-267-a-comp-return-head">
            <a:extLst>
              <a:ext uri="{FF2B5EF4-FFF2-40B4-BE49-F238E27FC236}">
                <ns2:creationId id="{D5A3F212-A008-430F-85DD-B1E63907A13E}"/>
              </a:ext>
            </a:extLst>
          </p:cNvPr>
          <p:cNvSpPr>
            <a:spLocks noGrp="1"/>
          </p:cNvSpPr>
          <p:nvPr/>
        </p:nvSpPr>
        <p:spPr>
          <a:xfrm>
            <a:off x="4669602" y="4400550"/>
            <a:ext cx="109597" cy="100308"/>
          </a:xfrm>
          <a:custGeom>
            <a:pathLst>
              <a:path w="109597" h="100308">
                <a:moveTo>
                  <a:pt x="109597" y="100308"/>
                </a:moveTo>
                <a:lnTo>
                  <a:pt x="54798" y="0"/>
                </a:lnTo>
                <a:lnTo>
                  <a:pt x="0" y="100308"/>
                </a:lnTo>
              </a:path>
            </a:pathLst>
          </a:custGeom>
          <a:noFill/>
          <a:ln w="24765">
            <a:solidFill>
              <a:srgbClr val="576773"/>
            </a:solidFill>
            <a:prstDash val="solid"/>
          </a:ln>
        </p:spPr>
      </p:sp>
      <p:sp>
        <p:nvSpPr>
          <p:cNvPr id="46" name="v2-268-Request Controller">
            <a:extLst>
              <a:ext uri="{FF2B5EF4-FFF2-40B4-BE49-F238E27FC236}">
                <ns2:creationId id="{AA4ACB19-B03A-4D44-A5D6-77D887B38511}"/>
              </a:ext>
            </a:extLst>
          </p:cNvPr>
          <p:cNvSpPr>
            <a:spLocks noGrp="1"/>
          </p:cNvSpPr>
          <p:nvPr/>
        </p:nvSpPr>
        <p:spPr>
          <a:xfrm>
            <a:off x="9334500" y="3371850"/>
            <a:ext cx="8372475" cy="1552575"/>
          </a:xfrm>
          <a:prstGeom prst="rect">
            <a:avLst/>
          </a:prstGeom>
          <a:noFill/>
          <a:ln w="19050">
            <a:solidFill>
              <a:srgbClr val="BCCAD2"/>
            </a:solidFill>
          </a:ln>
        </p:spPr>
        <p:txBody>
          <a:bodyPr wrap="none" lIns="133350" tIns="38100" rIns="5095875" bIns="11525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48" name="v2-270-Input Resolution Stage">
            <a:extLst>
              <a:ext uri="{FF2B5EF4-FFF2-40B4-BE49-F238E27FC236}">
                <ns2:creationId id="{5C643E7F-22F3-44F1-9C86-F355B4BF8A2B}"/>
              </a:ext>
            </a:extLst>
          </p:cNvPr>
          <p:cNvSpPr>
            <a:spLocks noGrp="1"/>
          </p:cNvSpPr>
          <p:nvPr/>
        </p:nvSpPr>
        <p:spPr>
          <a:xfrm>
            <a:off x="9448800" y="3800475"/>
            <a:ext cx="3857625" cy="48577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Input Resolution Stage</a:t>
            </a:r>
            <a:endParaRPr lang="ko-KR">
              <a:solidFill>
                <a:srgbClr val="000000"/>
              </a:solidFill>
              <a:latin typeface="Calibri"/>
              <a:ea typeface="Calibri"/>
              <a:cs typeface="Calibri"/>
            </a:endParaRPr>
          </a:p>
        </p:txBody>
      </p:sp>
      <p:sp>
        <p:nvSpPr>
          <p:cNvPr id="50" name="v2-272-Task Notice Stage">
            <a:extLst>
              <a:ext uri="{FF2B5EF4-FFF2-40B4-BE49-F238E27FC236}">
                <ns2:creationId id="{BA862099-4D56-4EB4-AAC8-0BB6CA9AF7E8}"/>
              </a:ext>
            </a:extLst>
          </p:cNvPr>
          <p:cNvSpPr>
            <a:spLocks noGrp="1"/>
          </p:cNvSpPr>
          <p:nvPr/>
        </p:nvSpPr>
        <p:spPr>
          <a:xfrm>
            <a:off x="14011275" y="3800475"/>
            <a:ext cx="3524250" cy="48577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Notice Stage</a:t>
            </a:r>
            <a:endParaRPr lang="ko-KR">
              <a:solidFill>
                <a:srgbClr val="000000"/>
              </a:solidFill>
              <a:latin typeface="Calibri"/>
              <a:ea typeface="Calibri"/>
              <a:cs typeface="Calibri"/>
            </a:endParaRPr>
          </a:p>
        </p:txBody>
      </p:sp>
      <p:sp>
        <p:nvSpPr>
          <p:cNvPr id="52" name="v2-274-Input Window">
            <a:extLst>
              <a:ext uri="{FF2B5EF4-FFF2-40B4-BE49-F238E27FC236}">
                <ns2:creationId id="{C8BA59D1-1B33-4D24-80B6-7B525134C4B8}"/>
              </a:ext>
            </a:extLst>
          </p:cNvPr>
          <p:cNvSpPr>
            <a:spLocks noGrp="1"/>
          </p:cNvSpPr>
          <p:nvPr/>
        </p:nvSpPr>
        <p:spPr>
          <a:xfrm>
            <a:off x="9448800" y="4438650"/>
            <a:ext cx="2190750" cy="428625"/>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Input Window</a:t>
            </a:r>
            <a:endParaRPr lang="ko-KR">
              <a:solidFill>
                <a:srgbClr val="000000"/>
              </a:solidFill>
              <a:latin typeface="Calibri"/>
              <a:ea typeface="Calibri"/>
              <a:cs typeface="Calibri"/>
            </a:endParaRPr>
          </a:p>
        </p:txBody>
      </p:sp>
      <p:sp>
        <p:nvSpPr>
          <p:cNvPr id="54" name="v2-276-Notice Window">
            <a:extLst>
              <a:ext uri="{FF2B5EF4-FFF2-40B4-BE49-F238E27FC236}">
                <ns2:creationId id="{90A77247-D0D0-4278-948B-1A0E84688BC3}"/>
              </a:ext>
            </a:extLst>
          </p:cNvPr>
          <p:cNvSpPr>
            <a:spLocks noGrp="1"/>
          </p:cNvSpPr>
          <p:nvPr/>
        </p:nvSpPr>
        <p:spPr>
          <a:xfrm>
            <a:off x="15344775" y="4438650"/>
            <a:ext cx="2190750" cy="428625"/>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Notice Window</a:t>
            </a:r>
            <a:endParaRPr lang="ko-KR">
              <a:solidFill>
                <a:srgbClr val="000000"/>
              </a:solidFill>
              <a:latin typeface="Calibri"/>
              <a:ea typeface="Calibri"/>
              <a:cs typeface="Calibri"/>
            </a:endParaRPr>
          </a:p>
        </p:txBody>
      </p:sp>
      <p:sp>
        <p:nvSpPr>
          <p:cNvPr id="56" name="v2-278-b-input">
            <a:extLst>
              <a:ext uri="{FF2B5EF4-FFF2-40B4-BE49-F238E27FC236}">
                <ns2:creationId id="{3E9CB588-B3BF-4ADE-8E2E-2F2C5E54CB70}"/>
              </a:ext>
            </a:extLst>
          </p:cNvPr>
          <p:cNvSpPr>
            <a:spLocks noGrp="1"/>
          </p:cNvSpPr>
          <p:nvPr/>
        </p:nvSpPr>
        <p:spPr>
          <a:xfrm>
            <a:off x="11277600" y="3152775"/>
            <a:ext cx="9525" cy="647700"/>
          </a:xfrm>
          <a:custGeom>
            <a:pathLst>
              <a:path w="9525" h="647700">
                <a:moveTo>
                  <a:pt x="0" y="0"/>
                </a:moveTo>
                <a:lnTo>
                  <a:pt x="0" y="647700"/>
                </a:lnTo>
              </a:path>
            </a:pathLst>
          </a:custGeom>
          <a:noFill/>
          <a:ln w="28575">
            <a:solidFill>
              <a:srgbClr val="00889A"/>
            </a:solidFill>
            <a:prstDash val="solid"/>
          </a:ln>
        </p:spPr>
      </p:sp>
      <p:sp>
        <p:nvSpPr>
          <p:cNvPr id="57" name="v2-279-b-input-head">
            <a:extLst>
              <a:ext uri="{FF2B5EF4-FFF2-40B4-BE49-F238E27FC236}">
                <ns2:creationId id="{3721A980-E25B-47FE-8753-28D745AF9D61}"/>
              </a:ext>
            </a:extLst>
          </p:cNvPr>
          <p:cNvSpPr>
            <a:spLocks noGrp="1"/>
          </p:cNvSpPr>
          <p:nvPr/>
        </p:nvSpPr>
        <p:spPr>
          <a:xfrm>
            <a:off x="11222802" y="3700167"/>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58" name="v2-280-b-task">
            <a:extLst>
              <a:ext uri="{FF2B5EF4-FFF2-40B4-BE49-F238E27FC236}">
                <ns2:creationId id="{93FCC4A5-EDCD-4929-9428-0579DF94C9AC}"/>
              </a:ext>
            </a:extLst>
          </p:cNvPr>
          <p:cNvSpPr>
            <a:spLocks noGrp="1"/>
          </p:cNvSpPr>
          <p:nvPr/>
        </p:nvSpPr>
        <p:spPr>
          <a:xfrm>
            <a:off x="15792450" y="3152775"/>
            <a:ext cx="9525" cy="647700"/>
          </a:xfrm>
          <a:custGeom>
            <a:pathLst>
              <a:path w="9525" h="647700">
                <a:moveTo>
                  <a:pt x="0" y="0"/>
                </a:moveTo>
                <a:lnTo>
                  <a:pt x="0" y="647700"/>
                </a:lnTo>
              </a:path>
            </a:pathLst>
          </a:custGeom>
          <a:noFill/>
          <a:ln w="28575">
            <a:solidFill>
              <a:srgbClr val="00889A"/>
            </a:solidFill>
            <a:prstDash val="solid"/>
          </a:ln>
        </p:spPr>
      </p:sp>
      <p:sp>
        <p:nvSpPr>
          <p:cNvPr id="59" name="v2-281-b-task-head">
            <a:extLst>
              <a:ext uri="{FF2B5EF4-FFF2-40B4-BE49-F238E27FC236}">
                <ns2:creationId id="{59D1A660-5CF6-47AD-99D0-209C083EEA57}"/>
              </a:ext>
            </a:extLst>
          </p:cNvPr>
          <p:cNvSpPr>
            <a:spLocks noGrp="1"/>
          </p:cNvSpPr>
          <p:nvPr/>
        </p:nvSpPr>
        <p:spPr>
          <a:xfrm>
            <a:off x="15737652" y="3700167"/>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60" name="v2-282-b-input-state">
            <a:extLst>
              <a:ext uri="{FF2B5EF4-FFF2-40B4-BE49-F238E27FC236}">
                <ns2:creationId id="{23CF3CF7-6445-4FC2-92FF-9D2B96A0E884}"/>
              </a:ext>
            </a:extLst>
          </p:cNvPr>
          <p:cNvSpPr>
            <a:spLocks noGrp="1"/>
          </p:cNvSpPr>
          <p:nvPr/>
        </p:nvSpPr>
        <p:spPr>
          <a:xfrm>
            <a:off x="10544175" y="4286250"/>
            <a:ext cx="9525" cy="152400"/>
          </a:xfrm>
          <a:custGeom>
            <a:pathLst>
              <a:path w="9525" h="152400">
                <a:moveTo>
                  <a:pt x="0" y="0"/>
                </a:moveTo>
                <a:lnTo>
                  <a:pt x="0" y="152400"/>
                </a:lnTo>
              </a:path>
            </a:pathLst>
          </a:custGeom>
          <a:noFill/>
          <a:ln w="19050">
            <a:solidFill>
              <a:srgbClr val="576773"/>
            </a:solidFill>
            <a:prstDash val="solid"/>
          </a:ln>
        </p:spPr>
      </p:sp>
      <p:sp>
        <p:nvSpPr>
          <p:cNvPr id="61" name="v2-283-b-input-state-head">
            <a:extLst>
              <a:ext uri="{FF2B5EF4-FFF2-40B4-BE49-F238E27FC236}">
                <ns2:creationId id="{23273D72-5773-48EE-9397-A43B0F31756A}"/>
              </a:ext>
            </a:extLst>
          </p:cNvPr>
          <p:cNvSpPr>
            <a:spLocks noGrp="1"/>
          </p:cNvSpPr>
          <p:nvPr/>
        </p:nvSpPr>
        <p:spPr>
          <a:xfrm>
            <a:off x="10489377" y="4338342"/>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2" name="v2-284-b-notice-state">
            <a:extLst>
              <a:ext uri="{FF2B5EF4-FFF2-40B4-BE49-F238E27FC236}">
                <ns2:creationId id="{888F5816-5AD2-41AC-A875-D707AEA4CA17}"/>
              </a:ext>
            </a:extLst>
          </p:cNvPr>
          <p:cNvSpPr>
            <a:spLocks noGrp="1"/>
          </p:cNvSpPr>
          <p:nvPr/>
        </p:nvSpPr>
        <p:spPr>
          <a:xfrm>
            <a:off x="16440150" y="4286250"/>
            <a:ext cx="9525" cy="152400"/>
          </a:xfrm>
          <a:custGeom>
            <a:pathLst>
              <a:path w="9525" h="152400">
                <a:moveTo>
                  <a:pt x="0" y="0"/>
                </a:moveTo>
                <a:lnTo>
                  <a:pt x="0" y="152400"/>
                </a:lnTo>
              </a:path>
            </a:pathLst>
          </a:custGeom>
          <a:noFill/>
          <a:ln w="19050">
            <a:solidFill>
              <a:srgbClr val="576773"/>
            </a:solidFill>
            <a:prstDash val="solid"/>
          </a:ln>
        </p:spPr>
      </p:sp>
      <p:sp>
        <p:nvSpPr>
          <p:cNvPr id="63" name="v2-285-b-notice-state-head">
            <a:extLst>
              <a:ext uri="{FF2B5EF4-FFF2-40B4-BE49-F238E27FC236}">
                <ns2:creationId id="{2466763E-E991-4D62-B10C-E537C805ABAD}"/>
              </a:ext>
            </a:extLst>
          </p:cNvPr>
          <p:cNvSpPr>
            <a:spLocks noGrp="1"/>
          </p:cNvSpPr>
          <p:nvPr/>
        </p:nvSpPr>
        <p:spPr>
          <a:xfrm>
            <a:off x="16385352" y="4338342"/>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4" name="v2-286-Request Interpreter">
            <a:extLst>
              <a:ext uri="{FF2B5EF4-FFF2-40B4-BE49-F238E27FC236}">
                <ns2:creationId id="{4B7B331B-356C-43EE-BF6E-12DE7A6DCB8A}"/>
              </a:ext>
            </a:extLst>
          </p:cNvPr>
          <p:cNvSpPr>
            <a:spLocks noGrp="1"/>
          </p:cNvSpPr>
          <p:nvPr/>
        </p:nvSpPr>
        <p:spPr>
          <a:xfrm>
            <a:off x="9477375" y="5314950"/>
            <a:ext cx="3857625" cy="4286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6" name="v2-288-Response Manager">
            <a:extLst>
              <a:ext uri="{FF2B5EF4-FFF2-40B4-BE49-F238E27FC236}">
                <ns2:creationId id="{B768E91E-6077-47EE-B5F9-76E90E1FA16B}"/>
              </a:ext>
            </a:extLst>
          </p:cNvPr>
          <p:cNvSpPr>
            <a:spLocks noGrp="1"/>
          </p:cNvSpPr>
          <p:nvPr/>
        </p:nvSpPr>
        <p:spPr>
          <a:xfrm>
            <a:off x="13839825" y="5010150"/>
            <a:ext cx="3886200" cy="1114425"/>
          </a:xfrm>
          <a:prstGeom prst="rect">
            <a:avLst/>
          </a:prstGeom>
          <a:noFill/>
          <a:ln w="19050">
            <a:solidFill>
              <a:srgbClr val="BCCAD2"/>
            </a:solidFill>
          </a:ln>
        </p:spPr>
        <p:txBody>
          <a:bodyPr wrap="none" lIns="133350" tIns="38100" rIns="609600" bIns="71437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8" name="v2-290-Response Composer">
            <a:extLst>
              <a:ext uri="{FF2B5EF4-FFF2-40B4-BE49-F238E27FC236}">
                <ns2:creationId id="{8E7B5E4B-9B13-40D0-8F2A-F6B6C2DAE3BE}"/>
              </a:ext>
            </a:extLst>
          </p:cNvPr>
          <p:cNvSpPr>
            <a:spLocks noGrp="1"/>
          </p:cNvSpPr>
          <p:nvPr/>
        </p:nvSpPr>
        <p:spPr>
          <a:xfrm>
            <a:off x="14001750" y="5391150"/>
            <a:ext cx="3552825" cy="304800"/>
          </a:xfrm>
          <a:prstGeom prst="rect">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70" name="v2-292-Publication Join">
            <a:extLst>
              <a:ext uri="{FF2B5EF4-FFF2-40B4-BE49-F238E27FC236}">
                <ns2:creationId id="{460C16DC-E3B8-481D-992A-61E1601A23A1}"/>
              </a:ext>
            </a:extLst>
          </p:cNvPr>
          <p:cNvSpPr>
            <a:spLocks noGrp="1"/>
          </p:cNvSpPr>
          <p:nvPr/>
        </p:nvSpPr>
        <p:spPr>
          <a:xfrm>
            <a:off x="14001750" y="5772150"/>
            <a:ext cx="3552825" cy="304800"/>
          </a:xfrm>
          <a:prstGeom prst="rect">
            <a:avLst/>
          </a:prstGeom>
          <a:solidFill>
            <a:srgbClr val="FFF6DE"/>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Publication Join</a:t>
            </a:r>
            <a:endParaRPr lang="ko-KR">
              <a:solidFill>
                <a:srgbClr val="000000"/>
              </a:solidFill>
              <a:latin typeface="Calibri"/>
              <a:ea typeface="Calibri"/>
              <a:cs typeface="Calibri"/>
            </a:endParaRPr>
          </a:p>
        </p:txBody>
      </p:sp>
      <p:sp>
        <p:nvSpPr>
          <p:cNvPr id="72" name="v2-294-b-meaning">
            <a:extLst>
              <a:ext uri="{FF2B5EF4-FFF2-40B4-BE49-F238E27FC236}">
                <ns2:creationId id="{35F51184-54C3-4A97-89B5-6C9523D64795}"/>
              </a:ext>
            </a:extLst>
          </p:cNvPr>
          <p:cNvSpPr>
            <a:spLocks noGrp="1"/>
          </p:cNvSpPr>
          <p:nvPr/>
        </p:nvSpPr>
        <p:spPr>
          <a:xfrm>
            <a:off x="11401425" y="4048125"/>
            <a:ext cx="2162175" cy="1266825"/>
          </a:xfrm>
          <a:custGeom>
            <a:pathLst>
              <a:path w="2162175" h="1266825">
                <a:moveTo>
                  <a:pt x="1905000" y="0"/>
                </a:moveTo>
                <a:lnTo>
                  <a:pt x="2162175" y="0"/>
                </a:lnTo>
                <a:lnTo>
                  <a:pt x="2162175" y="1104900"/>
                </a:lnTo>
                <a:lnTo>
                  <a:pt x="0" y="1104900"/>
                </a:lnTo>
                <a:lnTo>
                  <a:pt x="0" y="1266825"/>
                </a:lnTo>
              </a:path>
            </a:pathLst>
          </a:custGeom>
          <a:noFill/>
          <a:ln w="23813">
            <a:solidFill>
              <a:srgbClr val="00889A"/>
            </a:solidFill>
            <a:prstDash val="solid"/>
          </a:ln>
        </p:spPr>
      </p:sp>
      <p:sp>
        <p:nvSpPr>
          <p:cNvPr id="73" name="v2-295-b-meaning-head">
            <a:extLst>
              <a:ext uri="{FF2B5EF4-FFF2-40B4-BE49-F238E27FC236}">
                <ns2:creationId id="{A24B0CDA-B05B-4A86-877A-A8078C0E6A00}"/>
              </a:ext>
            </a:extLst>
          </p:cNvPr>
          <p:cNvSpPr>
            <a:spLocks noGrp="1"/>
          </p:cNvSpPr>
          <p:nvPr/>
        </p:nvSpPr>
        <p:spPr>
          <a:xfrm>
            <a:off x="11346627" y="52146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74" name="v2-296-b-proposal-return">
            <a:extLst>
              <a:ext uri="{FF2B5EF4-FFF2-40B4-BE49-F238E27FC236}">
                <ns2:creationId id="{9D1B66C4-45F0-4EC7-B37A-D1EE02713380}"/>
              </a:ext>
            </a:extLst>
          </p:cNvPr>
          <p:cNvSpPr>
            <a:spLocks noGrp="1"/>
          </p:cNvSpPr>
          <p:nvPr/>
        </p:nvSpPr>
        <p:spPr>
          <a:xfrm>
            <a:off x="12992100" y="3667125"/>
            <a:ext cx="666750" cy="1866900"/>
          </a:xfrm>
          <a:custGeom>
            <a:pathLst>
              <a:path w="666750" h="1866900">
                <a:moveTo>
                  <a:pt x="342900" y="1866900"/>
                </a:moveTo>
                <a:lnTo>
                  <a:pt x="666750" y="1866900"/>
                </a:lnTo>
                <a:lnTo>
                  <a:pt x="666750" y="0"/>
                </a:lnTo>
                <a:lnTo>
                  <a:pt x="0" y="0"/>
                </a:lnTo>
                <a:lnTo>
                  <a:pt x="0" y="133350"/>
                </a:lnTo>
              </a:path>
            </a:pathLst>
          </a:custGeom>
          <a:noFill/>
          <a:ln w="23813">
            <a:solidFill>
              <a:srgbClr val="576773"/>
            </a:solidFill>
            <a:prstDash val="solid"/>
          </a:ln>
        </p:spPr>
      </p:sp>
      <p:sp>
        <p:nvSpPr>
          <p:cNvPr id="75" name="v2-297-b-proposal-return-head">
            <a:extLst>
              <a:ext uri="{FF2B5EF4-FFF2-40B4-BE49-F238E27FC236}">
                <ns2:creationId id="{2CD80145-B2CC-4268-8830-937F7D1E2F3D}"/>
              </a:ext>
            </a:extLst>
          </p:cNvPr>
          <p:cNvSpPr>
            <a:spLocks noGrp="1"/>
          </p:cNvSpPr>
          <p:nvPr/>
        </p:nvSpPr>
        <p:spPr>
          <a:xfrm>
            <a:off x="12937302" y="370016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76" name="v2-298-b-adopted-compose">
            <a:extLst>
              <a:ext uri="{FF2B5EF4-FFF2-40B4-BE49-F238E27FC236}">
                <ns2:creationId id="{4FFA312A-0D73-44FD-947B-CEFC085D8432}"/>
              </a:ext>
            </a:extLst>
          </p:cNvPr>
          <p:cNvSpPr>
            <a:spLocks noGrp="1"/>
          </p:cNvSpPr>
          <p:nvPr/>
        </p:nvSpPr>
        <p:spPr>
          <a:xfrm>
            <a:off x="13306425" y="4219575"/>
            <a:ext cx="695325" cy="1314450"/>
          </a:xfrm>
          <a:custGeom>
            <a:pathLst>
              <a:path w="695325" h="1314450">
                <a:moveTo>
                  <a:pt x="0" y="0"/>
                </a:moveTo>
                <a:lnTo>
                  <a:pt x="457200" y="0"/>
                </a:lnTo>
                <a:lnTo>
                  <a:pt x="457200" y="1314450"/>
                </a:lnTo>
                <a:lnTo>
                  <a:pt x="695325" y="1314450"/>
                </a:lnTo>
              </a:path>
            </a:pathLst>
          </a:custGeom>
          <a:noFill/>
          <a:ln w="23813">
            <a:solidFill>
              <a:srgbClr val="00889A"/>
            </a:solidFill>
            <a:prstDash val="solid"/>
          </a:ln>
        </p:spPr>
      </p:sp>
      <p:sp>
        <p:nvSpPr>
          <p:cNvPr id="77" name="v2-299-b-adopted-compose-head">
            <a:extLst>
              <a:ext uri="{FF2B5EF4-FFF2-40B4-BE49-F238E27FC236}">
                <ns2:creationId id="{1F3A3607-E7B8-421A-B243-844A3A1FEA8B}"/>
              </a:ext>
            </a:extLst>
          </p:cNvPr>
          <p:cNvSpPr>
            <a:spLocks noGrp="1"/>
          </p:cNvSpPr>
          <p:nvPr/>
        </p:nvSpPr>
        <p:spPr>
          <a:xfrm>
            <a:off x="13901442" y="5479227"/>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78" name="v2-300-note">
            <a:extLst>
              <a:ext uri="{FF2B5EF4-FFF2-40B4-BE49-F238E27FC236}">
                <ns2:creationId id="{E20219C1-1523-42FD-A7FF-7423C64ABFF5}"/>
              </a:ext>
            </a:extLst>
          </p:cNvPr>
          <p:cNvSpPr>
            <a:spLocks noGrp="1"/>
          </p:cNvSpPr>
          <p:nvPr/>
        </p:nvSpPr>
        <p:spPr>
          <a:xfrm>
            <a:off x="9477375" y="5067300"/>
            <a:ext cx="1809750" cy="209550"/>
          </a:xfrm>
          <a:prstGeom prst="rect">
            <a:avLst/>
          </a:prstGeom>
          <a:noFill/>
          <a:ln w="0">
            <a:noFill/>
          </a:ln>
        </p:spPr>
        <p:txBody>
          <a:bodyPr wrap="none" lIns="0" tIns="0" rIns="0" bIns="0" anchor="ctr">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제안 반환 후 채택</a:t>
            </a:r>
            <a:endParaRPr lang="ko-KR">
              <a:solidFill>
                <a:srgbClr val="000000"/>
              </a:solidFill>
              <a:latin typeface="Calibri"/>
              <a:ea typeface="Calibri"/>
              <a:cs typeface="Calibri"/>
            </a:endParaRPr>
          </a:p>
        </p:txBody>
      </p:sp>
      <p:sp>
        <p:nvSpPr>
          <p:cNvPr id="79" name="v2-301-b-notice-compose">
            <a:extLst>
              <a:ext uri="{FF2B5EF4-FFF2-40B4-BE49-F238E27FC236}">
                <ns2:creationId id="{5CBD4FDF-8E10-46A1-8BC3-176A2FF094F2}"/>
              </a:ext>
            </a:extLst>
          </p:cNvPr>
          <p:cNvSpPr>
            <a:spLocks noGrp="1"/>
          </p:cNvSpPr>
          <p:nvPr/>
        </p:nvSpPr>
        <p:spPr>
          <a:xfrm>
            <a:off x="17535525" y="4095750"/>
            <a:ext cx="428625" cy="1438275"/>
          </a:xfrm>
          <a:custGeom>
            <a:pathLst>
              <a:path w="428625" h="1438275">
                <a:moveTo>
                  <a:pt x="0" y="0"/>
                </a:moveTo>
                <a:lnTo>
                  <a:pt x="428625" y="0"/>
                </a:lnTo>
                <a:lnTo>
                  <a:pt x="428625" y="1438275"/>
                </a:lnTo>
                <a:lnTo>
                  <a:pt x="19050" y="1438275"/>
                </a:lnTo>
              </a:path>
            </a:pathLst>
          </a:custGeom>
          <a:noFill/>
          <a:ln w="23813">
            <a:solidFill>
              <a:srgbClr val="00889A"/>
            </a:solidFill>
            <a:prstDash val="solid"/>
          </a:ln>
        </p:spPr>
      </p:sp>
      <p:sp>
        <p:nvSpPr>
          <p:cNvPr id="80" name="v2-302-b-notice-compose-head">
            <a:extLst>
              <a:ext uri="{FF2B5EF4-FFF2-40B4-BE49-F238E27FC236}">
                <ns2:creationId id="{79C2861B-E61B-4443-880A-C64AC0DFFF49}"/>
              </a:ext>
            </a:extLst>
          </p:cNvPr>
          <p:cNvSpPr>
            <a:spLocks noGrp="1"/>
          </p:cNvSpPr>
          <p:nvPr/>
        </p:nvSpPr>
        <p:spPr>
          <a:xfrm>
            <a:off x="17554575" y="5479227"/>
            <a:ext cx="100308" cy="109597"/>
          </a:xfrm>
          <a:custGeom>
            <a:pathLst>
              <a:path w="100308" h="109597">
                <a:moveTo>
                  <a:pt x="100308" y="0"/>
                </a:moveTo>
                <a:lnTo>
                  <a:pt x="0" y="54798"/>
                </a:lnTo>
                <a:lnTo>
                  <a:pt x="100308" y="109597"/>
                </a:lnTo>
              </a:path>
            </a:pathLst>
          </a:custGeom>
          <a:noFill/>
          <a:ln w="23813">
            <a:solidFill>
              <a:srgbClr val="00889A"/>
            </a:solidFill>
            <a:prstDash val="solid"/>
          </a:ln>
        </p:spPr>
      </p:sp>
      <p:sp>
        <p:nvSpPr>
          <p:cNvPr id="81" name="v2-303-note">
            <a:extLst>
              <a:ext uri="{FF2B5EF4-FFF2-40B4-BE49-F238E27FC236}">
                <ns2:creationId id="{71B3062C-EC78-4722-B69D-E77C1FF2B851}"/>
              </a:ext>
            </a:extLst>
          </p:cNvPr>
          <p:cNvSpPr>
            <a:spLocks noGrp="1"/>
          </p:cNvSpPr>
          <p:nvPr/>
        </p:nvSpPr>
        <p:spPr>
          <a:xfrm>
            <a:off x="16192500" y="3438525"/>
            <a:ext cx="1466850" cy="238125"/>
          </a:xfrm>
          <a:prstGeom prst="rect">
            <a:avLst/>
          </a:prstGeom>
          <a:noFill/>
          <a:ln w="0">
            <a:noFill/>
          </a:ln>
        </p:spPr>
        <p:txBody>
          <a:bodyPr wrap="none" lIns="0" tIns="0" rIns="0" bIns="0" anchor="ctr">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유효 Notice</a:t>
            </a:r>
            <a:endParaRPr lang="ko-KR">
              <a:solidFill>
                <a:srgbClr val="000000"/>
              </a:solidFill>
              <a:latin typeface="Calibri"/>
              <a:ea typeface="Calibri"/>
              <a:cs typeface="Calibri"/>
            </a:endParaRPr>
          </a:p>
        </p:txBody>
      </p:sp>
      <p:sp>
        <p:nvSpPr>
          <p:cNvPr id="82" name="v2-304-b-candidate">
            <a:extLst>
              <a:ext uri="{FF2B5EF4-FFF2-40B4-BE49-F238E27FC236}">
                <ns2:creationId id="{FF620E1D-59E0-40CF-A23E-EF6071003DF5}"/>
              </a:ext>
            </a:extLst>
          </p:cNvPr>
          <p:cNvSpPr>
            <a:spLocks noGrp="1"/>
          </p:cNvSpPr>
          <p:nvPr/>
        </p:nvSpPr>
        <p:spPr>
          <a:xfrm>
            <a:off x="15773400" y="5695950"/>
            <a:ext cx="9525" cy="76200"/>
          </a:xfrm>
          <a:custGeom>
            <a:pathLst>
              <a:path w="9525" h="76200">
                <a:moveTo>
                  <a:pt x="0" y="0"/>
                </a:moveTo>
                <a:lnTo>
                  <a:pt x="0" y="76200"/>
                </a:lnTo>
              </a:path>
            </a:pathLst>
          </a:custGeom>
          <a:noFill/>
          <a:ln w="23813">
            <a:solidFill>
              <a:srgbClr val="00889A"/>
            </a:solidFill>
            <a:prstDash val="solid"/>
          </a:ln>
        </p:spPr>
      </p:sp>
      <p:sp>
        <p:nvSpPr>
          <p:cNvPr id="83" name="v2-305-b-candidate-head">
            <a:extLst>
              <a:ext uri="{FF2B5EF4-FFF2-40B4-BE49-F238E27FC236}">
                <ns2:creationId id="{B034E452-2423-4663-B174-E7B4E71A904A}"/>
              </a:ext>
            </a:extLst>
          </p:cNvPr>
          <p:cNvSpPr>
            <a:spLocks noGrp="1"/>
          </p:cNvSpPr>
          <p:nvPr/>
        </p:nvSpPr>
        <p:spPr>
          <a:xfrm>
            <a:off x="15718602" y="56718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84" name="v2-306-b-join-input">
            <a:extLst>
              <a:ext uri="{FF2B5EF4-FFF2-40B4-BE49-F238E27FC236}">
                <ns2:creationId id="{8659B599-F90A-4F70-A80D-B35B019FED2C}"/>
              </a:ext>
            </a:extLst>
          </p:cNvPr>
          <p:cNvSpPr>
            <a:spLocks noGrp="1"/>
          </p:cNvSpPr>
          <p:nvPr/>
        </p:nvSpPr>
        <p:spPr>
          <a:xfrm>
            <a:off x="9372600" y="4867275"/>
            <a:ext cx="4629150" cy="1057275"/>
          </a:xfrm>
          <a:custGeom>
            <a:pathLst>
              <a:path w="4629150" h="1057275">
                <a:moveTo>
                  <a:pt x="1171575" y="0"/>
                </a:moveTo>
                <a:lnTo>
                  <a:pt x="1171575" y="152400"/>
                </a:lnTo>
                <a:lnTo>
                  <a:pt x="0" y="152400"/>
                </a:lnTo>
                <a:lnTo>
                  <a:pt x="0" y="1057275"/>
                </a:lnTo>
                <a:lnTo>
                  <a:pt x="4629150" y="1057275"/>
                </a:lnTo>
              </a:path>
            </a:pathLst>
          </a:custGeom>
          <a:noFill/>
          <a:ln w="23813">
            <a:solidFill>
              <a:srgbClr val="00889A"/>
            </a:solidFill>
            <a:prstDash val="solid"/>
          </a:ln>
        </p:spPr>
      </p:sp>
      <p:sp>
        <p:nvSpPr>
          <p:cNvPr id="85" name="v2-307-b-join-input-head">
            <a:extLst>
              <a:ext uri="{FF2B5EF4-FFF2-40B4-BE49-F238E27FC236}">
                <ns2:creationId id="{9F21ABB8-FBD7-4D17-9747-344EC748C62D}"/>
              </a:ext>
            </a:extLst>
          </p:cNvPr>
          <p:cNvSpPr>
            <a:spLocks noGrp="1"/>
          </p:cNvSpPr>
          <p:nvPr/>
        </p:nvSpPr>
        <p:spPr>
          <a:xfrm>
            <a:off x="13901442" y="5869752"/>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86" name="v2-308-b-join-notice">
            <a:extLst>
              <a:ext uri="{FF2B5EF4-FFF2-40B4-BE49-F238E27FC236}">
                <ns2:creationId id="{AC621F8A-9A8F-49A6-BFC1-9BF06BF8082F}"/>
              </a:ext>
            </a:extLst>
          </p:cNvPr>
          <p:cNvSpPr>
            <a:spLocks noGrp="1"/>
          </p:cNvSpPr>
          <p:nvPr/>
        </p:nvSpPr>
        <p:spPr>
          <a:xfrm>
            <a:off x="16440150" y="4867275"/>
            <a:ext cx="1390650" cy="1057275"/>
          </a:xfrm>
          <a:custGeom>
            <a:pathLst>
              <a:path w="1390650" h="1057275">
                <a:moveTo>
                  <a:pt x="0" y="0"/>
                </a:moveTo>
                <a:lnTo>
                  <a:pt x="1390650" y="0"/>
                </a:lnTo>
                <a:lnTo>
                  <a:pt x="1390650" y="1057275"/>
                </a:lnTo>
                <a:lnTo>
                  <a:pt x="1114425" y="1057275"/>
                </a:lnTo>
              </a:path>
            </a:pathLst>
          </a:custGeom>
          <a:noFill/>
          <a:ln w="23813">
            <a:solidFill>
              <a:srgbClr val="00889A"/>
            </a:solidFill>
            <a:prstDash val="solid"/>
          </a:ln>
        </p:spPr>
      </p:sp>
      <p:sp>
        <p:nvSpPr>
          <p:cNvPr id="87" name="v2-309-b-join-notice-head">
            <a:extLst>
              <a:ext uri="{FF2B5EF4-FFF2-40B4-BE49-F238E27FC236}">
                <ns2:creationId id="{073526A7-C758-401E-8964-B44414282891}"/>
              </a:ext>
            </a:extLst>
          </p:cNvPr>
          <p:cNvSpPr>
            <a:spLocks noGrp="1"/>
          </p:cNvSpPr>
          <p:nvPr/>
        </p:nvSpPr>
        <p:spPr>
          <a:xfrm>
            <a:off x="17554575" y="5869752"/>
            <a:ext cx="100308" cy="109597"/>
          </a:xfrm>
          <a:custGeom>
            <a:pathLst>
              <a:path w="100308" h="109597">
                <a:moveTo>
                  <a:pt x="100308" y="0"/>
                </a:moveTo>
                <a:lnTo>
                  <a:pt x="0" y="54798"/>
                </a:lnTo>
                <a:lnTo>
                  <a:pt x="100308" y="109597"/>
                </a:lnTo>
              </a:path>
            </a:pathLst>
          </a:custGeom>
          <a:noFill/>
          <a:ln w="23813">
            <a:solidFill>
              <a:srgbClr val="00889A"/>
            </a:solidFill>
            <a:prstDash val="solid"/>
          </a:ln>
        </p:spPr>
      </p:sp>
      <p:sp>
        <p:nvSpPr>
          <p:cNvPr id="88" name="v2-310-note">
            <a:extLst>
              <a:ext uri="{FF2B5EF4-FFF2-40B4-BE49-F238E27FC236}">
                <ns2:creationId id="{82A583D3-411A-4741-B1D5-621882DD8530}"/>
              </a:ext>
            </a:extLst>
          </p:cNvPr>
          <p:cNvSpPr>
            <a:spLocks noGrp="1"/>
          </p:cNvSpPr>
          <p:nvPr/>
        </p:nvSpPr>
        <p:spPr>
          <a:xfrm>
            <a:off x="9477375" y="6115050"/>
            <a:ext cx="8096250" cy="219075"/>
          </a:xfrm>
          <a:prstGeom prst="rect">
            <a:avLst/>
          </a:prstGeom>
          <a:noFill/>
          <a:ln w="0">
            <a:noFill/>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입력/알림 조건 + 준비된 후보 → 게시 가능 여부</a:t>
            </a:r>
            <a:endParaRPr lang="ko-KR">
              <a:solidFill>
                <a:srgbClr val="000000"/>
              </a:solidFill>
              <a:latin typeface="Calibri"/>
              <a:ea typeface="Calibri"/>
              <a:cs typeface="Calibri"/>
            </a:endParaRPr>
          </a:p>
        </p:txBody>
      </p:sp>
      <p:sp>
        <p:nvSpPr>
          <p:cNvPr id="89" name="v2-311-note">
            <a:extLst>
              <a:ext uri="{FF2B5EF4-FFF2-40B4-BE49-F238E27FC236}">
                <ns2:creationId id="{A012552B-6836-45C3-B8B3-7E7A816A27D2}"/>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Publication Control의 검사 → Interaction Manager 실제 표시/재생 → Response Manager 전달 기록. 옛 후보 폐기 / 질문은 별도 허용</a:t>
            </a:r>
            <a:endParaRPr lang="ko-KR">
              <a:solidFill>
                <a:srgbClr val="000000"/>
              </a:solidFill>
              <a:latin typeface="Calibri"/>
              <a:ea typeface="Calibri"/>
              <a:cs typeface="Calibri"/>
            </a:endParaRPr>
          </a:p>
        </p:txBody>
      </p:sp>
      <p:sp>
        <p:nvSpPr>
          <p:cNvPr id="90" name="v2-312-a-cost">
            <a:extLst>
              <a:ext uri="{FF2B5EF4-FFF2-40B4-BE49-F238E27FC236}">
                <ns2:creationId id="{F263034A-F85B-4CA3-9DB2-70221C31A9BE}"/>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비동기, 병렬 실행과 우선순위 처리 가능</a:t>
            </a:r>
            <a:endParaRPr lang="ko-KR">
              <a:solidFill>
                <a:srgbClr val="000000"/>
              </a:solidFill>
              <a:latin typeface="Calibri"/>
              <a:ea typeface="Calibri"/>
              <a:cs typeface="Calibri"/>
            </a:endParaRPr>
          </a:p>
        </p:txBody>
      </p:sp>
      <p:sp>
        <p:nvSpPr>
          <p:cNvPr id="91" name="v2-313-b-cost">
            <a:extLst>
              <a:ext uri="{FF2B5EF4-FFF2-40B4-BE49-F238E27FC236}">
                <ns2:creationId id="{C3D09DC4-687D-43E8-9103-7CEFFDA09DE6}"/>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Stage/Window, credit와 Join 상태 비용</a:t>
            </a:r>
            <a:endParaRPr lang="ko-KR">
              <a:solidFill>
                <a:srgbClr val="000000"/>
              </a:solidFill>
              <a:latin typeface="Calibri"/>
              <a:ea typeface="Calibri"/>
              <a:cs typeface="Calibri"/>
            </a:endParaRPr>
          </a:p>
        </p:txBody>
      </p:sp>
      <ns0:graphicFrame xmlns:ns0="http://schemas.openxmlformats.org/presentationml/2006/main" xmlns:ns1="http://schemas.openxmlformats.org/drawingml/2006/main">
        <ns0:nvGraphicFramePr>
          <ns0:cNvPr id="185" name=""/>
          <ns0:cNvGraphicFramePr/>
          <ns0:nvPr/>
        </ns0:nvGraphicFramePr>
        <ns0:xfrm>
          <ns1:off x="495300" y="7258050"/>
          <ns1:ext cx="17297400" cy="2533650"/>
        </ns0:xfrm>
        <ns1:graphic>
          <ns1:graphicData uri="http://schemas.openxmlformats.org/drawingml/2006/table">
            <ns1:tbl>
              <ns1:tblPr/>
              <ns1:tblGrid>
                <ns1:gridCol w="4038600"/>
                <ns1:gridCol w="6629400"/>
                <ns1:gridCol w="6629400"/>
              </ns1:tblGrid>
              <ns1:tr h="381000">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품질 지표 / 공통 28개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A: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B: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QA01  첫 응답 지연시간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중앙 queue와 회수 대기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Stage, Join과 수용량 대기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QA02  지칭 대상 식별 정확도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공통 검증 / 같은 지칭 결과 전달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공통 검증 / 같은 지칭 결과 전달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QA03  VIA 처리시간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회수와 다음 실행 연결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단계 활성화와 게시 Join</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QA04  변경 범위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후속 규칙과 사건 규칙과 형식</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단계와 Join 규칙과 형식</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QA05  모델 사용 비용</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실제 호출, retry와 폐기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실제 호출, retry와 폐기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QA06  최대 RAM 사용량</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중앙 상태와 queue</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Window, credit, copy</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bl>
          </ns1:graphicData>
        </ns1:graphic>
      </ns0:graphicFrame>
      <ns0:sp xmlns:ns0="http://schemas.openxmlformats.org/presentationml/2006/main" xmlns:ns1="http://schemas.openxmlformats.org/drawingml/2006/main" xmlns:ns2="http://schemas.microsoft.com/office/drawing/2014/main">
        <ns0:nvSpPr>
          <ns0:cNvPr id="93" name="v2-314-note">
            <ns1:extLst>
              <ns1:ext uri="{FF2B5EF4-FFF2-40B4-BE49-F238E27FC236}">
                <ns2:creationId id="{6378C499-39A5-40BF-8572-67798CF3B82A}"/>
              </ns1:ext>
            </ns1:extLst>
          </ns0:cNvPr>
          <ns0:cNvSpPr>
            <ns1:spLocks noGrp="1"/>
          </ns0:cNvSpPr>
          <ns0:nvPr/>
        </ns0:nvSpPr>
        <ns0:spPr>
          <ns1:xfrm>
            <ns1:off x="495300" y="9839325"/>
            <ns1:ext cx="17297400" cy="333375"/>
          </ns1:xfrm>
          <ns1:prstGeom prst="rect">
            <ns1:avLst/>
          </ns1:prstGeom>
          <ns1:noFill/>
          <ns1:ln w="0">
            <ns1:noFill/>
          </ns1:ln>
        </ns0:spPr>
        <ns0:txBody>
          <ns1:bodyPr wrap="none" lIns="0" tIns="0" rIns="0" bIns="0" anchor="ctr">
            <ns1:noAutofit/>
          </ns1:bodyPr>
          <ns1:lstStyle/>
          <ns1:p>
            <ns1:pPr algn="l">
              <ns1:defRPr sz="1700" b="0"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미측정. 공통 28개를 사용하며 지표와 목표 및 0~6점 기준은 Appendix QA01~QA09에서 확인한다.</ns1:t>
            </ns1:r>
            <ns1:endParaRPr lang="ko-KR">
              <ns1:solidFill>
                <ns1:srgbClr val="000000"/>
              </ns1:solidFill>
              <ns1:latin typeface="Calibri"/>
              <ns1:ea typeface="Calibri"/>
              <ns1:cs typeface="Calibri"/>
            </ns1:endParaRPr>
          </ns1:p>
        </ns0:txBody>
      </ns0:sp>
      <p:sp>
        <p:nvSpPr>
          <p:cNvPr id="186" name="v6-header-title">
            <a:extLst>
              <a:ext uri="{FF2B5EF4-FFF2-40B4-BE49-F238E27FC236}">
                <ns2:creationId id="{5AC2212F-310C-42A3-978F-DB268CF686A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응답시간을 위한 지속 대화 설계</a:t>
            </a:r>
            <a:endParaRPr lang="ko-KR">
              <a:latin typeface="Calibri"/>
              <a:ea typeface="Calibri"/>
              <a:cs typeface="Calibri"/>
            </a:endParaRPr>
          </a:p>
        </p:txBody>
      </p:sp>
      <p:sp>
        <p:nvSpPr>
          <p:cNvPr id="187" name="v6-header-rule">
            <a:extLst>
              <a:ext uri="{FF2B5EF4-FFF2-40B4-BE49-F238E27FC236}">
                <ns2:creationId id="{E3A9514F-EB40-4655-B4A6-1C2045E886FF}"/>
              </a:ext>
            </a:extLst>
          </p:cNvPr>
          <p:cNvSpPr>
            <a:spLocks noGrp="1"/>
          </p:cNvSpPr>
          <p:nvPr/>
        </p:nvSpPr>
        <p:spPr>
          <a:xfrm>
            <a:off x="495300" y="990600"/>
            <a:ext cx="17335500" cy="0"/>
          </a:xfrm>
          <a:prstGeom prst="line">
            <a:avLst/>
          </a:prstGeom>
          <a:noFill/>
          <a:ln w="19050">
            <a:solidFill>
              <a:srgbClr val="A6A6A6"/>
            </a:solidFill>
          </a:ln>
        </p:spPr>
      </p:sp>
      <p:sp>
        <p:nvSpPr>
          <p:cNvPr id="188" name="v6-header-stage-0">
            <a:extLst>
              <a:ext uri="{FF2B5EF4-FFF2-40B4-BE49-F238E27FC236}">
                <ns2:creationId id="{92FBB545-BD74-48E1-BDBE-A23E4188084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89" name="v6-header-stage-1">
            <a:extLst>
              <a:ext uri="{FF2B5EF4-FFF2-40B4-BE49-F238E27FC236}">
                <ns2:creationId id="{A3E03338-8471-47E2-B3C3-1896574AE87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90" name="v6-header-stage-2">
            <a:extLst>
              <a:ext uri="{FF2B5EF4-FFF2-40B4-BE49-F238E27FC236}">
                <ns2:creationId id="{206C822A-6F24-4092-A79E-8B9D6A80AA73}"/>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1" name="v6-header-stage-3">
            <a:extLst>
              <a:ext uri="{FF2B5EF4-FFF2-40B4-BE49-F238E27FC236}">
                <ns2:creationId id="{B6A86B10-0C60-4390-A644-65FD1CED2B1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2" name="v6-header-stage-4">
            <a:extLst>
              <a:ext uri="{FF2B5EF4-FFF2-40B4-BE49-F238E27FC236}">
                <ns2:creationId id="{0E616C9A-0570-4CC1-A3BE-1B76ED41BF3A}"/>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93"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27 / 49</a:t>
            </a:r>
            <a:endParaRPr lang="ko-KR">
              <a:latin typeface="Calibri"/>
              <a:ea typeface="Calibri"/>
              <a:cs typeface="Calibri"/>
            </a:endParaRPr>
          </a:p>
        </p:txBody>
      </p:sp>
    </p:spTree>
    <p:extLst>
      <p:ext uri="{BB962C8B-B14F-4D97-AF65-F5344CB8AC3E}">
        <p14:creationId val="1964571774"/>
      </p:ext>
    </p:extLst>
  </p:cSld>
</p:sld>
</file>

<file path=ppt/slides/slide53.xml><?xml version="1.0" encoding="utf-8"?>
<p:sld xmlns:a="http://schemas.openxmlformats.org/drawingml/2006/main" xmlns:ns2="http://schemas.microsoft.com/office/drawing/2014/main" xmlns:p="http://schemas.openxmlformats.org/presentationml/2006/main" xmlns:p14="http://schemas.microsoft.com/office/powerpoint/2010/main">
  <p:cSld name="dp45-comparison-v2">
    <p:bg>
      <p:bgPr>
        <a:solidFill>
          <a:srgbClr val="FFFFFF"/>
        </a:solidFill>
      </p:bgPr>
    </p:bg>
    <p:spTree>
      <p:nvGrpSpPr>
        <p:cNvPr id="1" name=""/>
        <p:cNvGrpSpPr/>
        <p:nvPr/>
      </p:nvGrpSpPr>
      <p:grpSpPr>
        <a:xfrm/>
      </p:grpSpPr>
      <p:sp>
        <p:nvSpPr>
          <p:cNvPr id="5" name="v2-319-note">
            <a:extLst>
              <a:ext uri="{FF2B5EF4-FFF2-40B4-BE49-F238E27FC236}">
                <ns2:creationId id="{5A199CA3-8279-49EA-B70C-E8DCCEF2BB9E}"/>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요청: “지난번 평가 기준으로 제품 비교와 견적 결과를 함께 써서 제안서를 만들어줘.”</a:t>
            </a:r>
            <a:endParaRPr lang="ko-KR">
              <a:solidFill>
                <a:srgbClr val="000000"/>
              </a:solidFill>
              <a:latin typeface="Calibri"/>
              <a:ea typeface="Calibri"/>
              <a:cs typeface="Calibri"/>
            </a:endParaRPr>
          </a:p>
        </p:txBody>
      </p:sp>
      <p:sp>
        <p:nvSpPr>
          <p:cNvPr id="6" name="v2-320-option-a">
            <a:extLst>
              <a:ext uri="{FF2B5EF4-FFF2-40B4-BE49-F238E27FC236}">
                <ns2:creationId id="{7FFCAB25-74E5-4BA6-A4BF-E3CBDF2CE393}"/>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현재 요청에 맞춰 원본을 조합</a:t>
            </a:r>
            <a:endParaRPr lang="ko-KR">
              <a:solidFill>
                <a:srgbClr val="000000"/>
              </a:solidFill>
              <a:latin typeface="Calibri"/>
              <a:ea typeface="Calibri"/>
              <a:cs typeface="Calibri"/>
            </a:endParaRPr>
          </a:p>
        </p:txBody>
      </p:sp>
      <p:sp>
        <p:nvSpPr>
          <p:cNvPr id="7" name="v2-321-option-b">
            <a:extLst>
              <a:ext uri="{FF2B5EF4-FFF2-40B4-BE49-F238E27FC236}">
                <ns2:creationId id="{04163C29-2963-4406-8EEB-9B2C983301F7}"/>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과거 관계를 공통 생산하고 조회</a:t>
            </a:r>
            <a:endParaRPr lang="ko-KR">
              <a:solidFill>
                <a:srgbClr val="000000"/>
              </a:solidFill>
              <a:latin typeface="Calibri"/>
              <a:ea typeface="Calibri"/>
              <a:cs typeface="Calibri"/>
            </a:endParaRPr>
          </a:p>
        </p:txBody>
      </p:sp>
      <p:sp>
        <p:nvSpPr>
          <p:cNvPr id="10" name="v2-324-note">
            <a:extLst>
              <a:ext uri="{FF2B5EF4-FFF2-40B4-BE49-F238E27FC236}">
                <ns2:creationId id="{61E7D39F-CCE5-422F-8663-50E14892FAD5}"/>
              </a:ext>
            </a:extLst>
          </p:cNvPr>
          <p:cNvSpPr>
            <a:spLocks noGrp="1"/>
          </p:cNvSpPr>
          <p:nvPr/>
        </p:nvSpPr>
        <p:spPr>
          <a:xfrm>
            <a:off x="495300" y="2552700"/>
            <a:ext cx="6391275" cy="43815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원본: 실제 전달한 설명과 업무 결과</a:t>
            </a:r>
            <a:endParaRPr lang="ko-KR">
              <a:solidFill>
                <a:srgbClr val="000000"/>
              </a:solidFill>
              <a:latin typeface="Calibri"/>
              <a:ea typeface="Calibri"/>
              <a:cs typeface="Calibri"/>
            </a:endParaRPr>
          </a:p>
        </p:txBody>
      </p:sp>
      <p:sp>
        <p:nvSpPr>
          <p:cNvPr id="11" name="v2-325-Model Access">
            <a:extLst>
              <a:ext uri="{FF2B5EF4-FFF2-40B4-BE49-F238E27FC236}">
                <ns2:creationId id="{EB368250-516F-4AE9-9B24-DAF74AE24C3D}"/>
              </a:ext>
            </a:extLst>
          </p:cNvPr>
          <p:cNvSpPr>
            <a:spLocks noGrp="1"/>
          </p:cNvSpPr>
          <p:nvPr/>
        </p:nvSpPr>
        <p:spPr>
          <a:xfrm>
            <a:off x="7143750" y="2628900"/>
            <a:ext cx="4095750" cy="428625"/>
          </a:xfrm>
          <a:prstGeom prst="rect">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13" name="v2-327-클라우드 의미 LLM">
            <a:extLst>
              <a:ext uri="{FF2B5EF4-FFF2-40B4-BE49-F238E27FC236}">
                <ns2:creationId id="{D106CF12-2AB3-49FB-9878-58CA9844772E}"/>
              </a:ext>
            </a:extLst>
          </p:cNvPr>
          <p:cNvSpPr>
            <a:spLocks noGrp="1"/>
          </p:cNvSpPr>
          <p:nvPr/>
        </p:nvSpPr>
        <p:spPr>
          <a:xfrm>
            <a:off x="13430250" y="2628900"/>
            <a:ext cx="4181475" cy="428625"/>
          </a:xfrm>
          <a:prstGeom prst="rect">
            <a:avLst/>
          </a:prstGeom>
          <a:solidFill>
            <a:srgbClr val="E8EEF7"/>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15" name="v2-329-common-meaning">
            <a:extLst>
              <a:ext uri="{FF2B5EF4-FFF2-40B4-BE49-F238E27FC236}">
                <ns2:creationId id="{189C3EE8-89F6-4BF0-8BF8-4A41C6FC1C8B}"/>
              </a:ext>
            </a:extLst>
          </p:cNvPr>
          <p:cNvSpPr>
            <a:spLocks noGrp="1"/>
          </p:cNvSpPr>
          <p:nvPr/>
        </p:nvSpPr>
        <p:spPr>
          <a:xfrm>
            <a:off x="11239500" y="2838450"/>
            <a:ext cx="2190750" cy="9525"/>
          </a:xfrm>
          <a:custGeom>
            <a:pathLst>
              <a:path w="2190750" h="9525">
                <a:moveTo>
                  <a:pt x="0" y="0"/>
                </a:moveTo>
                <a:lnTo>
                  <a:pt x="2190750" y="0"/>
                </a:lnTo>
              </a:path>
            </a:pathLst>
          </a:custGeom>
          <a:noFill/>
          <a:ln w="19050">
            <a:solidFill>
              <a:srgbClr val="576773"/>
            </a:solidFill>
            <a:prstDash val="solid"/>
          </a:ln>
        </p:spPr>
      </p:sp>
      <p:sp>
        <p:nvSpPr>
          <p:cNvPr id="16" name="v2-330-common-meaning-head">
            <a:extLst>
              <a:ext uri="{FF2B5EF4-FFF2-40B4-BE49-F238E27FC236}">
                <ns2:creationId id="{539ACD00-3E1B-4513-817F-4FE5303725EB}"/>
              </a:ext>
            </a:extLst>
          </p:cNvPr>
          <p:cNvSpPr>
            <a:spLocks noGrp="1"/>
          </p:cNvSpPr>
          <p:nvPr/>
        </p:nvSpPr>
        <p:spPr>
          <a:xfrm>
            <a:off x="13329942" y="27836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17" name="v2-331-note">
            <a:extLst>
              <a:ext uri="{FF2B5EF4-FFF2-40B4-BE49-F238E27FC236}">
                <ns2:creationId id="{BB77EF32-10C2-4A43-B914-B43396B657D1}"/>
              </a:ext>
            </a:extLst>
          </p:cNvPr>
          <p:cNvSpPr>
            <a:spLocks noGrp="1"/>
          </p:cNvSpPr>
          <p:nvPr/>
        </p:nvSpPr>
        <p:spPr>
          <a:xfrm>
            <a:off x="11458575" y="2533650"/>
            <a:ext cx="1857375" cy="257175"/>
          </a:xfrm>
          <a:prstGeom prst="rect">
            <a:avLst/>
          </a:prstGeom>
          <a:noFill/>
          <a:ln w="0">
            <a:noFill/>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필요할 때 호출</a:t>
            </a:r>
            <a:endParaRPr lang="ko-KR">
              <a:solidFill>
                <a:srgbClr val="000000"/>
              </a:solidFill>
              <a:latin typeface="Calibri"/>
              <a:ea typeface="Calibri"/>
              <a:cs typeface="Calibri"/>
            </a:endParaRPr>
          </a:p>
        </p:txBody>
      </p:sp>
      <p:sp>
        <p:nvSpPr>
          <p:cNvPr id="18" name="v2-332-Context Manager">
            <a:extLst>
              <a:ext uri="{FF2B5EF4-FFF2-40B4-BE49-F238E27FC236}">
                <ns2:creationId id="{8126D139-3DFB-41B0-8E62-B38342FF70AF}"/>
              </a:ext>
            </a:extLst>
          </p:cNvPr>
          <p:cNvSpPr>
            <a:spLocks noGrp="1"/>
          </p:cNvSpPr>
          <p:nvPr/>
        </p:nvSpPr>
        <p:spPr>
          <a:xfrm>
            <a:off x="600075" y="3105150"/>
            <a:ext cx="8105775" cy="2228850"/>
          </a:xfrm>
          <a:prstGeom prst="rect">
            <a:avLst/>
          </a:prstGeom>
          <a:noFill/>
          <a:ln w="19050">
            <a:solidFill>
              <a:srgbClr val="BCCAD2"/>
            </a:solidFill>
          </a:ln>
        </p:spPr>
        <p:txBody>
          <a:bodyPr wrap="none" lIns="133350" tIns="38100" rIns="4829175" bIns="182880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20" name="v2-334-Context Composer">
            <a:extLst>
              <a:ext uri="{FF2B5EF4-FFF2-40B4-BE49-F238E27FC236}">
                <ns2:creationId id="{396C0F95-53DE-420C-AA60-40C5212FEFF4}"/>
              </a:ext>
            </a:extLst>
          </p:cNvPr>
          <p:cNvSpPr>
            <a:spLocks noGrp="1"/>
          </p:cNvSpPr>
          <p:nvPr/>
        </p:nvSpPr>
        <p:spPr>
          <a:xfrm>
            <a:off x="1076325" y="3714750"/>
            <a:ext cx="3905250" cy="561975"/>
          </a:xfrm>
          <a:prstGeom prst="rect">
            <a:avLst/>
          </a:prstGeom>
          <a:solidFill>
            <a:srgbClr val="FFF6DE"/>
          </a:solidFill>
          <a:ln w="19050">
            <a:solidFill>
              <a:srgbClr val="576773"/>
            </a:solidFill>
          </a:ln>
        </p:spPr>
        <p:txBody>
          <a:bodyPr wrap="none" lIns="76200" tIns="0" rIns="76200" bIns="0" anchor="ctr">
            <a:noAutofit/>
          </a:bodyPr>
          <a:lstStyle/>
          <a:p>
            <a:pPr algn="ctr">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Context Composer</a:t>
            </a:r>
            <a:endParaRPr lang="ko-KR">
              <a:solidFill>
                <a:srgbClr val="000000"/>
              </a:solidFill>
              <a:latin typeface="Calibri"/>
              <a:ea typeface="Calibri"/>
              <a:cs typeface="Calibri"/>
            </a:endParaRPr>
          </a:p>
        </p:txBody>
      </p:sp>
      <p:sp>
        <p:nvSpPr>
          <p:cNvPr id="22" name="v2-336-Source View Cache">
            <a:extLst>
              <a:ext uri="{FF2B5EF4-FFF2-40B4-BE49-F238E27FC236}">
                <ns2:creationId id="{FEEF1F1B-5080-4E4C-B13D-135B864EB173}"/>
              </a:ext>
            </a:extLst>
          </p:cNvPr>
          <p:cNvSpPr>
            <a:spLocks noGrp="1"/>
          </p:cNvSpPr>
          <p:nvPr/>
        </p:nvSpPr>
        <p:spPr>
          <a:xfrm>
            <a:off x="5772150" y="3705225"/>
            <a:ext cx="2609850" cy="552450"/>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Source View Cache</a:t>
            </a:r>
            <a:endParaRPr lang="ko-KR">
              <a:solidFill>
                <a:srgbClr val="000000"/>
              </a:solidFill>
              <a:latin typeface="Calibri"/>
              <a:ea typeface="Calibri"/>
              <a:cs typeface="Calibri"/>
            </a:endParaRPr>
          </a:p>
        </p:txBody>
      </p:sp>
      <p:sp>
        <p:nvSpPr>
          <p:cNvPr id="24" name="v2-338-a-query">
            <a:extLst>
              <a:ext uri="{FF2B5EF4-FFF2-40B4-BE49-F238E27FC236}">
                <ns2:creationId id="{DBD3F639-28D4-4F46-B0D7-83781CC1E9CA}"/>
              </a:ext>
            </a:extLst>
          </p:cNvPr>
          <p:cNvSpPr>
            <a:spLocks noGrp="1"/>
          </p:cNvSpPr>
          <p:nvPr/>
        </p:nvSpPr>
        <p:spPr>
          <a:xfrm>
            <a:off x="714375" y="3571875"/>
            <a:ext cx="2314575" cy="142875"/>
          </a:xfrm>
          <a:custGeom>
            <a:pathLst>
              <a:path w="2314575" h="142875">
                <a:moveTo>
                  <a:pt x="0" y="0"/>
                </a:moveTo>
                <a:lnTo>
                  <a:pt x="2314575" y="0"/>
                </a:lnTo>
                <a:lnTo>
                  <a:pt x="2314575" y="142875"/>
                </a:lnTo>
              </a:path>
            </a:pathLst>
          </a:custGeom>
          <a:noFill/>
          <a:ln w="23813">
            <a:solidFill>
              <a:srgbClr val="00889A"/>
            </a:solidFill>
            <a:prstDash val="solid"/>
          </a:ln>
        </p:spPr>
      </p:sp>
      <p:sp>
        <p:nvSpPr>
          <p:cNvPr id="25" name="v2-339-a-query-head">
            <a:extLst>
              <a:ext uri="{FF2B5EF4-FFF2-40B4-BE49-F238E27FC236}">
                <ns2:creationId id="{A25BBCF2-7EB2-4BC6-B5E1-9FEAF3D62BFB}"/>
              </a:ext>
            </a:extLst>
          </p:cNvPr>
          <p:cNvSpPr>
            <a:spLocks noGrp="1"/>
          </p:cNvSpPr>
          <p:nvPr/>
        </p:nvSpPr>
        <p:spPr>
          <a:xfrm>
            <a:off x="2974152" y="36144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26" name="v2-340-note">
            <a:extLst>
              <a:ext uri="{FF2B5EF4-FFF2-40B4-BE49-F238E27FC236}">
                <ns2:creationId id="{91D40DCD-BAD5-45EE-AC8C-205892F2E4DC}"/>
              </a:ext>
            </a:extLst>
          </p:cNvPr>
          <p:cNvSpPr>
            <a:spLocks noGrp="1"/>
          </p:cNvSpPr>
          <p:nvPr/>
        </p:nvSpPr>
        <p:spPr>
          <a:xfrm>
            <a:off x="3314700" y="3190875"/>
            <a:ext cx="200025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이번 조회</a:t>
            </a:r>
            <a:endParaRPr lang="ko-KR">
              <a:solidFill>
                <a:srgbClr val="000000"/>
              </a:solidFill>
              <a:latin typeface="Calibri"/>
              <a:ea typeface="Calibri"/>
              <a:cs typeface="Calibri"/>
            </a:endParaRPr>
          </a:p>
        </p:txBody>
      </p:sp>
      <p:sp>
        <p:nvSpPr>
          <p:cNvPr id="27" name="v2-341-a-cache">
            <a:extLst>
              <a:ext uri="{FF2B5EF4-FFF2-40B4-BE49-F238E27FC236}">
                <ns2:creationId id="{EEACDFDA-3614-4935-BC85-A8DFD2AED8C0}"/>
              </a:ext>
            </a:extLst>
          </p:cNvPr>
          <p:cNvSpPr>
            <a:spLocks noGrp="1"/>
          </p:cNvSpPr>
          <p:nvPr/>
        </p:nvSpPr>
        <p:spPr>
          <a:xfrm>
            <a:off x="4981575" y="3990975"/>
            <a:ext cx="790575" cy="9525"/>
          </a:xfrm>
          <a:custGeom>
            <a:pathLst>
              <a:path w="790575" h="9525">
                <a:moveTo>
                  <a:pt x="0" y="0"/>
                </a:moveTo>
                <a:lnTo>
                  <a:pt x="790575" y="0"/>
                </a:lnTo>
              </a:path>
            </a:pathLst>
          </a:custGeom>
          <a:noFill/>
          <a:ln w="23813">
            <a:solidFill>
              <a:srgbClr val="576773"/>
            </a:solidFill>
            <a:prstDash val="solid"/>
          </a:ln>
        </p:spPr>
      </p:sp>
      <p:sp>
        <p:nvSpPr>
          <p:cNvPr id="28" name="v2-342-a-cache-head">
            <a:extLst>
              <a:ext uri="{FF2B5EF4-FFF2-40B4-BE49-F238E27FC236}">
                <ns2:creationId id="{6CCEE704-6BCC-4D6C-BBBB-A180809F69F2}"/>
              </a:ext>
            </a:extLst>
          </p:cNvPr>
          <p:cNvSpPr>
            <a:spLocks noGrp="1"/>
          </p:cNvSpPr>
          <p:nvPr/>
        </p:nvSpPr>
        <p:spPr>
          <a:xfrm>
            <a:off x="5671842" y="3936177"/>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29" name="v2-343-note">
            <a:extLst>
              <a:ext uri="{FF2B5EF4-FFF2-40B4-BE49-F238E27FC236}">
                <ns2:creationId id="{CA304442-5565-46AF-A7C8-80AC2DE0184D}"/>
              </a:ext>
            </a:extLst>
          </p:cNvPr>
          <p:cNvSpPr>
            <a:spLocks noGrp="1"/>
          </p:cNvSpPr>
          <p:nvPr/>
        </p:nvSpPr>
        <p:spPr>
          <a:xfrm>
            <a:off x="5505450" y="4295775"/>
            <a:ext cx="302895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유효 cache / 부분 갱신</a:t>
            </a:r>
            <a:endParaRPr lang="ko-KR">
              <a:solidFill>
                <a:srgbClr val="000000"/>
              </a:solidFill>
              <a:latin typeface="Calibri"/>
              <a:ea typeface="Calibri"/>
              <a:cs typeface="Calibri"/>
            </a:endParaRPr>
          </a:p>
        </p:txBody>
      </p:sp>
      <p:sp>
        <p:nvSpPr>
          <p:cNvPr id="30" name="v2-344-Request Evidence Set">
            <a:extLst>
              <a:ext uri="{FF2B5EF4-FFF2-40B4-BE49-F238E27FC236}">
                <ns2:creationId id="{F49D6F2F-592B-4BB9-8AD7-95444563A63D}"/>
              </a:ext>
            </a:extLst>
          </p:cNvPr>
          <p:cNvSpPr>
            <a:spLocks noGrp="1"/>
          </p:cNvSpPr>
          <p:nvPr/>
        </p:nvSpPr>
        <p:spPr>
          <a:xfrm>
            <a:off x="4695825" y="4695825"/>
            <a:ext cx="3667125" cy="533400"/>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Evidence Set</a:t>
            </a:r>
            <a:endParaRPr lang="ko-KR">
              <a:solidFill>
                <a:srgbClr val="000000"/>
              </a:solidFill>
              <a:latin typeface="Calibri"/>
              <a:ea typeface="Calibri"/>
              <a:cs typeface="Calibri"/>
            </a:endParaRPr>
          </a:p>
        </p:txBody>
      </p:sp>
      <p:sp>
        <p:nvSpPr>
          <p:cNvPr id="32" name="v2-346-a-meaning-read">
            <a:extLst>
              <a:ext uri="{FF2B5EF4-FFF2-40B4-BE49-F238E27FC236}">
                <ns2:creationId id="{2FA0BAB0-FE15-41CE-9EB6-847F1E957125}"/>
              </a:ext>
            </a:extLst>
          </p:cNvPr>
          <p:cNvSpPr>
            <a:spLocks noGrp="1"/>
          </p:cNvSpPr>
          <p:nvPr/>
        </p:nvSpPr>
        <p:spPr>
          <a:xfrm>
            <a:off x="4981575" y="2838450"/>
            <a:ext cx="2162175" cy="1047750"/>
          </a:xfrm>
          <a:custGeom>
            <a:pathLst>
              <a:path w="2162175" h="1047750">
                <a:moveTo>
                  <a:pt x="0" y="1047750"/>
                </a:moveTo>
                <a:lnTo>
                  <a:pt x="257175" y="1047750"/>
                </a:lnTo>
                <a:lnTo>
                  <a:pt x="257175" y="0"/>
                </a:lnTo>
                <a:lnTo>
                  <a:pt x="2162175" y="0"/>
                </a:lnTo>
              </a:path>
            </a:pathLst>
          </a:custGeom>
          <a:noFill/>
          <a:ln w="23813">
            <a:solidFill>
              <a:srgbClr val="576773"/>
            </a:solidFill>
            <a:prstDash val="dash"/>
          </a:ln>
        </p:spPr>
      </p:sp>
      <p:sp>
        <p:nvSpPr>
          <p:cNvPr id="33" name="v2-347-a-meaning-read-head">
            <a:extLst>
              <a:ext uri="{FF2B5EF4-FFF2-40B4-BE49-F238E27FC236}">
                <ns2:creationId id="{FE78D7E4-A3E4-45B2-8AD6-E39766AB3DEB}"/>
              </a:ext>
            </a:extLst>
          </p:cNvPr>
          <p:cNvSpPr>
            <a:spLocks noGrp="1"/>
          </p:cNvSpPr>
          <p:nvPr/>
        </p:nvSpPr>
        <p:spPr>
          <a:xfrm>
            <a:off x="7043442" y="2783652"/>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34" name="v2-348-note">
            <a:extLst>
              <a:ext uri="{FF2B5EF4-FFF2-40B4-BE49-F238E27FC236}">
                <ns2:creationId id="{9BCD895B-7A69-4D4C-8B24-CA0B30D9E53C}"/>
              </a:ext>
            </a:extLst>
          </p:cNvPr>
          <p:cNvSpPr>
            <a:spLocks noGrp="1"/>
          </p:cNvSpPr>
          <p:nvPr/>
        </p:nvSpPr>
        <p:spPr>
          <a:xfrm>
            <a:off x="895350" y="5562600"/>
            <a:ext cx="7686675" cy="38100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③ 원본 확인 후 이번 요청의 근거 반환</a:t>
            </a:r>
            <a:endParaRPr lang="ko-KR">
              <a:solidFill>
                <a:srgbClr val="000000"/>
              </a:solidFill>
              <a:latin typeface="Calibri"/>
              <a:ea typeface="Calibri"/>
              <a:cs typeface="Calibri"/>
            </a:endParaRPr>
          </a:p>
        </p:txBody>
      </p:sp>
      <p:sp>
        <p:nvSpPr>
          <p:cNvPr id="35" name="v2-349-a-evidence">
            <a:extLst>
              <a:ext uri="{FF2B5EF4-FFF2-40B4-BE49-F238E27FC236}">
                <ns2:creationId id="{72896549-E4EF-4123-914E-AB609B064524}"/>
              </a:ext>
            </a:extLst>
          </p:cNvPr>
          <p:cNvSpPr>
            <a:spLocks noGrp="1"/>
          </p:cNvSpPr>
          <p:nvPr/>
        </p:nvSpPr>
        <p:spPr>
          <a:xfrm>
            <a:off x="4981575" y="4114800"/>
            <a:ext cx="1543050" cy="581025"/>
          </a:xfrm>
          <a:custGeom>
            <a:pathLst>
              <a:path w="1543050" h="581025">
                <a:moveTo>
                  <a:pt x="0" y="0"/>
                </a:moveTo>
                <a:lnTo>
                  <a:pt x="209550" y="0"/>
                </a:lnTo>
                <a:lnTo>
                  <a:pt x="209550" y="428625"/>
                </a:lnTo>
                <a:lnTo>
                  <a:pt x="1543050" y="428625"/>
                </a:lnTo>
                <a:lnTo>
                  <a:pt x="1543050" y="581025"/>
                </a:lnTo>
              </a:path>
            </a:pathLst>
          </a:custGeom>
          <a:noFill/>
          <a:ln w="23813">
            <a:solidFill>
              <a:srgbClr val="00889A"/>
            </a:solidFill>
            <a:prstDash val="solid"/>
          </a:ln>
        </p:spPr>
      </p:sp>
      <p:sp>
        <p:nvSpPr>
          <p:cNvPr id="36" name="v2-350-a-evidence-head">
            <a:extLst>
              <a:ext uri="{FF2B5EF4-FFF2-40B4-BE49-F238E27FC236}">
                <ns2:creationId id="{25E44DC6-6BBB-4554-96BD-EEB2A678CA20}"/>
              </a:ext>
            </a:extLst>
          </p:cNvPr>
          <p:cNvSpPr>
            <a:spLocks noGrp="1"/>
          </p:cNvSpPr>
          <p:nvPr/>
        </p:nvSpPr>
        <p:spPr>
          <a:xfrm>
            <a:off x="6469827" y="4595517"/>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37" name="v2-351-b-semantic-call">
            <a:extLst>
              <a:ext uri="{FF2B5EF4-FFF2-40B4-BE49-F238E27FC236}">
                <ns2:creationId id="{090E5D55-F302-45CD-A304-EFB8DF8D1334}"/>
              </a:ext>
            </a:extLst>
          </p:cNvPr>
          <p:cNvSpPr>
            <a:spLocks noGrp="1"/>
          </p:cNvSpPr>
          <p:nvPr/>
        </p:nvSpPr>
        <p:spPr>
          <a:xfrm>
            <a:off x="9182100" y="3057525"/>
            <a:ext cx="438150" cy="895350"/>
          </a:xfrm>
          <a:custGeom>
            <a:pathLst>
              <a:path w="438150" h="895350">
                <a:moveTo>
                  <a:pt x="438150" y="895350"/>
                </a:moveTo>
                <a:lnTo>
                  <a:pt x="0" y="895350"/>
                </a:lnTo>
                <a:lnTo>
                  <a:pt x="0" y="0"/>
                </a:lnTo>
              </a:path>
            </a:pathLst>
          </a:custGeom>
          <a:noFill/>
          <a:ln w="23813">
            <a:solidFill>
              <a:srgbClr val="576773"/>
            </a:solidFill>
            <a:prstDash val="dash"/>
          </a:ln>
        </p:spPr>
      </p:sp>
      <p:sp>
        <p:nvSpPr>
          <p:cNvPr id="38" name="v2-352-b-semantic-call-head">
            <a:extLst>
              <a:ext uri="{FF2B5EF4-FFF2-40B4-BE49-F238E27FC236}">
                <ns2:creationId id="{BD811A34-8AE6-4A50-8B91-3840DF9CCB2E}"/>
              </a:ext>
            </a:extLst>
          </p:cNvPr>
          <p:cNvSpPr>
            <a:spLocks noGrp="1"/>
          </p:cNvSpPr>
          <p:nvPr/>
        </p:nvSpPr>
        <p:spPr>
          <a:xfrm>
            <a:off x="9127302" y="305752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9" name="v2-353-Context Manager">
            <a:extLst>
              <a:ext uri="{FF2B5EF4-FFF2-40B4-BE49-F238E27FC236}">
                <ns2:creationId id="{7F6B6D3B-1350-4FDA-9FE7-1620B6A62E19}"/>
              </a:ext>
            </a:extLst>
          </p:cNvPr>
          <p:cNvSpPr>
            <a:spLocks noGrp="1"/>
          </p:cNvSpPr>
          <p:nvPr/>
        </p:nvSpPr>
        <p:spPr>
          <a:xfrm>
            <a:off x="9334500" y="3105150"/>
            <a:ext cx="8372475" cy="2971800"/>
          </a:xfrm>
          <a:prstGeom prst="rect">
            <a:avLst/>
          </a:prstGeom>
          <a:noFill/>
          <a:ln w="19050">
            <a:solidFill>
              <a:srgbClr val="BCCAD2"/>
            </a:solidFill>
          </a:ln>
        </p:spPr>
        <p:txBody>
          <a:bodyPr wrap="none" lIns="133350" tIns="38100" rIns="5095875" bIns="25717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41" name="v2-355-Memory Publisher">
            <a:extLst>
              <a:ext uri="{FF2B5EF4-FFF2-40B4-BE49-F238E27FC236}">
                <ns2:creationId id="{CC52E89E-4B45-4A73-9771-DB42FBF58E86}"/>
              </a:ext>
            </a:extLst>
          </p:cNvPr>
          <p:cNvSpPr>
            <a:spLocks noGrp="1"/>
          </p:cNvSpPr>
          <p:nvPr/>
        </p:nvSpPr>
        <p:spPr>
          <a:xfrm>
            <a:off x="9620250" y="3714750"/>
            <a:ext cx="3476625" cy="523875"/>
          </a:xfrm>
          <a:prstGeom prst="rect">
            <a:avLst/>
          </a:prstGeom>
          <a:solidFill>
            <a:srgbClr val="FFF6DE"/>
          </a:solidFill>
          <a:ln w="19050">
            <a:solidFill>
              <a:srgbClr val="576773"/>
            </a:solidFill>
          </a:ln>
        </p:spPr>
        <p:txBody>
          <a:bodyPr wrap="none" lIns="76200" tIns="0" rIns="7620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Memory Publisher</a:t>
            </a:r>
            <a:endParaRPr lang="ko-KR">
              <a:solidFill>
                <a:srgbClr val="000000"/>
              </a:solidFill>
              <a:latin typeface="Calibri"/>
              <a:ea typeface="Calibri"/>
              <a:cs typeface="Calibri"/>
            </a:endParaRPr>
          </a:p>
        </p:txBody>
      </p:sp>
      <p:sp>
        <p:nvSpPr>
          <p:cNvPr id="43" name="v2-357-Coverage State">
            <a:extLst>
              <a:ext uri="{FF2B5EF4-FFF2-40B4-BE49-F238E27FC236}">
                <ns2:creationId id="{265D4168-F02C-43EC-B7F6-9B9F4DC182D6}"/>
              </a:ext>
            </a:extLst>
          </p:cNvPr>
          <p:cNvSpPr>
            <a:spLocks noGrp="1"/>
          </p:cNvSpPr>
          <p:nvPr/>
        </p:nvSpPr>
        <p:spPr>
          <a:xfrm>
            <a:off x="13887450" y="3724275"/>
            <a:ext cx="3495675" cy="523875"/>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Coverage State</a:t>
            </a:r>
            <a:endParaRPr lang="ko-KR">
              <a:solidFill>
                <a:srgbClr val="000000"/>
              </a:solidFill>
              <a:latin typeface="Calibri"/>
              <a:ea typeface="Calibri"/>
              <a:cs typeface="Calibri"/>
            </a:endParaRPr>
          </a:p>
        </p:txBody>
      </p:sp>
      <p:sp>
        <p:nvSpPr>
          <p:cNvPr id="45" name="v2-359-Episodic Memory Repository">
            <a:extLst>
              <a:ext uri="{FF2B5EF4-FFF2-40B4-BE49-F238E27FC236}">
                <ns2:creationId id="{FF4F2D94-1207-489B-B7C9-C69A5241FBFC}"/>
              </a:ext>
            </a:extLst>
          </p:cNvPr>
          <p:cNvSpPr>
            <a:spLocks noGrp="1"/>
          </p:cNvSpPr>
          <p:nvPr/>
        </p:nvSpPr>
        <p:spPr>
          <a:xfrm>
            <a:off x="11401425" y="4533900"/>
            <a:ext cx="5076825" cy="523875"/>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Episodic Memory Repository</a:t>
            </a:r>
            <a:endParaRPr lang="ko-KR">
              <a:solidFill>
                <a:srgbClr val="000000"/>
              </a:solidFill>
              <a:latin typeface="Calibri"/>
              <a:ea typeface="Calibri"/>
              <a:cs typeface="Calibri"/>
            </a:endParaRPr>
          </a:p>
        </p:txBody>
      </p:sp>
      <p:sp>
        <p:nvSpPr>
          <p:cNvPr id="47" name="v2-361-Evidence Reader">
            <a:extLst>
              <a:ext uri="{FF2B5EF4-FFF2-40B4-BE49-F238E27FC236}">
                <ns2:creationId id="{9185C3A2-E797-4DBF-880C-A1C27AE0B40F}"/>
              </a:ext>
            </a:extLst>
          </p:cNvPr>
          <p:cNvSpPr>
            <a:spLocks noGrp="1"/>
          </p:cNvSpPr>
          <p:nvPr/>
        </p:nvSpPr>
        <p:spPr>
          <a:xfrm>
            <a:off x="11401425" y="5495925"/>
            <a:ext cx="5076825" cy="42862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Evidence Reader</a:t>
            </a:r>
            <a:endParaRPr lang="ko-KR">
              <a:solidFill>
                <a:srgbClr val="000000"/>
              </a:solidFill>
              <a:latin typeface="Calibri"/>
              <a:ea typeface="Calibri"/>
              <a:cs typeface="Calibri"/>
            </a:endParaRPr>
          </a:p>
        </p:txBody>
      </p:sp>
      <p:sp>
        <p:nvSpPr>
          <p:cNvPr id="49" name="v2-363-b-produce">
            <a:extLst>
              <a:ext uri="{FF2B5EF4-FFF2-40B4-BE49-F238E27FC236}">
                <ns2:creationId id="{BAC81AD8-41EC-4DD9-AA69-90572D46827A}"/>
              </a:ext>
            </a:extLst>
          </p:cNvPr>
          <p:cNvSpPr>
            <a:spLocks noGrp="1"/>
          </p:cNvSpPr>
          <p:nvPr/>
        </p:nvSpPr>
        <p:spPr>
          <a:xfrm>
            <a:off x="11363325" y="4238625"/>
            <a:ext cx="2571750" cy="295275"/>
          </a:xfrm>
          <a:custGeom>
            <a:pathLst>
              <a:path w="2571750" h="295275">
                <a:moveTo>
                  <a:pt x="0" y="0"/>
                </a:moveTo>
                <a:lnTo>
                  <a:pt x="0" y="114300"/>
                </a:lnTo>
                <a:lnTo>
                  <a:pt x="2571750" y="114300"/>
                </a:lnTo>
                <a:lnTo>
                  <a:pt x="2571750" y="295275"/>
                </a:lnTo>
              </a:path>
            </a:pathLst>
          </a:custGeom>
          <a:noFill/>
          <a:ln w="23813">
            <a:solidFill>
              <a:srgbClr val="00889A"/>
            </a:solidFill>
            <a:prstDash val="solid"/>
          </a:ln>
        </p:spPr>
      </p:sp>
      <p:sp>
        <p:nvSpPr>
          <p:cNvPr id="50" name="v2-364-b-produce-head">
            <a:extLst>
              <a:ext uri="{FF2B5EF4-FFF2-40B4-BE49-F238E27FC236}">
                <ns2:creationId id="{63834022-4F39-4411-964C-25E55BC7799E}"/>
              </a:ext>
            </a:extLst>
          </p:cNvPr>
          <p:cNvSpPr>
            <a:spLocks noGrp="1"/>
          </p:cNvSpPr>
          <p:nvPr/>
        </p:nvSpPr>
        <p:spPr>
          <a:xfrm>
            <a:off x="13880277" y="443359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51" name="v2-365-note">
            <a:extLst>
              <a:ext uri="{FF2B5EF4-FFF2-40B4-BE49-F238E27FC236}">
                <ns2:creationId id="{5BA6E949-1FF4-4CDA-9F6D-8DFAC6A312A0}"/>
              </a:ext>
            </a:extLst>
          </p:cNvPr>
          <p:cNvSpPr>
            <a:spLocks noGrp="1"/>
          </p:cNvSpPr>
          <p:nvPr/>
        </p:nvSpPr>
        <p:spPr>
          <a:xfrm>
            <a:off x="9715500" y="4324350"/>
            <a:ext cx="171450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관계 게시</a:t>
            </a:r>
            <a:endParaRPr lang="ko-KR">
              <a:solidFill>
                <a:srgbClr val="000000"/>
              </a:solidFill>
              <a:latin typeface="Calibri"/>
              <a:ea typeface="Calibri"/>
              <a:cs typeface="Calibri"/>
            </a:endParaRPr>
          </a:p>
        </p:txBody>
      </p:sp>
      <p:sp>
        <p:nvSpPr>
          <p:cNvPr id="52" name="v2-366-b-coverage">
            <a:extLst>
              <a:ext uri="{FF2B5EF4-FFF2-40B4-BE49-F238E27FC236}">
                <ns2:creationId id="{A0201795-CB4D-4A9F-9380-B5CFDF038A5F}"/>
              </a:ext>
            </a:extLst>
          </p:cNvPr>
          <p:cNvSpPr>
            <a:spLocks noGrp="1"/>
          </p:cNvSpPr>
          <p:nvPr/>
        </p:nvSpPr>
        <p:spPr>
          <a:xfrm>
            <a:off x="13096875" y="3971925"/>
            <a:ext cx="790575" cy="9525"/>
          </a:xfrm>
          <a:custGeom>
            <a:pathLst>
              <a:path w="790575" h="9525">
                <a:moveTo>
                  <a:pt x="0" y="0"/>
                </a:moveTo>
                <a:lnTo>
                  <a:pt x="790575" y="0"/>
                </a:lnTo>
              </a:path>
            </a:pathLst>
          </a:custGeom>
          <a:noFill/>
          <a:ln w="23813">
            <a:solidFill>
              <a:srgbClr val="576773"/>
            </a:solidFill>
            <a:prstDash val="solid"/>
          </a:ln>
        </p:spPr>
      </p:sp>
      <p:sp>
        <p:nvSpPr>
          <p:cNvPr id="53" name="v2-367-b-coverage-head">
            <a:extLst>
              <a:ext uri="{FF2B5EF4-FFF2-40B4-BE49-F238E27FC236}">
                <ns2:creationId id="{65E551D1-7599-4672-B30E-588E19FCBCF0}"/>
              </a:ext>
            </a:extLst>
          </p:cNvPr>
          <p:cNvSpPr>
            <a:spLocks noGrp="1"/>
          </p:cNvSpPr>
          <p:nvPr/>
        </p:nvSpPr>
        <p:spPr>
          <a:xfrm>
            <a:off x="13787142" y="3917127"/>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54" name="v2-368-b-sourcechange">
            <a:extLst>
              <a:ext uri="{FF2B5EF4-FFF2-40B4-BE49-F238E27FC236}">
                <ns2:creationId id="{A14CB553-7B8D-4864-ABE9-6093733ACB74}"/>
              </a:ext>
            </a:extLst>
          </p:cNvPr>
          <p:cNvSpPr>
            <a:spLocks noGrp="1"/>
          </p:cNvSpPr>
          <p:nvPr/>
        </p:nvSpPr>
        <p:spPr>
          <a:xfrm>
            <a:off x="9401175" y="3581400"/>
            <a:ext cx="1962150" cy="133350"/>
          </a:xfrm>
          <a:custGeom>
            <a:pathLst>
              <a:path w="1962150" h="133350">
                <a:moveTo>
                  <a:pt x="0" y="0"/>
                </a:moveTo>
                <a:lnTo>
                  <a:pt x="1962150" y="0"/>
                </a:lnTo>
                <a:lnTo>
                  <a:pt x="1962150" y="133350"/>
                </a:lnTo>
              </a:path>
            </a:pathLst>
          </a:custGeom>
          <a:noFill/>
          <a:ln w="23813">
            <a:solidFill>
              <a:srgbClr val="00889A"/>
            </a:solidFill>
            <a:prstDash val="solid"/>
          </a:ln>
        </p:spPr>
      </p:sp>
      <p:sp>
        <p:nvSpPr>
          <p:cNvPr id="55" name="v2-369-b-sourcechange-head">
            <a:extLst>
              <a:ext uri="{FF2B5EF4-FFF2-40B4-BE49-F238E27FC236}">
                <ns2:creationId id="{0BD5C4B8-DCFC-499E-BF75-ED566938B81F}"/>
              </a:ext>
            </a:extLst>
          </p:cNvPr>
          <p:cNvSpPr>
            <a:spLocks noGrp="1"/>
          </p:cNvSpPr>
          <p:nvPr/>
        </p:nvSpPr>
        <p:spPr>
          <a:xfrm>
            <a:off x="11308527" y="36144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56" name="v2-370-note">
            <a:extLst>
              <a:ext uri="{FF2B5EF4-FFF2-40B4-BE49-F238E27FC236}">
                <ns2:creationId id="{F8751CE4-963A-48EA-8EFA-DDAA5335DF0D}"/>
              </a:ext>
            </a:extLst>
          </p:cNvPr>
          <p:cNvSpPr>
            <a:spLocks noGrp="1"/>
          </p:cNvSpPr>
          <p:nvPr/>
        </p:nvSpPr>
        <p:spPr>
          <a:xfrm>
            <a:off x="12096750" y="3190875"/>
            <a:ext cx="544830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원본 변경 / 생산 요청</a:t>
            </a:r>
            <a:endParaRPr lang="ko-KR">
              <a:solidFill>
                <a:srgbClr val="000000"/>
              </a:solidFill>
              <a:latin typeface="Calibri"/>
              <a:ea typeface="Calibri"/>
              <a:cs typeface="Calibri"/>
            </a:endParaRPr>
          </a:p>
        </p:txBody>
      </p:sp>
      <p:sp>
        <p:nvSpPr>
          <p:cNvPr id="57" name="v2-371-b-query">
            <a:extLst>
              <a:ext uri="{FF2B5EF4-FFF2-40B4-BE49-F238E27FC236}">
                <ns2:creationId id="{72B3E75E-DA44-4350-8748-A1203607662A}"/>
              </a:ext>
            </a:extLst>
          </p:cNvPr>
          <p:cNvSpPr>
            <a:spLocks noGrp="1"/>
          </p:cNvSpPr>
          <p:nvPr/>
        </p:nvSpPr>
        <p:spPr>
          <a:xfrm>
            <a:off x="9429750" y="5705475"/>
            <a:ext cx="1971675" cy="9525"/>
          </a:xfrm>
          <a:custGeom>
            <a:pathLst>
              <a:path w="1971675" h="9525">
                <a:moveTo>
                  <a:pt x="0" y="0"/>
                </a:moveTo>
                <a:lnTo>
                  <a:pt x="1971675" y="0"/>
                </a:lnTo>
              </a:path>
            </a:pathLst>
          </a:custGeom>
          <a:noFill/>
          <a:ln w="23813">
            <a:solidFill>
              <a:srgbClr val="00889A"/>
            </a:solidFill>
            <a:prstDash val="solid"/>
          </a:ln>
        </p:spPr>
      </p:sp>
      <p:sp>
        <p:nvSpPr>
          <p:cNvPr id="58" name="v2-372-b-query-head">
            <a:extLst>
              <a:ext uri="{FF2B5EF4-FFF2-40B4-BE49-F238E27FC236}">
                <ns2:creationId id="{B2AC19F8-6476-451B-A680-43B952E8ED84}"/>
              </a:ext>
            </a:extLst>
          </p:cNvPr>
          <p:cNvSpPr>
            <a:spLocks noGrp="1"/>
          </p:cNvSpPr>
          <p:nvPr/>
        </p:nvSpPr>
        <p:spPr>
          <a:xfrm>
            <a:off x="11301117" y="5650677"/>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59" name="v2-373-note">
            <a:extLst>
              <a:ext uri="{FF2B5EF4-FFF2-40B4-BE49-F238E27FC236}">
                <ns2:creationId id="{474CBF7B-2412-4E2F-99DF-919740D7F008}"/>
              </a:ext>
            </a:extLst>
          </p:cNvPr>
          <p:cNvSpPr>
            <a:spLocks noGrp="1"/>
          </p:cNvSpPr>
          <p:nvPr/>
        </p:nvSpPr>
        <p:spPr>
          <a:xfrm>
            <a:off x="9410700" y="5086350"/>
            <a:ext cx="266700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③ 별도 현재 조회</a:t>
            </a:r>
            <a:endParaRPr lang="ko-KR">
              <a:solidFill>
                <a:srgbClr val="000000"/>
              </a:solidFill>
              <a:latin typeface="Calibri"/>
              <a:ea typeface="Calibri"/>
              <a:cs typeface="Calibri"/>
            </a:endParaRPr>
          </a:p>
        </p:txBody>
      </p:sp>
      <p:sp>
        <p:nvSpPr>
          <p:cNvPr id="60" name="v2-374-b-read">
            <a:extLst>
              <a:ext uri="{FF2B5EF4-FFF2-40B4-BE49-F238E27FC236}">
                <ns2:creationId id="{BF991512-DD0B-4E31-AD17-E8F22F50FFAF}"/>
              </a:ext>
            </a:extLst>
          </p:cNvPr>
          <p:cNvSpPr>
            <a:spLocks noGrp="1"/>
          </p:cNvSpPr>
          <p:nvPr/>
        </p:nvSpPr>
        <p:spPr>
          <a:xfrm>
            <a:off x="13935075" y="5057775"/>
            <a:ext cx="9525" cy="438150"/>
          </a:xfrm>
          <a:custGeom>
            <a:pathLst>
              <a:path w="9525" h="438150">
                <a:moveTo>
                  <a:pt x="0" y="438150"/>
                </a:moveTo>
                <a:lnTo>
                  <a:pt x="0" y="0"/>
                </a:lnTo>
              </a:path>
            </a:pathLst>
          </a:custGeom>
          <a:noFill/>
          <a:ln w="23813">
            <a:solidFill>
              <a:srgbClr val="00889A"/>
            </a:solidFill>
            <a:prstDash val="solid"/>
          </a:ln>
        </p:spPr>
      </p:sp>
      <p:sp>
        <p:nvSpPr>
          <p:cNvPr id="61" name="v2-375-b-read-head">
            <a:extLst>
              <a:ext uri="{FF2B5EF4-FFF2-40B4-BE49-F238E27FC236}">
                <ns2:creationId id="{4F674B97-E908-466B-A892-210600BCA36F}"/>
              </a:ext>
            </a:extLst>
          </p:cNvPr>
          <p:cNvSpPr>
            <a:spLocks noGrp="1"/>
          </p:cNvSpPr>
          <p:nvPr/>
        </p:nvSpPr>
        <p:spPr>
          <a:xfrm>
            <a:off x="13880277" y="5057775"/>
            <a:ext cx="109597" cy="100308"/>
          </a:xfrm>
          <a:custGeom>
            <a:pathLst>
              <a:path w="109597" h="100308">
                <a:moveTo>
                  <a:pt x="109597" y="100308"/>
                </a:moveTo>
                <a:lnTo>
                  <a:pt x="54798" y="0"/>
                </a:lnTo>
                <a:lnTo>
                  <a:pt x="0" y="100308"/>
                </a:lnTo>
              </a:path>
            </a:pathLst>
          </a:custGeom>
          <a:noFill/>
          <a:ln w="23813">
            <a:solidFill>
              <a:srgbClr val="00889A"/>
            </a:solidFill>
            <a:prstDash val="solid"/>
          </a:ln>
        </p:spPr>
      </p:sp>
      <p:sp>
        <p:nvSpPr>
          <p:cNvPr id="62" name="v2-376-note">
            <a:extLst>
              <a:ext uri="{FF2B5EF4-FFF2-40B4-BE49-F238E27FC236}">
                <ns2:creationId id="{9FA88F2E-2320-4FDA-8C98-B556B024B639}"/>
              </a:ext>
            </a:extLst>
          </p:cNvPr>
          <p:cNvSpPr>
            <a:spLocks noGrp="1"/>
          </p:cNvSpPr>
          <p:nvPr/>
        </p:nvSpPr>
        <p:spPr>
          <a:xfrm>
            <a:off x="14687550" y="5076825"/>
            <a:ext cx="2809875" cy="352425"/>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원본 확인 후 반환</a:t>
            </a:r>
            <a:endParaRPr lang="ko-KR">
              <a:solidFill>
                <a:srgbClr val="000000"/>
              </a:solidFill>
              <a:latin typeface="Calibri"/>
              <a:ea typeface="Calibri"/>
              <a:cs typeface="Calibri"/>
            </a:endParaRPr>
          </a:p>
        </p:txBody>
      </p:sp>
      <p:sp>
        <p:nvSpPr>
          <p:cNvPr id="63" name="v2-377-note">
            <a:extLst>
              <a:ext uri="{FF2B5EF4-FFF2-40B4-BE49-F238E27FC236}">
                <ns2:creationId id="{598C74B6-E92A-4841-B99A-22D5FCF7E723}"/>
              </a:ext>
            </a:extLst>
          </p:cNvPr>
          <p:cNvSpPr>
            <a:spLocks noGrp="1"/>
          </p:cNvSpPr>
          <p:nvPr/>
        </p:nvSpPr>
        <p:spPr>
          <a:xfrm>
            <a:off x="9410700" y="6105525"/>
            <a:ext cx="8096250" cy="2190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미생산은 게시 후 재조회 / 지원 밖은 한계 반환</a:t>
            </a:r>
            <a:endParaRPr lang="ko-KR">
              <a:solidFill>
                <a:srgbClr val="000000"/>
              </a:solidFill>
              <a:latin typeface="Calibri"/>
              <a:ea typeface="Calibri"/>
              <a:cs typeface="Calibri"/>
            </a:endParaRPr>
          </a:p>
        </p:txBody>
      </p:sp>
      <p:sp>
        <p:nvSpPr>
          <p:cNvPr id="64" name="v2-378-note">
            <a:extLst>
              <a:ext uri="{FF2B5EF4-FFF2-40B4-BE49-F238E27FC236}">
                <ns2:creationId id="{BC3F8735-1CE9-4196-B6A1-9436609AC5A1}"/>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원본 owner의 개정/권한/실제 전달 범위를 확인 → 현재 Request Interpreter에 근거 제공. PARTIAL은 전체 의미 완성을 뜻하지 않음</a:t>
            </a:r>
            <a:endParaRPr lang="ko-KR">
              <a:solidFill>
                <a:srgbClr val="000000"/>
              </a:solidFill>
              <a:latin typeface="Calibri"/>
              <a:ea typeface="Calibri"/>
              <a:cs typeface="Calibri"/>
            </a:endParaRPr>
          </a:p>
        </p:txBody>
      </p:sp>
      <p:sp>
        <p:nvSpPr>
          <p:cNvPr id="65" name="v2-379-a-cost">
            <a:extLst>
              <a:ext uri="{FF2B5EF4-FFF2-40B4-BE49-F238E27FC236}">
                <ns2:creationId id="{D0B7347E-42DF-4AC7-AFBC-1327F3D0052C}"/>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유효 관계 cache와 부분 갱신 가능</a:t>
            </a:r>
            <a:endParaRPr lang="ko-KR">
              <a:solidFill>
                <a:srgbClr val="000000"/>
              </a:solidFill>
              <a:latin typeface="Calibri"/>
              <a:ea typeface="Calibri"/>
              <a:cs typeface="Calibri"/>
            </a:endParaRPr>
          </a:p>
        </p:txBody>
      </p:sp>
      <p:sp>
        <p:nvSpPr>
          <p:cNvPr id="66" name="v2-380-b-cost">
            <a:extLst>
              <a:ext uri="{FF2B5EF4-FFF2-40B4-BE49-F238E27FC236}">
                <ns2:creationId id="{AEBDFDB5-677C-4E14-A990-FEE006F21F56}"/>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초기/미사용 생산, coverage와 철회 비용</a:t>
            </a:r>
            <a:endParaRPr lang="ko-KR">
              <a:solidFill>
                <a:srgbClr val="000000"/>
              </a:solidFill>
              <a:latin typeface="Calibri"/>
              <a:ea typeface="Calibri"/>
              <a:cs typeface="Calibri"/>
            </a:endParaRPr>
          </a:p>
        </p:txBody>
      </p:sp>
      <ns0:graphicFrame xmlns:ns0="http://schemas.openxmlformats.org/presentationml/2006/main" xmlns:ns1="http://schemas.openxmlformats.org/drawingml/2006/main">
        <ns0:nvGraphicFramePr>
          <ns0:cNvPr id="135" name=""/>
          <ns0:cNvGraphicFramePr/>
          <ns0:nvPr/>
        </ns0:nvGraphicFramePr>
        <ns0:xfrm>
          <ns1:off x="495300" y="7258050"/>
          <ns1:ext cx="17297400" cy="2533650"/>
        </ns0:xfrm>
        <ns1:graphic>
          <ns1:graphicData uri="http://schemas.openxmlformats.org/drawingml/2006/table">
            <ns1:tbl>
              <ns1:tblPr/>
              <ns1:tblGrid>
                <ns1:gridCol w="4038600"/>
                <ns1:gridCol w="6629400"/>
                <ns1:gridCol w="6629400"/>
              </ns1:tblGrid>
              <ns1:tr h="381000">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품질 지표 / 공통 28개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A: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B: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QA01  첫 응답 지연시간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최초 조합과 cache 대기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조회와 미생산 보완 대기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QA02  지칭 대상 식별 정확도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원문에서 대상 집합 구성</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게시 관계와 원문 확인</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QA03  VIA 처리시간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첫 사용, 반복과 갱신</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조회, 원문 검증과 backfill</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QA04  변경 범위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조합과 cache 철회 수정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생산, 조회와 철회 수정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QA05  모델 사용 비용</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cache miss와 추가 해석</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초기, 미사용 생산과 철회</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QA06  최대 RAM 사용량</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원문과 선택 cache</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관계와 생산 상태</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bl>
          </ns1:graphicData>
        </ns1:graphic>
      </ns0:graphicFrame>
      <ns0:sp xmlns:ns0="http://schemas.openxmlformats.org/presentationml/2006/main" xmlns:ns1="http://schemas.openxmlformats.org/drawingml/2006/main" xmlns:ns2="http://schemas.microsoft.com/office/drawing/2014/main">
        <ns0:nvSpPr>
          <ns0:cNvPr id="68" name="v2-381-note">
            <ns1:extLst>
              <ns1:ext uri="{FF2B5EF4-FFF2-40B4-BE49-F238E27FC236}">
                <ns2:creationId id="{EE691A43-48FE-481B-B7AA-05C0AE2AAC99}"/>
              </ns1:ext>
            </ns1:extLst>
          </ns0:cNvPr>
          <ns0:cNvSpPr>
            <ns1:spLocks noGrp="1"/>
          </ns0:cNvSpPr>
          <ns0:nvPr/>
        </ns0:nvSpPr>
        <ns0:spPr>
          <ns1:xfrm>
            <ns1:off x="495300" y="9839325"/>
            <ns1:ext cx="17297400" cy="333375"/>
          </ns1:xfrm>
          <ns1:prstGeom prst="rect">
            <ns1:avLst/>
          </ns1:prstGeom>
          <ns1:noFill/>
          <ns1:ln w="0">
            <ns1:noFill/>
          </ns1:ln>
        </ns0:spPr>
        <ns0:txBody>
          <ns1:bodyPr wrap="none" lIns="0" tIns="0" rIns="0" bIns="0" anchor="ctr">
            <ns1:noAutofit/>
          </ns1:bodyPr>
          <ns1:lstStyle/>
          <ns1:p>
            <ns1:pPr algn="l">
              <ns1:defRPr sz="1700" b="0"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미측정. 공통 28개를 사용하며 지표와 목표 및 0~6점 기준은 Appendix QA01~QA09에서 확인한다.</ns1:t>
            </ns1:r>
            <ns1:endParaRPr lang="ko-KR">
              <ns1:solidFill>
                <ns1:srgbClr val="000000"/>
              </ns1:solidFill>
              <ns1:latin typeface="Calibri"/>
              <ns1:ea typeface="Calibri"/>
              <ns1:cs typeface="Calibri"/>
            </ns1:endParaRPr>
          </ns1:p>
        </ns0:txBody>
      </ns0:sp>
      <p:sp>
        <p:nvSpPr>
          <p:cNvPr id="136" name="v6-header-title">
            <a:extLst>
              <a:ext uri="{FF2B5EF4-FFF2-40B4-BE49-F238E27FC236}">
                <ns2:creationId id="{C8FB1E42-DD94-4BD4-BCD1-FE97B207758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정확성을 위한 과거 맥락 설계</a:t>
            </a:r>
            <a:endParaRPr lang="ko-KR">
              <a:latin typeface="Calibri"/>
              <a:ea typeface="Calibri"/>
              <a:cs typeface="Calibri"/>
            </a:endParaRPr>
          </a:p>
        </p:txBody>
      </p:sp>
      <p:sp>
        <p:nvSpPr>
          <p:cNvPr id="137" name="v6-header-rule">
            <a:extLst>
              <a:ext uri="{FF2B5EF4-FFF2-40B4-BE49-F238E27FC236}">
                <ns2:creationId id="{7A2A2D51-63C4-48BB-93C3-B5C759324FB3}"/>
              </a:ext>
            </a:extLst>
          </p:cNvPr>
          <p:cNvSpPr>
            <a:spLocks noGrp="1"/>
          </p:cNvSpPr>
          <p:nvPr/>
        </p:nvSpPr>
        <p:spPr>
          <a:xfrm>
            <a:off x="495300" y="990600"/>
            <a:ext cx="17335500" cy="0"/>
          </a:xfrm>
          <a:prstGeom prst="line">
            <a:avLst/>
          </a:prstGeom>
          <a:noFill/>
          <a:ln w="19050">
            <a:solidFill>
              <a:srgbClr val="A6A6A6"/>
            </a:solidFill>
          </a:ln>
        </p:spPr>
      </p:sp>
      <p:sp>
        <p:nvSpPr>
          <p:cNvPr id="138" name="v6-header-stage-0">
            <a:extLst>
              <a:ext uri="{FF2B5EF4-FFF2-40B4-BE49-F238E27FC236}">
                <ns2:creationId id="{2C78C1F9-D289-4240-95BC-C06AE227E86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9" name="v6-header-stage-1">
            <a:extLst>
              <a:ext uri="{FF2B5EF4-FFF2-40B4-BE49-F238E27FC236}">
                <ns2:creationId id="{82A15117-421A-4D0F-B528-7B48BDC9BA15}"/>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40" name="v6-header-stage-2">
            <a:extLst>
              <a:ext uri="{FF2B5EF4-FFF2-40B4-BE49-F238E27FC236}">
                <ns2:creationId id="{4C77875D-5703-4A0E-8781-27E11F233AD4}"/>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1" name="v6-header-stage-3">
            <a:extLst>
              <a:ext uri="{FF2B5EF4-FFF2-40B4-BE49-F238E27FC236}">
                <ns2:creationId id="{37B8A815-D032-4B11-BB4C-C6AFFD6255E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2" name="v6-header-stage-4">
            <a:extLst>
              <a:ext uri="{FF2B5EF4-FFF2-40B4-BE49-F238E27FC236}">
                <ns2:creationId id="{DCEEBD14-83A6-4160-8C0D-3B61EDB2255F}"/>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3" name="v6-header-page">
            <a:extLst>
              <a:ext uri="{FF2B5EF4-FFF2-40B4-BE49-F238E27FC236}">
                <ns2:creationId id="{83DE79A6-349B-4C6C-A15B-844C19B6CE7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35 / 49</a:t>
            </a:r>
            <a:endParaRPr lang="ko-KR">
              <a:latin typeface="Calibri"/>
              <a:ea typeface="Calibri"/>
              <a:cs typeface="Calibri"/>
            </a:endParaRPr>
          </a:p>
        </p:txBody>
      </p:sp>
    </p:spTree>
    <p:extLst>
      <p:ext uri="{BB962C8B-B14F-4D97-AF65-F5344CB8AC3E}">
        <p14:creationId val="1995853380"/>
      </p:ext>
    </p:extLst>
  </p:cSld>
</p:sld>
</file>

<file path=ppt/slides/slide54.xml><?xml version="1.0" encoding="utf-8"?>
<p:sld xmlns:a="http://schemas.openxmlformats.org/drawingml/2006/main" xmlns:ns2="http://schemas.microsoft.com/office/drawing/2014/main" xmlns:p="http://schemas.openxmlformats.org/presentationml/2006/main" xmlns:p14="http://schemas.microsoft.com/office/powerpoint/2010/main">
  <p:cSld name="dp42-comparison-v2">
    <p:bg>
      <p:bgPr>
        <a:solidFill>
          <a:srgbClr val="FFFFFF"/>
        </a:solidFill>
      </p:bgPr>
    </p:bg>
    <p:spTree>
      <p:nvGrpSpPr>
        <p:cNvPr id="1" name=""/>
        <p:cNvGrpSpPr/>
        <p:nvPr/>
      </p:nvGrpSpPr>
      <p:grpSpPr>
        <a:xfrm/>
      </p:grpSpPr>
      <p:sp>
        <p:nvSpPr>
          <p:cNvPr id="5" name="v2-386-note">
            <a:extLst>
              <a:ext uri="{FF2B5EF4-FFF2-40B4-BE49-F238E27FC236}">
                <ns2:creationId id="{65476ED0-FD19-4DB7-A77B-DE443CCF2873}"/>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보고서 업무의 확대 장면: 기간 질문을 실제 제시 → “상반기로 해줘” → 접수와 외부 확인</a:t>
            </a:r>
            <a:endParaRPr lang="ko-KR">
              <a:solidFill>
                <a:srgbClr val="000000"/>
              </a:solidFill>
              <a:latin typeface="Calibri"/>
              <a:ea typeface="Calibri"/>
              <a:cs typeface="Calibri"/>
            </a:endParaRPr>
          </a:p>
        </p:txBody>
      </p:sp>
      <p:sp>
        <p:nvSpPr>
          <p:cNvPr id="6" name="v2-387-option-a">
            <a:extLst>
              <a:ext uri="{FF2B5EF4-FFF2-40B4-BE49-F238E27FC236}">
                <ns2:creationId id="{4223ED52-8191-4B05-BF90-0E188FE88D28}"/>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모듈형 Core에서 관련 상태 공동 확정</a:t>
            </a:r>
            <a:endParaRPr lang="ko-KR">
              <a:solidFill>
                <a:srgbClr val="000000"/>
              </a:solidFill>
              <a:latin typeface="Calibri"/>
              <a:ea typeface="Calibri"/>
              <a:cs typeface="Calibri"/>
            </a:endParaRPr>
          </a:p>
        </p:txBody>
      </p:sp>
      <p:sp>
        <p:nvSpPr>
          <p:cNvPr id="7" name="v2-388-option-b">
            <a:extLst>
              <a:ext uri="{FF2B5EF4-FFF2-40B4-BE49-F238E27FC236}">
                <ns2:creationId id="{BC38489E-72C5-4B1D-8C68-775D7C11E872}"/>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독립 대화/업무 서비스의 별도 접수</a:t>
            </a:r>
            <a:endParaRPr lang="ko-KR">
              <a:solidFill>
                <a:srgbClr val="000000"/>
              </a:solidFill>
              <a:latin typeface="Calibri"/>
              <a:ea typeface="Calibri"/>
              <a:cs typeface="Calibri"/>
            </a:endParaRPr>
          </a:p>
        </p:txBody>
      </p:sp>
      <p:sp>
        <p:nvSpPr>
          <p:cNvPr id="10" name="v2-391-note">
            <a:extLst>
              <a:ext uri="{FF2B5EF4-FFF2-40B4-BE49-F238E27FC236}">
                <ns2:creationId id="{B8548C77-C475-4F68-92B0-C394F3BE6197}"/>
              </a:ext>
            </a:extLst>
          </p:cNvPr>
          <p:cNvSpPr>
            <a:spLocks noGrp="1"/>
          </p:cNvSpPr>
          <p:nvPr/>
        </p:nvSpPr>
        <p:spPr>
          <a:xfrm>
            <a:off x="495300" y="2571750"/>
            <a:ext cx="17297400" cy="40005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Conversation / Request / Task / Execution의 서로 다른 논리 수명은 양안 공통입니다.</a:t>
            </a:r>
            <a:endParaRPr lang="ko-KR">
              <a:solidFill>
                <a:srgbClr val="000000"/>
              </a:solidFill>
              <a:latin typeface="Calibri"/>
              <a:ea typeface="Calibri"/>
              <a:cs typeface="Calibri"/>
            </a:endParaRPr>
          </a:p>
        </p:txBody>
      </p:sp>
      <p:sp>
        <p:nvSpPr>
          <p:cNvPr id="11" name="v2-392-VIA Core 실행 경계">
            <a:extLst>
              <a:ext uri="{FF2B5EF4-FFF2-40B4-BE49-F238E27FC236}">
                <ns2:creationId id="{139BF602-12F9-42FC-9552-39E3342CF415}"/>
              </a:ext>
            </a:extLst>
          </p:cNvPr>
          <p:cNvSpPr>
            <a:spLocks noGrp="1"/>
          </p:cNvSpPr>
          <p:nvPr/>
        </p:nvSpPr>
        <p:spPr>
          <a:xfrm>
            <a:off x="600075" y="3086100"/>
            <a:ext cx="8105775" cy="2962275"/>
          </a:xfrm>
          <a:prstGeom prst="rect">
            <a:avLst/>
          </a:prstGeom>
          <a:noFill/>
          <a:ln w="19050">
            <a:solidFill>
              <a:srgbClr val="BCCAD2"/>
            </a:solidFill>
          </a:ln>
        </p:spPr>
        <p:txBody>
          <a:bodyPr wrap="none" lIns="133350" tIns="38100" rIns="285750" bIns="240030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 Core 실행 경계</a:t>
            </a:r>
            <a:endParaRPr lang="ko-KR">
              <a:solidFill>
                <a:srgbClr val="000000"/>
              </a:solidFill>
              <a:latin typeface="Calibri"/>
              <a:ea typeface="Calibri"/>
              <a:cs typeface="Calibri"/>
            </a:endParaRPr>
          </a:p>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① 관계와 답변 명령을 같은 commit으로 확정</a:t>
            </a:r>
            <a:endParaRPr lang="ko-KR">
              <a:solidFill>
                <a:srgbClr val="000000"/>
              </a:solidFill>
              <a:latin typeface="Calibri"/>
              <a:ea typeface="Calibri"/>
              <a:cs typeface="Calibri"/>
            </a:endParaRPr>
          </a:p>
        </p:txBody>
      </p:sp>
      <p:sp>
        <p:nvSpPr>
          <p:cNvPr id="13" name="v2-394-Request Controller">
            <a:extLst>
              <a:ext uri="{FF2B5EF4-FFF2-40B4-BE49-F238E27FC236}">
                <ns2:creationId id="{B86DD99D-7A96-4036-9B83-0DE22C8D15D3}"/>
              </a:ext>
            </a:extLst>
          </p:cNvPr>
          <p:cNvSpPr>
            <a:spLocks noGrp="1"/>
          </p:cNvSpPr>
          <p:nvPr/>
        </p:nvSpPr>
        <p:spPr>
          <a:xfrm>
            <a:off x="885825" y="3705225"/>
            <a:ext cx="3238500"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5" name="v2-396-Task Manager">
            <a:extLst>
              <a:ext uri="{FF2B5EF4-FFF2-40B4-BE49-F238E27FC236}">
                <ns2:creationId id="{A1FC5894-32F6-469C-8F67-1211AAF7DCFD}"/>
              </a:ext>
            </a:extLst>
          </p:cNvPr>
          <p:cNvSpPr>
            <a:spLocks noGrp="1"/>
          </p:cNvSpPr>
          <p:nvPr/>
        </p:nvSpPr>
        <p:spPr>
          <a:xfrm>
            <a:off x="5248275" y="3705225"/>
            <a:ext cx="3181350"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7" name="v2-398-Request Graph State">
            <a:extLst>
              <a:ext uri="{FF2B5EF4-FFF2-40B4-BE49-F238E27FC236}">
                <ns2:creationId id="{664AAE4A-C183-49C3-8FCE-6C122DE0B48F}"/>
              </a:ext>
            </a:extLst>
          </p:cNvPr>
          <p:cNvSpPr>
            <a:spLocks noGrp="1"/>
          </p:cNvSpPr>
          <p:nvPr/>
        </p:nvSpPr>
        <p:spPr>
          <a:xfrm>
            <a:off x="895350" y="4505325"/>
            <a:ext cx="3209925" cy="476250"/>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19" name="v2-400-Task Command State">
            <a:extLst>
              <a:ext uri="{FF2B5EF4-FFF2-40B4-BE49-F238E27FC236}">
                <ns2:creationId id="{DCBB8B08-038B-4A7F-A726-9EADF66B2BDB}"/>
              </a:ext>
            </a:extLst>
          </p:cNvPr>
          <p:cNvSpPr>
            <a:spLocks noGrp="1"/>
          </p:cNvSpPr>
          <p:nvPr/>
        </p:nvSpPr>
        <p:spPr>
          <a:xfrm>
            <a:off x="5248275" y="4505325"/>
            <a:ext cx="3181350" cy="476250"/>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21" name="v2-402-State Store">
            <a:extLst>
              <a:ext uri="{FF2B5EF4-FFF2-40B4-BE49-F238E27FC236}">
                <ns2:creationId id="{BD361CC8-45C9-4088-9CB1-741154F7CC61}"/>
              </a:ext>
            </a:extLst>
          </p:cNvPr>
          <p:cNvSpPr>
            <a:spLocks noGrp="1"/>
          </p:cNvSpPr>
          <p:nvPr/>
        </p:nvSpPr>
        <p:spPr>
          <a:xfrm>
            <a:off x="2667000" y="5105400"/>
            <a:ext cx="3952875" cy="923925"/>
          </a:xfrm>
          <a:prstGeom prst="rect">
            <a:avLst/>
          </a:prstGeom>
          <a:noFill/>
          <a:ln w="19050">
            <a:solidFill>
              <a:srgbClr val="BCCAD2"/>
            </a:solidFill>
          </a:ln>
        </p:spPr>
        <p:txBody>
          <a:bodyPr wrap="none" lIns="133350" tIns="38100" rIns="676275" bIns="52387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23" name="v2-404-트랜잭션 관리자">
            <a:extLst>
              <a:ext uri="{FF2B5EF4-FFF2-40B4-BE49-F238E27FC236}">
                <ns2:creationId id="{CBDA0961-F191-4C1F-94DD-0ADFC35CEAF3}"/>
              </a:ext>
            </a:extLst>
          </p:cNvPr>
          <p:cNvSpPr>
            <a:spLocks noGrp="1"/>
          </p:cNvSpPr>
          <p:nvPr/>
        </p:nvSpPr>
        <p:spPr>
          <a:xfrm>
            <a:off x="2790825" y="5534025"/>
            <a:ext cx="3695700" cy="39052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트랜잭션 관리자</a:t>
            </a:r>
            <a:endParaRPr lang="ko-KR">
              <a:solidFill>
                <a:srgbClr val="000000"/>
              </a:solidFill>
              <a:latin typeface="Calibri"/>
              <a:ea typeface="Calibri"/>
              <a:cs typeface="Calibri"/>
            </a:endParaRPr>
          </a:p>
        </p:txBody>
      </p:sp>
      <p:sp>
        <p:nvSpPr>
          <p:cNvPr id="25" name="v2-406-a-req-state">
            <a:extLst>
              <a:ext uri="{FF2B5EF4-FFF2-40B4-BE49-F238E27FC236}">
                <ns2:creationId id="{240C634D-1073-4761-B5EB-42E759E57458}"/>
              </a:ext>
            </a:extLst>
          </p:cNvPr>
          <p:cNvSpPr>
            <a:spLocks noGrp="1"/>
          </p:cNvSpPr>
          <p:nvPr/>
        </p:nvSpPr>
        <p:spPr>
          <a:xfrm>
            <a:off x="2505075" y="4238625"/>
            <a:ext cx="9525" cy="266700"/>
          </a:xfrm>
          <a:custGeom>
            <a:pathLst>
              <a:path w="9525" h="266700">
                <a:moveTo>
                  <a:pt x="0" y="0"/>
                </a:moveTo>
                <a:lnTo>
                  <a:pt x="0" y="266700"/>
                </a:lnTo>
              </a:path>
            </a:pathLst>
          </a:custGeom>
          <a:noFill/>
          <a:ln w="19050">
            <a:solidFill>
              <a:srgbClr val="576773"/>
            </a:solidFill>
            <a:prstDash val="dash"/>
          </a:ln>
        </p:spPr>
      </p:sp>
      <p:sp>
        <p:nvSpPr>
          <p:cNvPr id="26" name="v2-407-a-task-state">
            <a:extLst>
              <a:ext uri="{FF2B5EF4-FFF2-40B4-BE49-F238E27FC236}">
                <ns2:creationId id="{22A6E844-08C7-429B-BC35-7CAF2EC10AC9}"/>
              </a:ext>
            </a:extLst>
          </p:cNvPr>
          <p:cNvSpPr>
            <a:spLocks noGrp="1"/>
          </p:cNvSpPr>
          <p:nvPr/>
        </p:nvSpPr>
        <p:spPr>
          <a:xfrm>
            <a:off x="6838950" y="4238625"/>
            <a:ext cx="9525" cy="266700"/>
          </a:xfrm>
          <a:custGeom>
            <a:pathLst>
              <a:path w="9525" h="266700">
                <a:moveTo>
                  <a:pt x="0" y="0"/>
                </a:moveTo>
                <a:lnTo>
                  <a:pt x="0" y="266700"/>
                </a:lnTo>
              </a:path>
            </a:pathLst>
          </a:custGeom>
          <a:noFill/>
          <a:ln w="19050">
            <a:solidFill>
              <a:srgbClr val="576773"/>
            </a:solidFill>
            <a:prstDash val="dash"/>
          </a:ln>
        </p:spPr>
      </p:sp>
      <p:sp>
        <p:nvSpPr>
          <p:cNvPr id="27" name="v2-408-a-changes-1">
            <a:extLst>
              <a:ext uri="{FF2B5EF4-FFF2-40B4-BE49-F238E27FC236}">
                <ns2:creationId id="{803E5EBE-BFAA-4B0C-80E8-C62535123C29}"/>
              </a:ext>
            </a:extLst>
          </p:cNvPr>
          <p:cNvSpPr>
            <a:spLocks noGrp="1"/>
          </p:cNvSpPr>
          <p:nvPr/>
        </p:nvSpPr>
        <p:spPr>
          <a:xfrm>
            <a:off x="2609850" y="4076700"/>
            <a:ext cx="1695450" cy="1647825"/>
          </a:xfrm>
          <a:custGeom>
            <a:pathLst>
              <a:path w="1695450" h="1647825">
                <a:moveTo>
                  <a:pt x="1514475" y="0"/>
                </a:moveTo>
                <a:lnTo>
                  <a:pt x="1695450" y="0"/>
                </a:lnTo>
                <a:lnTo>
                  <a:pt x="1695450" y="1000125"/>
                </a:lnTo>
                <a:lnTo>
                  <a:pt x="0" y="1000125"/>
                </a:lnTo>
                <a:lnTo>
                  <a:pt x="0" y="1647825"/>
                </a:lnTo>
                <a:lnTo>
                  <a:pt x="180975" y="1647825"/>
                </a:lnTo>
              </a:path>
            </a:pathLst>
          </a:custGeom>
          <a:noFill/>
          <a:ln w="26670">
            <a:solidFill>
              <a:srgbClr val="00889A"/>
            </a:solidFill>
            <a:prstDash val="solid"/>
          </a:ln>
        </p:spPr>
      </p:sp>
      <p:sp>
        <p:nvSpPr>
          <p:cNvPr id="28" name="v2-409-a-changes-1-head">
            <a:extLst>
              <a:ext uri="{FF2B5EF4-FFF2-40B4-BE49-F238E27FC236}">
                <ns2:creationId id="{7F04471F-A1D8-4CDC-A840-5D2BCF388517}"/>
              </a:ext>
            </a:extLst>
          </p:cNvPr>
          <p:cNvSpPr>
            <a:spLocks noGrp="1"/>
          </p:cNvSpPr>
          <p:nvPr/>
        </p:nvSpPr>
        <p:spPr>
          <a:xfrm>
            <a:off x="2690517" y="5669727"/>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29" name="v2-410-a-changes-2">
            <a:extLst>
              <a:ext uri="{FF2B5EF4-FFF2-40B4-BE49-F238E27FC236}">
                <ns2:creationId id="{4CFF3BF5-B33C-481E-BAAB-D33634F12846}"/>
              </a:ext>
            </a:extLst>
          </p:cNvPr>
          <p:cNvSpPr>
            <a:spLocks noGrp="1"/>
          </p:cNvSpPr>
          <p:nvPr/>
        </p:nvSpPr>
        <p:spPr>
          <a:xfrm>
            <a:off x="6486525" y="4076700"/>
            <a:ext cx="2105025" cy="1647825"/>
          </a:xfrm>
          <a:custGeom>
            <a:pathLst>
              <a:path w="2105025" h="1647825">
                <a:moveTo>
                  <a:pt x="1943100" y="0"/>
                </a:moveTo>
                <a:lnTo>
                  <a:pt x="2105025" y="0"/>
                </a:lnTo>
                <a:lnTo>
                  <a:pt x="2105025" y="1647825"/>
                </a:lnTo>
                <a:lnTo>
                  <a:pt x="0" y="1647825"/>
                </a:lnTo>
              </a:path>
            </a:pathLst>
          </a:custGeom>
          <a:noFill/>
          <a:ln w="26670">
            <a:solidFill>
              <a:srgbClr val="00889A"/>
            </a:solidFill>
            <a:prstDash val="solid"/>
          </a:ln>
        </p:spPr>
      </p:sp>
      <p:sp>
        <p:nvSpPr>
          <p:cNvPr id="30" name="v2-411-a-changes-2-head">
            <a:extLst>
              <a:ext uri="{FF2B5EF4-FFF2-40B4-BE49-F238E27FC236}">
                <ns2:creationId id="{74D0437F-7BAA-4CC4-AE7E-D62CF0442C56}"/>
              </a:ext>
            </a:extLst>
          </p:cNvPr>
          <p:cNvSpPr>
            <a:spLocks noGrp="1"/>
          </p:cNvSpPr>
          <p:nvPr/>
        </p:nvSpPr>
        <p:spPr>
          <a:xfrm>
            <a:off x="6486525" y="5669727"/>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31" name="v2-412-note">
            <a:extLst>
              <a:ext uri="{FF2B5EF4-FFF2-40B4-BE49-F238E27FC236}">
                <ns2:creationId id="{30895203-7188-4BE0-BE5D-3576BA8831FA}"/>
              </a:ext>
            </a:extLst>
          </p:cNvPr>
          <p:cNvSpPr>
            <a:spLocks noGrp="1"/>
          </p:cNvSpPr>
          <p:nvPr/>
        </p:nvSpPr>
        <p:spPr>
          <a:xfrm>
            <a:off x="6838950" y="5172075"/>
            <a:ext cx="1638300" cy="2762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검증된 변경</a:t>
            </a:r>
            <a:endParaRPr lang="ko-KR">
              <a:solidFill>
                <a:srgbClr val="000000"/>
              </a:solidFill>
              <a:latin typeface="Calibri"/>
              <a:ea typeface="Calibri"/>
              <a:cs typeface="Calibri"/>
            </a:endParaRPr>
          </a:p>
        </p:txBody>
      </p:sp>
      <p:sp>
        <p:nvSpPr>
          <p:cNvPr id="32" name="v2-413-note">
            <a:extLst>
              <a:ext uri="{FF2B5EF4-FFF2-40B4-BE49-F238E27FC236}">
                <ns2:creationId id="{C82C5941-D1FB-4FC1-AD04-A038CADD5385}"/>
              </a:ext>
            </a:extLst>
          </p:cNvPr>
          <p:cNvSpPr>
            <a:spLocks noGrp="1"/>
          </p:cNvSpPr>
          <p:nvPr/>
        </p:nvSpPr>
        <p:spPr>
          <a:xfrm>
            <a:off x="847725" y="5314950"/>
            <a:ext cx="1600200" cy="2667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공동 commit</a:t>
            </a:r>
            <a:endParaRPr lang="ko-KR">
              <a:solidFill>
                <a:srgbClr val="000000"/>
              </a:solidFill>
              <a:latin typeface="Calibri"/>
              <a:ea typeface="Calibri"/>
              <a:cs typeface="Calibri"/>
            </a:endParaRPr>
          </a:p>
        </p:txBody>
      </p:sp>
      <p:sp>
        <p:nvSpPr>
          <p:cNvPr id="33" name="v2-414-a-commit-1">
            <a:extLst>
              <a:ext uri="{FF2B5EF4-FFF2-40B4-BE49-F238E27FC236}">
                <ns2:creationId id="{8586ADC9-CD48-4BDD-9D76-62E7BA1C7D14}"/>
              </a:ext>
            </a:extLst>
          </p:cNvPr>
          <p:cNvSpPr>
            <a:spLocks noGrp="1"/>
          </p:cNvSpPr>
          <p:nvPr/>
        </p:nvSpPr>
        <p:spPr>
          <a:xfrm>
            <a:off x="2505075" y="4981575"/>
            <a:ext cx="285750" cy="857250"/>
          </a:xfrm>
          <a:custGeom>
            <a:pathLst>
              <a:path w="285750" h="857250">
                <a:moveTo>
                  <a:pt x="285750" y="857250"/>
                </a:moveTo>
                <a:lnTo>
                  <a:pt x="0" y="857250"/>
                </a:lnTo>
                <a:lnTo>
                  <a:pt x="0" y="0"/>
                </a:lnTo>
              </a:path>
            </a:pathLst>
          </a:custGeom>
          <a:noFill/>
          <a:ln w="23813">
            <a:solidFill>
              <a:srgbClr val="576773"/>
            </a:solidFill>
            <a:prstDash val="solid"/>
          </a:ln>
        </p:spPr>
      </p:sp>
      <p:sp>
        <p:nvSpPr>
          <p:cNvPr id="34" name="v2-415-a-commit-1-head">
            <a:extLst>
              <a:ext uri="{FF2B5EF4-FFF2-40B4-BE49-F238E27FC236}">
                <ns2:creationId id="{1480B6E3-DA22-406B-BCE8-EE2E7C183B90}"/>
              </a:ext>
            </a:extLst>
          </p:cNvPr>
          <p:cNvSpPr>
            <a:spLocks noGrp="1"/>
          </p:cNvSpPr>
          <p:nvPr/>
        </p:nvSpPr>
        <p:spPr>
          <a:xfrm>
            <a:off x="2450277" y="498157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5" name="v2-416-a-commit-2">
            <a:extLst>
              <a:ext uri="{FF2B5EF4-FFF2-40B4-BE49-F238E27FC236}">
                <ns2:creationId id="{E2386388-FF39-42D3-8D09-C10C8FB0FFD8}"/>
              </a:ext>
            </a:extLst>
          </p:cNvPr>
          <p:cNvSpPr>
            <a:spLocks noGrp="1"/>
          </p:cNvSpPr>
          <p:nvPr/>
        </p:nvSpPr>
        <p:spPr>
          <a:xfrm>
            <a:off x="6486525" y="4981575"/>
            <a:ext cx="352425" cy="857250"/>
          </a:xfrm>
          <a:custGeom>
            <a:pathLst>
              <a:path w="352425" h="857250">
                <a:moveTo>
                  <a:pt x="0" y="857250"/>
                </a:moveTo>
                <a:lnTo>
                  <a:pt x="352425" y="857250"/>
                </a:lnTo>
                <a:lnTo>
                  <a:pt x="352425" y="0"/>
                </a:lnTo>
              </a:path>
            </a:pathLst>
          </a:custGeom>
          <a:noFill/>
          <a:ln w="23813">
            <a:solidFill>
              <a:srgbClr val="576773"/>
            </a:solidFill>
            <a:prstDash val="solid"/>
          </a:ln>
        </p:spPr>
      </p:sp>
      <p:sp>
        <p:nvSpPr>
          <p:cNvPr id="36" name="v2-417-a-commit-2-head">
            <a:extLst>
              <a:ext uri="{FF2B5EF4-FFF2-40B4-BE49-F238E27FC236}">
                <ns2:creationId id="{D6CBA312-86C5-4214-B3BD-75962147C197}"/>
              </a:ext>
            </a:extLst>
          </p:cNvPr>
          <p:cNvSpPr>
            <a:spLocks noGrp="1"/>
          </p:cNvSpPr>
          <p:nvPr/>
        </p:nvSpPr>
        <p:spPr>
          <a:xfrm>
            <a:off x="6784152" y="498157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8" name="v2-419-note">
            <a:extLst>
              <a:ext uri="{FF2B5EF4-FFF2-40B4-BE49-F238E27FC236}">
                <ns2:creationId id="{DFFA5DA7-A09F-4607-A73D-3D006765E782}"/>
              </a:ext>
            </a:extLst>
          </p:cNvPr>
          <p:cNvSpPr>
            <a:spLocks noGrp="1"/>
          </p:cNvSpPr>
          <p:nvPr/>
        </p:nvSpPr>
        <p:spPr>
          <a:xfrm>
            <a:off x="952500" y="6115050"/>
            <a:ext cx="7620000" cy="2190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성공: 모두 반영 / 충돌과 실패: 모두 미반영</a:t>
            </a:r>
            <a:endParaRPr lang="ko-KR">
              <a:solidFill>
                <a:srgbClr val="000000"/>
              </a:solidFill>
              <a:latin typeface="Calibri"/>
              <a:ea typeface="Calibri"/>
              <a:cs typeface="Calibri"/>
            </a:endParaRPr>
          </a:p>
        </p:txBody>
      </p:sp>
      <p:sp>
        <p:nvSpPr>
          <p:cNvPr id="39" name="v2-420-대화 서비스 실행 경계">
            <a:extLst>
              <a:ext uri="{FF2B5EF4-FFF2-40B4-BE49-F238E27FC236}">
                <ns2:creationId id="{F78359B9-D5EB-45B8-90EC-5E4AF4BEFB17}"/>
              </a:ext>
            </a:extLst>
          </p:cNvPr>
          <p:cNvSpPr>
            <a:spLocks noGrp="1"/>
          </p:cNvSpPr>
          <p:nvPr/>
        </p:nvSpPr>
        <p:spPr>
          <a:xfrm>
            <a:off x="9334500" y="3086100"/>
            <a:ext cx="3771900" cy="2962275"/>
          </a:xfrm>
          <a:prstGeom prst="rect">
            <a:avLst/>
          </a:prstGeom>
          <a:noFill/>
          <a:ln w="19050">
            <a:solidFill>
              <a:srgbClr val="BCCAD2"/>
            </a:solidFill>
          </a:ln>
        </p:spPr>
        <p:txBody>
          <a:bodyPr wrap="none" lIns="133350" tIns="38100" rIns="495300" bIns="25622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대화 서비스 실행 경계</a:t>
            </a:r>
            <a:endParaRPr lang="ko-KR">
              <a:solidFill>
                <a:srgbClr val="000000"/>
              </a:solidFill>
              <a:latin typeface="Calibri"/>
              <a:ea typeface="Calibri"/>
              <a:cs typeface="Calibri"/>
            </a:endParaRPr>
          </a:p>
        </p:txBody>
      </p:sp>
      <p:sp>
        <p:nvSpPr>
          <p:cNvPr id="41" name="v2-422-Task 서비스 실행 경계">
            <a:extLst>
              <a:ext uri="{FF2B5EF4-FFF2-40B4-BE49-F238E27FC236}">
                <ns2:creationId id="{9CA7EA0E-CF8A-469A-A75A-FA57755BE5C7}"/>
              </a:ext>
            </a:extLst>
          </p:cNvPr>
          <p:cNvSpPr>
            <a:spLocks noGrp="1"/>
          </p:cNvSpPr>
          <p:nvPr/>
        </p:nvSpPr>
        <p:spPr>
          <a:xfrm>
            <a:off x="13849350" y="3086100"/>
            <a:ext cx="3857625" cy="2962275"/>
          </a:xfrm>
          <a:prstGeom prst="rect">
            <a:avLst/>
          </a:prstGeom>
          <a:noFill/>
          <a:ln w="19050">
            <a:solidFill>
              <a:srgbClr val="BCCAD2"/>
            </a:solidFill>
          </a:ln>
        </p:spPr>
        <p:txBody>
          <a:bodyPr wrap="none" lIns="133350" tIns="38100" rIns="581025" bIns="25622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Task 서비스 실행 경계</a:t>
            </a:r>
            <a:endParaRPr lang="ko-KR">
              <a:solidFill>
                <a:srgbClr val="000000"/>
              </a:solidFill>
              <a:latin typeface="Calibri"/>
              <a:ea typeface="Calibri"/>
              <a:cs typeface="Calibri"/>
            </a:endParaRPr>
          </a:p>
        </p:txBody>
      </p:sp>
      <p:sp>
        <p:nvSpPr>
          <p:cNvPr id="43" name="v2-424-Request Controller">
            <a:extLst>
              <a:ext uri="{FF2B5EF4-FFF2-40B4-BE49-F238E27FC236}">
                <ns2:creationId id="{3353AF42-9CCC-416B-B921-8985E4518B34}"/>
              </a:ext>
            </a:extLst>
          </p:cNvPr>
          <p:cNvSpPr>
            <a:spLocks noGrp="1"/>
          </p:cNvSpPr>
          <p:nvPr/>
        </p:nvSpPr>
        <p:spPr>
          <a:xfrm>
            <a:off x="9486900" y="3705225"/>
            <a:ext cx="3457575"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45" name="v2-426-Task Manager">
            <a:extLst>
              <a:ext uri="{FF2B5EF4-FFF2-40B4-BE49-F238E27FC236}">
                <ns2:creationId id="{AC114813-EA14-40E4-BF58-17047CF2735B}"/>
              </a:ext>
            </a:extLst>
          </p:cNvPr>
          <p:cNvSpPr>
            <a:spLocks noGrp="1"/>
          </p:cNvSpPr>
          <p:nvPr/>
        </p:nvSpPr>
        <p:spPr>
          <a:xfrm>
            <a:off x="14001750" y="3705225"/>
            <a:ext cx="3552825"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47" name="v2-428-Request Graph State">
            <a:extLst>
              <a:ext uri="{FF2B5EF4-FFF2-40B4-BE49-F238E27FC236}">
                <ns2:creationId id="{501A0703-94FF-4F8F-898E-34AF669788DD}"/>
              </a:ext>
            </a:extLst>
          </p:cNvPr>
          <p:cNvSpPr>
            <a:spLocks noGrp="1"/>
          </p:cNvSpPr>
          <p:nvPr/>
        </p:nvSpPr>
        <p:spPr>
          <a:xfrm>
            <a:off x="9496425" y="4619625"/>
            <a:ext cx="3438525" cy="52387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49" name="v2-430-Task Command State">
            <a:extLst>
              <a:ext uri="{FF2B5EF4-FFF2-40B4-BE49-F238E27FC236}">
                <ns2:creationId id="{BF13F33A-50D1-42E0-9233-D12380CB3F6C}"/>
              </a:ext>
            </a:extLst>
          </p:cNvPr>
          <p:cNvSpPr>
            <a:spLocks noGrp="1"/>
          </p:cNvSpPr>
          <p:nvPr/>
        </p:nvSpPr>
        <p:spPr>
          <a:xfrm>
            <a:off x="14011275" y="4619625"/>
            <a:ext cx="3533775" cy="52387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51" name="v2-432-b-command">
            <a:extLst>
              <a:ext uri="{FF2B5EF4-FFF2-40B4-BE49-F238E27FC236}">
                <ns2:creationId id="{1A067E6E-DAA5-4208-BA82-BABF97BBB69E}"/>
              </a:ext>
            </a:extLst>
          </p:cNvPr>
          <p:cNvSpPr>
            <a:spLocks noGrp="1"/>
          </p:cNvSpPr>
          <p:nvPr/>
        </p:nvSpPr>
        <p:spPr>
          <a:xfrm>
            <a:off x="12944475" y="3886200"/>
            <a:ext cx="1057275" cy="9525"/>
          </a:xfrm>
          <a:custGeom>
            <a:pathLst>
              <a:path w="1057275" h="9525">
                <a:moveTo>
                  <a:pt x="0" y="0"/>
                </a:moveTo>
                <a:lnTo>
                  <a:pt x="1057275" y="0"/>
                </a:lnTo>
              </a:path>
            </a:pathLst>
          </a:custGeom>
          <a:noFill/>
          <a:ln w="26670">
            <a:solidFill>
              <a:srgbClr val="00889A"/>
            </a:solidFill>
            <a:prstDash val="solid"/>
          </a:ln>
        </p:spPr>
      </p:sp>
      <p:sp>
        <p:nvSpPr>
          <p:cNvPr id="52" name="v2-433-b-command-head">
            <a:extLst>
              <a:ext uri="{FF2B5EF4-FFF2-40B4-BE49-F238E27FC236}">
                <ns2:creationId id="{8B731CD2-84FB-488B-B6EA-7AD852C4B51E}"/>
              </a:ext>
            </a:extLst>
          </p:cNvPr>
          <p:cNvSpPr>
            <a:spLocks noGrp="1"/>
          </p:cNvSpPr>
          <p:nvPr/>
        </p:nvSpPr>
        <p:spPr>
          <a:xfrm>
            <a:off x="13901442" y="3831402"/>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53" name="v2-434-note">
            <a:extLst>
              <a:ext uri="{FF2B5EF4-FFF2-40B4-BE49-F238E27FC236}">
                <ns2:creationId id="{6B4524E5-9C75-43F5-8FC9-8FA3AE8DC181}"/>
              </a:ext>
            </a:extLst>
          </p:cNvPr>
          <p:cNvSpPr>
            <a:spLocks noGrp="1"/>
          </p:cNvSpPr>
          <p:nvPr/>
        </p:nvSpPr>
        <p:spPr>
          <a:xfrm>
            <a:off x="12372975" y="3343275"/>
            <a:ext cx="2362200" cy="3143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같은 명령</a:t>
            </a:r>
            <a:endParaRPr lang="ko-KR">
              <a:solidFill>
                <a:srgbClr val="000000"/>
              </a:solidFill>
              <a:latin typeface="Calibri"/>
              <a:ea typeface="Calibri"/>
              <a:cs typeface="Calibri"/>
            </a:endParaRPr>
          </a:p>
        </p:txBody>
      </p:sp>
      <p:sp>
        <p:nvSpPr>
          <p:cNvPr id="54" name="v2-435-b-receipt">
            <a:extLst>
              <a:ext uri="{FF2B5EF4-FFF2-40B4-BE49-F238E27FC236}">
                <ns2:creationId id="{BB4CDD56-D2C4-488F-B4FC-166C47573D67}"/>
              </a:ext>
            </a:extLst>
          </p:cNvPr>
          <p:cNvSpPr>
            <a:spLocks noGrp="1"/>
          </p:cNvSpPr>
          <p:nvPr/>
        </p:nvSpPr>
        <p:spPr>
          <a:xfrm>
            <a:off x="12944475" y="4276725"/>
            <a:ext cx="1057275" cy="9525"/>
          </a:xfrm>
          <a:custGeom>
            <a:pathLst>
              <a:path w="1057275" h="9525">
                <a:moveTo>
                  <a:pt x="1057275" y="0"/>
                </a:moveTo>
                <a:lnTo>
                  <a:pt x="0" y="0"/>
                </a:lnTo>
              </a:path>
            </a:pathLst>
          </a:custGeom>
          <a:noFill/>
          <a:ln w="26670">
            <a:solidFill>
              <a:srgbClr val="00889A"/>
            </a:solidFill>
            <a:prstDash val="solid"/>
          </a:ln>
        </p:spPr>
      </p:sp>
      <p:sp>
        <p:nvSpPr>
          <p:cNvPr id="55" name="v2-436-b-receipt-head">
            <a:extLst>
              <a:ext uri="{FF2B5EF4-FFF2-40B4-BE49-F238E27FC236}">
                <ns2:creationId id="{49955673-FB77-43FB-82F9-20010FC8172C}"/>
              </a:ext>
            </a:extLst>
          </p:cNvPr>
          <p:cNvSpPr>
            <a:spLocks noGrp="1"/>
          </p:cNvSpPr>
          <p:nvPr/>
        </p:nvSpPr>
        <p:spPr>
          <a:xfrm>
            <a:off x="12944475" y="4221927"/>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56" name="v2-437-note">
            <a:extLst>
              <a:ext uri="{FF2B5EF4-FFF2-40B4-BE49-F238E27FC236}">
                <ns2:creationId id="{8AA3CE9F-6268-4370-94C9-FE99F778A898}"/>
              </a:ext>
            </a:extLst>
          </p:cNvPr>
          <p:cNvSpPr>
            <a:spLocks noGrp="1"/>
          </p:cNvSpPr>
          <p:nvPr/>
        </p:nvSpPr>
        <p:spPr>
          <a:xfrm>
            <a:off x="12934950" y="4343400"/>
            <a:ext cx="1438275"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④ 접수 결과</a:t>
            </a:r>
            <a:endParaRPr lang="ko-KR">
              <a:solidFill>
                <a:srgbClr val="000000"/>
              </a:solidFill>
              <a:latin typeface="Calibri"/>
              <a:ea typeface="Calibri"/>
              <a:cs typeface="Calibri"/>
            </a:endParaRPr>
          </a:p>
        </p:txBody>
      </p:sp>
      <p:sp>
        <p:nvSpPr>
          <p:cNvPr id="57" name="v2-438-b-dialogue-commit">
            <a:extLst>
              <a:ext uri="{FF2B5EF4-FFF2-40B4-BE49-F238E27FC236}">
                <ns2:creationId id="{8B5741B1-8FEC-49D6-A438-5E9480DA70A9}"/>
              </a:ext>
            </a:extLst>
          </p:cNvPr>
          <p:cNvSpPr>
            <a:spLocks noGrp="1"/>
          </p:cNvSpPr>
          <p:nvPr/>
        </p:nvSpPr>
        <p:spPr>
          <a:xfrm>
            <a:off x="11210925" y="4238625"/>
            <a:ext cx="9525" cy="381000"/>
          </a:xfrm>
          <a:custGeom>
            <a:pathLst>
              <a:path w="9525" h="381000">
                <a:moveTo>
                  <a:pt x="0" y="0"/>
                </a:moveTo>
                <a:lnTo>
                  <a:pt x="0" y="381000"/>
                </a:lnTo>
              </a:path>
            </a:pathLst>
          </a:custGeom>
          <a:noFill/>
          <a:ln w="23813">
            <a:solidFill>
              <a:srgbClr val="576773"/>
            </a:solidFill>
            <a:prstDash val="solid"/>
          </a:ln>
        </p:spPr>
      </p:sp>
      <p:sp>
        <p:nvSpPr>
          <p:cNvPr id="58" name="v2-439-b-dialogue-commit-head">
            <a:extLst>
              <a:ext uri="{FF2B5EF4-FFF2-40B4-BE49-F238E27FC236}">
                <ns2:creationId id="{AE70578F-0070-4B3C-94FF-8CA1809CECC6}"/>
              </a:ext>
            </a:extLst>
          </p:cNvPr>
          <p:cNvSpPr>
            <a:spLocks noGrp="1"/>
          </p:cNvSpPr>
          <p:nvPr/>
        </p:nvSpPr>
        <p:spPr>
          <a:xfrm>
            <a:off x="11156127" y="451931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59" name="v2-440-b-task-commit">
            <a:extLst>
              <a:ext uri="{FF2B5EF4-FFF2-40B4-BE49-F238E27FC236}">
                <ns2:creationId id="{5E7A0CC9-03E6-4C0B-B9BC-7C3D0038B2BE}"/>
              </a:ext>
            </a:extLst>
          </p:cNvPr>
          <p:cNvSpPr>
            <a:spLocks noGrp="1"/>
          </p:cNvSpPr>
          <p:nvPr/>
        </p:nvSpPr>
        <p:spPr>
          <a:xfrm>
            <a:off x="15773400" y="4238625"/>
            <a:ext cx="9525" cy="381000"/>
          </a:xfrm>
          <a:custGeom>
            <a:pathLst>
              <a:path w="9525" h="381000">
                <a:moveTo>
                  <a:pt x="0" y="0"/>
                </a:moveTo>
                <a:lnTo>
                  <a:pt x="0" y="381000"/>
                </a:lnTo>
              </a:path>
            </a:pathLst>
          </a:custGeom>
          <a:noFill/>
          <a:ln w="23813">
            <a:solidFill>
              <a:srgbClr val="576773"/>
            </a:solidFill>
            <a:prstDash val="solid"/>
          </a:ln>
        </p:spPr>
      </p:sp>
      <p:sp>
        <p:nvSpPr>
          <p:cNvPr id="60" name="v2-441-b-task-commit-head">
            <a:extLst>
              <a:ext uri="{FF2B5EF4-FFF2-40B4-BE49-F238E27FC236}">
                <ns2:creationId id="{E2231EAB-CCF5-449F-BC0E-832E401A0EEA}"/>
              </a:ext>
            </a:extLst>
          </p:cNvPr>
          <p:cNvSpPr>
            <a:spLocks noGrp="1"/>
          </p:cNvSpPr>
          <p:nvPr/>
        </p:nvSpPr>
        <p:spPr>
          <a:xfrm>
            <a:off x="15718602" y="451931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61" name="v2-442-note">
            <a:extLst>
              <a:ext uri="{FF2B5EF4-FFF2-40B4-BE49-F238E27FC236}">
                <ns2:creationId id="{BF652CDA-470B-4AEC-ADC4-6339B46822D1}"/>
              </a:ext>
            </a:extLst>
          </p:cNvPr>
          <p:cNvSpPr>
            <a:spLocks noGrp="1"/>
          </p:cNvSpPr>
          <p:nvPr/>
        </p:nvSpPr>
        <p:spPr>
          <a:xfrm>
            <a:off x="9486900" y="5257800"/>
            <a:ext cx="3457575" cy="6000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① 로컬 의도 저장</a:t>
            </a:r>
            <a:endParaRPr lang="ko-KR">
              <a:solidFill>
                <a:srgbClr val="000000"/>
              </a:solidFill>
              <a:latin typeface="Calibri"/>
              <a:ea typeface="Calibri"/>
              <a:cs typeface="Calibri"/>
            </a:endParaRPr>
          </a:p>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④ 접수 결과 별도 반영</a:t>
            </a:r>
            <a:endParaRPr lang="ko-KR">
              <a:solidFill>
                <a:srgbClr val="000000"/>
              </a:solidFill>
              <a:latin typeface="Calibri"/>
              <a:ea typeface="Calibri"/>
              <a:cs typeface="Calibri"/>
            </a:endParaRPr>
          </a:p>
        </p:txBody>
      </p:sp>
      <p:sp>
        <p:nvSpPr>
          <p:cNvPr id="62" name="v2-443-note">
            <a:extLst>
              <a:ext uri="{FF2B5EF4-FFF2-40B4-BE49-F238E27FC236}">
                <ns2:creationId id="{5E5CAF7C-6C9B-4FB0-991C-3A2D34AE36BA}"/>
              </a:ext>
            </a:extLst>
          </p:cNvPr>
          <p:cNvSpPr>
            <a:spLocks noGrp="1"/>
          </p:cNvSpPr>
          <p:nvPr/>
        </p:nvSpPr>
        <p:spPr>
          <a:xfrm>
            <a:off x="14001750" y="5257800"/>
            <a:ext cx="3552825" cy="6000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③ 내부 접수와 상태 확정</a:t>
            </a:r>
            <a:endParaRPr lang="ko-KR">
              <a:solidFill>
                <a:srgbClr val="000000"/>
              </a:solidFill>
              <a:latin typeface="Calibri"/>
              <a:ea typeface="Calibri"/>
              <a:cs typeface="Calibri"/>
            </a:endParaRPr>
          </a:p>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외부 전송 가능 상태 저장</a:t>
            </a:r>
            <a:endParaRPr lang="ko-KR">
              <a:solidFill>
                <a:srgbClr val="000000"/>
              </a:solidFill>
              <a:latin typeface="Calibri"/>
              <a:ea typeface="Calibri"/>
              <a:cs typeface="Calibri"/>
            </a:endParaRPr>
          </a:p>
        </p:txBody>
      </p:sp>
      <p:sp>
        <p:nvSpPr>
          <p:cNvPr id="63" name="v2-444-note">
            <a:extLst>
              <a:ext uri="{FF2B5EF4-FFF2-40B4-BE49-F238E27FC236}">
                <ns2:creationId id="{1A65A9EF-9894-4C9B-8B31-7D294186E375}"/>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확정된 명령 → Agent Gateway → Downstream Agent의 실제 확인. 내부 접수는 외부 실행/확인 완료가 아님. 의미 모델은 transaction 밖</a:t>
            </a:r>
            <a:endParaRPr lang="ko-KR">
              <a:solidFill>
                <a:srgbClr val="000000"/>
              </a:solidFill>
              <a:latin typeface="Calibri"/>
              <a:ea typeface="Calibri"/>
              <a:cs typeface="Calibri"/>
            </a:endParaRPr>
          </a:p>
        </p:txBody>
      </p:sp>
      <p:sp>
        <p:nvSpPr>
          <p:cNvPr id="64" name="v2-445-a-cost">
            <a:extLst>
              <a:ext uri="{FF2B5EF4-FFF2-40B4-BE49-F238E27FC236}">
                <ns2:creationId id="{0423AD0F-0D0A-4EDA-8144-9FCEBA58EEC4}"/>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논리 수명 분리와 변경 국소화 가능</a:t>
            </a:r>
            <a:endParaRPr lang="ko-KR">
              <a:solidFill>
                <a:srgbClr val="000000"/>
              </a:solidFill>
              <a:latin typeface="Calibri"/>
              <a:ea typeface="Calibri"/>
              <a:cs typeface="Calibri"/>
            </a:endParaRPr>
          </a:p>
        </p:txBody>
      </p:sp>
      <p:sp>
        <p:nvSpPr>
          <p:cNvPr id="65" name="v2-446-b-cost">
            <a:extLst>
              <a:ext uri="{FF2B5EF4-FFF2-40B4-BE49-F238E27FC236}">
                <ns2:creationId id="{836D07BA-CC68-401E-91F5-71B277751DC4}"/>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B의 독립 운영은 조건부. 인계/재확인 비용</a:t>
            </a:r>
            <a:endParaRPr lang="ko-KR">
              <a:solidFill>
                <a:srgbClr val="000000"/>
              </a:solidFill>
              <a:latin typeface="Calibri"/>
              <a:ea typeface="Calibri"/>
              <a:cs typeface="Calibri"/>
            </a:endParaRPr>
          </a:p>
        </p:txBody>
      </p:sp>
      <ns0:graphicFrame xmlns:ns0="http://schemas.openxmlformats.org/presentationml/2006/main" xmlns:ns1="http://schemas.openxmlformats.org/drawingml/2006/main">
        <ns0:nvGraphicFramePr>
          <ns0:cNvPr id="133" name=""/>
          <ns0:cNvGraphicFramePr/>
          <ns0:nvPr/>
        </ns0:nvGraphicFramePr>
        <ns0:xfrm>
          <ns1:off x="495300" y="7258050"/>
          <ns1:ext cx="17297400" cy="2533650"/>
        </ns0:xfrm>
        <ns1:graphic>
          <ns1:graphicData uri="http://schemas.openxmlformats.org/drawingml/2006/table">
            <ns1:tbl>
              <ns1:tblPr/>
              <ns1:tblGrid>
                <ns1:gridCol w="4038600"/>
                <ns1:gridCol w="6629400"/>
                <ns1:gridCol w="6629400"/>
              </ns1:tblGrid>
              <ns1:tr h="381000">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품질 지표 / 공통 28개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A: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B: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QA01  첫 응답 지연시간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동점 예상 / 업무 접수 전 수행 안내</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동점 예상 / 업무 접수 전 수행 안내</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QA02  지칭 대상 식별 정확도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공통 검증 / 같은 지칭 결과 전달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공통 검증 / 같은 지칭 결과 전달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QA03  VIA 처리시간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관련 상태 공동 확정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인계와 재확인의 전체 경로</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QA04  변경 범위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공동 상태 규칙과 형식의 수정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독립 인계 규칙과 형식의 수정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QA05  모델 사용 비용</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저장 외 실제 모델 청구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IPC 외 실제 모델 청구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QA06  최대 RAM 사용량</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통합 상태와 queue</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process와 접수 상태</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bl>
          </ns1:graphicData>
        </ns1:graphic>
      </ns0:graphicFrame>
      <ns0:sp xmlns:ns0="http://schemas.openxmlformats.org/presentationml/2006/main" xmlns:ns1="http://schemas.openxmlformats.org/drawingml/2006/main" xmlns:ns2="http://schemas.microsoft.com/office/drawing/2014/main">
        <ns0:nvSpPr>
          <ns0:cNvPr id="67" name="v2-447-note">
            <ns1:extLst>
              <ns1:ext uri="{FF2B5EF4-FFF2-40B4-BE49-F238E27FC236}">
                <ns2:creationId id="{0817A034-44E0-4F6F-8DE0-FC2AB7C19328}"/>
              </ns1:ext>
            </ns1:extLst>
          </ns0:cNvPr>
          <ns0:cNvSpPr>
            <ns1:spLocks noGrp="1"/>
          </ns0:cNvSpPr>
          <ns0:nvPr/>
        </ns0:nvSpPr>
        <ns0:spPr>
          <ns1:xfrm>
            <ns1:off x="495300" y="9839325"/>
            <ns1:ext cx="17297400" cy="333375"/>
          </ns1:xfrm>
          <ns1:prstGeom prst="rect">
            <ns1:avLst/>
          </ns1:prstGeom>
          <ns1:noFill/>
          <ns1:ln w="0">
            <ns1:noFill/>
          </ns1:ln>
        </ns0:spPr>
        <ns0:txBody>
          <ns1:bodyPr wrap="none" lIns="0" tIns="0" rIns="0" bIns="0" anchor="ctr">
            <ns1:noAutofit/>
          </ns1:bodyPr>
          <ns1:lstStyle/>
          <ns1:p>
            <ns1:pPr algn="l">
              <ns1:defRPr sz="1700" b="0"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미측정. 공통 28개를 사용하며 지표와 목표 및 0~6점 기준은 Appendix QA01~QA09에서 확인한다.</ns1:t>
            </ns1:r>
            <ns1:endParaRPr lang="ko-KR">
              <ns1:solidFill>
                <ns1:srgbClr val="000000"/>
              </ns1:solidFill>
              <ns1:latin typeface="Calibri"/>
              <ns1:ea typeface="Calibri"/>
              <ns1:cs typeface="Calibri"/>
            </ns1:endParaRPr>
          </ns1:p>
        </ns0:txBody>
      </ns0:sp>
      <p:sp>
        <p:nvSpPr>
          <p:cNvPr id="134" name="v6-header-title">
            <a:extLst>
              <a:ext uri="{FF2B5EF4-FFF2-40B4-BE49-F238E27FC236}">
                <ns2:creationId id="{0CC03BDA-3BC7-44D6-ABE9-86C2521FC8D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변경 용이성을 위한 상태 관리 설계</a:t>
            </a:r>
            <a:endParaRPr lang="ko-KR">
              <a:latin typeface="Calibri"/>
              <a:ea typeface="Calibri"/>
              <a:cs typeface="Calibri"/>
            </a:endParaRPr>
          </a:p>
        </p:txBody>
      </p:sp>
      <p:sp>
        <p:nvSpPr>
          <p:cNvPr id="135" name="v6-header-rule">
            <a:extLst>
              <a:ext uri="{FF2B5EF4-FFF2-40B4-BE49-F238E27FC236}">
                <ns2:creationId id="{C20D0FCE-16F6-486D-A710-71B9AD3D7A5B}"/>
              </a:ext>
            </a:extLst>
          </p:cNvPr>
          <p:cNvSpPr>
            <a:spLocks noGrp="1"/>
          </p:cNvSpPr>
          <p:nvPr/>
        </p:nvSpPr>
        <p:spPr>
          <a:xfrm>
            <a:off x="495300" y="990600"/>
            <a:ext cx="17335500" cy="0"/>
          </a:xfrm>
          <a:prstGeom prst="line">
            <a:avLst/>
          </a:prstGeom>
          <a:noFill/>
          <a:ln w="19050">
            <a:solidFill>
              <a:srgbClr val="A6A6A6"/>
            </a:solidFill>
          </a:ln>
        </p:spPr>
      </p:sp>
      <p:sp>
        <p:nvSpPr>
          <p:cNvPr id="136" name="v6-header-stage-0">
            <a:extLst>
              <a:ext uri="{FF2B5EF4-FFF2-40B4-BE49-F238E27FC236}">
                <ns2:creationId id="{D25FACAF-58E9-4623-A70B-AECA4B72A3C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7" name="v6-header-stage-1">
            <a:extLst>
              <a:ext uri="{FF2B5EF4-FFF2-40B4-BE49-F238E27FC236}">
                <ns2:creationId id="{7C78AB4C-A233-4D71-8857-9EE01BF41ED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8" name="v6-header-stage-2">
            <a:extLst>
              <a:ext uri="{FF2B5EF4-FFF2-40B4-BE49-F238E27FC236}">
                <ns2:creationId id="{B07A8181-0E4B-4EA5-A957-2B9EA0E49313}"/>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9" name="v6-header-stage-3">
            <a:extLst>
              <a:ext uri="{FF2B5EF4-FFF2-40B4-BE49-F238E27FC236}">
                <ns2:creationId id="{6B94C890-A4A3-47FA-940C-3005215E30A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0" name="v6-header-stage-4">
            <a:extLst>
              <a:ext uri="{FF2B5EF4-FFF2-40B4-BE49-F238E27FC236}">
                <ns2:creationId id="{B23AE714-AD13-46F6-A763-D84690ECB6E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1" name="v6-header-page">
            <a:extLst>
              <a:ext uri="{FF2B5EF4-FFF2-40B4-BE49-F238E27FC236}">
                <ns2:creationId id="{9F379D8E-5A73-43C9-911C-963B56C66A8C}"/>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37 / 49</a:t>
            </a:r>
            <a:endParaRPr lang="ko-KR">
              <a:latin typeface="Calibri"/>
              <a:ea typeface="Calibri"/>
              <a:cs typeface="Calibri"/>
            </a:endParaRPr>
          </a:p>
        </p:txBody>
      </p:sp>
    </p:spTree>
    <p:extLst>
      <p:ext uri="{BB962C8B-B14F-4D97-AF65-F5344CB8AC3E}">
        <p14:creationId val="91206412"/>
      </p:ext>
    </p:extLst>
  </p:cSld>
</p:sld>
</file>

<file path=ppt/slides/slide55.xml><?xml version="1.0" encoding="utf-8"?>
<p:sld xmlns:a="http://schemas.openxmlformats.org/drawingml/2006/main" xmlns:ns2="http://schemas.microsoft.com/office/drawing/2014/main" xmlns:p="http://schemas.openxmlformats.org/presentationml/2006/main" xmlns:p14="http://schemas.microsoft.com/office/powerpoint/2010/main">
  <p:cSld name="coverage-summary">
    <p:bg>
      <p:bgPr>
        <a:solidFill>
          <a:srgbClr val="FFFFFF"/>
        </a:solidFill>
      </p:bgPr>
    </p:bg>
    <p:spTree>
      <p:nvGrpSpPr>
        <p:cNvPr id="1" name=""/>
        <p:cNvGrpSpPr/>
        <p:nvPr/>
      </p:nvGrpSpPr>
      <p:grpSpPr>
        <a:xfrm/>
      </p:grpSpPr>
      <p:graphicFrame xmlns:a="http://schemas.openxmlformats.org/drawingml/2006/main" xmlns:p="http://schemas.openxmlformats.org/presentationml/2006/main">
        <p:nvGraphicFramePr>
          <p:cNvPr id="13" name=""/>
          <p:cNvGraphicFramePr/>
          <p:nvPr/>
        </p:nvGraphicFramePr>
        <p:xfrm>
          <a:off x="495300" y="1962150"/>
          <a:ext cx="17297400" cy="4200525"/>
        </p:xfrm>
        <a:graphic>
          <a:graphicData uri="http://schemas.openxmlformats.org/drawingml/2006/table">
            <a:tbl>
              <a:tblPr/>
              <a:tblGrid>
                <a:gridCol w="3667125"/>
                <a:gridCol w="3714750"/>
                <a:gridCol w="9915525"/>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설계 질문</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직접 다루는 기능</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buNone/>
                        <a:defRPr lang="ko-KR">
                          <a:latin typeface="Calibri"/>
                          <a:ea typeface="Calibri"/>
                          <a:cs typeface="Calibri"/>
                        </a:defRPr>
                      </a:pPr>
                      <a:r>
                        <a:rPr sz="2300" b="1" lang="ko-KR">
                          <a:solidFill>
                            <a:srgbClr val="000000"/>
                          </a:solidFill>
                          <a:latin typeface="Calibri"/>
                          <a:ea typeface="Calibri"/>
                          <a:cs typeface="Calibri"/>
                        </a:rPr>
                        <a:t>구조 비교와 탐색 범위</a:t>
                      </a:r>
                      <a:endParaRPr lang="ko-KR">
                        <a:solidFill>
                          <a:srgbClr val="000000"/>
                        </a:solidFill>
                        <a:latin typeface="Calibri"/>
                        <a:ea typeface="Calibri"/>
                        <a:cs typeface="Calibri"/>
                      </a:endParaRPr>
                    </a:p>
                  </a:txBody>
                  <a:tcPr marL="114300" marR="76200" marT="47625" marB="47625" anchor="ctr">
                    <a:solidFill>
                      <a:srgbClr val="C6E0B4"/>
                    </a:solidFill>
                  </a:tcPr>
                </a:tc>
              </a:tr>
              <a:tr h="912019">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화면·음성 지칭 (문제)</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FR1 / FR2</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당시 화면과 지칭 연결, 정정 반영 (대안 탐색 전)</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44  지속 대화 실행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FR1 / FR3 / FR4</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완료 회수와 후속 지시, 단계별 상태와 게시 조건</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45  과거 맥락 제공</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요청별 구성과 공통 관계 생산의 시점, coverage와 철회</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42  대화와 업무 상태</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FR4 / FR5</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공동 확정과 독립 접수, 외부 확인과 재연결</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ns0:sp xmlns:ns0="http://schemas.openxmlformats.org/presentationml/2006/main" xmlns:ns1="http://schemas.openxmlformats.org/drawingml/2006/main" xmlns:ns2="http://schemas.microsoft.com/office/drawing/2014/main">
        <ns0:nvSpPr>
          <ns0:cNvPr id="6" name="v2-452-scope-qa">
            <ns1:extLst>
              <ns1:ext uri="{FF2B5EF4-FFF2-40B4-BE49-F238E27FC236}">
                <ns2:creationId id="{B094ED3D-0AF3-49CE-95EA-E2646EAB06BE}"/>
              </ns1:ext>
            </ns1:extLst>
          </ns0:cNvPr>
          <ns0:cNvSpPr>
            <ns1:spLocks noGrp="1"/>
          </ns0:cNvSpPr>
          <ns0:nvPr/>
        </ns0:nvSpPr>
        <ns0:spPr>
          <ns1:xfrm>
            <ns1:off x="495300" y="6819900"/>
            <ns1:ext cx="17297400" cy="542925"/>
          </ns1:xfrm>
          <ns1:prstGeom prst="rect">
            <ns1:avLst/>
          </ns1:prstGeom>
          <ns1:noFill/>
          <ns1:ln w="0">
            <ns1:noFill/>
          </ns1:ln>
        </ns0:spPr>
        <ns0:txBody>
          <ns1:bodyPr wrap="none" lIns="0" tIns="0" rIns="0" bIns="0" anchor="ctr">
            <ns1:noAutofit/>
          </ns1:bodyPr>
          <ns1:lstStyle/>
          <ns1:p>
            <ns1:pPr algn="l">
              <ns1:defRPr sz="2300" b="1"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첫 응답 지연시간 / 지칭 대상 식별 정확도 / VIA 처리시간 / 변경 범위 / 모델 사용 비용 / 최대 RAM 사용량</ns1:t>
            </ns1:r>
            <ns1:endParaRPr lang="ko-KR">
              <ns1:solidFill>
                <ns1:srgbClr val="000000"/>
              </ns1:solidFill>
              <ns1:latin typeface="Calibri"/>
              <ns1:ea typeface="Calibri"/>
              <ns1:cs typeface="Calibri"/>
            </ns1:endParaRPr>
          </ns1:p>
        </ns0:txBody>
      </ns0:sp>
      <p:sp>
        <p:nvSpPr>
          <p:cNvPr id="7" name="v2-453-scope-common">
            <a:extLst>
              <a:ext uri="{FF2B5EF4-FFF2-40B4-BE49-F238E27FC236}">
                <ns2:creationId id="{9139FE79-EE20-4B91-AEED-AAADA246D422}"/>
              </a:ext>
            </a:extLst>
          </p:cNvPr>
          <p:cNvSpPr>
            <a:spLocks noGrp="1"/>
          </p:cNvSpPr>
          <p:nvPr/>
        </p:nvSpPr>
        <p:spPr>
          <a:xfrm>
            <a:off x="495300" y="7896225"/>
            <a:ext cx="17297400" cy="110490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로컬 입력과 VAD / 같은 허용 근거 / 최신성 및 권한 검사 / 실제 전달 기록</a:t>
            </a:r>
            <a:endParaRPr lang="ko-KR">
              <a:solidFill>
                <a:srgbClr val="000000"/>
              </a:solidFill>
              <a:latin typeface="Calibri"/>
              <a:ea typeface="Calibri"/>
              <a:cs typeface="Calibri"/>
            </a:endParaRPr>
          </a:p>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별도 클라우드 음성/의미 모델 / 외부 업무 AI의 실제 실행과 확인</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8" name="v2-454-note">
            <a:extLst>
              <a:ext uri="{FF2B5EF4-FFF2-40B4-BE49-F238E27FC236}">
                <ns2:creationId id="{F008C9BB-EBE5-4CF8-B747-3713110F9063}"/>
              </a:ext>
            </a:extLst>
          </p:cNvPr>
          <p:cNvSpPr>
            <a:spLocks noGrp="1"/>
          </p:cNvSpPr>
          <p:nvPr/>
        </p:nvSpPr>
        <p:spPr>
          <a:xfrm>
            <a:off x="495300" y="9448800"/>
            <a:ext cx="17297400" cy="476250"/>
          </a:xfrm>
          <a:prstGeom prst="rect">
            <a:avLst/>
          </a:prstGeom>
          <a:noFill/>
          <a:ln w="0">
            <a:noFill/>
          </a:ln>
        </p:spPr>
        <p:txBody>
          <a:bodyPr wrap="none" lIns="0" tIns="0" rIns="0" bIns="0" anchor="ctr">
            <a:noAutofit/>
          </a:bodyPr>
          <a:lstStyle/>
          <a:p>
            <a:pPr algn="l">
              <a:buNone/>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44·45·42는 A/B를 검토하고, 화면·음성 주제는 문제를 탐색합니다. 채택안과 실측 승자는 미정입니다.</a:t>
            </a:r>
            <a:endParaRPr lang="ko-KR">
              <a:solidFill>
                <a:srgbClr val="000000"/>
              </a:solidFill>
              <a:latin typeface="Calibri"/>
              <a:ea typeface="Calibri"/>
              <a:cs typeface="Calibri"/>
            </a:endParaRPr>
          </a:p>
        </p:txBody>
      </p:sp>
      <p:sp>
        <p:nvSpPr>
          <p:cNvPr id="14" name="v6-header-title">
            <a:extLst>
              <a:ext uri="{FF2B5EF4-FFF2-40B4-BE49-F238E27FC236}">
                <ns2:creationId id="{ED54AD29-D790-4DBF-BD80-DD84BA31EE6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범위와 공통 계약</a:t>
            </a:r>
            <a:endParaRPr lang="ko-KR">
              <a:latin typeface="Calibri"/>
              <a:ea typeface="Calibri"/>
              <a:cs typeface="Calibri"/>
            </a:endParaRPr>
          </a:p>
        </p:txBody>
      </p:sp>
      <p:sp>
        <p:nvSpPr>
          <p:cNvPr id="15" name="v6-header-rule">
            <a:extLst>
              <a:ext uri="{FF2B5EF4-FFF2-40B4-BE49-F238E27FC236}">
                <ns2:creationId id="{861ABFE8-5FAA-4F5D-B4DC-11DD1DC830C6}"/>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3D829407-3EAB-409D-98D7-0CF84466BA5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C873CA48-9E79-4BB6-9F3B-DD341F84B3B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27C533BA-1B5A-49A7-A3A6-87920C3F1418}"/>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134607DB-A6A0-43D4-9BEE-E11FCD991850}"/>
              </a:ext>
            </a:extLst>
          </p:cNvPr>
          <p:cNvSpPr>
            <a:spLocks noGrp="1"/>
          </p:cNvSpPr>
          <p:nvPr/>
        </p:nvSpPr>
        <p:spPr>
          <a:xfrm>
            <a:off x="150304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263E6336-A570-4794-B9CA-9C12EAB49C2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83E6AE8E-60B4-4147-8614-501A90B9A09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39 / 49</a:t>
            </a:r>
            <a:endParaRPr lang="ko-KR">
              <a:latin typeface="Calibri"/>
              <a:ea typeface="Calibri"/>
              <a:cs typeface="Calibri"/>
            </a:endParaRPr>
          </a:p>
        </p:txBody>
      </p:sp>
    </p:spTree>
    <p:extLst>
      <p:ext uri="{BB962C8B-B14F-4D97-AF65-F5344CB8AC3E}">
        <p14:creationId val="552916902"/>
      </p:ext>
    </p:extLst>
  </p:cSld>
</p:sld>
</file>

<file path=ppt/slides/slide56.xml><?xml version="1.0" encoding="utf-8"?>
<p:sld xmlns:a="http://schemas.openxmlformats.org/drawingml/2006/main" xmlns:ns2="http://schemas.microsoft.com/office/drawing/2014/main" xmlns:p="http://schemas.openxmlformats.org/presentationml/2006/main" xmlns:p14="http://schemas.microsoft.com/office/powerpoint/2010/main">
  <p:cSld name="next-validation">
    <p:bg>
      <p:bgPr>
        <a:solidFill>
          <a:srgbClr val="FFFFFF"/>
        </a:solidFill>
      </p:bgPr>
    </p:bg>
    <p:spTree>
      <p:nvGrpSpPr>
        <p:cNvPr id="1" name=""/>
        <p:cNvGrpSpPr/>
        <p:nvPr/>
      </p:nvGrpSpPr>
      <p:grpSpPr>
        <a:xfrm/>
      </p:grpSpPr>
      <ns0:graphicFrame xmlns:ns0="http://schemas.openxmlformats.org/presentationml/2006/main" xmlns:ns1="http://schemas.openxmlformats.org/drawingml/2006/main">
        <ns0:nvGraphicFramePr>
          <ns0:cNvPr id="12" name=""/>
          <ns0:cNvGraphicFramePr/>
          <ns0:nvPr/>
        </ns0:nvGraphicFramePr>
        <ns0:xfrm>
          <ns1:off x="495300" y="2124075"/>
          <ns1:ext cx="17297400" cy="4438650"/>
        </ns0:xfrm>
        <ns1:graphic>
          <ns1:graphicData uri="http://schemas.openxmlformats.org/drawingml/2006/table">
            <ns1:tbl>
              <ns1:tblPr/>
              <ns1:tblGrid>
                <ns1:gridCol w="3057525"/>
                <ns1:gridCol w="7248525"/>
                <ns1:gridCol w="6991350"/>
              </ns1:tblGrid>
              <ns1:tr h="552450">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검토할 대상</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c>
                  <ns1:txBody>
                    <ns1:bodyPr/>
                    <ns1:lstStyle/>
                    <ns1:p>
                      <ns1:pPr algn="l">
                        <ns1:buNone/>
                        <ns1:defRPr lang="ko-KR">
                          <ns1:latin typeface="Calibri"/>
                          <ns1:ea typeface="Calibri"/>
                          <ns1:cs typeface="Calibri"/>
                        </ns1:defRPr>
                      </ns1:pPr>
                      <ns1:r>
                        <ns1:rPr sz="2300" b="1" lang="ko-KR">
                          <ns1:solidFill>
                            <ns1:srgbClr val="000000"/>
                          </ns1:solidFill>
                          <ns1:latin typeface="Calibri"/>
                          <ns1:ea typeface="Calibri"/>
                          <ns1:cs typeface="Calibri"/>
                        </ns1:rPr>
                        <ns1:t>같은 장면에서 확인할 조건</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아직 필요한 근거</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r>
              <ns1:tr h="971550">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화면·음성 지칭</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두 화면의 지칭, 늦은 전사와 “아니, 여기” 정정</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발화·화면·pointer·선택 기록, 누락 범위</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7155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지속 대화</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새 발화, 늦은 준비와 질문이 겹치는 상황</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실제 반응/전달 시각과 대기 상태</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7155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과거 맥락</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첫 사용, 반복, 정정 직후와 미사용 생산</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전체 호출 청구, 원본 검증과 coverage</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7155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상태 관리</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공동 변경, 내부 접수와 외부 확인의 차이</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실제 수정 모듈 수와 접수 대기 및 RAM 사용량</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bl>
          </ns1:graphicData>
        </ns1:graphic>
      </ns0:graphicFrame>
      <ns0:sp xmlns:ns0="http://schemas.openxmlformats.org/presentationml/2006/main" xmlns:ns1="http://schemas.openxmlformats.org/drawingml/2006/main" xmlns:ns2="http://schemas.microsoft.com/office/drawing/2014/main">
        <ns0:nvSpPr>
          <ns0:cNvPr id="6" name="v2-459-next-contract">
            <ns1:extLst>
              <ns1:ext uri="{FF2B5EF4-FFF2-40B4-BE49-F238E27FC236}">
                <ns2:creationId id="{5A5ED548-EFD5-46E5-B4E1-4B786AE282FF}"/>
              </ns1:ext>
            </ns1:extLst>
          </ns0:cNvPr>
          <ns0:cNvSpPr>
            <ns1:spLocks noGrp="1"/>
          </ns0:cNvSpPr>
          <ns0:nvPr/>
        </ns0:nvSpPr>
        <ns0:spPr>
          <ns1:xfrm>
            <ns1:off x="495300" y="7181850"/>
            <ns1:ext cx="17297400" cy="542925"/>
          </ns1:xfrm>
          <ns1:prstGeom prst="rect">
            <ns1:avLst/>
          </ns1:prstGeom>
          <ns1:noFill/>
          <ns1:ln w="0">
            <ns1:noFill/>
          </ns1:ln>
        </ns0:spPr>
        <ns0:txBody>
          <ns1:bodyPr wrap="none" lIns="0" tIns="0" rIns="0" bIns="0" anchor="ctr">
            <ns1:noAutofit/>
          </ns1:bodyPr>
          <ns1:lstStyle/>
          <ns1:p>
            <ns1:pPr algn="l">
              <ns1:defRPr sz="2800" b="1" lang="ko-KR">
                <ns1:solidFill>
                  <ns1:srgbClr val="000000"/>
                </ns1:solidFill>
                <ns1:latin typeface="Calibri"/>
                <ns1:ea typeface="Calibri"/>
                <ns1:cs typeface="Calibri"/>
              </ns1:defRPr>
            </ns1:pPr>
            <ns1:r>
              <ns1:rPr sz="2800" b="1" lang="ko-KR">
                <ns1:solidFill>
                  <ns1:srgbClr val="000000"/>
                </ns1:solidFill>
                <ns1:latin typeface="Calibri"/>
                <ns1:ea typeface="Calibri"/>
                <ns1:cs typeface="Calibri"/>
              </ns1:rPr>
              <ns1:t>공통 28개 시나리오와 같은 외부 조건에서 핵심 QA 6개와 추가 후보 3개를 평가합니다.</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7" name="v2-460-next-status">
            <ns1:extLst>
              <ns1:ext uri="{FF2B5EF4-FFF2-40B4-BE49-F238E27FC236}">
                <ns2:creationId id="{3D85C9CB-26AC-4774-B13F-99D1EDE4A2BC}"/>
              </ns1:ext>
            </ns1:extLst>
          </ns0:cNvPr>
          <ns0:cNvSpPr>
            <ns1:spLocks noGrp="1"/>
          </ns0:cNvSpPr>
          <ns0:nvPr/>
        </ns0:nvSpPr>
        <ns0:spPr>
          <ns1:xfrm>
            <ns1:off x="495300" y="8258175"/>
            <ns1:ext cx="17297400" cy="1104900"/>
          </ns1:xfrm>
          <ns1:prstGeom prst="rect">
            <ns1:avLst/>
          </ns1:prstGeom>
          <ns1:noFill/>
          <ns1:ln w="0">
            <ns1:noFill/>
          </ns1:ln>
        </ns0:spPr>
        <ns0:txBody>
          <ns1:bodyPr wrap="none" lIns="0" tIns="0" rIns="0" bIns="0" anchor="ctr">
            <ns1:noAutofit/>
          </ns1:bodyPr>
          <ns1:lstStyle/>
          <ns1:p>
            <ns1:pPr algn="l">
              <ns1:buNone/>
              <ns1:defRPr sz="2500" b="0" lang="ko-KR">
                <ns1:solidFill>
                  <ns1:srgbClr val="000000"/>
                </ns1:solidFill>
                <ns1:latin typeface="Calibri"/>
                <ns1:ea typeface="Calibri"/>
                <ns1:cs typeface="Calibri"/>
              </ns1:defRPr>
            </ns1:pPr>
            <ns1:r>
              <ns1:rPr sz="2500" b="0" lang="ko-KR">
                <ns1:solidFill>
                  <ns1:srgbClr val="000000"/>
                </ns1:solidFill>
                <ns1:latin typeface="Calibri"/>
                <ns1:ea typeface="Calibri"/>
                <ns1:cs typeface="Calibri"/>
              </ns1:rPr>
              <ns1:t>현재 숫자는 품질 목표와 설명용 계산입니다. QA별 정의와 목표 근거 및 점수는 Appendix에 정리했습니다.</ns1:t>
            </ns1:r>
            <ns1:endParaRPr lang="ko-KR">
              <ns1:solidFill>
                <ns1:srgbClr val="000000"/>
              </ns1:solidFill>
              <ns1:latin typeface="Calibri"/>
              <ns1:ea typeface="Calibri"/>
              <ns1:cs typeface="Calibri"/>
            </ns1:endParaRPr>
          </ns1:p>
          <ns1:p>
            <ns1:pPr algn="l">
              <ns1:buNone/>
              <ns1:defRPr sz="2500" b="0" lang="ko-KR">
                <ns1:solidFill>
                  <ns1:srgbClr val="000000"/>
                </ns1:solidFill>
                <ns1:latin typeface="Calibri"/>
                <ns1:ea typeface="Calibri"/>
                <ns1:cs typeface="Calibri"/>
              </ns1:defRPr>
            </ns1:pPr>
            <ns1:r>
              <ns1:rPr sz="2500" b="0" lang="ko-KR">
                <ns1:solidFill>
                  <ns1:srgbClr val="000000"/>
                </ns1:solidFill>
                <ns1:latin typeface="Calibri"/>
                <ns1:ea typeface="Calibri"/>
                <ns1:cs typeface="Calibri"/>
              </ns1:rPr>
              <ns1:t>A/B 선정과 PoC 실측 결과는 아직 없습니다.</ns1:t>
            </ns1:r>
            <ns1:endParaRPr lang="ko-KR">
              <ns1:solidFill>
                <ns1:srgbClr val="000000"/>
              </ns1:solidFill>
              <ns1:latin typeface="Calibri"/>
              <ns1:ea typeface="Calibri"/>
              <ns1:cs typeface="Calibri"/>
            </ns1:endParaRPr>
          </ns1:p>
        </ns0:txBody>
      </ns0:sp>
      <p:sp>
        <p:nvSpPr>
          <p:cNvPr id="13" name="v6-header-title">
            <a:extLst>
              <a:ext uri="{FF2B5EF4-FFF2-40B4-BE49-F238E27FC236}">
                <ns2:creationId id="{79A7B95A-E6D2-4EBE-9D80-4EE68174327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검토 요약</a:t>
            </a:r>
            <a:endParaRPr lang="ko-KR">
              <a:latin typeface="Calibri"/>
              <a:ea typeface="Calibri"/>
              <a:cs typeface="Calibri"/>
            </a:endParaRPr>
          </a:p>
        </p:txBody>
      </p:sp>
      <p:sp>
        <p:nvSpPr>
          <p:cNvPr id="14" name="v6-header-rule">
            <a:extLst>
              <a:ext uri="{FF2B5EF4-FFF2-40B4-BE49-F238E27FC236}">
                <ns2:creationId id="{FC2BDF27-492C-4891-A56A-05B99D6F020E}"/>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3E9D1F55-2D94-4CA4-B25E-4AF2C0A1ECE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DF7C8045-D8B9-48FE-9671-3FA3A43C62D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96279236-AC15-4DB0-9A49-9FF95DF47C42}"/>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9CB82B24-7B26-4B8C-9CF1-9F2625C9E30B}"/>
              </a:ext>
            </a:extLst>
          </p:cNvPr>
          <p:cNvSpPr>
            <a:spLocks noGrp="1"/>
          </p:cNvSpPr>
          <p:nvPr/>
        </p:nvSpPr>
        <p:spPr>
          <a:xfrm>
            <a:off x="150304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8B74E41A-91B3-42B1-8B63-21BEADDF9029}"/>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 name="v6-header-page">
            <a:extLst>
              <a:ext uri="{FF2B5EF4-FFF2-40B4-BE49-F238E27FC236}">
                <ns2:creationId id="{CFDF73DF-B251-4D92-9E7D-02EE60EDE54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40 / 49</a:t>
            </a:r>
            <a:endParaRPr lang="ko-KR">
              <a:latin typeface="Calibri"/>
              <a:ea typeface="Calibri"/>
              <a:cs typeface="Calibri"/>
            </a:endParaRPr>
          </a:p>
        </p:txBody>
      </p:sp>
    </p:spTree>
    <p:extLst>
      <p:ext uri="{BB962C8B-B14F-4D97-AF65-F5344CB8AC3E}">
        <p14:creationId val="848578615"/>
      </p:ext>
    </p:extLst>
  </p:cSld>
</p:sld>
</file>

<file path=ppt/slides/slide59.xml><?xml version="1.0" encoding="utf-8"?>
<p:sld xmlns:a="http://schemas.openxmlformats.org/drawingml/2006/main" xmlns:ns2="http://schemas.microsoft.com/office/drawing/2014/main" xmlns:p="http://schemas.openxmlformats.org/presentationml/2006/main" xmlns:p14="http://schemas.microsoft.com/office/powerpoint/2010/main">
  <p:cSld name="dp44-background-v3">
    <p:bg>
      <p:bgPr>
        <a:solidFill>
          <a:srgbClr val="FFFFFF"/>
        </a:solidFill>
      </p:bgPr>
    </p:bg>
    <p:spTree>
      <p:nvGrpSpPr>
        <p:cNvPr id="2" name=""/>
        <p:cNvGrpSpPr/>
        <p:nvPr/>
      </p:nvGrpSpPr>
      <p:grpSpPr>
        <a:xfrm/>
      </p:grpSpPr>
      <p:sp>
        <p:nvSpPr>
          <p:cNvPr id="3" name="dp44-background-1">
            <a:extLst>
              <a:ext uri="{FF2B5EF4-FFF2-40B4-BE49-F238E27FC236}">
                <ns2:creationId id="{CE8DDC05-2570-4FF8-A762-7DBA10453F27}"/>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정정과 업무 알림이 겹치는 대화</a:t>
            </a:r>
            <a:endParaRPr lang="ko-KR">
              <a:latin typeface="Calibri"/>
              <a:ea typeface="Calibri"/>
              <a:cs typeface="Calibri"/>
            </a:endParaRPr>
          </a:p>
        </p:txBody>
      </p:sp>
      <p:sp>
        <p:nvSpPr>
          <p:cNvPr id="4" name="dp44-background-2">
            <a:extLst>
              <a:ext uri="{FF2B5EF4-FFF2-40B4-BE49-F238E27FC236}">
                <ns2:creationId id="{07C54372-54B4-404C-92A5-335C34622406}"/>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4-background-3">
            <a:extLst>
              <a:ext uri="{FF2B5EF4-FFF2-40B4-BE49-F238E27FC236}">
                <ns2:creationId id="{DAB96BBB-B5B7-4075-9B0A-FDF815C96640}"/>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4-background-4">
            <a:extLst>
              <a:ext uri="{FF2B5EF4-FFF2-40B4-BE49-F238E27FC236}">
                <ns2:creationId id="{7398CA94-67A3-40D8-B0E5-DFF6483582D2}"/>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4-background-5">
            <a:extLst>
              <a:ext uri="{FF2B5EF4-FFF2-40B4-BE49-F238E27FC236}">
                <ns2:creationId id="{65D75D40-4B52-452E-AC53-CA1C5FE5ABBE}"/>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사용자와 여러 Agent가 보내는 입력·질문·결과를</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 통제를 유지하며 어떻게 처리할까?</a:t>
            </a:r>
            <a:endParaRPr lang="ko-KR">
              <a:latin typeface="Calibri"/>
              <a:ea typeface="Calibri"/>
              <a:cs typeface="Calibri"/>
            </a:endParaRPr>
          </a:p>
        </p:txBody>
      </p:sp>
      <p:sp>
        <p:nvSpPr>
          <p:cNvPr id="8" name="dp44-background-6">
            <a:extLst>
              <a:ext uri="{FF2B5EF4-FFF2-40B4-BE49-F238E27FC236}">
                <ns2:creationId id="{088AA821-7A7A-40B5-AA61-CF33DF52A12C}"/>
              </a:ext>
            </a:extLst>
          </p:cNvPr>
          <p:cNvSpPr>
            <a:spLocks noGrp="1"/>
          </p:cNvSpPr>
          <p:nvPr/>
        </p:nvSpPr>
        <p:spPr>
          <a:xfrm>
            <a:off x="495300" y="1438275"/>
            <a:ext cx="17297400" cy="5524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VIA가 보고서를 설명하는 동안, 사용자는 “잠깐, 표부터 설명해줘”라고 고칩니다.</a:t>
            </a:r>
            <a:endParaRPr lang="ko-KR">
              <a:latin typeface="Calibri"/>
              <a:ea typeface="Calibri"/>
              <a:cs typeface="Calibri"/>
            </a:endParaRPr>
          </a:p>
        </p:txBody>
      </p:sp>
      <p:sp>
        <p:nvSpPr>
          <p:cNvPr id="9" name="dp44-background-7">
            <a:extLst>
              <a:ext uri="{FF2B5EF4-FFF2-40B4-BE49-F238E27FC236}">
                <ns2:creationId id="{7DB326D6-F9FC-4B8B-B8A0-D8AECC1E9889}"/>
              </a:ext>
            </a:extLst>
          </p:cNvPr>
          <p:cNvSpPr>
            <a:spLocks noGrp="1"/>
          </p:cNvSpPr>
          <p:nvPr/>
        </p:nvSpPr>
        <p:spPr>
          <a:xfrm>
            <a:off x="495300" y="2066925"/>
            <a:ext cx="17297400" cy="457200"/>
          </a:xfrm>
          <a:prstGeom prst="rect">
            <a:avLst/>
          </a:prstGeom>
          <a:noFill/>
          <a:ln w="0">
            <a:noFill/>
          </a:ln>
        </p:spPr>
        <p:txBody>
          <a:bodyPr wrap="none" lIns="0" tIns="0" rIns="0" bIns="0" anchor="ctr">
            <a:noAutofit/>
          </a:bodyPr>
          <a:lstStyle>
            <a:defPPr algn="l">
              <a:defRPr sz="2300" b="0" lang="ko-KR">
                <a:solidFill>
                  <a:srgbClr val="000000"/>
                </a:solidFill>
                <a:latin typeface="Calibri"/>
                <a:ea typeface="Calibri"/>
                <a:cs typeface="Calibri"/>
              </a:defRPr>
            </a:defP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그 사이 메일 업무의 질문이 오고, 정정 전 답변도 뒤늦게 준비됩니다.</a:t>
            </a:r>
            <a:endParaRPr lang="ko-KR">
              <a:latin typeface="Calibri"/>
              <a:ea typeface="Calibri"/>
              <a:cs typeface="Calibri"/>
            </a:endParaRPr>
          </a:p>
        </p:txBody>
      </p:sp>
      <p:sp>
        <p:nvSpPr>
          <p:cNvPr id="10" name="dp44-background-8">
            <a:extLst>
              <a:ext uri="{FF2B5EF4-FFF2-40B4-BE49-F238E27FC236}">
                <ns2:creationId id="{7818BEFE-AAEB-45A6-BD3E-6969B20C9029}"/>
              </a:ext>
            </a:extLst>
          </p:cNvPr>
          <p:cNvSpPr>
            <a:spLocks noGrp="1"/>
          </p:cNvSpPr>
          <p:nvPr/>
        </p:nvSpPr>
        <p:spPr>
          <a:xfrm>
            <a:off x="495300" y="31146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a:t>
            </a:r>
            <a:endParaRPr lang="ko-KR">
              <a:latin typeface="Calibri"/>
              <a:ea typeface="Calibri"/>
              <a:cs typeface="Calibri"/>
            </a:endParaRPr>
          </a:p>
        </p:txBody>
      </p:sp>
      <p:sp>
        <p:nvSpPr>
          <p:cNvPr id="11" name="dp44-background-9">
            <a:extLst>
              <a:ext uri="{FF2B5EF4-FFF2-40B4-BE49-F238E27FC236}">
                <ns2:creationId id="{E71AB901-C2F5-4080-B1C7-C6F23F96960F}"/>
              </a:ext>
            </a:extLst>
          </p:cNvPr>
          <p:cNvSpPr>
            <a:spLocks noGrp="1"/>
          </p:cNvSpPr>
          <p:nvPr/>
        </p:nvSpPr>
        <p:spPr>
          <a:xfrm>
            <a:off x="3286125" y="3333750"/>
            <a:ext cx="14335125" cy="9525"/>
          </a:xfrm>
          <a:custGeom>
            <a:pathLst>
              <a:path w="14335125" h="9525">
                <a:moveTo>
                  <a:pt x="0" y="0"/>
                </a:moveTo>
                <a:lnTo>
                  <a:pt x="14335125" y="0"/>
                </a:lnTo>
              </a:path>
            </a:pathLst>
          </a:custGeom>
          <a:noFill/>
          <a:ln w="13335">
            <a:solidFill>
              <a:srgbClr val="D0D0D0"/>
            </a:solidFill>
            <a:prstDash val="dash"/>
          </a:ln>
        </p:spPr>
      </p:sp>
      <p:sp>
        <p:nvSpPr>
          <p:cNvPr id="12" name="dp44-background-10">
            <a:extLst>
              <a:ext uri="{FF2B5EF4-FFF2-40B4-BE49-F238E27FC236}">
                <ns2:creationId id="{162F237B-0865-4583-A426-4F1D134FE523}"/>
              </a:ext>
            </a:extLst>
          </p:cNvPr>
          <p:cNvSpPr>
            <a:spLocks noGrp="1"/>
          </p:cNvSpPr>
          <p:nvPr/>
        </p:nvSpPr>
        <p:spPr>
          <a:xfrm>
            <a:off x="495300" y="39528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VIA 설명</a:t>
            </a:r>
            <a:endParaRPr lang="ko-KR">
              <a:latin typeface="Calibri"/>
              <a:ea typeface="Calibri"/>
              <a:cs typeface="Calibri"/>
            </a:endParaRPr>
          </a:p>
        </p:txBody>
      </p:sp>
      <p:sp>
        <p:nvSpPr>
          <p:cNvPr id="13" name="dp44-background-11">
            <a:extLst>
              <a:ext uri="{FF2B5EF4-FFF2-40B4-BE49-F238E27FC236}">
                <ns2:creationId id="{8966E8DE-ECDB-463D-971E-BB850FBB5011}"/>
              </a:ext>
            </a:extLst>
          </p:cNvPr>
          <p:cNvSpPr>
            <a:spLocks noGrp="1"/>
          </p:cNvSpPr>
          <p:nvPr/>
        </p:nvSpPr>
        <p:spPr>
          <a:xfrm>
            <a:off x="3286125" y="4171950"/>
            <a:ext cx="3667125" cy="9525"/>
          </a:xfrm>
          <a:custGeom>
            <a:pathLst>
              <a:path w="3667125" h="9525">
                <a:moveTo>
                  <a:pt x="0" y="0"/>
                </a:moveTo>
                <a:lnTo>
                  <a:pt x="3667125" y="0"/>
                </a:lnTo>
              </a:path>
            </a:pathLst>
          </a:custGeom>
          <a:noFill/>
          <a:ln w="13335">
            <a:solidFill>
              <a:srgbClr val="D0D0D0"/>
            </a:solidFill>
            <a:prstDash val="dash"/>
          </a:ln>
        </p:spPr>
      </p:sp>
      <p:sp>
        <p:nvSpPr>
          <p:cNvPr id="14" name="dp44-background-12">
            <a:extLst>
              <a:ext uri="{FF2B5EF4-FFF2-40B4-BE49-F238E27FC236}">
                <ns2:creationId id="{4ACEFA62-5854-40BB-ACC5-A4B8CFD37041}"/>
              </a:ext>
            </a:extLst>
          </p:cNvPr>
          <p:cNvSpPr>
            <a:spLocks noGrp="1"/>
          </p:cNvSpPr>
          <p:nvPr/>
        </p:nvSpPr>
        <p:spPr>
          <a:xfrm>
            <a:off x="495300" y="500062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메일 업무</a:t>
            </a:r>
            <a:endParaRPr lang="ko-KR">
              <a:latin typeface="Calibri"/>
              <a:ea typeface="Calibri"/>
              <a:cs typeface="Calibri"/>
            </a:endParaRPr>
          </a:p>
        </p:txBody>
      </p:sp>
      <p:sp>
        <p:nvSpPr>
          <p:cNvPr id="15" name="dp44-background-13">
            <a:extLst>
              <a:ext uri="{FF2B5EF4-FFF2-40B4-BE49-F238E27FC236}">
                <ns2:creationId id="{3F065FA2-0888-4052-A7E3-5D5B776AF512}"/>
              </a:ext>
            </a:extLst>
          </p:cNvPr>
          <p:cNvSpPr>
            <a:spLocks noGrp="1"/>
          </p:cNvSpPr>
          <p:nvPr/>
        </p:nvSpPr>
        <p:spPr>
          <a:xfrm>
            <a:off x="3286125" y="5219700"/>
            <a:ext cx="5381625" cy="9525"/>
          </a:xfrm>
          <a:custGeom>
            <a:pathLst>
              <a:path w="5381625" h="9525">
                <a:moveTo>
                  <a:pt x="0" y="0"/>
                </a:moveTo>
                <a:lnTo>
                  <a:pt x="5381625" y="0"/>
                </a:lnTo>
              </a:path>
            </a:pathLst>
          </a:custGeom>
          <a:noFill/>
          <a:ln w="13335">
            <a:solidFill>
              <a:srgbClr val="D0D0D0"/>
            </a:solidFill>
            <a:prstDash val="dash"/>
          </a:ln>
        </p:spPr>
      </p:sp>
      <p:sp>
        <p:nvSpPr>
          <p:cNvPr id="16" name="dp44-background-14">
            <a:extLst>
              <a:ext uri="{FF2B5EF4-FFF2-40B4-BE49-F238E27FC236}">
                <ns2:creationId id="{631F67C4-8B98-45EC-B821-7F7D1A3E6037}"/>
              </a:ext>
            </a:extLst>
          </p:cNvPr>
          <p:cNvSpPr>
            <a:spLocks noGrp="1"/>
          </p:cNvSpPr>
          <p:nvPr/>
        </p:nvSpPr>
        <p:spPr>
          <a:xfrm>
            <a:off x="495300" y="59721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이전 답변 준비</a:t>
            </a:r>
            <a:endParaRPr lang="ko-KR">
              <a:latin typeface="Calibri"/>
              <a:ea typeface="Calibri"/>
              <a:cs typeface="Calibri"/>
            </a:endParaRPr>
          </a:p>
        </p:txBody>
      </p:sp>
      <p:sp>
        <p:nvSpPr>
          <p:cNvPr id="17" name="dp44-background-15">
            <a:extLst>
              <a:ext uri="{FF2B5EF4-FFF2-40B4-BE49-F238E27FC236}">
                <ns2:creationId id="{37119E8F-2C0E-4712-839A-D8C909BB316A}"/>
              </a:ext>
            </a:extLst>
          </p:cNvPr>
          <p:cNvSpPr>
            <a:spLocks noGrp="1"/>
          </p:cNvSpPr>
          <p:nvPr/>
        </p:nvSpPr>
        <p:spPr>
          <a:xfrm>
            <a:off x="3286125" y="6191250"/>
            <a:ext cx="6715125" cy="9525"/>
          </a:xfrm>
          <a:custGeom>
            <a:pathLst>
              <a:path w="6715125" h="9525">
                <a:moveTo>
                  <a:pt x="0" y="0"/>
                </a:moveTo>
                <a:lnTo>
                  <a:pt x="6715125" y="0"/>
                </a:lnTo>
              </a:path>
            </a:pathLst>
          </a:custGeom>
          <a:noFill/>
          <a:ln w="13335">
            <a:solidFill>
              <a:srgbClr val="D0D0D0"/>
            </a:solidFill>
            <a:prstDash val="dash"/>
          </a:ln>
        </p:spPr>
      </p:sp>
      <p:sp>
        <p:nvSpPr>
          <p:cNvPr id="18" name="dp44-background-16">
            <a:extLst>
              <a:ext uri="{FF2B5EF4-FFF2-40B4-BE49-F238E27FC236}">
                <ns2:creationId id="{560749E6-1366-4B09-9419-E7A9B6ACAF15}"/>
              </a:ext>
            </a:extLst>
          </p:cNvPr>
          <p:cNvSpPr>
            <a:spLocks noGrp="1"/>
          </p:cNvSpPr>
          <p:nvPr/>
        </p:nvSpPr>
        <p:spPr>
          <a:xfrm>
            <a:off x="7048500" y="2781300"/>
            <a:ext cx="676275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표부터 설명해줘.”</a:t>
            </a:r>
            <a:endParaRPr lang="ko-KR">
              <a:latin typeface="Calibri"/>
              <a:ea typeface="Calibri"/>
              <a:cs typeface="Calibri"/>
            </a:endParaRPr>
          </a:p>
        </p:txBody>
      </p:sp>
      <p:sp>
        <p:nvSpPr>
          <p:cNvPr id="19" name="dp44-background-17">
            <a:extLst>
              <a:ext uri="{FF2B5EF4-FFF2-40B4-BE49-F238E27FC236}">
                <ns2:creationId id="{1C884BC1-718F-4AB4-AAF5-B9BCFED13050}"/>
              </a:ext>
            </a:extLst>
          </p:cNvPr>
          <p:cNvSpPr>
            <a:spLocks noGrp="1"/>
          </p:cNvSpPr>
          <p:nvPr/>
        </p:nvSpPr>
        <p:spPr>
          <a:xfrm>
            <a:off x="7096125" y="3333750"/>
            <a:ext cx="5191125" cy="9525"/>
          </a:xfrm>
          <a:custGeom>
            <a:pathLst>
              <a:path w="5191125" h="9525">
                <a:moveTo>
                  <a:pt x="0" y="0"/>
                </a:moveTo>
                <a:lnTo>
                  <a:pt x="5191125" y="0"/>
                </a:lnTo>
              </a:path>
            </a:pathLst>
          </a:custGeom>
          <a:noFill/>
          <a:ln w="76200">
            <a:solidFill>
              <a:srgbClr val="00889A"/>
            </a:solidFill>
            <a:prstDash val="solid"/>
          </a:ln>
        </p:spPr>
      </p:sp>
      <p:sp>
        <p:nvSpPr>
          <p:cNvPr id="20" name="dp44-background-18">
            <a:extLst>
              <a:ext uri="{FF2B5EF4-FFF2-40B4-BE49-F238E27FC236}">
                <ns2:creationId id="{740E1969-CAE6-45FD-8D3B-7CCD9165D18A}"/>
              </a:ext>
            </a:extLst>
          </p:cNvPr>
          <p:cNvSpPr>
            <a:spLocks noGrp="1"/>
          </p:cNvSpPr>
          <p:nvPr/>
        </p:nvSpPr>
        <p:spPr>
          <a:xfrm>
            <a:off x="3429000" y="4171950"/>
            <a:ext cx="3667125" cy="9525"/>
          </a:xfrm>
          <a:custGeom>
            <a:pathLst>
              <a:path w="3667125" h="9525">
                <a:moveTo>
                  <a:pt x="0" y="0"/>
                </a:moveTo>
                <a:lnTo>
                  <a:pt x="3667125" y="0"/>
                </a:lnTo>
              </a:path>
            </a:pathLst>
          </a:custGeom>
          <a:noFill/>
          <a:ln w="76200">
            <a:solidFill>
              <a:srgbClr val="00889A"/>
            </a:solidFill>
            <a:prstDash val="solid"/>
          </a:ln>
        </p:spPr>
      </p:sp>
      <p:sp>
        <p:nvSpPr>
          <p:cNvPr id="21" name="dp44-background-19">
            <a:extLst>
              <a:ext uri="{FF2B5EF4-FFF2-40B4-BE49-F238E27FC236}">
                <ns2:creationId id="{B5CC2A63-CA07-408B-B0D5-11953A269D49}"/>
              </a:ext>
            </a:extLst>
          </p:cNvPr>
          <p:cNvSpPr>
            <a:spLocks noGrp="1"/>
          </p:cNvSpPr>
          <p:nvPr/>
        </p:nvSpPr>
        <p:spPr>
          <a:xfrm>
            <a:off x="7096125" y="3971925"/>
            <a:ext cx="9525" cy="409575"/>
          </a:xfrm>
          <a:custGeom>
            <a:pathLst>
              <a:path w="9525" h="409575">
                <a:moveTo>
                  <a:pt x="0" y="0"/>
                </a:moveTo>
                <a:lnTo>
                  <a:pt x="0" y="409575"/>
                </a:lnTo>
              </a:path>
            </a:pathLst>
          </a:custGeom>
          <a:noFill/>
          <a:ln w="38100">
            <a:solidFill>
              <a:srgbClr val="C00000"/>
            </a:solidFill>
            <a:prstDash val="solid"/>
          </a:ln>
        </p:spPr>
      </p:sp>
      <p:sp>
        <p:nvSpPr>
          <p:cNvPr id="22" name="dp44-background-20">
            <a:extLst>
              <a:ext uri="{FF2B5EF4-FFF2-40B4-BE49-F238E27FC236}">
                <ns2:creationId id="{5D387014-A63E-4D64-A4F0-D3F2CA8B9FC2}"/>
              </a:ext>
            </a:extLst>
          </p:cNvPr>
          <p:cNvSpPr>
            <a:spLocks noGrp="1"/>
          </p:cNvSpPr>
          <p:nvPr/>
        </p:nvSpPr>
        <p:spPr>
          <a:xfrm>
            <a:off x="7429500" y="3829050"/>
            <a:ext cx="10001250" cy="5715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즉시 중단 · 입력은 계속 수신</a:t>
            </a:r>
            <a:endParaRPr lang="ko-KR">
              <a:latin typeface="Calibri"/>
              <a:ea typeface="Calibri"/>
              <a:cs typeface="Calibri"/>
            </a:endParaRPr>
          </a:p>
        </p:txBody>
      </p:sp>
      <p:sp>
        <p:nvSpPr>
          <p:cNvPr id="23" name="dp44-background-21">
            <a:extLst>
              <a:ext uri="{FF2B5EF4-FFF2-40B4-BE49-F238E27FC236}">
                <ns2:creationId id="{1964A82E-4E1F-46FB-80B2-39CCDF50B687}"/>
              </a:ext>
            </a:extLst>
          </p:cNvPr>
          <p:cNvSpPr>
            <a:spLocks noGrp="1"/>
          </p:cNvSpPr>
          <p:nvPr/>
        </p:nvSpPr>
        <p:spPr>
          <a:xfrm>
            <a:off x="3429000" y="4438650"/>
            <a:ext cx="33337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보고서 설명 중</a:t>
            </a:r>
            <a:endParaRPr lang="ko-KR">
              <a:latin typeface="Calibri"/>
              <a:ea typeface="Calibri"/>
              <a:cs typeface="Calibri"/>
            </a:endParaRPr>
          </a:p>
        </p:txBody>
      </p:sp>
      <p:sp>
        <p:nvSpPr>
          <p:cNvPr id="24" name="dp44-background-22">
            <a:extLst>
              <a:ext uri="{FF2B5EF4-FFF2-40B4-BE49-F238E27FC236}">
                <ns2:creationId id="{E0676511-0B5F-4C84-AB75-F231BFEDE860}"/>
              </a:ext>
            </a:extLst>
          </p:cNvPr>
          <p:cNvSpPr>
            <a:spLocks noGrp="1"/>
          </p:cNvSpPr>
          <p:nvPr/>
        </p:nvSpPr>
        <p:spPr>
          <a:xfrm>
            <a:off x="8715375" y="5086350"/>
            <a:ext cx="266700" cy="266700"/>
          </a:xfrm>
          <a:prstGeom prst="ellipse">
            <a:avLst/>
          </a:prstGeom>
          <a:solidFill>
            <a:srgbClr val="FFFFFF"/>
          </a:solidFill>
          <a:ln w="19050">
            <a:solidFill>
              <a:srgbClr val="00889A"/>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25" name="dp44-background-23">
            <a:extLst>
              <a:ext uri="{FF2B5EF4-FFF2-40B4-BE49-F238E27FC236}">
                <ns2:creationId id="{8895A344-4513-4ACF-A1A5-C934E4717412}"/>
              </a:ext>
            </a:extLst>
          </p:cNvPr>
          <p:cNvSpPr>
            <a:spLocks noGrp="1"/>
          </p:cNvSpPr>
          <p:nvPr/>
        </p:nvSpPr>
        <p:spPr>
          <a:xfrm>
            <a:off x="8667750" y="5505450"/>
            <a:ext cx="59055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“받는 사람은 누구인가요?”</a:t>
            </a:r>
            <a:endParaRPr lang="ko-KR">
              <a:latin typeface="Calibri"/>
              <a:ea typeface="Calibri"/>
              <a:cs typeface="Calibri"/>
            </a:endParaRPr>
          </a:p>
        </p:txBody>
      </p:sp>
      <p:sp>
        <p:nvSpPr>
          <p:cNvPr id="26" name="dp44-background-24">
            <a:extLst>
              <a:ext uri="{FF2B5EF4-FFF2-40B4-BE49-F238E27FC236}">
                <ns2:creationId id="{EED3DC9F-C4B3-475B-A5BD-4749E24C2F32}"/>
              </a:ext>
            </a:extLst>
          </p:cNvPr>
          <p:cNvSpPr>
            <a:spLocks noGrp="1"/>
          </p:cNvSpPr>
          <p:nvPr/>
        </p:nvSpPr>
        <p:spPr>
          <a:xfrm>
            <a:off x="8982075" y="5219700"/>
            <a:ext cx="4638675" cy="9525"/>
          </a:xfrm>
          <a:custGeom>
            <a:pathLst>
              <a:path w="4638675" h="9525">
                <a:moveTo>
                  <a:pt x="0" y="0"/>
                </a:moveTo>
                <a:lnTo>
                  <a:pt x="4638675" y="0"/>
                </a:lnTo>
              </a:path>
            </a:pathLst>
          </a:custGeom>
          <a:noFill/>
          <a:ln w="23813">
            <a:solidFill>
              <a:srgbClr val="00889A"/>
            </a:solidFill>
            <a:prstDash val="dash"/>
          </a:ln>
        </p:spPr>
      </p:sp>
      <p:sp>
        <p:nvSpPr>
          <p:cNvPr id="27" name="dp44-background-24-arrow">
            <a:extLst>
              <a:ext uri="{FF2B5EF4-FFF2-40B4-BE49-F238E27FC236}">
                <ns2:creationId id="{E7235CF5-9449-4674-A2D8-4DC207A3046D}"/>
              </a:ext>
            </a:extLst>
          </p:cNvPr>
          <p:cNvSpPr>
            <a:spLocks noGrp="1"/>
          </p:cNvSpPr>
          <p:nvPr/>
        </p:nvSpPr>
        <p:spPr>
          <a:xfrm>
            <a:off x="13512083" y="5160335"/>
            <a:ext cx="108667" cy="118730"/>
          </a:xfrm>
          <a:custGeom>
            <a:pathLst>
              <a:path w="108667" h="118730">
                <a:moveTo>
                  <a:pt x="0" y="118730"/>
                </a:moveTo>
                <a:lnTo>
                  <a:pt x="108667" y="59365"/>
                </a:lnTo>
                <a:lnTo>
                  <a:pt x="0" y="0"/>
                </a:lnTo>
              </a:path>
            </a:pathLst>
          </a:custGeom>
          <a:noFill/>
          <a:ln w="23813">
            <a:solidFill>
              <a:srgbClr val="00889A"/>
            </a:solidFill>
            <a:prstDash val="solid"/>
          </a:ln>
        </p:spPr>
      </p:sp>
      <p:sp>
        <p:nvSpPr>
          <p:cNvPr id="28" name="dp44-background-25">
            <a:extLst>
              <a:ext uri="{FF2B5EF4-FFF2-40B4-BE49-F238E27FC236}">
                <ns2:creationId id="{62491511-CAA4-48F8-BD2B-2509C5AD3EC8}"/>
              </a:ext>
            </a:extLst>
          </p:cNvPr>
          <p:cNvSpPr>
            <a:spLocks noGrp="1"/>
          </p:cNvSpPr>
          <p:nvPr/>
        </p:nvSpPr>
        <p:spPr>
          <a:xfrm>
            <a:off x="13906500" y="4914900"/>
            <a:ext cx="3714750" cy="8191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메일 업무로 연결</a:t>
            </a:r>
            <a:endParaRPr lang="ko-KR">
              <a:latin typeface="Calibri"/>
              <a:ea typeface="Calibri"/>
              <a:cs typeface="Calibri"/>
            </a:endParaRPr>
          </a:p>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적절한 차례에 제시</a:t>
            </a:r>
            <a:endParaRPr lang="ko-KR">
              <a:latin typeface="Calibri"/>
              <a:ea typeface="Calibri"/>
              <a:cs typeface="Calibri"/>
            </a:endParaRPr>
          </a:p>
        </p:txBody>
      </p:sp>
      <p:sp>
        <p:nvSpPr>
          <p:cNvPr id="29" name="dp44-background-26">
            <a:extLst>
              <a:ext uri="{FF2B5EF4-FFF2-40B4-BE49-F238E27FC236}">
                <ns2:creationId id="{2CF9167B-D0B4-46A6-A678-E17A7E40E11D}"/>
              </a:ext>
            </a:extLst>
          </p:cNvPr>
          <p:cNvSpPr>
            <a:spLocks noGrp="1"/>
          </p:cNvSpPr>
          <p:nvPr/>
        </p:nvSpPr>
        <p:spPr>
          <a:xfrm>
            <a:off x="10153650" y="6057900"/>
            <a:ext cx="266700" cy="266700"/>
          </a:xfrm>
          <a:prstGeom prst="ellipse">
            <a:avLst/>
          </a:prstGeom>
          <a:solidFill>
            <a:srgbClr val="FFFFFF"/>
          </a:solidFill>
          <a:ln w="19050">
            <a:solidFill>
              <a:srgbClr val="C00000"/>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30" name="dp44-background-27">
            <a:extLst>
              <a:ext uri="{FF2B5EF4-FFF2-40B4-BE49-F238E27FC236}">
                <ns2:creationId id="{88E231CE-6C3D-4757-BC69-40D8D2CE8F6F}"/>
              </a:ext>
            </a:extLst>
          </p:cNvPr>
          <p:cNvSpPr>
            <a:spLocks noGrp="1"/>
          </p:cNvSpPr>
          <p:nvPr/>
        </p:nvSpPr>
        <p:spPr>
          <a:xfrm>
            <a:off x="10420350" y="6191250"/>
            <a:ext cx="1914525" cy="9525"/>
          </a:xfrm>
          <a:custGeom>
            <a:pathLst>
              <a:path w="1914525" h="9525">
                <a:moveTo>
                  <a:pt x="0" y="0"/>
                </a:moveTo>
                <a:lnTo>
                  <a:pt x="1914525" y="0"/>
                </a:lnTo>
              </a:path>
            </a:pathLst>
          </a:custGeom>
          <a:noFill/>
          <a:ln w="23813">
            <a:solidFill>
              <a:srgbClr val="C00000"/>
            </a:solidFill>
            <a:prstDash val="solid"/>
          </a:ln>
        </p:spPr>
      </p:sp>
      <p:sp>
        <p:nvSpPr>
          <p:cNvPr id="31" name="dp44-background-27-arrow">
            <a:extLst>
              <a:ext uri="{FF2B5EF4-FFF2-40B4-BE49-F238E27FC236}">
                <ns2:creationId id="{4AB7294F-36F3-4D15-B23B-82B5EEA7B03E}"/>
              </a:ext>
            </a:extLst>
          </p:cNvPr>
          <p:cNvSpPr>
            <a:spLocks noGrp="1"/>
          </p:cNvSpPr>
          <p:nvPr/>
        </p:nvSpPr>
        <p:spPr>
          <a:xfrm>
            <a:off x="12226208" y="6131885"/>
            <a:ext cx="108667" cy="118730"/>
          </a:xfrm>
          <a:custGeom>
            <a:pathLst>
              <a:path w="108667" h="118730">
                <a:moveTo>
                  <a:pt x="0" y="118730"/>
                </a:moveTo>
                <a:lnTo>
                  <a:pt x="108667" y="59365"/>
                </a:lnTo>
                <a:lnTo>
                  <a:pt x="0" y="0"/>
                </a:lnTo>
              </a:path>
            </a:pathLst>
          </a:custGeom>
          <a:noFill/>
          <a:ln w="23813">
            <a:solidFill>
              <a:srgbClr val="C00000"/>
            </a:solidFill>
            <a:prstDash val="solid"/>
          </a:ln>
        </p:spPr>
      </p:sp>
      <p:sp>
        <p:nvSpPr>
          <p:cNvPr id="32" name="dp44-background-28">
            <a:extLst>
              <a:ext uri="{FF2B5EF4-FFF2-40B4-BE49-F238E27FC236}">
                <ns2:creationId id="{A94DD8E7-43EF-4220-B68D-C1E0457DE76D}"/>
              </a:ext>
            </a:extLst>
          </p:cNvPr>
          <p:cNvSpPr>
            <a:spLocks noGrp="1"/>
          </p:cNvSpPr>
          <p:nvPr/>
        </p:nvSpPr>
        <p:spPr>
          <a:xfrm>
            <a:off x="12573000" y="6057900"/>
            <a:ext cx="266700" cy="266700"/>
          </a:xfrm>
          <a:custGeom>
            <a:pathLst>
              <a:path w="266700" h="266700">
                <a:moveTo>
                  <a:pt x="0" y="0"/>
                </a:moveTo>
                <a:lnTo>
                  <a:pt x="266700" y="266700"/>
                </a:lnTo>
              </a:path>
            </a:pathLst>
          </a:custGeom>
          <a:noFill/>
          <a:ln w="28575">
            <a:solidFill>
              <a:srgbClr val="C00000"/>
            </a:solidFill>
            <a:prstDash val="solid"/>
          </a:ln>
        </p:spPr>
      </p:sp>
      <p:sp>
        <p:nvSpPr>
          <p:cNvPr id="33" name="dp44-background-29">
            <a:extLst>
              <a:ext uri="{FF2B5EF4-FFF2-40B4-BE49-F238E27FC236}">
                <ns2:creationId id="{C8307ADE-6355-474A-BB73-DC1693D3D226}"/>
              </a:ext>
            </a:extLst>
          </p:cNvPr>
          <p:cNvSpPr>
            <a:spLocks noGrp="1"/>
          </p:cNvSpPr>
          <p:nvPr/>
        </p:nvSpPr>
        <p:spPr>
          <a:xfrm>
            <a:off x="12573000" y="6057900"/>
            <a:ext cx="266700" cy="266700"/>
          </a:xfrm>
          <a:custGeom>
            <a:pathLst>
              <a:path w="266700" h="266700">
                <a:moveTo>
                  <a:pt x="266700" y="0"/>
                </a:moveTo>
                <a:lnTo>
                  <a:pt x="0" y="266700"/>
                </a:lnTo>
              </a:path>
            </a:pathLst>
          </a:custGeom>
          <a:noFill/>
          <a:ln w="28575">
            <a:solidFill>
              <a:srgbClr val="C00000"/>
            </a:solidFill>
            <a:prstDash val="solid"/>
          </a:ln>
        </p:spPr>
      </p:sp>
      <p:sp>
        <p:nvSpPr>
          <p:cNvPr id="34" name="dp44-background-30">
            <a:extLst>
              <a:ext uri="{FF2B5EF4-FFF2-40B4-BE49-F238E27FC236}">
                <ns2:creationId id="{2A124004-C144-44E6-B7FF-E927AC0EDAD0}"/>
              </a:ext>
            </a:extLst>
          </p:cNvPr>
          <p:cNvSpPr>
            <a:spLocks noGrp="1"/>
          </p:cNvSpPr>
          <p:nvPr/>
        </p:nvSpPr>
        <p:spPr>
          <a:xfrm>
            <a:off x="13239750" y="5972175"/>
            <a:ext cx="4381500" cy="49530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정정 전 후보는 다시 말하지 않음</a:t>
            </a:r>
            <a:endParaRPr lang="ko-KR">
              <a:latin typeface="Calibri"/>
              <a:ea typeface="Calibri"/>
              <a:cs typeface="Calibri"/>
            </a:endParaRPr>
          </a:p>
        </p:txBody>
      </p:sp>
      <p:sp>
        <p:nvSpPr>
          <p:cNvPr id="35" name="dp44-background-31">
            <a:extLst>
              <a:ext uri="{FF2B5EF4-FFF2-40B4-BE49-F238E27FC236}">
                <ns2:creationId id="{E8C8A7A4-1ECD-4310-8487-00A2726FF89C}"/>
              </a:ext>
            </a:extLst>
          </p:cNvPr>
          <p:cNvSpPr>
            <a:spLocks noGrp="1"/>
          </p:cNvSpPr>
          <p:nvPr/>
        </p:nvSpPr>
        <p:spPr>
          <a:xfrm>
            <a:off x="495300" y="6981825"/>
            <a:ext cx="17297400" cy="5143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정정 전 답변을 다시 말하거나 메일 질문을 놓치면, 사용자의 제어가 무너집니다.</a:t>
            </a:r>
            <a:endParaRPr lang="ko-KR">
              <a:latin typeface="Calibri"/>
              <a:ea typeface="Calibri"/>
              <a:cs typeface="Calibri"/>
            </a:endParaRPr>
          </a:p>
        </p:txBody>
      </p:sp>
      <p:sp>
        <p:nvSpPr>
          <p:cNvPr id="36" name="dp44-background-32">
            <a:extLst>
              <a:ext uri="{FF2B5EF4-FFF2-40B4-BE49-F238E27FC236}">
                <ns2:creationId id="{BA6EA216-88BA-4111-B0B5-40E76ECB3921}"/>
              </a:ext>
            </a:extLst>
          </p:cNvPr>
          <p:cNvSpPr>
            <a:spLocks noGrp="1"/>
          </p:cNvSpPr>
          <p:nvPr/>
        </p:nvSpPr>
        <p:spPr>
          <a:xfrm>
            <a:off x="495300" y="7781925"/>
            <a:ext cx="17297400" cy="60960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도착 순서만으로 다음 처리를 정할 수 없습니다. 준비 완료와 실제 전달도 구별해야 합니다.</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26 / 49</a:t>
            </a:r>
            <a:endParaRPr lang="ko-KR">
              <a:latin typeface="Calibri"/>
              <a:ea typeface="Calibri"/>
              <a:cs typeface="Calibri"/>
            </a:endParaRPr>
          </a:p>
        </p:txBody>
      </p:sp>
    </p:spTree>
    <p:extLst>
      <p:ext uri="{BB962C8B-B14F-4D97-AF65-F5344CB8AC3E}">
        <p14:creationId val="2049395896"/>
      </p:ext>
    </p:extLst>
  </p:cSld>
</p:sld>
</file>

<file path=ppt/slides/slide60.xml><?xml version="1.0" encoding="utf-8"?>
<p:sld xmlns:a="http://schemas.openxmlformats.org/drawingml/2006/main" xmlns:ns2="http://schemas.microsoft.com/office/drawing/2014/main" xmlns:p="http://schemas.openxmlformats.org/presentationml/2006/main" xmlns:p14="http://schemas.microsoft.com/office/powerpoint/2010/main">
  <p:cSld name="dp45-background-v3">
    <p:bg>
      <p:bgPr>
        <a:solidFill>
          <a:srgbClr val="FFFFFF"/>
        </a:solidFill>
      </p:bgPr>
    </p:bg>
    <p:spTree>
      <p:nvGrpSpPr>
        <p:cNvPr id="2" name=""/>
        <p:cNvGrpSpPr/>
        <p:nvPr/>
      </p:nvGrpSpPr>
      <p:grpSpPr>
        <a:xfrm/>
      </p:grpSpPr>
      <p:sp>
        <p:nvSpPr>
          <p:cNvPr id="3" name="dp45-background-1">
            <a:extLst>
              <a:ext uri="{FF2B5EF4-FFF2-40B4-BE49-F238E27FC236}">
                <ns2:creationId id="{5F7C7CED-F20B-4CBA-AC1D-1F48AEC67B2C}"/>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설명과 업무 결과의 재사용</a:t>
            </a:r>
            <a:endParaRPr lang="ko-KR">
              <a:latin typeface="Calibri"/>
              <a:ea typeface="Calibri"/>
              <a:cs typeface="Calibri"/>
            </a:endParaRPr>
          </a:p>
        </p:txBody>
      </p:sp>
      <p:sp>
        <p:nvSpPr>
          <p:cNvPr id="4" name="dp45-background-2">
            <a:extLst>
              <a:ext uri="{FF2B5EF4-FFF2-40B4-BE49-F238E27FC236}">
                <ns2:creationId id="{A0D6114F-5AB9-4287-AAA3-A0D1FA3C9B13}"/>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5-background-3">
            <a:extLst>
              <a:ext uri="{FF2B5EF4-FFF2-40B4-BE49-F238E27FC236}">
                <ns2:creationId id="{095DFED0-4891-451A-94ED-AA9299893A62}"/>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5-background-4">
            <a:extLst>
              <a:ext uri="{FF2B5EF4-FFF2-40B4-BE49-F238E27FC236}">
                <ns2:creationId id="{FEB46E4C-8352-48FF-B9E8-4B847CC236CF}"/>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5-background-5">
            <a:extLst>
              <a:ext uri="{FF2B5EF4-FFF2-40B4-BE49-F238E27FC236}">
                <ns2:creationId id="{D577F022-CC3D-4C81-9890-96D5F534A84C}"/>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VIA의 설명, 여러 Agent 결과와 정정·실제 전달 기록을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나중 요청에서 어떻게 다시 연결해 사용할까?</a:t>
            </a:r>
            <a:endParaRPr lang="ko-KR">
              <a:latin typeface="Calibri"/>
              <a:ea typeface="Calibri"/>
              <a:cs typeface="Calibri"/>
            </a:endParaRPr>
          </a:p>
        </p:txBody>
      </p:sp>
      <p:sp>
        <p:nvSpPr>
          <p:cNvPr id="8" name="dp45-background-6">
            <a:extLst>
              <a:ext uri="{FF2B5EF4-FFF2-40B4-BE49-F238E27FC236}">
                <ns2:creationId id="{2D9D5FAF-441C-4CAB-B7AD-B72CFCEF1CEF}"/>
              </a:ext>
            </a:extLst>
          </p:cNvPr>
          <p:cNvSpPr>
            <a:spLocks noGrp="1"/>
          </p:cNvSpPr>
          <p:nvPr/>
        </p:nvSpPr>
        <p:spPr>
          <a:xfrm>
            <a:off x="495300" y="1428750"/>
            <a:ext cx="17297400" cy="1047750"/>
          </a:xfrm>
          <a:prstGeom prst="rect">
            <a:avLst/>
          </a:prstGeom>
          <a:noFill/>
          <a:ln w="0">
            <a:noFill/>
          </a:ln>
        </p:spPr>
        <p:txBody>
          <a:bodyPr wrap="none" lIns="0" tIns="0" rIns="0" bIns="0" anchor="ctr">
            <a:noAutofit/>
          </a:bodyPr>
          <a:lstStyle>
            <a:defPPr algn="l">
              <a:defRPr sz="2700" b="1" lang="ko-KR">
                <a:solidFill>
                  <a:srgbClr val="000000"/>
                </a:solidFill>
                <a:latin typeface="Calibri"/>
                <a:ea typeface="Calibri"/>
                <a:cs typeface="Calibri"/>
              </a:defRPr>
            </a:defP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“지난번 네가 설명한 기준으로,</a:t>
            </a:r>
            <a:endParaRPr lang="ko-KR">
              <a:latin typeface="Calibri"/>
              <a:ea typeface="Calibri"/>
              <a:cs typeface="Calibri"/>
            </a:endParaRPr>
          </a:p>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제품 비교와 견적도 이번 제안서에 반영해줘.”</a:t>
            </a:r>
            <a:endParaRPr lang="ko-KR">
              <a:latin typeface="Calibri"/>
              <a:ea typeface="Calibri"/>
              <a:cs typeface="Calibri"/>
            </a:endParaRPr>
          </a:p>
        </p:txBody>
      </p:sp>
      <p:sp>
        <p:nvSpPr>
          <p:cNvPr id="9" name="dp45-background-7">
            <a:extLst>
              <a:ext uri="{FF2B5EF4-FFF2-40B4-BE49-F238E27FC236}">
                <ns2:creationId id="{AF55EC40-A445-4CB6-9DEB-DFAE2F45A7F4}"/>
              </a:ext>
            </a:extLst>
          </p:cNvPr>
          <p:cNvSpPr>
            <a:spLocks noGrp="1"/>
          </p:cNvSpPr>
          <p:nvPr/>
        </p:nvSpPr>
        <p:spPr>
          <a:xfrm>
            <a:off x="4953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VIA에게 들은 설명</a:t>
            </a:r>
            <a:endParaRPr lang="ko-KR">
              <a:latin typeface="Calibri"/>
              <a:ea typeface="Calibri"/>
              <a:cs typeface="Calibri"/>
            </a:endParaRPr>
          </a:p>
        </p:txBody>
      </p:sp>
      <p:sp>
        <p:nvSpPr>
          <p:cNvPr id="10" name="dp45-background-8">
            <a:extLst>
              <a:ext uri="{FF2B5EF4-FFF2-40B4-BE49-F238E27FC236}">
                <ns2:creationId id="{591D5BB8-937F-4470-9BA1-E6D5CF600839}"/>
              </a:ext>
            </a:extLst>
          </p:cNvPr>
          <p:cNvSpPr>
            <a:spLocks noGrp="1"/>
          </p:cNvSpPr>
          <p:nvPr/>
        </p:nvSpPr>
        <p:spPr>
          <a:xfrm>
            <a:off x="4953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평가 기준</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원문과 실제 전달 범위</a:t>
            </a:r>
            <a:endParaRPr lang="ko-KR">
              <a:latin typeface="Calibri"/>
              <a:ea typeface="Calibri"/>
              <a:cs typeface="Calibri"/>
            </a:endParaRPr>
          </a:p>
        </p:txBody>
      </p:sp>
      <p:sp>
        <p:nvSpPr>
          <p:cNvPr id="11" name="dp45-background-9">
            <a:extLst>
              <a:ext uri="{FF2B5EF4-FFF2-40B4-BE49-F238E27FC236}">
                <ns2:creationId id="{CB938243-58B7-4B0C-9A93-C21DD77E783D}"/>
              </a:ext>
            </a:extLst>
          </p:cNvPr>
          <p:cNvSpPr>
            <a:spLocks noGrp="1"/>
          </p:cNvSpPr>
          <p:nvPr/>
        </p:nvSpPr>
        <p:spPr>
          <a:xfrm>
            <a:off x="64389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제품 조사 Agent 결과</a:t>
            </a:r>
            <a:endParaRPr lang="ko-KR">
              <a:latin typeface="Calibri"/>
              <a:ea typeface="Calibri"/>
              <a:cs typeface="Calibri"/>
            </a:endParaRPr>
          </a:p>
        </p:txBody>
      </p:sp>
      <p:sp>
        <p:nvSpPr>
          <p:cNvPr id="12" name="dp45-background-10">
            <a:extLst>
              <a:ext uri="{FF2B5EF4-FFF2-40B4-BE49-F238E27FC236}">
                <ns2:creationId id="{7EDE7831-59AE-42B0-B168-451A7B595F2E}"/>
              </a:ext>
            </a:extLst>
          </p:cNvPr>
          <p:cNvSpPr>
            <a:spLocks noGrp="1"/>
          </p:cNvSpPr>
          <p:nvPr/>
        </p:nvSpPr>
        <p:spPr>
          <a:xfrm>
            <a:off x="64389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제품 비교</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확인된 결과와 자료 참조</a:t>
            </a:r>
            <a:endParaRPr lang="ko-KR">
              <a:latin typeface="Calibri"/>
              <a:ea typeface="Calibri"/>
              <a:cs typeface="Calibri"/>
            </a:endParaRPr>
          </a:p>
        </p:txBody>
      </p:sp>
      <p:sp>
        <p:nvSpPr>
          <p:cNvPr id="13" name="dp45-background-11">
            <a:extLst>
              <a:ext uri="{FF2B5EF4-FFF2-40B4-BE49-F238E27FC236}">
                <ns2:creationId id="{8DD9DE5D-C9A5-4B5F-A913-E2300708D5C5}"/>
              </a:ext>
            </a:extLst>
          </p:cNvPr>
          <p:cNvSpPr>
            <a:spLocks noGrp="1"/>
          </p:cNvSpPr>
          <p:nvPr/>
        </p:nvSpPr>
        <p:spPr>
          <a:xfrm>
            <a:off x="123825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견적 Agent 결과</a:t>
            </a:r>
            <a:endParaRPr lang="ko-KR">
              <a:latin typeface="Calibri"/>
              <a:ea typeface="Calibri"/>
              <a:cs typeface="Calibri"/>
            </a:endParaRPr>
          </a:p>
        </p:txBody>
      </p:sp>
      <p:sp>
        <p:nvSpPr>
          <p:cNvPr id="14" name="dp45-background-12">
            <a:extLst>
              <a:ext uri="{FF2B5EF4-FFF2-40B4-BE49-F238E27FC236}">
                <ns2:creationId id="{5257323E-A0A5-4A7D-9F86-C5290BB9695F}"/>
              </a:ext>
            </a:extLst>
          </p:cNvPr>
          <p:cNvSpPr>
            <a:spLocks noGrp="1"/>
          </p:cNvSpPr>
          <p:nvPr/>
        </p:nvSpPr>
        <p:spPr>
          <a:xfrm>
            <a:off x="123825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견적</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확인된 결과와 버전</a:t>
            </a:r>
            <a:endParaRPr lang="ko-KR">
              <a:latin typeface="Calibri"/>
              <a:ea typeface="Calibri"/>
              <a:cs typeface="Calibri"/>
            </a:endParaRPr>
          </a:p>
        </p:txBody>
      </p:sp>
      <p:sp>
        <p:nvSpPr>
          <p:cNvPr id="15" name="dp45-background-13">
            <a:extLst>
              <a:ext uri="{FF2B5EF4-FFF2-40B4-BE49-F238E27FC236}">
                <ns2:creationId id="{9FDE953C-9335-4D9D-8CA9-71B9D69BA63E}"/>
              </a:ext>
            </a:extLst>
          </p:cNvPr>
          <p:cNvSpPr>
            <a:spLocks noGrp="1"/>
          </p:cNvSpPr>
          <p:nvPr/>
        </p:nvSpPr>
        <p:spPr>
          <a:xfrm>
            <a:off x="3200400" y="4791075"/>
            <a:ext cx="9525" cy="190500"/>
          </a:xfrm>
          <a:custGeom>
            <a:pathLst>
              <a:path w="9525" h="190500">
                <a:moveTo>
                  <a:pt x="0" y="0"/>
                </a:moveTo>
                <a:lnTo>
                  <a:pt x="0" y="190500"/>
                </a:lnTo>
              </a:path>
            </a:pathLst>
          </a:custGeom>
          <a:noFill/>
          <a:ln w="23813">
            <a:solidFill>
              <a:srgbClr val="00889A"/>
            </a:solidFill>
            <a:prstDash val="solid"/>
          </a:ln>
        </p:spPr>
      </p:sp>
      <p:sp>
        <p:nvSpPr>
          <p:cNvPr id="16" name="dp45-background-14">
            <a:extLst>
              <a:ext uri="{FF2B5EF4-FFF2-40B4-BE49-F238E27FC236}">
                <ns2:creationId id="{1BFA1A74-FF3F-49B8-9604-4F7EDA32D7A9}"/>
              </a:ext>
            </a:extLst>
          </p:cNvPr>
          <p:cNvSpPr>
            <a:spLocks noGrp="1"/>
          </p:cNvSpPr>
          <p:nvPr/>
        </p:nvSpPr>
        <p:spPr>
          <a:xfrm>
            <a:off x="3200400" y="5619750"/>
            <a:ext cx="9525" cy="142875"/>
          </a:xfrm>
          <a:custGeom>
            <a:pathLst>
              <a:path w="9525" h="142875">
                <a:moveTo>
                  <a:pt x="0" y="0"/>
                </a:moveTo>
                <a:lnTo>
                  <a:pt x="0" y="142875"/>
                </a:lnTo>
              </a:path>
            </a:pathLst>
          </a:custGeom>
          <a:noFill/>
          <a:ln w="23813">
            <a:solidFill>
              <a:srgbClr val="00889A"/>
            </a:solidFill>
            <a:prstDash val="solid"/>
          </a:ln>
        </p:spPr>
      </p:sp>
      <p:sp>
        <p:nvSpPr>
          <p:cNvPr id="17" name="dp45-background-14-arrow">
            <a:extLst>
              <a:ext uri="{FF2B5EF4-FFF2-40B4-BE49-F238E27FC236}">
                <ns2:creationId id="{22C2BFB0-D40B-4EF3-AC8A-F3EA025687BE}"/>
              </a:ext>
            </a:extLst>
          </p:cNvPr>
          <p:cNvSpPr>
            <a:spLocks noGrp="1"/>
          </p:cNvSpPr>
          <p:nvPr/>
        </p:nvSpPr>
        <p:spPr>
          <a:xfrm>
            <a:off x="31410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8" name="dp45-background-15">
            <a:extLst>
              <a:ext uri="{FF2B5EF4-FFF2-40B4-BE49-F238E27FC236}">
                <ns2:creationId id="{8F091913-6AB5-4CFC-BF4E-3BC144A90779}"/>
              </a:ext>
            </a:extLst>
          </p:cNvPr>
          <p:cNvSpPr>
            <a:spLocks noGrp="1"/>
          </p:cNvSpPr>
          <p:nvPr/>
        </p:nvSpPr>
        <p:spPr>
          <a:xfrm>
            <a:off x="9144000" y="4791075"/>
            <a:ext cx="9525" cy="190500"/>
          </a:xfrm>
          <a:custGeom>
            <a:pathLst>
              <a:path w="9525" h="190500">
                <a:moveTo>
                  <a:pt x="0" y="0"/>
                </a:moveTo>
                <a:lnTo>
                  <a:pt x="0" y="190500"/>
                </a:lnTo>
              </a:path>
            </a:pathLst>
          </a:custGeom>
          <a:noFill/>
          <a:ln w="23813">
            <a:solidFill>
              <a:srgbClr val="00889A"/>
            </a:solidFill>
            <a:prstDash val="solid"/>
          </a:ln>
        </p:spPr>
      </p:sp>
      <p:sp>
        <p:nvSpPr>
          <p:cNvPr id="19" name="dp45-background-16">
            <a:extLst>
              <a:ext uri="{FF2B5EF4-FFF2-40B4-BE49-F238E27FC236}">
                <ns2:creationId id="{E7C15E7C-671D-4D67-828D-8F7E82432B1F}"/>
              </a:ext>
            </a:extLst>
          </p:cNvPr>
          <p:cNvSpPr>
            <a:spLocks noGrp="1"/>
          </p:cNvSpPr>
          <p:nvPr/>
        </p:nvSpPr>
        <p:spPr>
          <a:xfrm>
            <a:off x="9144000" y="5619750"/>
            <a:ext cx="9525" cy="142875"/>
          </a:xfrm>
          <a:custGeom>
            <a:pathLst>
              <a:path w="9525" h="142875">
                <a:moveTo>
                  <a:pt x="0" y="0"/>
                </a:moveTo>
                <a:lnTo>
                  <a:pt x="0" y="142875"/>
                </a:lnTo>
              </a:path>
            </a:pathLst>
          </a:custGeom>
          <a:noFill/>
          <a:ln w="23813">
            <a:solidFill>
              <a:srgbClr val="00889A"/>
            </a:solidFill>
            <a:prstDash val="solid"/>
          </a:ln>
        </p:spPr>
      </p:sp>
      <p:sp>
        <p:nvSpPr>
          <p:cNvPr id="20" name="dp45-background-16-arrow">
            <a:extLst>
              <a:ext uri="{FF2B5EF4-FFF2-40B4-BE49-F238E27FC236}">
                <ns2:creationId id="{2479D4A1-27FA-4C0C-BE6A-EE16D3EE4ED3}"/>
              </a:ext>
            </a:extLst>
          </p:cNvPr>
          <p:cNvSpPr>
            <a:spLocks noGrp="1"/>
          </p:cNvSpPr>
          <p:nvPr/>
        </p:nvSpPr>
        <p:spPr>
          <a:xfrm>
            <a:off x="90846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dp45-background-17">
            <a:extLst>
              <a:ext uri="{FF2B5EF4-FFF2-40B4-BE49-F238E27FC236}">
                <ns2:creationId id="{82BBCBBA-B449-4040-8ADA-D64E3DEF592E}"/>
              </a:ext>
            </a:extLst>
          </p:cNvPr>
          <p:cNvSpPr>
            <a:spLocks noGrp="1"/>
          </p:cNvSpPr>
          <p:nvPr/>
        </p:nvSpPr>
        <p:spPr>
          <a:xfrm>
            <a:off x="15087600" y="4791075"/>
            <a:ext cx="9525" cy="190500"/>
          </a:xfrm>
          <a:custGeom>
            <a:pathLst>
              <a:path w="9525" h="190500">
                <a:moveTo>
                  <a:pt x="0" y="0"/>
                </a:moveTo>
                <a:lnTo>
                  <a:pt x="0" y="190500"/>
                </a:lnTo>
              </a:path>
            </a:pathLst>
          </a:custGeom>
          <a:noFill/>
          <a:ln w="23813">
            <a:solidFill>
              <a:srgbClr val="00889A"/>
            </a:solidFill>
            <a:prstDash val="solid"/>
          </a:ln>
        </p:spPr>
      </p:sp>
      <p:sp>
        <p:nvSpPr>
          <p:cNvPr id="22" name="dp45-background-18">
            <a:extLst>
              <a:ext uri="{FF2B5EF4-FFF2-40B4-BE49-F238E27FC236}">
                <ns2:creationId id="{A27D91E8-A42C-4882-8B5A-91AD7B344AEC}"/>
              </a:ext>
            </a:extLst>
          </p:cNvPr>
          <p:cNvSpPr>
            <a:spLocks noGrp="1"/>
          </p:cNvSpPr>
          <p:nvPr/>
        </p:nvSpPr>
        <p:spPr>
          <a:xfrm>
            <a:off x="15087600" y="5619750"/>
            <a:ext cx="9525" cy="142875"/>
          </a:xfrm>
          <a:custGeom>
            <a:pathLst>
              <a:path w="9525" h="142875">
                <a:moveTo>
                  <a:pt x="0" y="0"/>
                </a:moveTo>
                <a:lnTo>
                  <a:pt x="0" y="142875"/>
                </a:lnTo>
              </a:path>
            </a:pathLst>
          </a:custGeom>
          <a:noFill/>
          <a:ln w="23813">
            <a:solidFill>
              <a:srgbClr val="00889A"/>
            </a:solidFill>
            <a:prstDash val="solid"/>
          </a:ln>
        </p:spPr>
      </p:sp>
      <p:sp>
        <p:nvSpPr>
          <p:cNvPr id="23" name="dp45-background-18-arrow">
            <a:extLst>
              <a:ext uri="{FF2B5EF4-FFF2-40B4-BE49-F238E27FC236}">
                <ns2:creationId id="{5DB91BAC-636D-4534-AECE-D3F3AB92A1C8}"/>
              </a:ext>
            </a:extLst>
          </p:cNvPr>
          <p:cNvSpPr>
            <a:spLocks noGrp="1"/>
          </p:cNvSpPr>
          <p:nvPr/>
        </p:nvSpPr>
        <p:spPr>
          <a:xfrm>
            <a:off x="150282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4" name="dp45-background-19">
            <a:extLst>
              <a:ext uri="{FF2B5EF4-FFF2-40B4-BE49-F238E27FC236}">
                <ns2:creationId id="{E531A2B0-D5D2-4778-86D4-C9FF042FE0DC}"/>
              </a:ext>
            </a:extLst>
          </p:cNvPr>
          <p:cNvSpPr>
            <a:spLocks noGrp="1"/>
          </p:cNvSpPr>
          <p:nvPr/>
        </p:nvSpPr>
        <p:spPr>
          <a:xfrm>
            <a:off x="495300" y="5095875"/>
            <a:ext cx="1729740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그 뒤 “가격은 비교에서 빼줘”라고 조건을 고쳤습니다.</a:t>
            </a:r>
            <a:endParaRPr lang="ko-KR">
              <a:latin typeface="Calibri"/>
              <a:ea typeface="Calibri"/>
              <a:cs typeface="Calibri"/>
            </a:endParaRPr>
          </a:p>
        </p:txBody>
      </p:sp>
      <p:sp>
        <p:nvSpPr>
          <p:cNvPr id="25" name="dp45-background-20">
            <a:extLst>
              <a:ext uri="{FF2B5EF4-FFF2-40B4-BE49-F238E27FC236}">
                <ns2:creationId id="{8104608E-55D4-45C5-94CE-9564E558EA6D}"/>
              </a:ext>
            </a:extLst>
          </p:cNvPr>
          <p:cNvSpPr>
            <a:spLocks noGrp="1"/>
          </p:cNvSpPr>
          <p:nvPr/>
        </p:nvSpPr>
        <p:spPr>
          <a:xfrm>
            <a:off x="495300" y="5972175"/>
            <a:ext cx="17297400" cy="1038225"/>
          </a:xfrm>
          <a:prstGeom prst="rect">
            <a:avLst/>
          </a:prstGeom>
          <a:solidFill>
            <a:srgbClr val="F2F2F2"/>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이번 요청의 과거 맥락</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실제 전달한 기준 · 정정한 조건 · 사용 가능한 결과</a:t>
            </a:r>
            <a:endParaRPr lang="ko-KR">
              <a:latin typeface="Calibri"/>
              <a:ea typeface="Calibri"/>
              <a:cs typeface="Calibri"/>
            </a:endParaRPr>
          </a:p>
        </p:txBody>
      </p:sp>
      <p:sp>
        <p:nvSpPr>
          <p:cNvPr id="26" name="dp45-background-21">
            <a:extLst>
              <a:ext uri="{FF2B5EF4-FFF2-40B4-BE49-F238E27FC236}">
                <ns2:creationId id="{7D1DF454-6BA7-4CCD-8EF2-DF09D257940B}"/>
              </a:ext>
            </a:extLst>
          </p:cNvPr>
          <p:cNvSpPr>
            <a:spLocks noGrp="1"/>
          </p:cNvSpPr>
          <p:nvPr/>
        </p:nvSpPr>
        <p:spPr>
          <a:xfrm>
            <a:off x="495300" y="7305675"/>
            <a:ext cx="172974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옛 조건이나 전달하지 않은 설명을 쓰면, 이번 업무를 다른 뜻으로 맡기게 됩니다.</a:t>
            </a:r>
            <a:endParaRPr lang="ko-KR">
              <a:latin typeface="Calibri"/>
              <a:ea typeface="Calibri"/>
              <a:cs typeface="Calibri"/>
            </a:endParaRPr>
          </a:p>
        </p:txBody>
      </p:sp>
      <p:sp>
        <p:nvSpPr>
          <p:cNvPr id="27" name="dp45-background-22">
            <a:extLst>
              <a:ext uri="{FF2B5EF4-FFF2-40B4-BE49-F238E27FC236}">
                <ns2:creationId id="{5686EFEB-90D1-47DA-AEF5-55B6FA590BBF}"/>
              </a:ext>
            </a:extLst>
          </p:cNvPr>
          <p:cNvSpPr>
            <a:spLocks noGrp="1"/>
          </p:cNvSpPr>
          <p:nvPr/>
        </p:nvSpPr>
        <p:spPr>
          <a:xfrm>
            <a:off x="495300" y="7972425"/>
            <a:ext cx="17297400" cy="45720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기록이 여러 곳에 흩어져 있고, 수정·삭제 후 사용할 수 있는 범위도 바뀝니다.</a:t>
            </a:r>
            <a:endParaRPr lang="ko-KR">
              <a:latin typeface="Calibri"/>
              <a:ea typeface="Calibri"/>
              <a:cs typeface="Calibri"/>
            </a:endParaRPr>
          </a:p>
        </p:txBody>
      </p:sp>
      <p:sp>
        <p:nvSpPr>
          <p:cNvPr id="28"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9"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0"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1"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2"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3"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33 / 49</a:t>
            </a:r>
            <a:endParaRPr lang="ko-KR">
              <a:latin typeface="Calibri"/>
              <a:ea typeface="Calibri"/>
              <a:cs typeface="Calibri"/>
            </a:endParaRPr>
          </a:p>
        </p:txBody>
      </p:sp>
    </p:spTree>
    <p:extLst>
      <p:ext uri="{BB962C8B-B14F-4D97-AF65-F5344CB8AC3E}">
        <p14:creationId val="1495495048"/>
      </p:ext>
    </p:extLst>
  </p:cSld>
</p:sld>
</file>

<file path=ppt/slides/slide61.xml><?xml version="1.0" encoding="utf-8"?>
<p:sld xmlns:a="http://schemas.openxmlformats.org/drawingml/2006/main" xmlns:ns2="http://schemas.microsoft.com/office/drawing/2014/main" xmlns:p="http://schemas.openxmlformats.org/presentationml/2006/main" xmlns:p14="http://schemas.microsoft.com/office/powerpoint/2010/main">
  <p:cSld name="dp42-background-v3">
    <p:bg>
      <p:bgPr>
        <a:solidFill>
          <a:srgbClr val="FFFFFF"/>
        </a:solidFill>
      </p:bgPr>
    </p:bg>
    <p:spTree>
      <p:nvGrpSpPr>
        <p:cNvPr id="2" name=""/>
        <p:cNvGrpSpPr/>
        <p:nvPr/>
      </p:nvGrpSpPr>
      <p:grpSpPr>
        <a:xfrm/>
      </p:grpSpPr>
      <p:sp>
        <p:nvSpPr>
          <p:cNvPr id="3" name="dp42-background-1">
            <a:extLst>
              <a:ext uri="{FF2B5EF4-FFF2-40B4-BE49-F238E27FC236}">
                <ns2:creationId id="{43251260-BC78-43C2-B7E2-1D9B16080FF8}"/>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요청이 끝나도 이어지는 보고서 업무</a:t>
            </a:r>
            <a:endParaRPr lang="ko-KR">
              <a:latin typeface="Calibri"/>
              <a:ea typeface="Calibri"/>
              <a:cs typeface="Calibri"/>
            </a:endParaRPr>
          </a:p>
        </p:txBody>
      </p:sp>
      <p:sp>
        <p:nvSpPr>
          <p:cNvPr id="4" name="dp42-background-2">
            <a:extLst>
              <a:ext uri="{FF2B5EF4-FFF2-40B4-BE49-F238E27FC236}">
                <ns2:creationId id="{9D731AFB-513D-4F45-81F6-270C02DF60DF}"/>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2-background-3">
            <a:extLst>
              <a:ext uri="{FF2B5EF4-FFF2-40B4-BE49-F238E27FC236}">
                <ns2:creationId id="{4F0267F2-FE87-4DC7-B361-31AC1E631967}"/>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2-background-4">
            <a:extLst>
              <a:ext uri="{FF2B5EF4-FFF2-40B4-BE49-F238E27FC236}">
                <ns2:creationId id="{F5DB5862-B69A-4C1D-B0CF-9B9FC288D6BA}"/>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2-background-5">
            <a:extLst>
              <a:ext uri="{FF2B5EF4-FFF2-40B4-BE49-F238E27FC236}">
                <ns2:creationId id="{92068C70-52B9-42D3-A028-A4D06C93ACE9}"/>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대화·요청·질문·업무·실행의 서로 다른 수명을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어떻게 관리하고 연결할까?</a:t>
            </a:r>
            <a:endParaRPr lang="ko-KR">
              <a:latin typeface="Calibri"/>
              <a:ea typeface="Calibri"/>
              <a:cs typeface="Calibri"/>
            </a:endParaRPr>
          </a:p>
        </p:txBody>
      </p:sp>
      <p:sp>
        <p:nvSpPr>
          <p:cNvPr id="8" name="dp42-background-6">
            <a:extLst>
              <a:ext uri="{FF2B5EF4-FFF2-40B4-BE49-F238E27FC236}">
                <ns2:creationId id="{B600B758-81EC-4714-83BF-3658C2B74A1F}"/>
              </a:ext>
            </a:extLst>
          </p:cNvPr>
          <p:cNvSpPr>
            <a:spLocks noGrp="1"/>
          </p:cNvSpPr>
          <p:nvPr/>
        </p:nvSpPr>
        <p:spPr>
          <a:xfrm>
            <a:off x="495300" y="1428750"/>
            <a:ext cx="17297400" cy="552450"/>
          </a:xfrm>
          <a:prstGeom prst="rect">
            <a:avLst/>
          </a:prstGeom>
          <a:noFill/>
          <a:ln w="0">
            <a:noFill/>
          </a:ln>
        </p:spPr>
        <p:txBody>
          <a:bodyPr wrap="none" lIns="0" tIns="0" rIns="0" bIns="0" anchor="ctr">
            <a:noAutofit/>
          </a:bodyPr>
          <a:lstStyle>
            <a:defPPr algn="l">
              <a:defRPr sz="2600" b="1" lang="ko-KR">
                <a:solidFill>
                  <a:srgbClr val="000000"/>
                </a:solidFill>
                <a:latin typeface="Calibri"/>
                <a:ea typeface="Calibri"/>
                <a:cs typeface="Calibri"/>
              </a:defRPr>
            </a:defP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 만들어줘”를 전달한 뒤에도, 보고서 작성은 계속됩니다.</a:t>
            </a:r>
            <a:endParaRPr lang="ko-KR">
              <a:latin typeface="Calibri"/>
              <a:ea typeface="Calibri"/>
              <a:cs typeface="Calibri"/>
            </a:endParaRPr>
          </a:p>
        </p:txBody>
      </p:sp>
      <p:sp>
        <p:nvSpPr>
          <p:cNvPr id="9" name="dp42-background-7">
            <a:extLst>
              <a:ext uri="{FF2B5EF4-FFF2-40B4-BE49-F238E27FC236}">
                <ns2:creationId id="{7AE03D0C-C5FB-4AE1-B0C2-012DCEDA2282}"/>
              </a:ext>
            </a:extLst>
          </p:cNvPr>
          <p:cNvSpPr>
            <a:spLocks noGrp="1"/>
          </p:cNvSpPr>
          <p:nvPr/>
        </p:nvSpPr>
        <p:spPr>
          <a:xfrm>
            <a:off x="495300" y="2047875"/>
            <a:ext cx="17297400" cy="5524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“어디까지 했어?”는 새 요청이고, 완료 후 “결론만 고쳐줘”는 같은 업무의 새 실행이 될 수 있습니다.</a:t>
            </a:r>
            <a:endParaRPr lang="ko-KR">
              <a:latin typeface="Calibri"/>
              <a:ea typeface="Calibri"/>
              <a:cs typeface="Calibri"/>
            </a:endParaRPr>
          </a:p>
        </p:txBody>
      </p:sp>
      <p:sp>
        <p:nvSpPr>
          <p:cNvPr id="10" name="dp42-background-8">
            <a:extLst>
              <a:ext uri="{FF2B5EF4-FFF2-40B4-BE49-F238E27FC236}">
                <ns2:creationId id="{BD5ECB9E-2F96-4383-A872-6333E5EE84C7}"/>
              </a:ext>
            </a:extLst>
          </p:cNvPr>
          <p:cNvSpPr>
            <a:spLocks noGrp="1"/>
          </p:cNvSpPr>
          <p:nvPr/>
        </p:nvSpPr>
        <p:spPr>
          <a:xfrm>
            <a:off x="263842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“보고서 만들어줘”</a:t>
            </a:r>
            <a:endParaRPr lang="ko-KR">
              <a:latin typeface="Calibri"/>
              <a:ea typeface="Calibri"/>
              <a:cs typeface="Calibri"/>
            </a:endParaRPr>
          </a:p>
        </p:txBody>
      </p:sp>
      <p:sp>
        <p:nvSpPr>
          <p:cNvPr id="11" name="dp42-background-9">
            <a:extLst>
              <a:ext uri="{FF2B5EF4-FFF2-40B4-BE49-F238E27FC236}">
                <ns2:creationId id="{4D76B90B-392D-4A07-834F-428D02A68BCD}"/>
              </a:ext>
            </a:extLst>
          </p:cNvPr>
          <p:cNvSpPr>
            <a:spLocks noGrp="1"/>
          </p:cNvSpPr>
          <p:nvPr/>
        </p:nvSpPr>
        <p:spPr>
          <a:xfrm>
            <a:off x="263842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외부 접수 확인</a:t>
            </a:r>
            <a:endParaRPr lang="ko-KR">
              <a:latin typeface="Calibri"/>
              <a:ea typeface="Calibri"/>
              <a:cs typeface="Calibri"/>
            </a:endParaRPr>
          </a:p>
        </p:txBody>
      </p:sp>
      <p:sp>
        <p:nvSpPr>
          <p:cNvPr id="12" name="dp42-background-10">
            <a:extLst>
              <a:ext uri="{FF2B5EF4-FFF2-40B4-BE49-F238E27FC236}">
                <ns2:creationId id="{6923F097-6D5F-40E4-9B40-F4D6AE557B74}"/>
              </a:ext>
            </a:extLst>
          </p:cNvPr>
          <p:cNvSpPr>
            <a:spLocks noGrp="1"/>
          </p:cNvSpPr>
          <p:nvPr/>
        </p:nvSpPr>
        <p:spPr>
          <a:xfrm>
            <a:off x="654367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“어디까지 했어?”</a:t>
            </a:r>
            <a:endParaRPr lang="ko-KR">
              <a:latin typeface="Calibri"/>
              <a:ea typeface="Calibri"/>
              <a:cs typeface="Calibri"/>
            </a:endParaRPr>
          </a:p>
        </p:txBody>
      </p:sp>
      <p:sp>
        <p:nvSpPr>
          <p:cNvPr id="13" name="dp42-background-11">
            <a:extLst>
              <a:ext uri="{FF2B5EF4-FFF2-40B4-BE49-F238E27FC236}">
                <ns2:creationId id="{84EA782C-341A-48B3-995D-F8F26DC61642}"/>
              </a:ext>
            </a:extLst>
          </p:cNvPr>
          <p:cNvSpPr>
            <a:spLocks noGrp="1"/>
          </p:cNvSpPr>
          <p:nvPr/>
        </p:nvSpPr>
        <p:spPr>
          <a:xfrm>
            <a:off x="654367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진행 상태로 답변</a:t>
            </a:r>
            <a:endParaRPr lang="ko-KR">
              <a:latin typeface="Calibri"/>
              <a:ea typeface="Calibri"/>
              <a:cs typeface="Calibri"/>
            </a:endParaRPr>
          </a:p>
        </p:txBody>
      </p:sp>
      <p:sp>
        <p:nvSpPr>
          <p:cNvPr id="14" name="dp42-background-12">
            <a:extLst>
              <a:ext uri="{FF2B5EF4-FFF2-40B4-BE49-F238E27FC236}">
                <ns2:creationId id="{246B5CE0-0224-48DB-BE9E-48CF4D67327A}"/>
              </a:ext>
            </a:extLst>
          </p:cNvPr>
          <p:cNvSpPr>
            <a:spLocks noGrp="1"/>
          </p:cNvSpPr>
          <p:nvPr/>
        </p:nvSpPr>
        <p:spPr>
          <a:xfrm>
            <a:off x="1044892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Voice 끄기</a:t>
            </a:r>
            <a:endParaRPr lang="ko-KR">
              <a:latin typeface="Calibri"/>
              <a:ea typeface="Calibri"/>
              <a:cs typeface="Calibri"/>
            </a:endParaRPr>
          </a:p>
        </p:txBody>
      </p:sp>
      <p:sp>
        <p:nvSpPr>
          <p:cNvPr id="15" name="dp42-background-13">
            <a:extLst>
              <a:ext uri="{FF2B5EF4-FFF2-40B4-BE49-F238E27FC236}">
                <ns2:creationId id="{C73DD279-A4ED-45F5-9252-CA8BF75A806A}"/>
              </a:ext>
            </a:extLst>
          </p:cNvPr>
          <p:cNvSpPr>
            <a:spLocks noGrp="1"/>
          </p:cNvSpPr>
          <p:nvPr/>
        </p:nvSpPr>
        <p:spPr>
          <a:xfrm>
            <a:off x="1044892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업무·대기 질문 유지</a:t>
            </a:r>
            <a:endParaRPr lang="ko-KR">
              <a:latin typeface="Calibri"/>
              <a:ea typeface="Calibri"/>
              <a:cs typeface="Calibri"/>
            </a:endParaRPr>
          </a:p>
        </p:txBody>
      </p:sp>
      <p:sp>
        <p:nvSpPr>
          <p:cNvPr id="16" name="dp42-background-14">
            <a:extLst>
              <a:ext uri="{FF2B5EF4-FFF2-40B4-BE49-F238E27FC236}">
                <ns2:creationId id="{4F22964C-B007-475E-BFB8-937B93F6B3A9}"/>
              </a:ext>
            </a:extLst>
          </p:cNvPr>
          <p:cNvSpPr>
            <a:spLocks noGrp="1"/>
          </p:cNvSpPr>
          <p:nvPr/>
        </p:nvSpPr>
        <p:spPr>
          <a:xfrm>
            <a:off x="1435417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“결론만 고쳐줘”</a:t>
            </a:r>
            <a:endParaRPr lang="ko-KR">
              <a:latin typeface="Calibri"/>
              <a:ea typeface="Calibri"/>
              <a:cs typeface="Calibri"/>
            </a:endParaRPr>
          </a:p>
        </p:txBody>
      </p:sp>
      <p:sp>
        <p:nvSpPr>
          <p:cNvPr id="17" name="dp42-background-15">
            <a:extLst>
              <a:ext uri="{FF2B5EF4-FFF2-40B4-BE49-F238E27FC236}">
                <ns2:creationId id="{E2C3C66D-FD66-42A2-8445-63F5FFBB4C79}"/>
              </a:ext>
            </a:extLst>
          </p:cNvPr>
          <p:cNvSpPr>
            <a:spLocks noGrp="1"/>
          </p:cNvSpPr>
          <p:nvPr/>
        </p:nvSpPr>
        <p:spPr>
          <a:xfrm>
            <a:off x="1435417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최초 작성 완료 후</a:t>
            </a:r>
            <a:endParaRPr lang="ko-KR">
              <a:latin typeface="Calibri"/>
              <a:ea typeface="Calibri"/>
              <a:cs typeface="Calibri"/>
            </a:endParaRPr>
          </a:p>
        </p:txBody>
      </p:sp>
      <p:sp>
        <p:nvSpPr>
          <p:cNvPr id="18" name="dp42-background-16">
            <a:extLst>
              <a:ext uri="{FF2B5EF4-FFF2-40B4-BE49-F238E27FC236}">
                <ns2:creationId id="{1031E806-33E2-4ADF-92D2-64B70325358F}"/>
              </a:ext>
            </a:extLst>
          </p:cNvPr>
          <p:cNvSpPr>
            <a:spLocks noGrp="1"/>
          </p:cNvSpPr>
          <p:nvPr/>
        </p:nvSpPr>
        <p:spPr>
          <a:xfrm>
            <a:off x="495300" y="421957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대화</a:t>
            </a:r>
            <a:endParaRPr lang="ko-KR">
              <a:latin typeface="Calibri"/>
              <a:ea typeface="Calibri"/>
              <a:cs typeface="Calibri"/>
            </a:endParaRPr>
          </a:p>
        </p:txBody>
      </p:sp>
      <p:sp>
        <p:nvSpPr>
          <p:cNvPr id="19" name="dp42-background-17">
            <a:extLst>
              <a:ext uri="{FF2B5EF4-FFF2-40B4-BE49-F238E27FC236}">
                <ns2:creationId id="{96DD9D71-B355-443F-9CA4-97DA962DEE4A}"/>
              </a:ext>
            </a:extLst>
          </p:cNvPr>
          <p:cNvSpPr>
            <a:spLocks noGrp="1"/>
          </p:cNvSpPr>
          <p:nvPr/>
        </p:nvSpPr>
        <p:spPr>
          <a:xfrm>
            <a:off x="495300" y="4914900"/>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개별 요청</a:t>
            </a:r>
            <a:endParaRPr lang="ko-KR">
              <a:latin typeface="Calibri"/>
              <a:ea typeface="Calibri"/>
              <a:cs typeface="Calibri"/>
            </a:endParaRPr>
          </a:p>
        </p:txBody>
      </p:sp>
      <p:sp>
        <p:nvSpPr>
          <p:cNvPr id="20" name="dp42-background-18">
            <a:extLst>
              <a:ext uri="{FF2B5EF4-FFF2-40B4-BE49-F238E27FC236}">
                <ns2:creationId id="{BCE08429-4E32-4EAF-926F-651AEEBFEFB8}"/>
              </a:ext>
            </a:extLst>
          </p:cNvPr>
          <p:cNvSpPr>
            <a:spLocks noGrp="1"/>
          </p:cNvSpPr>
          <p:nvPr/>
        </p:nvSpPr>
        <p:spPr>
          <a:xfrm>
            <a:off x="495300" y="564832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보고서 업무</a:t>
            </a:r>
            <a:endParaRPr lang="ko-KR">
              <a:latin typeface="Calibri"/>
              <a:ea typeface="Calibri"/>
              <a:cs typeface="Calibri"/>
            </a:endParaRPr>
          </a:p>
        </p:txBody>
      </p:sp>
      <p:sp>
        <p:nvSpPr>
          <p:cNvPr id="21" name="dp42-background-19">
            <a:extLst>
              <a:ext uri="{FF2B5EF4-FFF2-40B4-BE49-F238E27FC236}">
                <ns2:creationId id="{BE58DE30-B591-469D-9682-50AED16124AF}"/>
              </a:ext>
            </a:extLst>
          </p:cNvPr>
          <p:cNvSpPr>
            <a:spLocks noGrp="1"/>
          </p:cNvSpPr>
          <p:nvPr/>
        </p:nvSpPr>
        <p:spPr>
          <a:xfrm>
            <a:off x="495300" y="644842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외부 실행</a:t>
            </a:r>
            <a:endParaRPr lang="ko-KR">
              <a:latin typeface="Calibri"/>
              <a:ea typeface="Calibri"/>
              <a:cs typeface="Calibri"/>
            </a:endParaRPr>
          </a:p>
        </p:txBody>
      </p:sp>
      <p:sp>
        <p:nvSpPr>
          <p:cNvPr id="22" name="dp42-background-20">
            <a:extLst>
              <a:ext uri="{FF2B5EF4-FFF2-40B4-BE49-F238E27FC236}">
                <ns2:creationId id="{9BDC3F42-7610-4093-B6C6-3370E0746F39}"/>
              </a:ext>
            </a:extLst>
          </p:cNvPr>
          <p:cNvSpPr>
            <a:spLocks noGrp="1"/>
          </p:cNvSpPr>
          <p:nvPr/>
        </p:nvSpPr>
        <p:spPr>
          <a:xfrm>
            <a:off x="3238500" y="4429125"/>
            <a:ext cx="14097000" cy="9525"/>
          </a:xfrm>
          <a:custGeom>
            <a:pathLst>
              <a:path w="14097000" h="9525">
                <a:moveTo>
                  <a:pt x="0" y="0"/>
                </a:moveTo>
                <a:lnTo>
                  <a:pt x="14097000" y="0"/>
                </a:lnTo>
              </a:path>
            </a:pathLst>
          </a:custGeom>
          <a:noFill/>
          <a:ln w="47625">
            <a:solidFill>
              <a:srgbClr val="00889A"/>
            </a:solidFill>
            <a:prstDash val="solid"/>
          </a:ln>
        </p:spPr>
      </p:sp>
      <p:sp>
        <p:nvSpPr>
          <p:cNvPr id="23" name="dp42-background-21">
            <a:extLst>
              <a:ext uri="{FF2B5EF4-FFF2-40B4-BE49-F238E27FC236}">
                <ns2:creationId id="{84C8E5C5-1FA1-4CFD-B72B-584A97077212}"/>
              </a:ext>
            </a:extLst>
          </p:cNvPr>
          <p:cNvSpPr>
            <a:spLocks noGrp="1"/>
          </p:cNvSpPr>
          <p:nvPr/>
        </p:nvSpPr>
        <p:spPr>
          <a:xfrm>
            <a:off x="8258175" y="4105275"/>
            <a:ext cx="762000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Voice를 꺼도 기록과 연결은 유지</a:t>
            </a:r>
            <a:endParaRPr lang="ko-KR">
              <a:latin typeface="Calibri"/>
              <a:ea typeface="Calibri"/>
              <a:cs typeface="Calibri"/>
            </a:endParaRPr>
          </a:p>
        </p:txBody>
      </p:sp>
      <p:sp>
        <p:nvSpPr>
          <p:cNvPr id="24" name="dp42-background-22">
            <a:extLst>
              <a:ext uri="{FF2B5EF4-FFF2-40B4-BE49-F238E27FC236}">
                <ns2:creationId id="{2BE70C54-18F1-4B71-9DA5-E0EB1CC9FBB2}"/>
              </a:ext>
            </a:extLst>
          </p:cNvPr>
          <p:cNvSpPr>
            <a:spLocks noGrp="1"/>
          </p:cNvSpPr>
          <p:nvPr/>
        </p:nvSpPr>
        <p:spPr>
          <a:xfrm>
            <a:off x="3238500" y="5124450"/>
            <a:ext cx="2000250" cy="9525"/>
          </a:xfrm>
          <a:custGeom>
            <a:pathLst>
              <a:path w="2000250" h="9525">
                <a:moveTo>
                  <a:pt x="0" y="0"/>
                </a:moveTo>
                <a:lnTo>
                  <a:pt x="2000250" y="0"/>
                </a:lnTo>
              </a:path>
            </a:pathLst>
          </a:custGeom>
          <a:noFill/>
          <a:ln w="66675">
            <a:solidFill>
              <a:srgbClr val="00889A"/>
            </a:solidFill>
            <a:prstDash val="solid"/>
          </a:ln>
        </p:spPr>
      </p:sp>
      <p:sp>
        <p:nvSpPr>
          <p:cNvPr id="25" name="dp42-background-23">
            <a:extLst>
              <a:ext uri="{FF2B5EF4-FFF2-40B4-BE49-F238E27FC236}">
                <ns2:creationId id="{416BA5B9-B928-47D7-8CDA-A23D1A747188}"/>
              </a:ext>
            </a:extLst>
          </p:cNvPr>
          <p:cNvSpPr>
            <a:spLocks noGrp="1"/>
          </p:cNvSpPr>
          <p:nvPr/>
        </p:nvSpPr>
        <p:spPr>
          <a:xfrm>
            <a:off x="7143750" y="5124450"/>
            <a:ext cx="2000250" cy="9525"/>
          </a:xfrm>
          <a:custGeom>
            <a:pathLst>
              <a:path w="2000250" h="9525">
                <a:moveTo>
                  <a:pt x="0" y="0"/>
                </a:moveTo>
                <a:lnTo>
                  <a:pt x="2000250" y="0"/>
                </a:lnTo>
              </a:path>
            </a:pathLst>
          </a:custGeom>
          <a:noFill/>
          <a:ln w="66675">
            <a:solidFill>
              <a:srgbClr val="00889A"/>
            </a:solidFill>
            <a:prstDash val="solid"/>
          </a:ln>
        </p:spPr>
      </p:sp>
      <p:sp>
        <p:nvSpPr>
          <p:cNvPr id="26" name="dp42-background-24">
            <a:extLst>
              <a:ext uri="{FF2B5EF4-FFF2-40B4-BE49-F238E27FC236}">
                <ns2:creationId id="{835A8733-61FD-4AF3-974A-C14ED24CDAD6}"/>
              </a:ext>
            </a:extLst>
          </p:cNvPr>
          <p:cNvSpPr>
            <a:spLocks noGrp="1"/>
          </p:cNvSpPr>
          <p:nvPr/>
        </p:nvSpPr>
        <p:spPr>
          <a:xfrm>
            <a:off x="14954250" y="5124450"/>
            <a:ext cx="2095500" cy="9525"/>
          </a:xfrm>
          <a:custGeom>
            <a:pathLst>
              <a:path w="2095500" h="9525">
                <a:moveTo>
                  <a:pt x="0" y="0"/>
                </a:moveTo>
                <a:lnTo>
                  <a:pt x="2095500" y="0"/>
                </a:lnTo>
              </a:path>
            </a:pathLst>
          </a:custGeom>
          <a:noFill/>
          <a:ln w="66675">
            <a:solidFill>
              <a:srgbClr val="00889A"/>
            </a:solidFill>
            <a:prstDash val="solid"/>
          </a:ln>
        </p:spPr>
      </p:sp>
      <p:sp>
        <p:nvSpPr>
          <p:cNvPr id="27" name="dp42-background-25">
            <a:extLst>
              <a:ext uri="{FF2B5EF4-FFF2-40B4-BE49-F238E27FC236}">
                <ns2:creationId id="{B942062C-AB50-461D-B951-5BE244BC2C01}"/>
              </a:ext>
            </a:extLst>
          </p:cNvPr>
          <p:cNvSpPr>
            <a:spLocks noGrp="1"/>
          </p:cNvSpPr>
          <p:nvPr/>
        </p:nvSpPr>
        <p:spPr>
          <a:xfrm>
            <a:off x="3143250" y="5276850"/>
            <a:ext cx="2857500" cy="38100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위임 처리 종료</a:t>
            </a:r>
            <a:endParaRPr lang="ko-KR">
              <a:latin typeface="Calibri"/>
              <a:ea typeface="Calibri"/>
              <a:cs typeface="Calibri"/>
            </a:endParaRPr>
          </a:p>
        </p:txBody>
      </p:sp>
      <p:sp>
        <p:nvSpPr>
          <p:cNvPr id="28" name="dp42-background-26">
            <a:extLst>
              <a:ext uri="{FF2B5EF4-FFF2-40B4-BE49-F238E27FC236}">
                <ns2:creationId id="{BA561B67-3A4C-4C95-9AE0-9E66E7CAD3C2}"/>
              </a:ext>
            </a:extLst>
          </p:cNvPr>
          <p:cNvSpPr>
            <a:spLocks noGrp="1"/>
          </p:cNvSpPr>
          <p:nvPr/>
        </p:nvSpPr>
        <p:spPr>
          <a:xfrm>
            <a:off x="7143750" y="5276850"/>
            <a:ext cx="3238500" cy="38100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새 작성 실행 없음</a:t>
            </a:r>
            <a:endParaRPr lang="ko-KR">
              <a:latin typeface="Calibri"/>
              <a:ea typeface="Calibri"/>
              <a:cs typeface="Calibri"/>
            </a:endParaRPr>
          </a:p>
        </p:txBody>
      </p:sp>
      <p:sp>
        <p:nvSpPr>
          <p:cNvPr id="29" name="dp42-background-27">
            <a:extLst>
              <a:ext uri="{FF2B5EF4-FFF2-40B4-BE49-F238E27FC236}">
                <ns2:creationId id="{9A7DE419-E9AC-4025-8B4A-557E92482F75}"/>
              </a:ext>
            </a:extLst>
          </p:cNvPr>
          <p:cNvSpPr>
            <a:spLocks noGrp="1"/>
          </p:cNvSpPr>
          <p:nvPr/>
        </p:nvSpPr>
        <p:spPr>
          <a:xfrm>
            <a:off x="3238500" y="5857875"/>
            <a:ext cx="14097000" cy="9525"/>
          </a:xfrm>
          <a:custGeom>
            <a:pathLst>
              <a:path w="14097000" h="9525">
                <a:moveTo>
                  <a:pt x="0" y="0"/>
                </a:moveTo>
                <a:lnTo>
                  <a:pt x="14097000" y="0"/>
                </a:lnTo>
              </a:path>
            </a:pathLst>
          </a:custGeom>
          <a:noFill/>
          <a:ln w="66675">
            <a:solidFill>
              <a:srgbClr val="00889A"/>
            </a:solidFill>
            <a:prstDash val="solid"/>
          </a:ln>
        </p:spPr>
      </p:sp>
      <p:sp>
        <p:nvSpPr>
          <p:cNvPr id="30" name="dp42-background-28">
            <a:extLst>
              <a:ext uri="{FF2B5EF4-FFF2-40B4-BE49-F238E27FC236}">
                <ns2:creationId id="{E783094D-E63D-447E-987A-912626E1C354}"/>
              </a:ext>
            </a:extLst>
          </p:cNvPr>
          <p:cNvSpPr>
            <a:spLocks noGrp="1"/>
          </p:cNvSpPr>
          <p:nvPr/>
        </p:nvSpPr>
        <p:spPr>
          <a:xfrm>
            <a:off x="12477750" y="6086475"/>
            <a:ext cx="4762500" cy="3810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같은 보고서 업무로 연결</a:t>
            </a:r>
            <a:endParaRPr lang="ko-KR">
              <a:latin typeface="Calibri"/>
              <a:ea typeface="Calibri"/>
              <a:cs typeface="Calibri"/>
            </a:endParaRPr>
          </a:p>
        </p:txBody>
      </p:sp>
      <p:sp>
        <p:nvSpPr>
          <p:cNvPr id="31" name="dp42-background-29">
            <a:extLst>
              <a:ext uri="{FF2B5EF4-FFF2-40B4-BE49-F238E27FC236}">
                <ns2:creationId id="{4C3F8402-0E5E-44DB-A3DD-08BC3098F652}"/>
              </a:ext>
            </a:extLst>
          </p:cNvPr>
          <p:cNvSpPr>
            <a:spLocks noGrp="1"/>
          </p:cNvSpPr>
          <p:nvPr/>
        </p:nvSpPr>
        <p:spPr>
          <a:xfrm>
            <a:off x="3238500" y="6657975"/>
            <a:ext cx="10096500" cy="9525"/>
          </a:xfrm>
          <a:custGeom>
            <a:pathLst>
              <a:path w="10096500" h="9525">
                <a:moveTo>
                  <a:pt x="0" y="0"/>
                </a:moveTo>
                <a:lnTo>
                  <a:pt x="10096500" y="0"/>
                </a:lnTo>
              </a:path>
            </a:pathLst>
          </a:custGeom>
          <a:noFill/>
          <a:ln w="66675">
            <a:solidFill>
              <a:srgbClr val="00889A"/>
            </a:solidFill>
            <a:prstDash val="solid"/>
          </a:ln>
        </p:spPr>
      </p:sp>
      <p:sp>
        <p:nvSpPr>
          <p:cNvPr id="32" name="dp42-background-30">
            <a:extLst>
              <a:ext uri="{FF2B5EF4-FFF2-40B4-BE49-F238E27FC236}">
                <ns2:creationId id="{0E8C210B-96B8-4CCD-BC30-3EEFB80F7096}"/>
              </a:ext>
            </a:extLst>
          </p:cNvPr>
          <p:cNvSpPr>
            <a:spLocks noGrp="1"/>
          </p:cNvSpPr>
          <p:nvPr/>
        </p:nvSpPr>
        <p:spPr>
          <a:xfrm>
            <a:off x="14906625" y="6657975"/>
            <a:ext cx="2428875" cy="9525"/>
          </a:xfrm>
          <a:custGeom>
            <a:pathLst>
              <a:path w="2428875" h="9525">
                <a:moveTo>
                  <a:pt x="0" y="0"/>
                </a:moveTo>
                <a:lnTo>
                  <a:pt x="2428875" y="0"/>
                </a:lnTo>
              </a:path>
            </a:pathLst>
          </a:custGeom>
          <a:noFill/>
          <a:ln w="66675">
            <a:solidFill>
              <a:srgbClr val="00889A"/>
            </a:solidFill>
            <a:prstDash val="solid"/>
          </a:ln>
        </p:spPr>
      </p:sp>
      <p:sp>
        <p:nvSpPr>
          <p:cNvPr id="33" name="dp42-background-31">
            <a:extLst>
              <a:ext uri="{FF2B5EF4-FFF2-40B4-BE49-F238E27FC236}">
                <ns2:creationId id="{C8A589E1-4F2C-4D90-AD9F-6EF320E15BDF}"/>
              </a:ext>
            </a:extLst>
          </p:cNvPr>
          <p:cNvSpPr>
            <a:spLocks noGrp="1"/>
          </p:cNvSpPr>
          <p:nvPr/>
        </p:nvSpPr>
        <p:spPr>
          <a:xfrm>
            <a:off x="3238500" y="6819900"/>
            <a:ext cx="295275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최초 작성 실행</a:t>
            </a:r>
            <a:endParaRPr lang="ko-KR">
              <a:latin typeface="Calibri"/>
              <a:ea typeface="Calibri"/>
              <a:cs typeface="Calibri"/>
            </a:endParaRPr>
          </a:p>
        </p:txBody>
      </p:sp>
      <p:sp>
        <p:nvSpPr>
          <p:cNvPr id="34" name="dp42-background-32">
            <a:extLst>
              <a:ext uri="{FF2B5EF4-FFF2-40B4-BE49-F238E27FC236}">
                <ns2:creationId id="{7805750A-A44F-4FE5-9FFB-933470F459AB}"/>
              </a:ext>
            </a:extLst>
          </p:cNvPr>
          <p:cNvSpPr>
            <a:spLocks noGrp="1"/>
          </p:cNvSpPr>
          <p:nvPr/>
        </p:nvSpPr>
        <p:spPr>
          <a:xfrm>
            <a:off x="14906625" y="6819900"/>
            <a:ext cx="247650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새 수정 실행</a:t>
            </a:r>
            <a:endParaRPr lang="ko-KR">
              <a:latin typeface="Calibri"/>
              <a:ea typeface="Calibri"/>
              <a:cs typeface="Calibri"/>
            </a:endParaRPr>
          </a:p>
        </p:txBody>
      </p:sp>
      <p:sp>
        <p:nvSpPr>
          <p:cNvPr id="35" name="dp42-background-33">
            <a:extLst>
              <a:ext uri="{FF2B5EF4-FFF2-40B4-BE49-F238E27FC236}">
                <ns2:creationId id="{38859A0B-55E8-4342-8F92-968A42F9809B}"/>
              </a:ext>
            </a:extLst>
          </p:cNvPr>
          <p:cNvSpPr>
            <a:spLocks noGrp="1"/>
          </p:cNvSpPr>
          <p:nvPr/>
        </p:nvSpPr>
        <p:spPr>
          <a:xfrm>
            <a:off x="10096500" y="7143750"/>
            <a:ext cx="4381500" cy="704850"/>
          </a:xfrm>
          <a:prstGeom prst="rect">
            <a:avLst/>
          </a:prstGeom>
          <a:solidFill>
            <a:srgbClr val="F2F2F2"/>
          </a:solidFill>
          <a:ln w="19050">
            <a:solidFill>
              <a:srgbClr val="A6A6A6"/>
            </a:solidFill>
          </a:ln>
        </p:spPr>
        <p:txBody>
          <a:bodyPr wrap="none" lIns="133350" tIns="0" rIns="13335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대기 질문 유지</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답변·만료로 종료</a:t>
            </a:r>
            <a:endParaRPr lang="ko-KR">
              <a:latin typeface="Calibri"/>
              <a:ea typeface="Calibri"/>
              <a:cs typeface="Calibri"/>
            </a:endParaRPr>
          </a:p>
        </p:txBody>
      </p:sp>
      <p:sp>
        <p:nvSpPr>
          <p:cNvPr id="36" name="dp42-background-34">
            <a:extLst>
              <a:ext uri="{FF2B5EF4-FFF2-40B4-BE49-F238E27FC236}">
                <ns2:creationId id="{FB586576-F7E8-4A34-A686-32F755793A50}"/>
              </a:ext>
            </a:extLst>
          </p:cNvPr>
          <p:cNvSpPr>
            <a:spLocks noGrp="1"/>
          </p:cNvSpPr>
          <p:nvPr/>
        </p:nvSpPr>
        <p:spPr>
          <a:xfrm>
            <a:off x="495300" y="7991475"/>
            <a:ext cx="17297400" cy="5524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요청·Voice 종료를 업무 종료로 다루면, 연결을 잃거나 같은 작성을 다시 시작할 수 있습니다.</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36 / 49</a:t>
            </a:r>
            <a:endParaRPr lang="ko-KR">
              <a:latin typeface="Calibri"/>
              <a:ea typeface="Calibri"/>
              <a:cs typeface="Calibri"/>
            </a:endParaRPr>
          </a:p>
        </p:txBody>
      </p:sp>
    </p:spTree>
    <p:extLst>
      <p:ext uri="{BB962C8B-B14F-4D97-AF65-F5344CB8AC3E}">
        <p14:creationId val="569017057"/>
      </p:ext>
    </p:extLst>
  </p:cSld>
</p:sld>
</file>

<file path=ppt/slides/slide62.xml><?xml version="1.0" encoding="utf-8"?>
<p:sld xmlns:a="http://schemas.openxmlformats.org/drawingml/2006/main" xmlns:ns2="http://schemas.microsoft.com/office/drawing/2014/main" xmlns:p="http://schemas.openxmlformats.org/presentationml/2006/main" xmlns:p14="http://schemas.microsoft.com/office/powerpoint/2010/main">
  <p:cSld name="dp45-basic-v8">
    <p:bg>
      <p:bgPr>
        <a:solidFill>
          <a:srgbClr val="FFFFFF"/>
        </a:solidFill>
      </p:bgPr>
    </p:bg>
    <p:spTree>
      <p:nvGrpSpPr>
        <p:cNvPr id="2" name=""/>
        <p:cNvGrpSpPr/>
        <p:nvPr/>
      </p:nvGrpSpPr>
      <p:grpSpPr>
        <a:xfrm/>
      </p:grpSpPr>
      <p:sp>
        <p:nvSpPr>
          <p:cNvPr id="3" name="dp45-basic-structures-1">
            <a:extLst>
              <a:ext uri="{FF2B5EF4-FFF2-40B4-BE49-F238E27FC236}">
                <ns2:creationId id="{D0FF8B1D-FAD1-45AC-B3AD-ACF9A4D2D184}"/>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기본 구조와 보완 택틱</a:t>
            </a:r>
            <a:endParaRPr lang="ko-KR">
              <a:latin typeface="Calibri"/>
              <a:ea typeface="Calibri"/>
              <a:cs typeface="Calibri"/>
            </a:endParaRPr>
          </a:p>
        </p:txBody>
      </p:sp>
      <p:sp>
        <p:nvSpPr>
          <p:cNvPr id="4" name="dp45-basic-structures-2">
            <a:extLst>
              <a:ext uri="{FF2B5EF4-FFF2-40B4-BE49-F238E27FC236}">
                <ns2:creationId id="{D894727F-D71A-4F9D-8719-7DCA8F64440E}"/>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5-basic-structures-3">
            <a:extLst>
              <a:ext uri="{FF2B5EF4-FFF2-40B4-BE49-F238E27FC236}">
                <ns2:creationId id="{CF6FA5E5-D74D-42E8-A0F5-D6008D64B429}"/>
              </a:ext>
            </a:extLst>
          </p:cNvPr>
          <p:cNvSpPr>
            <a:spLocks noGrp="1"/>
          </p:cNvSpPr>
          <p:nvPr/>
        </p:nvSpPr>
        <p:spPr>
          <a:xfrm>
            <a:off x="495300" y="1466850"/>
            <a:ext cx="1729740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같은 과거 기록과 같은 현재 요청을 사용합니다.</a:t>
            </a:r>
            <a:endParaRPr lang="ko-KR">
              <a:latin typeface="Calibri"/>
              <a:ea typeface="Calibri"/>
              <a:cs typeface="Calibri"/>
            </a:endParaRPr>
          </a:p>
        </p:txBody>
      </p:sp>
      <p:sp>
        <p:nvSpPr>
          <p:cNvPr id="6" name="dp45-basic-structures-4">
            <a:extLst>
              <a:ext uri="{FF2B5EF4-FFF2-40B4-BE49-F238E27FC236}">
                <ns2:creationId id="{437864D2-6196-457D-99D3-07279D4D5589}"/>
              </a:ext>
            </a:extLst>
          </p:cNvPr>
          <p:cNvSpPr>
            <a:spLocks noGrp="1"/>
          </p:cNvSpPr>
          <p:nvPr/>
        </p:nvSpPr>
        <p:spPr>
          <a:xfrm>
            <a:off x="495300" y="2171700"/>
            <a:ext cx="8382000" cy="590550"/>
          </a:xfrm>
          <a:prstGeom prst="rect">
            <a:avLst/>
          </a:prstGeom>
          <a:solidFill>
            <a:srgbClr val="E8EEF5"/>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필요할 때 원본에서 구성</a:t>
            </a:r>
            <a:endParaRPr lang="ko-KR">
              <a:latin typeface="Calibri"/>
              <a:ea typeface="Calibri"/>
              <a:cs typeface="Calibri"/>
            </a:endParaRPr>
          </a:p>
        </p:txBody>
      </p:sp>
      <p:sp>
        <p:nvSpPr>
          <p:cNvPr id="7" name="dp45-basic-structures-5">
            <a:extLst>
              <a:ext uri="{FF2B5EF4-FFF2-40B4-BE49-F238E27FC236}">
                <ns2:creationId id="{20E65FC2-A43F-46FE-99F6-EEC015326A00}"/>
              </a:ext>
            </a:extLst>
          </p:cNvPr>
          <p:cNvSpPr>
            <a:spLocks noGrp="1"/>
          </p:cNvSpPr>
          <p:nvPr/>
        </p:nvSpPr>
        <p:spPr>
          <a:xfrm>
            <a:off x="9353550" y="2171700"/>
            <a:ext cx="8439150" cy="590550"/>
          </a:xfrm>
          <a:prstGeom prst="rect">
            <a:avLst/>
          </a:prstGeom>
          <a:solidFill>
            <a:srgbClr val="FFF6D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가공한 과거 기억을 유지해 조회</a:t>
            </a:r>
            <a:endParaRPr lang="ko-KR">
              <a:latin typeface="Calibri"/>
              <a:ea typeface="Calibri"/>
              <a:cs typeface="Calibri"/>
            </a:endParaRPr>
          </a:p>
        </p:txBody>
      </p:sp>
      <p:sp>
        <p:nvSpPr>
          <p:cNvPr id="8" name="dp45-basic-structures-6">
            <a:extLst>
              <a:ext uri="{FF2B5EF4-FFF2-40B4-BE49-F238E27FC236}">
                <ns2:creationId id="{3C10165A-AD11-4DDA-B65D-90832BADAB95}"/>
              </a:ext>
            </a:extLst>
          </p:cNvPr>
          <p:cNvSpPr>
            <a:spLocks noGrp="1"/>
          </p:cNvSpPr>
          <p:nvPr/>
        </p:nvSpPr>
        <p:spPr>
          <a:xfrm>
            <a:off x="1066800" y="3076575"/>
            <a:ext cx="72390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설명·업무 결과·정정·실제 전달의 원본</a:t>
            </a:r>
            <a:endParaRPr lang="ko-KR">
              <a:latin typeface="Calibri"/>
              <a:ea typeface="Calibri"/>
              <a:cs typeface="Calibri"/>
            </a:endParaRPr>
          </a:p>
        </p:txBody>
      </p:sp>
      <p:sp>
        <p:nvSpPr>
          <p:cNvPr id="9" name="dp45-basic-structures-7">
            <a:extLst>
              <a:ext uri="{FF2B5EF4-FFF2-40B4-BE49-F238E27FC236}">
                <ns2:creationId id="{5ABDF119-C787-4706-A713-0D3720F0C032}"/>
              </a:ext>
            </a:extLst>
          </p:cNvPr>
          <p:cNvSpPr>
            <a:spLocks noGrp="1"/>
          </p:cNvSpPr>
          <p:nvPr/>
        </p:nvSpPr>
        <p:spPr>
          <a:xfrm>
            <a:off x="9925050" y="3076575"/>
            <a:ext cx="72390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설명·업무 결과·정정·실제 전달의 원본</a:t>
            </a:r>
            <a:endParaRPr lang="ko-KR">
              <a:latin typeface="Calibri"/>
              <a:ea typeface="Calibri"/>
              <a:cs typeface="Calibri"/>
            </a:endParaRPr>
          </a:p>
        </p:txBody>
      </p:sp>
      <p:sp>
        <p:nvSpPr>
          <p:cNvPr id="10" name="dp45-basic-structures-8">
            <a:extLst>
              <a:ext uri="{FF2B5EF4-FFF2-40B4-BE49-F238E27FC236}">
                <ns2:creationId id="{20ADE678-4CBA-43AA-BF75-9BA8C70D4E57}"/>
              </a:ext>
            </a:extLst>
          </p:cNvPr>
          <p:cNvSpPr>
            <a:spLocks noGrp="1"/>
          </p:cNvSpPr>
          <p:nvPr/>
        </p:nvSpPr>
        <p:spPr>
          <a:xfrm>
            <a:off x="4686300" y="3762375"/>
            <a:ext cx="9525" cy="581025"/>
          </a:xfrm>
          <a:custGeom>
            <a:pathLst>
              <a:path w="9525" h="581025">
                <a:moveTo>
                  <a:pt x="0" y="0"/>
                </a:moveTo>
                <a:lnTo>
                  <a:pt x="0" y="581025"/>
                </a:lnTo>
              </a:path>
            </a:pathLst>
          </a:custGeom>
          <a:noFill/>
          <a:ln w="23813">
            <a:solidFill>
              <a:srgbClr val="00889A"/>
            </a:solidFill>
            <a:prstDash val="solid"/>
          </a:ln>
        </p:spPr>
      </p:sp>
      <p:sp>
        <p:nvSpPr>
          <p:cNvPr id="11" name="dp45-basic-structures-8-arrow">
            <a:extLst>
              <a:ext uri="{FF2B5EF4-FFF2-40B4-BE49-F238E27FC236}">
                <ns2:creationId id="{838D86F2-EBF2-4C67-AA18-1B713944212E}"/>
              </a:ext>
            </a:extLst>
          </p:cNvPr>
          <p:cNvSpPr>
            <a:spLocks noGrp="1"/>
          </p:cNvSpPr>
          <p:nvPr/>
        </p:nvSpPr>
        <p:spPr>
          <a:xfrm>
            <a:off x="4626935" y="423473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2" name="dp45-basic-structures-9">
            <a:extLst>
              <a:ext uri="{FF2B5EF4-FFF2-40B4-BE49-F238E27FC236}">
                <ns2:creationId id="{96616369-92D1-4A0A-A590-3860EB0159CA}"/>
              </a:ext>
            </a:extLst>
          </p:cNvPr>
          <p:cNvSpPr>
            <a:spLocks noGrp="1"/>
          </p:cNvSpPr>
          <p:nvPr/>
        </p:nvSpPr>
        <p:spPr>
          <a:xfrm>
            <a:off x="1066800" y="4467225"/>
            <a:ext cx="7239000" cy="819150"/>
          </a:xfrm>
          <a:prstGeom prst="rect">
            <a:avLst/>
          </a:prstGeom>
          <a:solidFill>
            <a:srgbClr val="FFFFF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이번 요청에 필요한 맥락 구성</a:t>
            </a:r>
            <a:endParaRPr lang="ko-KR">
              <a:latin typeface="Calibri"/>
              <a:ea typeface="Calibri"/>
              <a:cs typeface="Calibri"/>
            </a:endParaRPr>
          </a:p>
        </p:txBody>
      </p:sp>
      <p:sp>
        <p:nvSpPr>
          <p:cNvPr id="13" name="dp45-basic-structures-10">
            <a:extLst>
              <a:ext uri="{FF2B5EF4-FFF2-40B4-BE49-F238E27FC236}">
                <ns2:creationId id="{2DFCD498-DA8C-4A45-A902-8701CE04D2D8}"/>
              </a:ext>
            </a:extLst>
          </p:cNvPr>
          <p:cNvSpPr>
            <a:spLocks noGrp="1"/>
          </p:cNvSpPr>
          <p:nvPr/>
        </p:nvSpPr>
        <p:spPr>
          <a:xfrm>
            <a:off x="4686300" y="5286375"/>
            <a:ext cx="9525" cy="409575"/>
          </a:xfrm>
          <a:custGeom>
            <a:pathLst>
              <a:path w="9525" h="409575">
                <a:moveTo>
                  <a:pt x="0" y="0"/>
                </a:moveTo>
                <a:lnTo>
                  <a:pt x="0" y="409575"/>
                </a:lnTo>
              </a:path>
            </a:pathLst>
          </a:custGeom>
          <a:noFill/>
          <a:ln w="23813">
            <a:solidFill>
              <a:srgbClr val="00889A"/>
            </a:solidFill>
            <a:prstDash val="solid"/>
          </a:ln>
        </p:spPr>
      </p:sp>
      <p:sp>
        <p:nvSpPr>
          <p:cNvPr id="14" name="dp45-basic-structures-10-arrow">
            <a:extLst>
              <a:ext uri="{FF2B5EF4-FFF2-40B4-BE49-F238E27FC236}">
                <ns2:creationId id="{74DA7C39-573F-40D1-8342-D8AFA256510F}"/>
              </a:ext>
            </a:extLst>
          </p:cNvPr>
          <p:cNvSpPr>
            <a:spLocks noGrp="1"/>
          </p:cNvSpPr>
          <p:nvPr/>
        </p:nvSpPr>
        <p:spPr>
          <a:xfrm>
            <a:off x="46269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5" name="dp45-basic-structures-11">
            <a:extLst>
              <a:ext uri="{FF2B5EF4-FFF2-40B4-BE49-F238E27FC236}">
                <ns2:creationId id="{7D9D489C-BD6C-4B25-ABE9-0704B18895D8}"/>
              </a:ext>
            </a:extLst>
          </p:cNvPr>
          <p:cNvSpPr>
            <a:spLocks noGrp="1"/>
          </p:cNvSpPr>
          <p:nvPr/>
        </p:nvSpPr>
        <p:spPr>
          <a:xfrm>
            <a:off x="1066800" y="5848350"/>
            <a:ext cx="7239000" cy="428625"/>
          </a:xfrm>
          <a:prstGeom prst="rect">
            <a:avLst/>
          </a:prstGeom>
          <a:noFill/>
          <a:ln w="0">
            <a:noFill/>
          </a:ln>
        </p:spPr>
        <p:txBody>
          <a:bodyPr wrap="none" lIns="0" tIns="0" rIns="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이번 요청의 근거로 반환</a:t>
            </a:r>
            <a:endParaRPr lang="ko-KR">
              <a:latin typeface="Calibri"/>
              <a:ea typeface="Calibri"/>
              <a:cs typeface="Calibri"/>
            </a:endParaRPr>
          </a:p>
        </p:txBody>
      </p:sp>
      <p:sp>
        <p:nvSpPr>
          <p:cNvPr id="16" name="dp45-basic-structures-12">
            <a:extLst>
              <a:ext uri="{FF2B5EF4-FFF2-40B4-BE49-F238E27FC236}">
                <ns2:creationId id="{3BB1E30D-646E-49D9-BF24-28EAD14BF3A2}"/>
              </a:ext>
            </a:extLst>
          </p:cNvPr>
          <p:cNvSpPr>
            <a:spLocks noGrp="1"/>
          </p:cNvSpPr>
          <p:nvPr/>
        </p:nvSpPr>
        <p:spPr>
          <a:xfrm>
            <a:off x="13544550" y="3762375"/>
            <a:ext cx="9525" cy="514350"/>
          </a:xfrm>
          <a:custGeom>
            <a:pathLst>
              <a:path w="9525" h="514350">
                <a:moveTo>
                  <a:pt x="0" y="0"/>
                </a:moveTo>
                <a:lnTo>
                  <a:pt x="0" y="514350"/>
                </a:lnTo>
              </a:path>
            </a:pathLst>
          </a:custGeom>
          <a:noFill/>
          <a:ln w="23813">
            <a:solidFill>
              <a:srgbClr val="00889A"/>
            </a:solidFill>
            <a:prstDash val="solid"/>
          </a:ln>
        </p:spPr>
      </p:sp>
      <p:sp>
        <p:nvSpPr>
          <p:cNvPr id="17" name="dp45-basic-structures-12-arrow">
            <a:extLst>
              <a:ext uri="{FF2B5EF4-FFF2-40B4-BE49-F238E27FC236}">
                <ns2:creationId id="{79B1B887-8526-4E81-A2B9-A66802C5BC4B}"/>
              </a:ext>
            </a:extLst>
          </p:cNvPr>
          <p:cNvSpPr>
            <a:spLocks noGrp="1"/>
          </p:cNvSpPr>
          <p:nvPr/>
        </p:nvSpPr>
        <p:spPr>
          <a:xfrm>
            <a:off x="13485185" y="41680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8" name="dp45-basic-structures-13">
            <a:extLst>
              <a:ext uri="{FF2B5EF4-FFF2-40B4-BE49-F238E27FC236}">
                <ns2:creationId id="{B7AB5D33-DD2C-4A95-AC47-A0C6EC30F64B}"/>
              </a:ext>
            </a:extLst>
          </p:cNvPr>
          <p:cNvSpPr>
            <a:spLocks noGrp="1"/>
          </p:cNvSpPr>
          <p:nvPr/>
        </p:nvSpPr>
        <p:spPr>
          <a:xfrm>
            <a:off x="9925050" y="4371975"/>
            <a:ext cx="7239000" cy="762000"/>
          </a:xfrm>
          <a:prstGeom prst="rect">
            <a:avLst/>
          </a:prstGeom>
          <a:solidFill>
            <a:srgbClr val="FFFFF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가공한 과거 기억 생산·유지</a:t>
            </a:r>
            <a:endParaRPr lang="ko-KR">
              <a:latin typeface="Calibri"/>
              <a:ea typeface="Calibri"/>
              <a:cs typeface="Calibri"/>
            </a:endParaRPr>
          </a:p>
        </p:txBody>
      </p:sp>
      <p:sp>
        <p:nvSpPr>
          <p:cNvPr id="19" name="dp45-basic-structures-14">
            <a:extLst>
              <a:ext uri="{FF2B5EF4-FFF2-40B4-BE49-F238E27FC236}">
                <ns2:creationId id="{2D2DDDEB-CA95-46DE-A433-942B05DA18D9}"/>
              </a:ext>
            </a:extLst>
          </p:cNvPr>
          <p:cNvSpPr>
            <a:spLocks noGrp="1"/>
          </p:cNvSpPr>
          <p:nvPr/>
        </p:nvSpPr>
        <p:spPr>
          <a:xfrm>
            <a:off x="13544550" y="5133975"/>
            <a:ext cx="9525" cy="419100"/>
          </a:xfrm>
          <a:custGeom>
            <a:pathLst>
              <a:path w="9525" h="419100">
                <a:moveTo>
                  <a:pt x="0" y="0"/>
                </a:moveTo>
                <a:lnTo>
                  <a:pt x="0" y="419100"/>
                </a:lnTo>
              </a:path>
            </a:pathLst>
          </a:custGeom>
          <a:noFill/>
          <a:ln w="23813">
            <a:solidFill>
              <a:srgbClr val="00889A"/>
            </a:solidFill>
            <a:prstDash val="solid"/>
          </a:ln>
        </p:spPr>
      </p:sp>
      <p:sp>
        <p:nvSpPr>
          <p:cNvPr id="20" name="dp45-basic-structures-14-arrow">
            <a:extLst>
              <a:ext uri="{FF2B5EF4-FFF2-40B4-BE49-F238E27FC236}">
                <ns2:creationId id="{B8716FFE-C07F-4023-82A6-C312B719C404}"/>
              </a:ext>
            </a:extLst>
          </p:cNvPr>
          <p:cNvSpPr>
            <a:spLocks noGrp="1"/>
          </p:cNvSpPr>
          <p:nvPr/>
        </p:nvSpPr>
        <p:spPr>
          <a:xfrm>
            <a:off x="13485185" y="544440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dp45-basic-structures-15">
            <a:extLst>
              <a:ext uri="{FF2B5EF4-FFF2-40B4-BE49-F238E27FC236}">
                <ns2:creationId id="{C945E429-F773-4124-97E5-E98937A885D8}"/>
              </a:ext>
            </a:extLst>
          </p:cNvPr>
          <p:cNvSpPr>
            <a:spLocks noGrp="1"/>
          </p:cNvSpPr>
          <p:nvPr/>
        </p:nvSpPr>
        <p:spPr>
          <a:xfrm>
            <a:off x="9925050" y="5753100"/>
            <a:ext cx="7239000" cy="523875"/>
          </a:xfrm>
          <a:prstGeom prst="rect">
            <a:avLst/>
          </a:prstGeom>
          <a:noFill/>
          <a:ln w="0">
            <a:noFill/>
          </a:ln>
        </p:spPr>
        <p:txBody>
          <a:bodyPr wrap="none" lIns="0" tIns="0" rIns="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이번 요청이 필요한 기억을 조회</a:t>
            </a:r>
            <a:endParaRPr lang="ko-KR">
              <a:latin typeface="Calibri"/>
              <a:ea typeface="Calibri"/>
              <a:cs typeface="Calibri"/>
            </a:endParaRPr>
          </a:p>
        </p:txBody>
      </p:sp>
      <p:sp>
        <p:nvSpPr>
          <p:cNvPr id="22" name="dp45-basic-structures-16">
            <a:extLst>
              <a:ext uri="{FF2B5EF4-FFF2-40B4-BE49-F238E27FC236}">
                <ns2:creationId id="{117C51F7-CAF8-44A3-BE06-A2BA4B9BC96B}"/>
              </a:ext>
            </a:extLst>
          </p:cNvPr>
          <p:cNvSpPr>
            <a:spLocks noGrp="1"/>
          </p:cNvSpPr>
          <p:nvPr/>
        </p:nvSpPr>
        <p:spPr>
          <a:xfrm>
            <a:off x="495300" y="6705600"/>
            <a:ext cx="17297400" cy="9525"/>
          </a:xfrm>
          <a:custGeom>
            <a:pathLst>
              <a:path w="17297400" h="9525">
                <a:moveTo>
                  <a:pt x="0" y="0"/>
                </a:moveTo>
                <a:lnTo>
                  <a:pt x="17297400" y="0"/>
                </a:lnTo>
              </a:path>
            </a:pathLst>
          </a:custGeom>
          <a:noFill/>
          <a:ln w="14288">
            <a:solidFill>
              <a:srgbClr val="A6A6A6"/>
            </a:solidFill>
            <a:prstDash val="solid"/>
          </a:ln>
        </p:spPr>
      </p:sp>
      <p:sp>
        <p:nvSpPr>
          <p:cNvPr id="23" name="dp45-basic-structures-17">
            <a:extLst>
              <a:ext uri="{FF2B5EF4-FFF2-40B4-BE49-F238E27FC236}">
                <ns2:creationId id="{96B3064B-127C-4EF4-BA5C-0D0DCB5558E6}"/>
              </a:ext>
            </a:extLst>
          </p:cNvPr>
          <p:cNvSpPr>
            <a:spLocks noGrp="1"/>
          </p:cNvSpPr>
          <p:nvPr/>
        </p:nvSpPr>
        <p:spPr>
          <a:xfrm>
            <a:off x="495300" y="6924675"/>
            <a:ext cx="17297400" cy="428625"/>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구조를 보완하는 택틱</a:t>
            </a:r>
            <a:endParaRPr lang="ko-KR">
              <a:latin typeface="Calibri"/>
              <a:ea typeface="Calibri"/>
              <a:cs typeface="Calibri"/>
            </a:endParaRPr>
          </a:p>
        </p:txBody>
      </p:sp>
      <p:sp>
        <p:nvSpPr>
          <p:cNvPr id="24" name="dp45-basic-structures-18">
            <a:extLst>
              <a:ext uri="{FF2B5EF4-FFF2-40B4-BE49-F238E27FC236}">
                <ns2:creationId id="{8E096910-128A-41FD-A7E7-97B75D0F5582}"/>
              </a:ext>
            </a:extLst>
          </p:cNvPr>
          <p:cNvSpPr>
            <a:spLocks noGrp="1"/>
          </p:cNvSpPr>
          <p:nvPr/>
        </p:nvSpPr>
        <p:spPr>
          <a:xfrm>
            <a:off x="495300" y="7515225"/>
            <a:ext cx="83820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A  요약·색인·cache와 부분 갱신</a:t>
            </a:r>
            <a:endParaRPr lang="ko-KR">
              <a:latin typeface="Calibri"/>
              <a:ea typeface="Calibri"/>
              <a:cs typeface="Calibri"/>
            </a:endParaRPr>
          </a:p>
        </p:txBody>
      </p:sp>
      <p:sp>
        <p:nvSpPr>
          <p:cNvPr id="25" name="dp45-basic-structures-19">
            <a:extLst>
              <a:ext uri="{FF2B5EF4-FFF2-40B4-BE49-F238E27FC236}">
                <ns2:creationId id="{78A89E72-E699-4053-A791-44EDAA74FF57}"/>
              </a:ext>
            </a:extLst>
          </p:cNvPr>
          <p:cNvSpPr>
            <a:spLocks noGrp="1"/>
          </p:cNvSpPr>
          <p:nvPr/>
        </p:nvSpPr>
        <p:spPr>
          <a:xfrm>
            <a:off x="9353550" y="7515225"/>
            <a:ext cx="843915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B  생산 범위 선택·증분 갱신·무효화</a:t>
            </a:r>
            <a:endParaRPr lang="ko-KR">
              <a:latin typeface="Calibri"/>
              <a:ea typeface="Calibri"/>
              <a:cs typeface="Calibri"/>
            </a:endParaRPr>
          </a:p>
        </p:txBody>
      </p:sp>
      <p:sp>
        <p:nvSpPr>
          <p:cNvPr id="26" name="dp45-basic-structures-20">
            <a:extLst>
              <a:ext uri="{FF2B5EF4-FFF2-40B4-BE49-F238E27FC236}">
                <ns2:creationId id="{386E3795-3381-4C20-B47E-AA293213E5A1}"/>
              </a:ext>
            </a:extLst>
          </p:cNvPr>
          <p:cNvSpPr>
            <a:spLocks noGrp="1"/>
          </p:cNvSpPr>
          <p:nvPr/>
        </p:nvSpPr>
        <p:spPr>
          <a:xfrm>
            <a:off x="495300" y="8267700"/>
            <a:ext cx="172974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수정·삭제와 실제 전달 범위 반영은 양안 공통 요구입니다.</a:t>
            </a:r>
            <a:endParaRPr lang="ko-KR">
              <a:latin typeface="Calibri"/>
              <a:ea typeface="Calibri"/>
              <a:cs typeface="Calibri"/>
            </a:endParaRPr>
          </a:p>
        </p:txBody>
      </p:sp>
      <p:sp>
        <p:nvSpPr>
          <p:cNvPr id="27" name="dp45-basic-structures-21">
            <a:extLst>
              <a:ext uri="{FF2B5EF4-FFF2-40B4-BE49-F238E27FC236}">
                <ns2:creationId id="{48041E13-81C2-4AB5-BEF4-60850E322F72}"/>
              </a:ext>
            </a:extLst>
          </p:cNvPr>
          <p:cNvSpPr>
            <a:spLocks noGrp="1"/>
          </p:cNvSpPr>
          <p:nvPr/>
        </p:nvSpPr>
        <p:spPr>
          <a:xfrm>
            <a:off x="495300" y="8991600"/>
            <a:ext cx="17297400" cy="571500"/>
          </a:xfrm>
          <a:prstGeom prst="rect">
            <a:avLst/>
          </a:prstGeom>
          <a:noFill/>
          <a:ln w="0">
            <a:noFill/>
          </a:ln>
        </p:spPr>
        <p:txBody>
          <a:bodyPr wrap="none" lIns="0" tIns="0" rIns="0" bIns="0" anchor="ctr">
            <a:noAutofit/>
          </a:bodyPr>
          <a:lstStyle>
            <a:defPPr algn="l">
              <a:defRPr sz="2100" b="0" lang="ko-KR">
                <a:solidFill>
                  <a:srgbClr val="000000"/>
                </a:solidFill>
                <a:latin typeface="Calibri"/>
                <a:ea typeface="Calibri"/>
                <a:cs typeface="Calibri"/>
              </a:defRPr>
            </a:defP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A의 구성 비용과 B의 생산·유지 비용을, 첫 사용·반복·정정 이후 장면에서 비교합니다.</a:t>
            </a:r>
            <a:endParaRPr lang="ko-KR">
              <a:latin typeface="Calibri"/>
              <a:ea typeface="Calibri"/>
              <a:cs typeface="Calibri"/>
            </a:endParaRPr>
          </a:p>
        </p:txBody>
      </p:sp>
      <p:sp>
        <p:nvSpPr>
          <p:cNvPr id="28"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9"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0"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1"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2"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3"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34 / 49</a:t>
            </a:r>
            <a:endParaRPr lang="ko-KR">
              <a:latin typeface="Calibri"/>
              <a:ea typeface="Calibri"/>
              <a:cs typeface="Calibri"/>
            </a:endParaRPr>
          </a:p>
        </p:txBody>
      </p:sp>
    </p:spTree>
    <p:extLst>
      <p:ext uri="{BB962C8B-B14F-4D97-AF65-F5344CB8AC3E}">
        <p14:creationId val="134507861"/>
      </p:ext>
    </p:extLst>
  </p:cSld>
</p:sld>
</file>

<file path=ppt/slides/slide63.xml><?xml version="1.0" encoding="utf-8"?>
<p:sld xmlns:a="http://schemas.openxmlformats.org/drawingml/2006/main" xmlns:ns2="http://schemas.microsoft.com/office/drawing/2014/main" xmlns:p="http://schemas.openxmlformats.org/presentationml/2006/main" xmlns:p14="http://schemas.microsoft.com/office/powerpoint/2010/main">
  <p:cSld name="screen-grounding-background-v8">
    <p:bg>
      <p:bgPr>
        <a:solidFill>
          <a:srgbClr val="FFFFFF"/>
        </a:solidFill>
      </p:bgPr>
    </p:bg>
    <p:spTree>
      <p:nvGrpSpPr>
        <p:cNvPr id="2" name=""/>
        <p:cNvGrpSpPr/>
        <p:nvPr/>
      </p:nvGrpSpPr>
      <p:grpSpPr>
        <a:xfrm/>
      </p:grpSpPr>
      <p:sp>
        <p:nvSpPr>
          <p:cNvPr id="3" name="screen-voice-grounding-background-1">
            <a:extLst>
              <a:ext uri="{FF2B5EF4-FFF2-40B4-BE49-F238E27FC236}">
                <ns2:creationId id="{90729CC9-555A-48BC-8E7C-C8D1FD46612D}"/>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화면과 음성 지칭의 결합 (문제)</a:t>
            </a:r>
            <a:endParaRPr lang="ko-KR">
              <a:latin typeface="Calibri"/>
              <a:ea typeface="Calibri"/>
              <a:cs typeface="Calibri"/>
            </a:endParaRPr>
          </a:p>
        </p:txBody>
      </p:sp>
      <p:sp>
        <p:nvSpPr>
          <p:cNvPr id="4" name="screen-voice-grounding-background-2">
            <a:extLst>
              <a:ext uri="{FF2B5EF4-FFF2-40B4-BE49-F238E27FC236}">
                <ns2:creationId id="{FD01AB21-7F54-4901-8D29-594C61663B47}"/>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screen-voice-grounding-background-3">
            <a:extLst>
              <a:ext uri="{FF2B5EF4-FFF2-40B4-BE49-F238E27FC236}">
                <ns2:creationId id="{94E94543-51A5-4FE4-A4A2-6097BB1ADA0A}"/>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screen-voice-grounding-background-4">
            <a:extLst>
              <a:ext uri="{FF2B5EF4-FFF2-40B4-BE49-F238E27FC236}">
                <ns2:creationId id="{26EEB88B-40D3-41D1-959E-11B0E7502BF7}"/>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screen-voice-grounding-background-5">
            <a:extLst>
              <a:ext uri="{FF2B5EF4-FFF2-40B4-BE49-F238E27FC236}">
                <ns2:creationId id="{C88D40C9-3CE3-401C-B094-AD14916DB960}"/>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말과 손동작을 당시 화면에 연결해,</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사용자가 뜻한 대상을 어떻게 찾을까?</a:t>
            </a:r>
            <a:endParaRPr lang="ko-KR">
              <a:latin typeface="Calibri"/>
              <a:ea typeface="Calibri"/>
              <a:cs typeface="Calibri"/>
            </a:endParaRPr>
          </a:p>
        </p:txBody>
      </p:sp>
      <p:sp>
        <p:nvSpPr>
          <p:cNvPr id="8" name="screen-voice-grounding-background-6">
            <a:extLst>
              <a:ext uri="{FF2B5EF4-FFF2-40B4-BE49-F238E27FC236}">
                <ns2:creationId id="{755195CA-5C8F-430B-80E9-2A76C36F4729}"/>
              </a:ext>
            </a:extLst>
          </p:cNvPr>
          <p:cNvSpPr>
            <a:spLocks noGrp="1"/>
          </p:cNvSpPr>
          <p:nvPr/>
        </p:nvSpPr>
        <p:spPr>
          <a:xfrm>
            <a:off x="495300" y="1419225"/>
            <a:ext cx="17297400" cy="600075"/>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첫 표를 가리켜 “이 표와…”라고 말하고, 화면을 바꿔 “…저 표를 비교해줘”라고 이어 갑니다.</a:t>
            </a:r>
            <a:endParaRPr lang="ko-KR">
              <a:latin typeface="Calibri"/>
              <a:ea typeface="Calibri"/>
              <a:cs typeface="Calibri"/>
            </a:endParaRPr>
          </a:p>
        </p:txBody>
      </p:sp>
      <p:sp>
        <p:nvSpPr>
          <p:cNvPr id="9" name="screen-voice-grounding-background-7">
            <a:extLst>
              <a:ext uri="{FF2B5EF4-FFF2-40B4-BE49-F238E27FC236}">
                <ns2:creationId id="{1A577844-5DB8-417B-A8BD-2974A73F1261}"/>
              </a:ext>
            </a:extLst>
          </p:cNvPr>
          <p:cNvSpPr>
            <a:spLocks noGrp="1"/>
          </p:cNvSpPr>
          <p:nvPr/>
        </p:nvSpPr>
        <p:spPr>
          <a:xfrm>
            <a:off x="4953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말하는 순간 1</a:t>
            </a:r>
            <a:endParaRPr lang="ko-KR">
              <a:latin typeface="Calibri"/>
              <a:ea typeface="Calibri"/>
              <a:cs typeface="Calibri"/>
            </a:endParaRPr>
          </a:p>
        </p:txBody>
      </p:sp>
      <p:sp>
        <p:nvSpPr>
          <p:cNvPr id="10" name="screen-voice-grounding-background-8">
            <a:extLst>
              <a:ext uri="{FF2B5EF4-FFF2-40B4-BE49-F238E27FC236}">
                <ns2:creationId id="{F9D35411-C34A-4204-9412-9FC64DE9F988}"/>
              </a:ext>
            </a:extLst>
          </p:cNvPr>
          <p:cNvSpPr>
            <a:spLocks noGrp="1"/>
          </p:cNvSpPr>
          <p:nvPr/>
        </p:nvSpPr>
        <p:spPr>
          <a:xfrm>
            <a:off x="64389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말하는 순간 2</a:t>
            </a:r>
            <a:endParaRPr lang="ko-KR">
              <a:latin typeface="Calibri"/>
              <a:ea typeface="Calibri"/>
              <a:cs typeface="Calibri"/>
            </a:endParaRPr>
          </a:p>
        </p:txBody>
      </p:sp>
      <p:sp>
        <p:nvSpPr>
          <p:cNvPr id="11" name="screen-voice-grounding-background-9">
            <a:extLst>
              <a:ext uri="{FF2B5EF4-FFF2-40B4-BE49-F238E27FC236}">
                <ns2:creationId id="{31A36706-D554-4E56-8943-A680D01A0DB9}"/>
              </a:ext>
            </a:extLst>
          </p:cNvPr>
          <p:cNvSpPr>
            <a:spLocks noGrp="1"/>
          </p:cNvSpPr>
          <p:nvPr/>
        </p:nvSpPr>
        <p:spPr>
          <a:xfrm>
            <a:off x="123825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전사가 도착한 순간</a:t>
            </a:r>
            <a:endParaRPr lang="ko-KR">
              <a:latin typeface="Calibri"/>
              <a:ea typeface="Calibri"/>
              <a:cs typeface="Calibri"/>
            </a:endParaRPr>
          </a:p>
        </p:txBody>
      </p:sp>
      <p:sp>
        <p:nvSpPr>
          <p:cNvPr id="12" name="screen-voice-grounding-background-10">
            <a:extLst>
              <a:ext uri="{FF2B5EF4-FFF2-40B4-BE49-F238E27FC236}">
                <ns2:creationId id="{3AED1F5E-3A15-4132-BF3C-ED700347317A}"/>
              </a:ext>
            </a:extLst>
          </p:cNvPr>
          <p:cNvSpPr>
            <a:spLocks noGrp="1"/>
          </p:cNvSpPr>
          <p:nvPr/>
        </p:nvSpPr>
        <p:spPr>
          <a:xfrm>
            <a:off x="4953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문서 A의 화면</a:t>
            </a:r>
            <a:endParaRPr lang="ko-KR">
              <a:latin typeface="Calibri"/>
              <a:ea typeface="Calibri"/>
              <a:cs typeface="Calibri"/>
            </a:endParaRPr>
          </a:p>
        </p:txBody>
      </p:sp>
      <p:sp>
        <p:nvSpPr>
          <p:cNvPr id="13" name="screen-voice-grounding-background-11">
            <a:extLst>
              <a:ext uri="{FF2B5EF4-FFF2-40B4-BE49-F238E27FC236}">
                <ns2:creationId id="{CC93A8B2-0510-4F1A-8EC1-EFA3E404C431}"/>
              </a:ext>
            </a:extLst>
          </p:cNvPr>
          <p:cNvSpPr>
            <a:spLocks noGrp="1"/>
          </p:cNvSpPr>
          <p:nvPr/>
        </p:nvSpPr>
        <p:spPr>
          <a:xfrm>
            <a:off x="64389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문서 B의 화면</a:t>
            </a:r>
            <a:endParaRPr lang="ko-KR">
              <a:latin typeface="Calibri"/>
              <a:ea typeface="Calibri"/>
              <a:cs typeface="Calibri"/>
            </a:endParaRPr>
          </a:p>
        </p:txBody>
      </p:sp>
      <p:sp>
        <p:nvSpPr>
          <p:cNvPr id="14" name="screen-voice-grounding-background-12">
            <a:extLst>
              <a:ext uri="{FF2B5EF4-FFF2-40B4-BE49-F238E27FC236}">
                <ns2:creationId id="{3334D68D-9117-4F11-A34E-FE62F6322298}"/>
              </a:ext>
            </a:extLst>
          </p:cNvPr>
          <p:cNvSpPr>
            <a:spLocks noGrp="1"/>
          </p:cNvSpPr>
          <p:nvPr/>
        </p:nvSpPr>
        <p:spPr>
          <a:xfrm>
            <a:off x="123825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현재 문서 B의 화면</a:t>
            </a:r>
            <a:endParaRPr lang="ko-KR">
              <a:latin typeface="Calibri"/>
              <a:ea typeface="Calibri"/>
              <a:cs typeface="Calibri"/>
            </a:endParaRPr>
          </a:p>
        </p:txBody>
      </p:sp>
      <p:sp>
        <p:nvSpPr>
          <p:cNvPr id="15" name="screen-voice-grounding-background-13">
            <a:extLst>
              <a:ext uri="{FF2B5EF4-FFF2-40B4-BE49-F238E27FC236}">
                <ns2:creationId id="{E1AF0620-654B-44C6-88BC-6752DFF919F8}"/>
              </a:ext>
            </a:extLst>
          </p:cNvPr>
          <p:cNvSpPr>
            <a:spLocks noGrp="1"/>
          </p:cNvSpPr>
          <p:nvPr/>
        </p:nvSpPr>
        <p:spPr>
          <a:xfrm>
            <a:off x="762000" y="3857625"/>
            <a:ext cx="4876800" cy="1457325"/>
          </a:xfrm>
          <a:prstGeom prst="rect">
            <a:avLst/>
          </a:prstGeom>
          <a:solidFill>
            <a:srgbClr val="FFFFFF"/>
          </a:solidFill>
          <a:ln w="19050">
            <a:solidFill>
              <a:srgbClr val="00889A"/>
            </a:solidFill>
          </a:ln>
        </p:spPr>
        <p:txBody>
          <a:bodyPr wrap="none" lIns="133350" tIns="0" rIns="133350" bIns="0" anchor="ctr">
            <a:noAutofit/>
          </a:bodyPr>
          <a:lstStyle>
            <a:defPPr algn="ctr">
              <a:defRPr sz="2500" b="1" lang="ko-KR">
                <a:solidFill>
                  <a:srgbClr val="000000"/>
                </a:solidFill>
                <a:latin typeface="Calibri"/>
                <a:ea typeface="Calibri"/>
                <a:cs typeface="Calibri"/>
              </a:defRPr>
            </a:defP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첫 표</a:t>
            </a:r>
            <a:endParaRPr lang="ko-KR">
              <a:latin typeface="Calibri"/>
              <a:ea typeface="Calibri"/>
              <a:cs typeface="Calibri"/>
            </a:endParaRPr>
          </a:p>
        </p:txBody>
      </p:sp>
      <p:sp>
        <p:nvSpPr>
          <p:cNvPr id="16" name="screen-voice-grounding-background-14">
            <a:extLst>
              <a:ext uri="{FF2B5EF4-FFF2-40B4-BE49-F238E27FC236}">
                <ns2:creationId id="{CB8EA97D-27C3-404D-9459-446CF7AE95D2}"/>
              </a:ext>
            </a:extLst>
          </p:cNvPr>
          <p:cNvSpPr>
            <a:spLocks noGrp="1"/>
          </p:cNvSpPr>
          <p:nvPr/>
        </p:nvSpPr>
        <p:spPr>
          <a:xfrm>
            <a:off x="6705600" y="3800475"/>
            <a:ext cx="4876800" cy="771525"/>
          </a:xfrm>
          <a:prstGeom prst="rect">
            <a:avLst/>
          </a:prstGeom>
          <a:solidFill>
            <a:srgbClr val="FFFFFF"/>
          </a:solidFill>
          <a:ln w="19050">
            <a:solidFill>
              <a:srgbClr val="00889A"/>
            </a:solidFill>
          </a:ln>
        </p:spPr>
        <p:txBody>
          <a:bodyPr wrap="none" lIns="133350" tIns="0" rIns="133350" bIns="0" anchor="ctr">
            <a:noAutofit/>
          </a:bodyPr>
          <a:lstStyle>
            <a:defPPr algn="ctr">
              <a:defRPr sz="2200" b="1" lang="ko-KR">
                <a:solidFill>
                  <a:srgbClr val="000000"/>
                </a:solidFill>
                <a:latin typeface="Calibri"/>
                <a:ea typeface="Calibri"/>
                <a:cs typeface="Calibri"/>
              </a:defRPr>
            </a:defP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둘째 표</a:t>
            </a:r>
            <a:endParaRPr lang="ko-KR">
              <a:latin typeface="Calibri"/>
              <a:ea typeface="Calibri"/>
              <a:cs typeface="Calibri"/>
            </a:endParaRPr>
          </a:p>
        </p:txBody>
      </p:sp>
      <p:sp>
        <p:nvSpPr>
          <p:cNvPr id="17" name="screen-voice-grounding-background-15">
            <a:extLst>
              <a:ext uri="{FF2B5EF4-FFF2-40B4-BE49-F238E27FC236}">
                <ns2:creationId id="{EDED4D3B-B5B5-4C91-AD1D-1ED0B3995001}"/>
              </a:ext>
            </a:extLst>
          </p:cNvPr>
          <p:cNvSpPr>
            <a:spLocks noGrp="1"/>
          </p:cNvSpPr>
          <p:nvPr/>
        </p:nvSpPr>
        <p:spPr>
          <a:xfrm>
            <a:off x="6705600" y="4905375"/>
            <a:ext cx="4876800" cy="7715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아래 표</a:t>
            </a:r>
            <a:endParaRPr lang="ko-KR">
              <a:latin typeface="Calibri"/>
              <a:ea typeface="Calibri"/>
              <a:cs typeface="Calibri"/>
            </a:endParaRPr>
          </a:p>
        </p:txBody>
      </p:sp>
      <p:sp>
        <p:nvSpPr>
          <p:cNvPr id="18" name="screen-voice-grounding-background-16">
            <a:extLst>
              <a:ext uri="{FF2B5EF4-FFF2-40B4-BE49-F238E27FC236}">
                <ns2:creationId id="{9507291D-A144-40BF-AE30-CCBB1D979EBB}"/>
              </a:ext>
            </a:extLst>
          </p:cNvPr>
          <p:cNvSpPr>
            <a:spLocks noGrp="1"/>
          </p:cNvSpPr>
          <p:nvPr/>
        </p:nvSpPr>
        <p:spPr>
          <a:xfrm>
            <a:off x="12649200" y="3800475"/>
            <a:ext cx="4876800" cy="7715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둘째 표</a:t>
            </a:r>
            <a:endParaRPr lang="ko-KR">
              <a:latin typeface="Calibri"/>
              <a:ea typeface="Calibri"/>
              <a:cs typeface="Calibri"/>
            </a:endParaRPr>
          </a:p>
        </p:txBody>
      </p:sp>
      <p:sp>
        <p:nvSpPr>
          <p:cNvPr id="19" name="screen-voice-grounding-background-17">
            <a:extLst>
              <a:ext uri="{FF2B5EF4-FFF2-40B4-BE49-F238E27FC236}">
                <ns2:creationId id="{DA933010-EA47-46F2-A3C6-46ADFD227918}"/>
              </a:ext>
            </a:extLst>
          </p:cNvPr>
          <p:cNvSpPr>
            <a:spLocks noGrp="1"/>
          </p:cNvSpPr>
          <p:nvPr/>
        </p:nvSpPr>
        <p:spPr>
          <a:xfrm>
            <a:off x="12649200" y="4905375"/>
            <a:ext cx="4876800" cy="771525"/>
          </a:xfrm>
          <a:prstGeom prst="rect">
            <a:avLst/>
          </a:prstGeom>
          <a:solidFill>
            <a:srgbClr val="FFFFFF"/>
          </a:solidFill>
          <a:ln w="19050">
            <a:solidFill>
              <a:srgbClr val="00889A"/>
            </a:solidFill>
          </a:ln>
        </p:spPr>
        <p:txBody>
          <a:bodyPr wrap="none" lIns="133350" tIns="0" rIns="13335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정정한 아래 표</a:t>
            </a:r>
            <a:endParaRPr lang="ko-KR">
              <a:latin typeface="Calibri"/>
              <a:ea typeface="Calibri"/>
              <a:cs typeface="Calibri"/>
            </a:endParaRPr>
          </a:p>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선택 범위</a:t>
            </a:r>
            <a:endParaRPr lang="ko-KR">
              <a:latin typeface="Calibri"/>
              <a:ea typeface="Calibri"/>
              <a:cs typeface="Calibri"/>
            </a:endParaRPr>
          </a:p>
        </p:txBody>
      </p:sp>
      <p:sp>
        <p:nvSpPr>
          <p:cNvPr id="20" name="screen-voice-grounding-background-18">
            <a:extLst>
              <a:ext uri="{FF2B5EF4-FFF2-40B4-BE49-F238E27FC236}">
                <ns2:creationId id="{F27BBFE9-D23F-4EB1-A287-640A04A44E71}"/>
              </a:ext>
            </a:extLst>
          </p:cNvPr>
          <p:cNvSpPr>
            <a:spLocks noGrp="1"/>
          </p:cNvSpPr>
          <p:nvPr/>
        </p:nvSpPr>
        <p:spPr>
          <a:xfrm>
            <a:off x="1419225" y="4810125"/>
            <a:ext cx="771525" cy="695325"/>
          </a:xfrm>
          <a:custGeom>
            <a:pathLst>
              <a:path w="771525" h="695325">
                <a:moveTo>
                  <a:pt x="0" y="695325"/>
                </a:moveTo>
                <a:lnTo>
                  <a:pt x="419100" y="447675"/>
                </a:lnTo>
                <a:lnTo>
                  <a:pt x="771525" y="0"/>
                </a:lnTo>
              </a:path>
            </a:pathLst>
          </a:custGeom>
          <a:noFill/>
          <a:ln w="23813">
            <a:solidFill>
              <a:srgbClr val="00889A"/>
            </a:solidFill>
            <a:prstDash val="solid"/>
          </a:ln>
        </p:spPr>
      </p:sp>
      <p:sp>
        <p:nvSpPr>
          <p:cNvPr id="21" name="screen-voice-grounding-background-18-arrow">
            <a:extLst>
              <a:ext uri="{FF2B5EF4-FFF2-40B4-BE49-F238E27FC236}">
                <ns2:creationId id="{CDDBB1E5-E183-41E3-AB77-773A47492576}"/>
              </a:ext>
            </a:extLst>
          </p:cNvPr>
          <p:cNvSpPr>
            <a:spLocks noGrp="1"/>
          </p:cNvSpPr>
          <p:nvPr/>
        </p:nvSpPr>
        <p:spPr>
          <a:xfrm>
            <a:off x="2076888" y="4810125"/>
            <a:ext cx="113862" cy="122104"/>
          </a:xfrm>
          <a:custGeom>
            <a:pathLst>
              <a:path w="113862" h="122104">
                <a:moveTo>
                  <a:pt x="93290" y="122104"/>
                </a:moveTo>
                <a:lnTo>
                  <a:pt x="113862" y="0"/>
                </a:lnTo>
                <a:lnTo>
                  <a:pt x="0" y="48663"/>
                </a:lnTo>
              </a:path>
            </a:pathLst>
          </a:custGeom>
          <a:noFill/>
          <a:ln w="23813">
            <a:solidFill>
              <a:srgbClr val="00889A"/>
            </a:solidFill>
            <a:prstDash val="solid"/>
          </a:ln>
        </p:spPr>
      </p:sp>
      <p:sp>
        <p:nvSpPr>
          <p:cNvPr id="22" name="screen-voice-grounding-background-19">
            <a:extLst>
              <a:ext uri="{FF2B5EF4-FFF2-40B4-BE49-F238E27FC236}">
                <ns2:creationId id="{5933FB94-649E-4596-B5C8-AD0F18B5C09F}"/>
              </a:ext>
            </a:extLst>
          </p:cNvPr>
          <p:cNvSpPr>
            <a:spLocks noGrp="1"/>
          </p:cNvSpPr>
          <p:nvPr/>
        </p:nvSpPr>
        <p:spPr>
          <a:xfrm>
            <a:off x="6572250" y="4238625"/>
            <a:ext cx="666750" cy="523875"/>
          </a:xfrm>
          <a:custGeom>
            <a:pathLst>
              <a:path w="666750" h="523875">
                <a:moveTo>
                  <a:pt x="0" y="523875"/>
                </a:moveTo>
                <a:lnTo>
                  <a:pt x="333375" y="238125"/>
                </a:lnTo>
                <a:lnTo>
                  <a:pt x="666750" y="0"/>
                </a:lnTo>
              </a:path>
            </a:pathLst>
          </a:custGeom>
          <a:noFill/>
          <a:ln w="23813">
            <a:solidFill>
              <a:srgbClr val="00889A"/>
            </a:solidFill>
            <a:prstDash val="solid"/>
          </a:ln>
        </p:spPr>
      </p:sp>
      <p:sp>
        <p:nvSpPr>
          <p:cNvPr id="23" name="screen-voice-grounding-background-19-arrow">
            <a:extLst>
              <a:ext uri="{FF2B5EF4-FFF2-40B4-BE49-F238E27FC236}">
                <ns2:creationId id="{94012786-963A-454F-9947-9A39193BF7A3}"/>
              </a:ext>
            </a:extLst>
          </p:cNvPr>
          <p:cNvSpPr>
            <a:spLocks noGrp="1"/>
          </p:cNvSpPr>
          <p:nvPr/>
        </p:nvSpPr>
        <p:spPr>
          <a:xfrm>
            <a:off x="7116069" y="4238625"/>
            <a:ext cx="122931" cy="111468"/>
          </a:xfrm>
          <a:custGeom>
            <a:pathLst>
              <a:path w="122931" h="111468">
                <a:moveTo>
                  <a:pt x="69010" y="111468"/>
                </a:moveTo>
                <a:lnTo>
                  <a:pt x="122931" y="0"/>
                </a:lnTo>
                <a:lnTo>
                  <a:pt x="0" y="14854"/>
                </a:lnTo>
              </a:path>
            </a:pathLst>
          </a:custGeom>
          <a:noFill/>
          <a:ln w="23813">
            <a:solidFill>
              <a:srgbClr val="00889A"/>
            </a:solidFill>
            <a:prstDash val="solid"/>
          </a:ln>
        </p:spPr>
      </p:sp>
      <p:sp>
        <p:nvSpPr>
          <p:cNvPr id="24" name="screen-voice-grounding-background-20">
            <a:extLst>
              <a:ext uri="{FF2B5EF4-FFF2-40B4-BE49-F238E27FC236}">
                <ns2:creationId id="{9853ED97-537C-435C-9409-EC0A87F88DB7}"/>
              </a:ext>
            </a:extLst>
          </p:cNvPr>
          <p:cNvSpPr>
            <a:spLocks noGrp="1"/>
          </p:cNvSpPr>
          <p:nvPr/>
        </p:nvSpPr>
        <p:spPr>
          <a:xfrm>
            <a:off x="12525375" y="5286375"/>
            <a:ext cx="666750" cy="523875"/>
          </a:xfrm>
          <a:custGeom>
            <a:pathLst>
              <a:path w="666750" h="523875">
                <a:moveTo>
                  <a:pt x="0" y="523875"/>
                </a:moveTo>
                <a:lnTo>
                  <a:pt x="333375" y="285750"/>
                </a:lnTo>
                <a:lnTo>
                  <a:pt x="666750" y="0"/>
                </a:lnTo>
              </a:path>
            </a:pathLst>
          </a:custGeom>
          <a:noFill/>
          <a:ln w="23813">
            <a:solidFill>
              <a:srgbClr val="00889A"/>
            </a:solidFill>
            <a:prstDash val="solid"/>
          </a:ln>
        </p:spPr>
      </p:sp>
      <p:sp>
        <p:nvSpPr>
          <p:cNvPr id="25" name="screen-voice-grounding-background-20-arrow">
            <a:extLst>
              <a:ext uri="{FF2B5EF4-FFF2-40B4-BE49-F238E27FC236}">
                <ns2:creationId id="{84E96253-26D1-4207-A0DF-CEBC2ECEDB51}"/>
              </a:ext>
            </a:extLst>
          </p:cNvPr>
          <p:cNvSpPr>
            <a:spLocks noGrp="1"/>
          </p:cNvSpPr>
          <p:nvPr/>
        </p:nvSpPr>
        <p:spPr>
          <a:xfrm>
            <a:off x="13070985" y="5286375"/>
            <a:ext cx="121140" cy="115792"/>
          </a:xfrm>
          <a:custGeom>
            <a:pathLst>
              <a:path w="121140" h="115792">
                <a:moveTo>
                  <a:pt x="77268" y="115792"/>
                </a:moveTo>
                <a:lnTo>
                  <a:pt x="121140" y="0"/>
                </a:lnTo>
                <a:lnTo>
                  <a:pt x="0" y="25646"/>
                </a:lnTo>
              </a:path>
            </a:pathLst>
          </a:custGeom>
          <a:noFill/>
          <a:ln w="23813">
            <a:solidFill>
              <a:srgbClr val="00889A"/>
            </a:solidFill>
            <a:prstDash val="solid"/>
          </a:ln>
        </p:spPr>
      </p:sp>
      <p:sp>
        <p:nvSpPr>
          <p:cNvPr id="26" name="screen-voice-grounding-background-21">
            <a:extLst>
              <a:ext uri="{FF2B5EF4-FFF2-40B4-BE49-F238E27FC236}">
                <ns2:creationId id="{938D2821-8B5B-4CD5-8FBF-A7F938006ADD}"/>
              </a:ext>
            </a:extLst>
          </p:cNvPr>
          <p:cNvSpPr>
            <a:spLocks noGrp="1"/>
          </p:cNvSpPr>
          <p:nvPr/>
        </p:nvSpPr>
        <p:spPr>
          <a:xfrm>
            <a:off x="762000" y="5734050"/>
            <a:ext cx="487680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pointer로 첫 표 지시</a:t>
            </a:r>
            <a:endParaRPr lang="ko-KR">
              <a:latin typeface="Calibri"/>
              <a:ea typeface="Calibri"/>
              <a:cs typeface="Calibri"/>
            </a:endParaRPr>
          </a:p>
        </p:txBody>
      </p:sp>
      <p:sp>
        <p:nvSpPr>
          <p:cNvPr id="27" name="screen-voice-grounding-background-22">
            <a:extLst>
              <a:ext uri="{FF2B5EF4-FFF2-40B4-BE49-F238E27FC236}">
                <ns2:creationId id="{3D94DA35-BF0D-4C4F-BC3F-E64E8F933C51}"/>
              </a:ext>
            </a:extLst>
          </p:cNvPr>
          <p:cNvSpPr>
            <a:spLocks noGrp="1"/>
          </p:cNvSpPr>
          <p:nvPr/>
        </p:nvSpPr>
        <p:spPr>
          <a:xfrm>
            <a:off x="6705600" y="5895975"/>
            <a:ext cx="487680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다른 창의 표로 이동</a:t>
            </a:r>
            <a:endParaRPr lang="ko-KR">
              <a:latin typeface="Calibri"/>
              <a:ea typeface="Calibri"/>
              <a:cs typeface="Calibri"/>
            </a:endParaRPr>
          </a:p>
        </p:txBody>
      </p:sp>
      <p:sp>
        <p:nvSpPr>
          <p:cNvPr id="28" name="screen-voice-grounding-background-23">
            <a:extLst>
              <a:ext uri="{FF2B5EF4-FFF2-40B4-BE49-F238E27FC236}">
                <ns2:creationId id="{44578C9B-1776-48A0-A3AB-183FE385AA99}"/>
              </a:ext>
            </a:extLst>
          </p:cNvPr>
          <p:cNvSpPr>
            <a:spLocks noGrp="1"/>
          </p:cNvSpPr>
          <p:nvPr/>
        </p:nvSpPr>
        <p:spPr>
          <a:xfrm>
            <a:off x="12649200" y="5895975"/>
            <a:ext cx="4876800" cy="4191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첫 표는 이미 보이지 않음</a:t>
            </a:r>
            <a:endParaRPr lang="ko-KR">
              <a:latin typeface="Calibri"/>
              <a:ea typeface="Calibri"/>
              <a:cs typeface="Calibri"/>
            </a:endParaRPr>
          </a:p>
        </p:txBody>
      </p:sp>
      <p:sp>
        <p:nvSpPr>
          <p:cNvPr id="29" name="screen-voice-grounding-background-24">
            <a:extLst>
              <a:ext uri="{FF2B5EF4-FFF2-40B4-BE49-F238E27FC236}">
                <ns2:creationId id="{AE8E4E65-A063-41F8-887A-ED9441962B79}"/>
              </a:ext>
            </a:extLst>
          </p:cNvPr>
          <p:cNvSpPr>
            <a:spLocks noGrp="1"/>
          </p:cNvSpPr>
          <p:nvPr/>
        </p:nvSpPr>
        <p:spPr>
          <a:xfrm>
            <a:off x="5905500" y="4562475"/>
            <a:ext cx="342900" cy="9525"/>
          </a:xfrm>
          <a:custGeom>
            <a:pathLst>
              <a:path w="342900" h="9525">
                <a:moveTo>
                  <a:pt x="0" y="0"/>
                </a:moveTo>
                <a:lnTo>
                  <a:pt x="342900" y="0"/>
                </a:lnTo>
              </a:path>
            </a:pathLst>
          </a:custGeom>
          <a:noFill/>
          <a:ln w="23813">
            <a:solidFill>
              <a:srgbClr val="A6A6A6"/>
            </a:solidFill>
            <a:prstDash val="solid"/>
          </a:ln>
        </p:spPr>
      </p:sp>
      <p:sp>
        <p:nvSpPr>
          <p:cNvPr id="30" name="screen-voice-grounding-background-24-arrow">
            <a:extLst>
              <a:ext uri="{FF2B5EF4-FFF2-40B4-BE49-F238E27FC236}">
                <ns2:creationId id="{AEAB695E-C295-4D40-A963-5E45704F56C1}"/>
              </a:ext>
            </a:extLst>
          </p:cNvPr>
          <p:cNvSpPr>
            <a:spLocks noGrp="1"/>
          </p:cNvSpPr>
          <p:nvPr/>
        </p:nvSpPr>
        <p:spPr>
          <a:xfrm>
            <a:off x="6139733" y="4503110"/>
            <a:ext cx="108667" cy="118730"/>
          </a:xfrm>
          <a:custGeom>
            <a:pathLst>
              <a:path w="108667" h="118730">
                <a:moveTo>
                  <a:pt x="0" y="118730"/>
                </a:moveTo>
                <a:lnTo>
                  <a:pt x="108667" y="59365"/>
                </a:lnTo>
                <a:lnTo>
                  <a:pt x="0" y="0"/>
                </a:lnTo>
              </a:path>
            </a:pathLst>
          </a:custGeom>
          <a:noFill/>
          <a:ln w="23813">
            <a:solidFill>
              <a:srgbClr val="A6A6A6"/>
            </a:solidFill>
            <a:prstDash val="solid"/>
          </a:ln>
        </p:spPr>
      </p:sp>
      <p:sp>
        <p:nvSpPr>
          <p:cNvPr id="31" name="screen-voice-grounding-background-25">
            <a:extLst>
              <a:ext uri="{FF2B5EF4-FFF2-40B4-BE49-F238E27FC236}">
                <ns2:creationId id="{E62849C0-4F31-4418-91C6-32DB5DDD5D0F}"/>
              </a:ext>
            </a:extLst>
          </p:cNvPr>
          <p:cNvSpPr>
            <a:spLocks noGrp="1"/>
          </p:cNvSpPr>
          <p:nvPr/>
        </p:nvSpPr>
        <p:spPr>
          <a:xfrm>
            <a:off x="11849100" y="4562475"/>
            <a:ext cx="342900" cy="9525"/>
          </a:xfrm>
          <a:custGeom>
            <a:pathLst>
              <a:path w="342900" h="9525">
                <a:moveTo>
                  <a:pt x="0" y="0"/>
                </a:moveTo>
                <a:lnTo>
                  <a:pt x="342900" y="0"/>
                </a:lnTo>
              </a:path>
            </a:pathLst>
          </a:custGeom>
          <a:noFill/>
          <a:ln w="23813">
            <a:solidFill>
              <a:srgbClr val="A6A6A6"/>
            </a:solidFill>
            <a:prstDash val="solid"/>
          </a:ln>
        </p:spPr>
      </p:sp>
      <p:sp>
        <p:nvSpPr>
          <p:cNvPr id="32" name="screen-voice-grounding-background-25-arrow">
            <a:extLst>
              <a:ext uri="{FF2B5EF4-FFF2-40B4-BE49-F238E27FC236}">
                <ns2:creationId id="{FC9EBFC7-C292-4FCC-9406-B21CA0C99DA6}"/>
              </a:ext>
            </a:extLst>
          </p:cNvPr>
          <p:cNvSpPr>
            <a:spLocks noGrp="1"/>
          </p:cNvSpPr>
          <p:nvPr/>
        </p:nvSpPr>
        <p:spPr>
          <a:xfrm>
            <a:off x="12083333" y="4503110"/>
            <a:ext cx="108667" cy="118730"/>
          </a:xfrm>
          <a:custGeom>
            <a:pathLst>
              <a:path w="108667" h="118730">
                <a:moveTo>
                  <a:pt x="0" y="118730"/>
                </a:moveTo>
                <a:lnTo>
                  <a:pt x="108667" y="59365"/>
                </a:lnTo>
                <a:lnTo>
                  <a:pt x="0" y="0"/>
                </a:lnTo>
              </a:path>
            </a:pathLst>
          </a:custGeom>
          <a:noFill/>
          <a:ln w="23813">
            <a:solidFill>
              <a:srgbClr val="A6A6A6"/>
            </a:solidFill>
            <a:prstDash val="solid"/>
          </a:ln>
        </p:spPr>
      </p:sp>
      <p:sp>
        <p:nvSpPr>
          <p:cNvPr id="33" name="screen-voice-grounding-background-26">
            <a:extLst>
              <a:ext uri="{FF2B5EF4-FFF2-40B4-BE49-F238E27FC236}">
                <ns2:creationId id="{532B40B5-9EBC-4C20-A535-CA1AD3712FBA}"/>
              </a:ext>
            </a:extLst>
          </p:cNvPr>
          <p:cNvSpPr>
            <a:spLocks noGrp="1"/>
          </p:cNvSpPr>
          <p:nvPr/>
        </p:nvSpPr>
        <p:spPr>
          <a:xfrm>
            <a:off x="495300" y="6667500"/>
            <a:ext cx="17297400" cy="5143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“아니, 여기.”로 정정하면 선택 범위와 바꿀 지칭도 다시 연결해야 합니다.</a:t>
            </a:r>
            <a:endParaRPr lang="ko-KR">
              <a:latin typeface="Calibri"/>
              <a:ea typeface="Calibri"/>
              <a:cs typeface="Calibri"/>
            </a:endParaRPr>
          </a:p>
        </p:txBody>
      </p:sp>
      <p:sp>
        <p:nvSpPr>
          <p:cNvPr id="34" name="screen-voice-grounding-background-27">
            <a:extLst>
              <a:ext uri="{FF2B5EF4-FFF2-40B4-BE49-F238E27FC236}">
                <ns2:creationId id="{2173ACFF-EE3F-4BE9-8E6E-B53882E763C9}"/>
              </a:ext>
            </a:extLst>
          </p:cNvPr>
          <p:cNvSpPr>
            <a:spLocks noGrp="1"/>
          </p:cNvSpPr>
          <p:nvPr/>
        </p:nvSpPr>
        <p:spPr>
          <a:xfrm>
            <a:off x="495300" y="7296150"/>
            <a:ext cx="172974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근거: 말한 구간, 당시 화면, pointer 경로와 선택 범위</a:t>
            </a:r>
            <a:endParaRPr lang="ko-KR">
              <a:latin typeface="Calibri"/>
              <a:ea typeface="Calibri"/>
              <a:cs typeface="Calibri"/>
            </a:endParaRPr>
          </a:p>
        </p:txBody>
      </p:sp>
      <p:sp>
        <p:nvSpPr>
          <p:cNvPr id="35" name="screen-voice-grounding-background-28">
            <a:extLst>
              <a:ext uri="{FF2B5EF4-FFF2-40B4-BE49-F238E27FC236}">
                <ns2:creationId id="{CD01FA75-8B72-4B31-A73F-A9EBD93DE754}"/>
              </a:ext>
            </a:extLst>
          </p:cNvPr>
          <p:cNvSpPr>
            <a:spLocks noGrp="1"/>
          </p:cNvSpPr>
          <p:nvPr/>
        </p:nvSpPr>
        <p:spPr>
          <a:xfrm>
            <a:off x="495300" y="7972425"/>
            <a:ext cx="17297400" cy="5524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마지막 화면만 쓰면 첫 표를 잃고, 시각이 겹친다는 이유만으로 대상을 정하면 틀릴 수 있습니다.</a:t>
            </a:r>
            <a:endParaRPr lang="ko-KR">
              <a:latin typeface="Calibri"/>
              <a:ea typeface="Calibri"/>
              <a:cs typeface="Calibri"/>
            </a:endParaRPr>
          </a:p>
        </p:txBody>
      </p:sp>
      <p:sp>
        <p:nvSpPr>
          <p:cNvPr id="36" name="screen-voice-grounding-background-29">
            <a:extLst>
              <a:ext uri="{FF2B5EF4-FFF2-40B4-BE49-F238E27FC236}">
                <ns2:creationId id="{C9E36569-675C-4138-8CE4-C55FCA896229}"/>
              </a:ext>
            </a:extLst>
          </p:cNvPr>
          <p:cNvSpPr>
            <a:spLocks noGrp="1"/>
          </p:cNvSpPr>
          <p:nvPr/>
        </p:nvSpPr>
        <p:spPr>
          <a:xfrm>
            <a:off x="495300" y="9848850"/>
            <a:ext cx="17297400" cy="285750"/>
          </a:xfrm>
          <a:prstGeom prst="rect">
            <a:avLst/>
          </a:prstGeom>
          <a:noFill/>
          <a:ln w="0">
            <a:noFill/>
          </a:ln>
        </p:spPr>
        <p:txBody>
          <a:bodyPr wrap="none" lIns="0" tIns="0" rIns="0" bIns="0" anchor="ctr">
            <a:noAutofit/>
          </a:bodyPr>
          <a:lstStyle>
            <a:defPPr algn="l">
              <a:defRPr sz="1700" b="0" lang="ko-KR">
                <a:solidFill>
                  <a:srgbClr val="000000"/>
                </a:solidFill>
                <a:latin typeface="Calibri"/>
                <a:ea typeface="Calibri"/>
                <a:cs typeface="Calibri"/>
              </a:defRPr>
            </a:defP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새 주제 탐색 · 번호와 A/B 미정</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38 / 49</a:t>
            </a:r>
            <a:endParaRPr lang="ko-KR">
              <a:latin typeface="Calibri"/>
              <a:ea typeface="Calibri"/>
              <a:cs typeface="Calibri"/>
            </a:endParaRPr>
          </a:p>
        </p:txBody>
      </p:sp>
    </p:spTree>
    <p:extLst>
      <p:ext uri="{BB962C8B-B14F-4D97-AF65-F5344CB8AC3E}">
        <p14:creationId val="516107886"/>
      </p:ext>
    </p:extLst>
  </p:cSld>
</p:sld>
</file>

<file path=ppt/slides/slide64.xml><?xml version="1.0" encoding="utf-8"?>
<p:sld xmlns:a="http://schemas.openxmlformats.org/drawingml/2006/main" xmlns:ns2="http://schemas.microsoft.com/office/drawing/2014/main" xmlns:p="http://schemas.openxmlformats.org/presentationml/2006/main" xmlns:p14="http://schemas.microsoft.com/office/powerpoint/2010/main">
  <p:cSld name="qa01-metric-v11">
    <p:bg>
      <p:bgPr>
        <a:solidFill>
          <a:srgbClr val="FFFFFF"/>
        </a:solidFill>
      </p:bgPr>
    </p:bg>
    <p:spTree>
      <p:nvGrpSpPr>
        <p:cNvPr id="2" name=""/>
        <p:cNvGrpSpPr/>
        <p:nvPr/>
      </p:nvGrpSpPr>
      <p:grpSpPr>
        <a:xfrm/>
      </p:grpSpPr>
      <p:graphicFrame>
        <p:nvGraphicFramePr>
          <p:cNvPr id="3" name="QA01-scenario">
            <a:extLst>
              <a:ext uri="{FF2B5EF4-FFF2-40B4-BE49-F238E27FC236}">
                <ns2:creationId id="{E137F885-1C3F-4FBC-A332-5D627F4585E1}"/>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첫 응답 지연시간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첫 응답 지연시간 ≤ 1초]</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 응답 사건 120건 × 5회 / 실제 사건 → 첫 내용 UI 표시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Nielsen(1993) 사고 흐름 유지 1초와 Microsoft Windows 응답성 지침</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1-rationale-label">
            <a:extLst>
              <a:ext uri="{FF2B5EF4-FFF2-40B4-BE49-F238E27FC236}">
                <ns2:creationId id="{3960B5EA-4BDB-4E66-8029-7BAAFEEB3F51}"/>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1-rationale">
            <a:extLst>
              <a:ext uri="{FF2B5EF4-FFF2-40B4-BE49-F238E27FC236}">
                <ns2:creationId id="{1945D12E-D9B5-435A-AEB0-AEC80B3AF64A}"/>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Nielsen은 사고 흐름을 유지하는 UI 반응 기준을 약 1초로 설명한다.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Windows 지침도 0.5~1초를 응답성이 유지되는 구간으로 분류한다.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VIA는 첫 내용 표시의 평균에 1초 목표를 적용한다.</a:t>
            </a:r>
            <a:endParaRPr lang="ko-KR">
              <a:latin typeface="Calibri"/>
              <a:ea typeface="Calibri"/>
              <a:cs typeface="Calibri"/>
            </a:endParaRPr>
          </a:p>
        </p:txBody>
      </p:sp>
      <p:sp>
        <p:nvSpPr>
          <p:cNvPr id="6" name="QA01-metric-label">
            <a:extLst>
              <a:ext uri="{FF2B5EF4-FFF2-40B4-BE49-F238E27FC236}">
                <ns2:creationId id="{C2D4AA09-0F01-4B28-AFCB-E4DDA29264AC}"/>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1-formula">
            <a:extLst>
              <a:ext uri="{FF2B5EF4-FFF2-40B4-BE49-F238E27FC236}">
                <ns2:creationId id="{FAAC601B-EFE9-4741-BBA3-6A595CB8CE83}"/>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L = 600개 첫 내용 응답 지연의 합계 / 600</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시작: 실제 발화 종료 / Text 제출 / Agent source 최초 제공</a:t>
            </a:r>
            <a:endParaRPr lang="ko-KR">
              <a:latin typeface="Calibri"/>
              <a:ea typeface="Calibri"/>
              <a:cs typeface="Calibri"/>
            </a:endParaRPr>
          </a:p>
        </p:txBody>
      </p:sp>
      <p:graphicFrame>
        <p:nvGraphicFramePr>
          <p:cNvPr id="8" name="QA01-example">
            <a:extLst>
              <a:ext uri="{FF2B5EF4-FFF2-40B4-BE49-F238E27FC236}">
                <ns2:creationId id="{6861EF5B-017B-4BD8-A4CF-B7807F8FE47C}"/>
              </a:ext>
            </a:extLst>
          </p:cNvPr>
          <p:cNvGraphicFramePr/>
          <p:nvPr/>
        </p:nvGraphicFramePr>
        <p:xfrm>
          <a:off x="523875" y="6372225"/>
          <a:ext cx="10572750" cy="1295400"/>
        </p:xfrm>
        <a:graphic>
          <a:graphicData uri="http://schemas.openxmlformats.org/drawingml/2006/table">
            <a:tbl>
              <a:tblPr/>
              <a:tblGrid>
                <a:gridCol w="1238250"/>
                <a:gridCol w="2000250"/>
                <a:gridCol w="2000250"/>
                <a:gridCol w="3048000"/>
                <a:gridCol w="22860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사건</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0.0초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0.1초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0.8초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1.3초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동작</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발화 종료</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“네” 표시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비교 수행 안내</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Agent 전송</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판정</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시작</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제외</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첫 내용 표시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이후 처리</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1-example-result">
            <a:extLst>
              <a:ext uri="{FF2B5EF4-FFF2-40B4-BE49-F238E27FC236}">
                <ns2:creationId id="{C433DD21-3F06-4351-B784-32C4CF0C405A}"/>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이 사건의 지연은 0.8초</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가상 관측 0.8 / 0.6 / 1.0 / 0.8초의 평균 0.8초 = 2점</a:t>
            </a:r>
            <a:endParaRPr lang="ko-KR">
              <a:latin typeface="Calibri"/>
              <a:ea typeface="Calibri"/>
              <a:cs typeface="Calibri"/>
            </a:endParaRPr>
          </a:p>
        </p:txBody>
      </p:sp>
      <p:sp>
        <p:nvSpPr>
          <p:cNvPr id="10" name="QA01-guard">
            <a:extLst>
              <a:ext uri="{FF2B5EF4-FFF2-40B4-BE49-F238E27FC236}">
                <ns2:creationId id="{E9987427-1BBD-4888-84AD-2655835BDA21}"/>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첫 완결된 내용의 실제 UI 표시에서 종료한다. 오답도 실제 시간을 포함하고 미관측은 별도 표시한다.</a:t>
            </a:r>
            <a:endParaRPr lang="ko-KR">
              <a:latin typeface="Calibri"/>
              <a:ea typeface="Calibri"/>
              <a:cs typeface="Calibri"/>
            </a:endParaRPr>
          </a:p>
        </p:txBody>
      </p:sp>
      <p:sp>
        <p:nvSpPr>
          <p:cNvPr id="11" name="QA01-dp">
            <a:extLst>
              <a:ext uri="{FF2B5EF4-FFF2-40B4-BE49-F238E27FC236}">
                <ns2:creationId id="{D0DE6078-FDF5-430D-9B70-F32E1F67898B}"/>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DP-44 B 가설: 단계 완료에서 다음 처리를 바로 시작해 중앙 회수 대기를 줄인다.</a:t>
            </a:r>
            <a:endParaRPr lang="ko-KR">
              <a:latin typeface="Calibri"/>
              <a:ea typeface="Calibri"/>
              <a:cs typeface="Calibri"/>
            </a:endParaRPr>
          </a:p>
        </p:txBody>
      </p:sp>
      <p:sp>
        <p:nvSpPr>
          <p:cNvPr id="12" name="QA01-scoring-title">
            <a:extLst>
              <a:ext uri="{FF2B5EF4-FFF2-40B4-BE49-F238E27FC236}">
                <ns2:creationId id="{5D200741-AB8B-47CD-A438-D3572B3C131C}"/>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1-score">
            <a:extLst>
              <a:ext uri="{FF2B5EF4-FFF2-40B4-BE49-F238E27FC236}">
                <ns2:creationId id="{5BC1E16E-7DFF-4190-B8BC-23E2E5E60677}"/>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L ≤ 0.20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0.20 &lt; L ≤ 0.36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0.36 &lt; L ≤ 0.52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0.52 &lt; L ≤ 0.68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0.68 &lt; L ≤ 0.84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0.84 &lt; L ≤ 1.00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L &gt; 1.00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1-band">
            <a:extLst>
              <a:ext uri="{FF2B5EF4-FFF2-40B4-BE49-F238E27FC236}">
                <ns2:creationId id="{BBE58FFB-1AB7-4ACC-A5BE-9B387CE27568}"/>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1초는 목표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0.2초는 최고 개선 등급</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(1.00 − 0.20) / 5 = 0.16초 간격</a:t>
            </a:r>
            <a:endParaRPr lang="ko-KR">
              <a:latin typeface="Calibri"/>
              <a:ea typeface="Calibri"/>
              <a:cs typeface="Calibri"/>
            </a:endParaRPr>
          </a:p>
        </p:txBody>
      </p:sp>
      <p:sp>
        <p:nvSpPr>
          <p:cNvPr id="15" name="QA01-source">
            <a:extLst>
              <a:ext uri="{FF2B5EF4-FFF2-40B4-BE49-F238E27FC236}">
                <ns2:creationId id="{B71947EE-1FFC-4674-AA3D-9E81F1F1D5F7}"/>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Nielsen(1993) Response Times / Microsoft Windows responsiveness. 평균 집계는 과제 기준이며 개별 1초를 보장하지 않는다.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QA01  첫 응답 지연시간</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41 / 49</a:t>
            </a:r>
            <a:endParaRPr lang="ko-KR">
              <a:latin typeface="Calibri"/>
              <a:ea typeface="Calibri"/>
              <a:cs typeface="Calibri"/>
            </a:endParaRPr>
          </a:p>
        </p:txBody>
      </p:sp>
    </p:spTree>
    <p:extLst>
      <p:ext uri="{BB962C8B-B14F-4D97-AF65-F5344CB8AC3E}">
        <p14:creationId val="1715035071"/>
      </p:ext>
    </p:extLst>
  </p:cSld>
</p:sld>
</file>

<file path=ppt/slides/slide65.xml><?xml version="1.0" encoding="utf-8"?>
<p:sld xmlns:a="http://schemas.openxmlformats.org/drawingml/2006/main" xmlns:ns2="http://schemas.microsoft.com/office/drawing/2014/main" xmlns:p="http://schemas.openxmlformats.org/presentationml/2006/main" xmlns:p14="http://schemas.microsoft.com/office/powerpoint/2010/main">
  <p:cSld name="qa02-metric-v11">
    <p:bg>
      <p:bgPr>
        <a:solidFill>
          <a:srgbClr val="FFFFFF"/>
        </a:solidFill>
      </p:bgPr>
    </p:bg>
    <p:spTree>
      <p:nvGrpSpPr>
        <p:cNvPr id="2" name=""/>
        <p:cNvGrpSpPr/>
        <p:nvPr/>
      </p:nvGrpSpPr>
      <p:grpSpPr>
        <a:xfrm/>
      </p:grpSpPr>
      <p:graphicFrame>
        <p:nvGraphicFramePr>
          <p:cNvPr id="3" name="QA02-scenario">
            <a:extLst>
              <a:ext uri="{FF2B5EF4-FFF2-40B4-BE49-F238E27FC236}">
                <ns2:creationId id="{8707BA3C-17AF-425C-ACC9-35091F5A3E33}"/>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Accuracy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지칭 대상 식별 정확도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사용자가 화면이나 과거 이력을 지칭할 때 의도한 대상 집합을 누락이나 추가 없이 정확하게 식별해야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[지칭 대상 집합 일치율 ≥ 93%]</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중 지칭 판단 44건 × 5회 / 정답 대상 집합 전체 일치</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ReALM-3B 화면 지칭 93.0%의 집합 완전 일치 성능 참조</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2-rationale-label">
            <a:extLst>
              <a:ext uri="{FF2B5EF4-FFF2-40B4-BE49-F238E27FC236}">
                <ns2:creationId id="{0BD55863-28CF-4625-9861-3332BA6E947A}"/>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2-rationale">
            <a:extLst>
              <a:ext uri="{FF2B5EF4-FFF2-40B4-BE49-F238E27FC236}">
                <ns2:creationId id="{2952B3A8-1224-48B7-81C2-56DA6DEC7DE5}"/>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Apple ReALM은 화면과 대화의 지칭 대상을 집합 완전 일치로 평가한다.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ReALM-3B의 화면 결과 93.0%를 VIA의 기술 참조 목표로 채택한다.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원본과 범위 및 필요한 버전까지 대상 집합 전체가 같아야 성공이다.</a:t>
            </a:r>
            <a:endParaRPr lang="ko-KR">
              <a:latin typeface="Calibri"/>
              <a:ea typeface="Calibri"/>
              <a:cs typeface="Calibri"/>
            </a:endParaRPr>
          </a:p>
        </p:txBody>
      </p:sp>
      <p:sp>
        <p:nvSpPr>
          <p:cNvPr id="6" name="QA02-metric-label">
            <a:extLst>
              <a:ext uri="{FF2B5EF4-FFF2-40B4-BE49-F238E27FC236}">
                <ns2:creationId id="{17408609-22D0-4CD6-89E8-DF7BCFBA1E0E}"/>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2-formula">
            <a:extLst>
              <a:ext uri="{FF2B5EF4-FFF2-40B4-BE49-F238E27FC236}">
                <ns2:creationId id="{809D4052-83CB-4A16-96AC-152B40A46AD3}"/>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a = 전체 대상 집합이 일치한 판정 수 / 220 × 100</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지칭 판단 44개 × 5회 = 220개 판정</a:t>
            </a:r>
            <a:endParaRPr lang="ko-KR">
              <a:latin typeface="Calibri"/>
              <a:ea typeface="Calibri"/>
              <a:cs typeface="Calibri"/>
            </a:endParaRPr>
          </a:p>
        </p:txBody>
      </p:sp>
      <p:graphicFrame>
        <p:nvGraphicFramePr>
          <p:cNvPr id="8" name="QA02-example">
            <a:extLst>
              <a:ext uri="{FF2B5EF4-FFF2-40B4-BE49-F238E27FC236}">
                <ns2:creationId id="{01BF7898-CB2B-44D4-A589-3718729D716E}"/>
              </a:ext>
            </a:extLst>
          </p:cNvPr>
          <p:cNvGraphicFramePr/>
          <p:nvPr/>
        </p:nvGraphicFramePr>
        <p:xfrm>
          <a:off x="523875" y="6372225"/>
          <a:ext cx="10572750" cy="1295400"/>
        </p:xfrm>
        <a:graphic>
          <a:graphicData uri="http://schemas.openxmlformats.org/drawingml/2006/table">
            <a:tbl>
              <a:tblPr/>
              <a:tblGrid>
                <a:gridCol w="2952750"/>
                <a:gridCol w="5429250"/>
                <a:gridCol w="219075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정답</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VIA가 고른 집합</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결과</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{표 A, 그래프 B}</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{표 A, 그래프 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성공</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{표 A, 그래프 B}</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{표 A} 또는 {표 A, 그래프 B, 표 C}</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실패</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2-example-result">
            <a:extLst>
              <a:ext uri="{FF2B5EF4-FFF2-40B4-BE49-F238E27FC236}">
                <ns2:creationId id="{6E5B50C5-0A48-4729-83F8-D0516CE04B50}"/>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220회 중 205회 일치 = 93.18% = 1점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220회 모두 일치하면 100% = 6점</a:t>
            </a:r>
            <a:endParaRPr lang="ko-KR">
              <a:latin typeface="Calibri"/>
              <a:ea typeface="Calibri"/>
              <a:cs typeface="Calibri"/>
            </a:endParaRPr>
          </a:p>
        </p:txBody>
      </p:sp>
      <p:sp>
        <p:nvSpPr>
          <p:cNvPr id="10" name="QA02-guard">
            <a:extLst>
              <a:ext uri="{FF2B5EF4-FFF2-40B4-BE49-F238E27FC236}">
                <ns2:creationId id="{49D7D30B-282E-43E5-9455-F39A43F28D46}"/>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표현과 입력 revision별 첫 채택 집합을 판정한다. 사후 정정으로 오답을 지우지 않는다.</a:t>
            </a:r>
            <a:endParaRPr lang="ko-KR">
              <a:latin typeface="Calibri"/>
              <a:ea typeface="Calibri"/>
              <a:cs typeface="Calibri"/>
            </a:endParaRPr>
          </a:p>
        </p:txBody>
      </p:sp>
      <p:sp>
        <p:nvSpPr>
          <p:cNvPr id="11" name="QA02-dp">
            <a:extLst>
              <a:ext uri="{FF2B5EF4-FFF2-40B4-BE49-F238E27FC236}">
                <ns2:creationId id="{9CAB9320-CC1F-412E-B926-623754E43491}"/>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DP-47 / DP-45: 화면과 과거 자료 모두 대상 집합 전체의 일치로 판정한다.</a:t>
            </a:r>
            <a:endParaRPr lang="ko-KR">
              <a:latin typeface="Calibri"/>
              <a:ea typeface="Calibri"/>
              <a:cs typeface="Calibri"/>
            </a:endParaRPr>
          </a:p>
        </p:txBody>
      </p:sp>
      <p:sp>
        <p:nvSpPr>
          <p:cNvPr id="12" name="QA02-scoring-title">
            <a:extLst>
              <a:ext uri="{FF2B5EF4-FFF2-40B4-BE49-F238E27FC236}">
                <ns2:creationId id="{C3D93ACE-7735-4F2F-8E67-02E80AA7F403}"/>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2-score">
            <a:extLst>
              <a:ext uri="{FF2B5EF4-FFF2-40B4-BE49-F238E27FC236}">
                <ns2:creationId id="{F3E50F73-3D81-4CB6-AF70-C94B184938A6}"/>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 = 100%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98.6% ≤ a &lt; 100%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97.2% ≤ a &lt; 98.6%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95.8% ≤ a &lt; 97.2%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94.4% ≤ a &lt; 95.8%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93% ≤ a &lt; 94.4%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a &lt; 93%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2-band">
            <a:extLst>
              <a:ext uri="{FF2B5EF4-FFF2-40B4-BE49-F238E27FC236}">
                <ns2:creationId id="{5446FD67-6859-4E72-9BFB-DA83EB0F1B14}"/>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93%는 기술 참조 목표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100%는 평가 표본의 오류 0건</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(100 − 93) / 5 = 1.4%p 간격</a:t>
            </a:r>
            <a:endParaRPr lang="ko-KR">
              <a:latin typeface="Calibri"/>
              <a:ea typeface="Calibri"/>
              <a:cs typeface="Calibri"/>
            </a:endParaRPr>
          </a:p>
        </p:txBody>
      </p:sp>
      <p:sp>
        <p:nvSpPr>
          <p:cNvPr id="15" name="QA02-source">
            <a:extLst>
              <a:ext uri="{FF2B5EF4-FFF2-40B4-BE49-F238E27FC236}">
                <ns2:creationId id="{A16C134D-ACAA-4138-8826-8CCFF3E6FA00}"/>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ReALM, SIGDIAL 2024 §3 및 Table 3. 후보가 주어지는 연구이며 VIA 전체의 실증 결과는 아니다.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QA02  지칭 대상 식별 정확도</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42 / 49</a:t>
            </a:r>
            <a:endParaRPr lang="ko-KR">
              <a:latin typeface="Calibri"/>
              <a:ea typeface="Calibri"/>
              <a:cs typeface="Calibri"/>
            </a:endParaRPr>
          </a:p>
        </p:txBody>
      </p:sp>
    </p:spTree>
    <p:extLst>
      <p:ext uri="{BB962C8B-B14F-4D97-AF65-F5344CB8AC3E}">
        <p14:creationId val="674618550"/>
      </p:ext>
    </p:extLst>
  </p:cSld>
</p:sld>
</file>

<file path=ppt/slides/slide66.xml><?xml version="1.0" encoding="utf-8"?>
<p:sld xmlns:a="http://schemas.openxmlformats.org/drawingml/2006/main" xmlns:ns2="http://schemas.microsoft.com/office/drawing/2014/main" xmlns:p="http://schemas.openxmlformats.org/presentationml/2006/main" xmlns:p14="http://schemas.microsoft.com/office/powerpoint/2010/main">
  <p:cSld name="qa03-metric-v11">
    <p:bg>
      <p:bgPr>
        <a:solidFill>
          <a:srgbClr val="FFFFFF"/>
        </a:solidFill>
      </p:bgPr>
    </p:bg>
    <p:spTree>
      <p:nvGrpSpPr>
        <p:cNvPr id="2" name=""/>
        <p:cNvGrpSpPr/>
        <p:nvPr/>
      </p:nvGrpSpPr>
      <p:grpSpPr>
        <a:xfrm/>
      </p:grpSpPr>
      <p:graphicFrame>
        <p:nvGraphicFramePr>
          <p:cNvPr id="3" name="QA03-scenario">
            <a:extLst>
              <a:ext uri="{FF2B5EF4-FFF2-40B4-BE49-F238E27FC236}">
                <ns2:creationId id="{F1967B05-0779-4945-AE80-6A465A20B0BE}"/>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VIA 처리시간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VIA 귀속 처리시간 ≤ 5초]</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Microsoft Windows Long wait 상단 5초를 VIA 자체 처리 상한으로 적용</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3-rationale-label">
            <a:extLst>
              <a:ext uri="{FF2B5EF4-FFF2-40B4-BE49-F238E27FC236}">
                <ns2:creationId id="{D7C9F1A6-A1AE-412C-9A84-D7914541B7D5}"/>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3-rationale">
            <a:extLst>
              <a:ext uri="{FF2B5EF4-FFF2-40B4-BE49-F238E27FC236}">
                <ns2:creationId id="{3563925B-5901-4D8E-8100-D1EBAE905B7F}"/>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Windows는 Long wait를 2~5초와 Captive를 5~10초로 구분한다.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긴 대기의 경계인 5초를 VIA 자체 처리의 평균 목표로 적용한다.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첫 안내 이후 처리도 포함하며 외부 업무의 총 대기는 별도로 남긴다.</a:t>
            </a:r>
            <a:endParaRPr lang="ko-KR">
              <a:latin typeface="Calibri"/>
              <a:ea typeface="Calibri"/>
              <a:cs typeface="Calibri"/>
            </a:endParaRPr>
          </a:p>
        </p:txBody>
      </p:sp>
      <p:sp>
        <p:nvSpPr>
          <p:cNvPr id="6" name="QA03-metric-label">
            <a:extLst>
              <a:ext uri="{FF2B5EF4-FFF2-40B4-BE49-F238E27FC236}">
                <ns2:creationId id="{8FB84C5E-90E1-4893-9924-531F78BD393D}"/>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3-formula">
            <a:extLst>
              <a:ext uri="{FF2B5EF4-FFF2-40B4-BE49-F238E27FC236}">
                <ns2:creationId id="{B1B047CC-1AF7-47BD-9F05-9A56DD42705B}"/>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t = 380개 목표의 VIA 귀속 완료 경로 시간 합계 / 380</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외부 업무와 사용자 대기/발화 및 순수 청취/차례 대기는 0초</a:t>
            </a:r>
            <a:endParaRPr lang="ko-KR">
              <a:latin typeface="Calibri"/>
              <a:ea typeface="Calibri"/>
              <a:cs typeface="Calibri"/>
            </a:endParaRPr>
          </a:p>
        </p:txBody>
      </p:sp>
      <p:graphicFrame>
        <p:nvGraphicFramePr>
          <p:cNvPr id="8" name="QA03-example">
            <a:extLst>
              <a:ext uri="{FF2B5EF4-FFF2-40B4-BE49-F238E27FC236}">
                <ns2:creationId id="{5C155CFE-3F05-4EA9-A655-E45C995F94AC}"/>
              </a:ext>
            </a:extLst>
          </p:cNvPr>
          <p:cNvGraphicFramePr/>
          <p:nvPr/>
        </p:nvGraphicFramePr>
        <p:xfrm>
          <a:off x="523875" y="6372225"/>
          <a:ext cx="10572750" cy="1295400"/>
        </p:xfrm>
        <a:graphic>
          <a:graphicData uri="http://schemas.openxmlformats.org/drawingml/2006/table">
            <a:tbl>
              <a:tblPr/>
              <a:tblGrid>
                <a:gridCol w="2190750"/>
                <a:gridCol w="6381750"/>
                <a:gridCol w="200025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경로</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계산</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시간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실제 경과</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1.2 + max(외부 8, VIA 3) + 0.6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9.8초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VIA 귀속</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1.2 + max(0, 3) + 0.6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4.8초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3-example-result">
            <a:extLst>
              <a:ext uri="{FF2B5EF4-FFF2-40B4-BE49-F238E27FC236}">
                <ns2:creationId id="{6DEB381B-A11B-4506-B9A3-D79C2378BCF8}"/>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가상 두 목표의 귀속시간 4.8초와 3.2초의 평균 4.0초 = 2점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병렬 처리이므로 실제 9.8초에서 외부 8초를 단순 차감하지 않는다.</a:t>
            </a:r>
            <a:endParaRPr lang="ko-KR">
              <a:latin typeface="Calibri"/>
              <a:ea typeface="Calibri"/>
              <a:cs typeface="Calibri"/>
            </a:endParaRPr>
          </a:p>
        </p:txBody>
      </p:sp>
      <p:sp>
        <p:nvSpPr>
          <p:cNvPr id="10" name="QA03-guard">
            <a:extLst>
              <a:ext uri="{FF2B5EF4-FFF2-40B4-BE49-F238E27FC236}">
                <ns2:creationId id="{9BAD5DF1-4D78-49D5-A013-37A6B01CBC72}"/>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상태 확정과 상세 텍스트 표시 및 전체 음성 준비까지다. 오답도 실제 시간을 포함하고 미관측은 별도 기록한다.</a:t>
            </a:r>
            <a:endParaRPr lang="ko-KR">
              <a:latin typeface="Calibri"/>
              <a:ea typeface="Calibri"/>
              <a:cs typeface="Calibri"/>
            </a:endParaRPr>
          </a:p>
        </p:txBody>
      </p:sp>
      <p:sp>
        <p:nvSpPr>
          <p:cNvPr id="11" name="QA03-dp">
            <a:extLst>
              <a:ext uri="{FF2B5EF4-FFF2-40B4-BE49-F238E27FC236}">
                <ns2:creationId id="{228A244C-EEF5-410E-BFDC-4B485377DDE4}"/>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DP-42 가설: A의 공동 확정은 서비스 간 확인과 전달을 기다리는 경로가 짧다.</a:t>
            </a:r>
            <a:endParaRPr lang="ko-KR">
              <a:latin typeface="Calibri"/>
              <a:ea typeface="Calibri"/>
              <a:cs typeface="Calibri"/>
            </a:endParaRPr>
          </a:p>
        </p:txBody>
      </p:sp>
      <p:sp>
        <p:nvSpPr>
          <p:cNvPr id="12" name="QA03-scoring-title">
            <a:extLst>
              <a:ext uri="{FF2B5EF4-FFF2-40B4-BE49-F238E27FC236}">
                <ns2:creationId id="{AA4F5196-6E9B-439F-9ABF-324A9300F372}"/>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3-score">
            <a:extLst>
              <a:ext uri="{FF2B5EF4-FFF2-40B4-BE49-F238E27FC236}">
                <ns2:creationId id="{18CE2F39-F230-40FB-AE7C-241C7C5FE481}"/>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0초 ≤ t ≤ 1초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1초 &lt; t ≤ 1.8초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1.8초 &lt; t ≤ 2.6초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2.6초 &lt; t ≤ 3.4초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3.4초 &lt; t ≤ 4.2초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4.2초 &lt; t ≤ 5초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t &gt; 5초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3-band">
            <a:extLst>
              <a:ext uri="{FF2B5EF4-FFF2-40B4-BE49-F238E27FC236}">
                <ns2:creationId id="{EC8E094D-7EB2-4650-80D9-3FF87D9E0666}"/>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5초는 목표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1초는 최고 개선 등급</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(5 − 1) / 5 = 0.8초 간격</a:t>
            </a:r>
            <a:endParaRPr lang="ko-KR">
              <a:latin typeface="Calibri"/>
              <a:ea typeface="Calibri"/>
              <a:cs typeface="Calibri"/>
            </a:endParaRPr>
          </a:p>
        </p:txBody>
      </p:sp>
      <p:sp>
        <p:nvSpPr>
          <p:cNvPr id="15" name="QA03-source">
            <a:extLst>
              <a:ext uri="{FF2B5EF4-FFF2-40B4-BE49-F238E27FC236}">
                <ns2:creationId id="{5C177CA9-8479-41D5-B82B-15DD8D48AEC3}"/>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Microsoft Windows responsiveness. VIA 모델 호출과 네트워크 및 내부 대기는 포함한다.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QA03  VIA 처리시간</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43 / 49</a:t>
            </a:r>
            <a:endParaRPr lang="ko-KR">
              <a:latin typeface="Calibri"/>
              <a:ea typeface="Calibri"/>
              <a:cs typeface="Calibri"/>
            </a:endParaRPr>
          </a:p>
        </p:txBody>
      </p:sp>
    </p:spTree>
    <p:extLst>
      <p:ext uri="{BB962C8B-B14F-4D97-AF65-F5344CB8AC3E}">
        <p14:creationId val="637293271"/>
      </p:ext>
    </p:extLst>
  </p:cSld>
</p:sld>
</file>

<file path=ppt/slides/slide67.xml><?xml version="1.0" encoding="utf-8"?>
<p:sld xmlns:a="http://schemas.openxmlformats.org/drawingml/2006/main" xmlns:ns2="http://schemas.microsoft.com/office/drawing/2014/main" xmlns:p="http://schemas.openxmlformats.org/presentationml/2006/main" xmlns:p14="http://schemas.microsoft.com/office/powerpoint/2010/main">
  <p:cSld name="qa04-metric-v11">
    <p:bg>
      <p:bgPr>
        <a:solidFill>
          <a:srgbClr val="FFFFFF"/>
        </a:solidFill>
      </p:bgPr>
    </p:bg>
    <p:spTree>
      <p:nvGrpSpPr>
        <p:cNvPr id="2" name=""/>
        <p:cNvGrpSpPr/>
        <p:nvPr/>
      </p:nvGrpSpPr>
      <p:grpSpPr>
        <a:xfrm/>
      </p:grpSpPr>
      <p:graphicFrame>
        <p:nvGraphicFramePr>
          <p:cNvPr id="3" name="QA04-scenario">
            <a:extLst>
              <a:ext uri="{FF2B5EF4-FFF2-40B4-BE49-F238E27FC236}">
                <ns2:creationId id="{C3BCD91F-424E-4B55-A54D-A74A4C0B8CC1}"/>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Maintainability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변경 범위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기능을 추가하거나 VIA가 주고받는 데이터 형식을 바꿀 때 수정해야 하는 Rust 모듈 수를 작게 유지해야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[변경 과제당 평균 변경 Rust 모듈 수 ≤ 3개]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기능의 형식 변경 3건 + 기능 확장 3건 / 변경 모듈 수와 28개 기능 회귀</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ARGO PR 145건 평균 5.4개 × 60% = 3.24개 → 3개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4-rationale-label">
            <a:extLst>
              <a:ext uri="{FF2B5EF4-FFF2-40B4-BE49-F238E27FC236}">
                <ns2:creationId id="{3224C692-D246-4F83-A89E-65346934CF42}"/>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4-rationale">
            <a:extLst>
              <a:ext uri="{FF2B5EF4-FFF2-40B4-BE49-F238E27FC236}">
                <ns2:creationId id="{EFCCAF1A-3509-4696-9DBC-DAB7ED4E9A35}"/>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기존 ARGO의 기능 추가와 데이터 형식 변경 PR 145건에서</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평균 수정 모듈 수는 5.4개다. 사용자 제공 집계에 40% 개선을 적용한다.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5.4 × 60% = 3.24개보다 엄격한 평균 3개를 목표로 둔다.</a:t>
            </a:r>
            <a:endParaRPr lang="ko-KR">
              <a:latin typeface="Calibri"/>
              <a:ea typeface="Calibri"/>
              <a:cs typeface="Calibri"/>
            </a:endParaRPr>
          </a:p>
        </p:txBody>
      </p:sp>
      <p:sp>
        <p:nvSpPr>
          <p:cNvPr id="6" name="QA04-metric-label">
            <a:extLst>
              <a:ext uri="{FF2B5EF4-FFF2-40B4-BE49-F238E27FC236}">
                <ns2:creationId id="{C970B687-EEA4-4754-9EB6-6DBEB9FF9679}"/>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4-formula">
            <a:extLst>
              <a:ext uri="{FF2B5EF4-FFF2-40B4-BE49-F238E27FC236}">
                <ns2:creationId id="{180D8FEE-984B-4F68-85EE-3B6C4B177360}"/>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x = (C01 변경 모듈 수 + … + C06 변경 모듈 수) / 6</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모듈 식별: package / crate target / 완전한 Rust mod 경로</a:t>
            </a:r>
            <a:endParaRPr lang="ko-KR">
              <a:latin typeface="Calibri"/>
              <a:ea typeface="Calibri"/>
              <a:cs typeface="Calibri"/>
            </a:endParaRPr>
          </a:p>
        </p:txBody>
      </p:sp>
      <p:graphicFrame>
        <p:nvGraphicFramePr>
          <p:cNvPr id="8" name="QA04-example">
            <a:extLst>
              <a:ext uri="{FF2B5EF4-FFF2-40B4-BE49-F238E27FC236}">
                <ns2:creationId id="{E9B984EF-1B18-4F1E-8916-6C38876A9A4C}"/>
              </a:ext>
            </a:extLst>
          </p:cNvPr>
          <p:cNvGraphicFramePr/>
          <p:nvPr/>
        </p:nvGraphicFramePr>
        <p:xfrm>
          <a:off x="523875" y="6372225"/>
          <a:ext cx="10572750" cy="857250"/>
        </p:xfrm>
        <a:graphic>
          <a:graphicData uri="http://schemas.openxmlformats.org/drawingml/2006/table">
            <a:tbl>
              <a:tblPr/>
              <a:tblGrid>
                <a:gridCol w="2286000"/>
                <a:gridCol w="1381125"/>
                <a:gridCol w="1381125"/>
                <a:gridCol w="1381125"/>
                <a:gridCol w="1381125"/>
                <a:gridCol w="1381125"/>
                <a:gridCol w="1381125"/>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변경 과제</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C01</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C02</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C03</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C04</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C05</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C06</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모듈 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4-example-result">
            <a:extLst>
              <a:ext uri="{FF2B5EF4-FFF2-40B4-BE49-F238E27FC236}">
                <ns2:creationId id="{01FB3975-14A8-4212-B549-8BB0F4898BD8}"/>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(2 + 2 + 3 + 4 + 3 + 4) / 6 = 평균 3개 = 1점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5.4개 대비 44.4% 감소로 40% 개선 요구를 충족한다.</a:t>
            </a:r>
            <a:endParaRPr lang="ko-KR">
              <a:latin typeface="Calibri"/>
              <a:ea typeface="Calibri"/>
              <a:cs typeface="Calibri"/>
            </a:endParaRPr>
          </a:p>
        </p:txBody>
      </p:sp>
      <p:sp>
        <p:nvSpPr>
          <p:cNvPr id="10" name="QA04-guard">
            <a:extLst>
              <a:ext uri="{FF2B5EF4-FFF2-40B4-BE49-F238E27FC236}">
                <ns2:creationId id="{B7D0C29C-62D7-4435-996D-85671601F63F}"/>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같은 시작 코드에서 6개 변경을 독립 수행한다. 파일 수와 모듈 수는 다르며 실제 변경된 운영 모듈을 센다.</a:t>
            </a:r>
            <a:endParaRPr lang="ko-KR">
              <a:latin typeface="Calibri"/>
              <a:ea typeface="Calibri"/>
              <a:cs typeface="Calibri"/>
            </a:endParaRPr>
          </a:p>
        </p:txBody>
      </p:sp>
      <p:sp>
        <p:nvSpPr>
          <p:cNvPr id="11" name="QA04-dp">
            <a:extLst>
              <a:ext uri="{FF2B5EF4-FFF2-40B4-BE49-F238E27FC236}">
                <ns2:creationId id="{A6EB03F2-A82E-42EE-9A57-5A7DA43A20FE}"/>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DP-45 가설: A는 조회 때 조합하므로 생산과 저장 규칙까지 바꾸는 경우가 적다.</a:t>
            </a:r>
            <a:endParaRPr lang="ko-KR">
              <a:latin typeface="Calibri"/>
              <a:ea typeface="Calibri"/>
              <a:cs typeface="Calibri"/>
            </a:endParaRPr>
          </a:p>
        </p:txBody>
      </p:sp>
      <p:sp>
        <p:nvSpPr>
          <p:cNvPr id="12" name="QA04-scoring-title">
            <a:extLst>
              <a:ext uri="{FF2B5EF4-FFF2-40B4-BE49-F238E27FC236}">
                <ns2:creationId id="{A7366473-77CD-442D-B63B-765513F5BC43}"/>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4-score">
            <a:extLst>
              <a:ext uri="{FF2B5EF4-FFF2-40B4-BE49-F238E27FC236}">
                <ns2:creationId id="{9A50EA31-85E0-4A0A-AF13-C9EB75DC0DB4}"/>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(모듈)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 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 &lt; x ≤ 1.4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1.4 &lt; x ≤ 1.8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1.8 &lt; x ≤ 2.2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2.2 &lt; x ≤ 2.6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2.6 &lt; x ≤ 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&gt; 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4-band">
            <a:extLst>
              <a:ext uri="{FF2B5EF4-FFF2-40B4-BE49-F238E27FC236}">
                <ns2:creationId id="{3A392F5A-C544-4311-AB48-46B7072E5604}"/>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3개는 목표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1개는 변경을 한 모듈에 모은 수준</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(3 − 1) / 5 = 0.4개 간격</a:t>
            </a:r>
            <a:endParaRPr lang="ko-KR">
              <a:latin typeface="Calibri"/>
              <a:ea typeface="Calibri"/>
              <a:cs typeface="Calibri"/>
            </a:endParaRPr>
          </a:p>
        </p:txBody>
      </p:sp>
      <p:sp>
        <p:nvSpPr>
          <p:cNvPr id="15" name="QA04-source">
            <a:extLst>
              <a:ext uri="{FF2B5EF4-FFF2-40B4-BE49-F238E27FC236}">
                <ns2:creationId id="{9D0E15B1-118B-4333-81F9-9F590F70BB98}"/>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사용자 제공 ARGO PR 145건 집계와 40% 개선 요구. 원본 PR과 동일 모듈 기준의 감사는 별도다.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QA04  변경 범위</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44 / 49</a:t>
            </a:r>
            <a:endParaRPr lang="ko-KR">
              <a:latin typeface="Calibri"/>
              <a:ea typeface="Calibri"/>
              <a:cs typeface="Calibri"/>
            </a:endParaRPr>
          </a:p>
        </p:txBody>
      </p:sp>
    </p:spTree>
    <p:extLst>
      <p:ext uri="{BB962C8B-B14F-4D97-AF65-F5344CB8AC3E}">
        <p14:creationId val="13709594"/>
      </p:ext>
    </p:extLst>
  </p:cSld>
</p:sld>
</file>

<file path=ppt/slides/slide68.xml><?xml version="1.0" encoding="utf-8"?>
<p:sld xmlns:a="http://schemas.openxmlformats.org/drawingml/2006/main" xmlns:ns2="http://schemas.microsoft.com/office/drawing/2014/main" xmlns:p="http://schemas.openxmlformats.org/presentationml/2006/main" xmlns:p14="http://schemas.microsoft.com/office/powerpoint/2010/main">
  <p:cSld name="qa05-metric-v11">
    <p:bg>
      <p:bgPr>
        <a:solidFill>
          <a:srgbClr val="FFFFFF"/>
        </a:solidFill>
      </p:bgPr>
    </p:bg>
    <p:spTree>
      <p:nvGrpSpPr>
        <p:cNvPr id="2" name=""/>
        <p:cNvGrpSpPr/>
        <p:nvPr/>
      </p:nvGrpSpPr>
      <p:grpSpPr>
        <a:xfrm/>
      </p:grpSpPr>
      <p:graphicFrame>
        <p:nvGraphicFramePr>
          <p:cNvPr id="3" name="QA05-scenario">
            <a:extLst>
              <a:ext uri="{FF2B5EF4-FFF2-40B4-BE49-F238E27FC236}">
                <ns2:creationId id="{651FB603-BF4A-4B6D-9E04-4A74B6D10341}"/>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Cost Efficiency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모델 사용 비용</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동일한 사용자 활동을 처리하는 데 필요한 음성 / 의미 모델의 총사용 비용을 최소화해야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[공통 28개 묶음당 평균 총 모델 비용 ≤ $2.55]</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전체 × 5회 / 초기 준비부터 후속 청구까지 총비용 평균</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같은 28개 활동의 gpt-realtime과 Luna 참조 견적 $2.54604 → $2.55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5-rationale-label">
            <a:extLst>
              <a:ext uri="{FF2B5EF4-FFF2-40B4-BE49-F238E27FC236}">
                <ns2:creationId id="{A53EAC3A-B4FF-43C9-BCC6-EB5A6F16EF67}"/>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5-rationale">
            <a:extLst>
              <a:ext uri="{FF2B5EF4-FFF2-40B4-BE49-F238E27FC236}">
                <ns2:creationId id="{31F4AFE2-4E7F-4027-8CA9-161D606C423A}"/>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28개 활동을 제공하는 API 참조 구성의 비용을 상한으로 삼는다.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gpt-realtime $2.04632 + Luna $0.49972 = $2.54604</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센트 단위로 올린 $2.55를 묶음당 모델 비용 목표로 둔다.</a:t>
            </a:r>
            <a:endParaRPr lang="ko-KR">
              <a:latin typeface="Calibri"/>
              <a:ea typeface="Calibri"/>
              <a:cs typeface="Calibri"/>
            </a:endParaRPr>
          </a:p>
        </p:txBody>
      </p:sp>
      <p:sp>
        <p:nvSpPr>
          <p:cNvPr id="6" name="QA05-metric-label">
            <a:extLst>
              <a:ext uri="{FF2B5EF4-FFF2-40B4-BE49-F238E27FC236}">
                <ns2:creationId id="{B4BD8410-8EAE-4F1D-BAFA-150C65C5A188}"/>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5-formula">
            <a:extLst>
              <a:ext uri="{FF2B5EF4-FFF2-40B4-BE49-F238E27FC236}">
                <ns2:creationId id="{C1010111-4F58-46CF-BCD6-C5C7BB47E6DC}"/>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 = 28개 전체 묶음 총비용 5개의 평균</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초기 준비와 갱신 및 재시도와 폐기 후 청구까지 포함</a:t>
            </a:r>
            <a:endParaRPr lang="ko-KR">
              <a:latin typeface="Calibri"/>
              <a:ea typeface="Calibri"/>
              <a:cs typeface="Calibri"/>
            </a:endParaRPr>
          </a:p>
        </p:txBody>
      </p:sp>
      <p:graphicFrame>
        <p:nvGraphicFramePr>
          <p:cNvPr id="8" name="QA05-example">
            <a:extLst>
              <a:ext uri="{FF2B5EF4-FFF2-40B4-BE49-F238E27FC236}">
                <ns2:creationId id="{F0E868DA-182B-4535-9A44-D77E80A4A904}"/>
              </a:ext>
            </a:extLst>
          </p:cNvPr>
          <p:cNvGraphicFramePr/>
          <p:nvPr/>
        </p:nvGraphicFramePr>
        <p:xfrm>
          <a:off x="523875" y="6372225"/>
          <a:ext cx="10572750" cy="857250"/>
        </p:xfrm>
        <a:graphic>
          <a:graphicData uri="http://schemas.openxmlformats.org/drawingml/2006/table">
            <a:tbl>
              <a:tblPr/>
              <a:tblGrid>
                <a:gridCol w="2190750"/>
                <a:gridCol w="2095500"/>
                <a:gridCol w="2095500"/>
                <a:gridCol w="2095500"/>
                <a:gridCol w="20955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항목</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준비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의미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음성</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갱신/재시도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가상 비용</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$0.08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$0.45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$1.12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$0.15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5-example-result">
            <a:extLst>
              <a:ext uri="{FF2B5EF4-FFF2-40B4-BE49-F238E27FC236}">
                <ns2:creationId id="{807E3D34-0F8C-49CE-B931-4BB53BD8152B}"/>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한 묶음 $1.80, 5회가 모두 같다면 평균 $1.80 = 3점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실제 후보의 호출 수와 출력량을 참조 견적에 맞춰 강제하지 않는다.</a:t>
            </a:r>
            <a:endParaRPr lang="ko-KR">
              <a:latin typeface="Calibri"/>
              <a:ea typeface="Calibri"/>
              <a:cs typeface="Calibri"/>
            </a:endParaRPr>
          </a:p>
        </p:txBody>
      </p:sp>
      <p:sp>
        <p:nvSpPr>
          <p:cNvPr id="10" name="QA05-guard">
            <a:extLst>
              <a:ext uri="{FF2B5EF4-FFF2-40B4-BE49-F238E27FC236}">
                <ns2:creationId id="{B75CD287-62ED-4D94-AFDE-832C53C57FA1}"/>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평가 단위는 요청 한 건이나 월 구독료가 아닌 같은 28개 전체 묶음이다. 모든 실제 청구 bucket을 합산한다.</a:t>
            </a:r>
            <a:endParaRPr lang="ko-KR">
              <a:latin typeface="Calibri"/>
              <a:ea typeface="Calibri"/>
              <a:cs typeface="Calibri"/>
            </a:endParaRPr>
          </a:p>
        </p:txBody>
      </p:sp>
      <p:sp>
        <p:nvSpPr>
          <p:cNvPr id="11" name="QA05-dp">
            <a:extLst>
              <a:ext uri="{FF2B5EF4-FFF2-40B4-BE49-F238E27FC236}">
                <ns2:creationId id="{2DD1DC48-D682-417F-A6B7-3655232C10FF}"/>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DP-47 가설: A는 원본을 함께 판단해 후보별 생산과 결합의 모델 사용을 줄인다.</a:t>
            </a:r>
            <a:endParaRPr lang="ko-KR">
              <a:latin typeface="Calibri"/>
              <a:ea typeface="Calibri"/>
              <a:cs typeface="Calibri"/>
            </a:endParaRPr>
          </a:p>
        </p:txBody>
      </p:sp>
      <p:sp>
        <p:nvSpPr>
          <p:cNvPr id="12" name="QA05-scoring-title">
            <a:extLst>
              <a:ext uri="{FF2B5EF4-FFF2-40B4-BE49-F238E27FC236}">
                <ns2:creationId id="{66730F74-2212-43BB-BE6D-65E7A61A1094}"/>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5-score">
            <a:extLst>
              <a:ext uri="{FF2B5EF4-FFF2-40B4-BE49-F238E27FC236}">
                <ns2:creationId id="{1C50A12B-B90E-4C28-B43C-61518E2B0495}"/>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(USD)</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C ≤ 1.275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1.275 &lt; C ≤ 1.530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1.530 &lt; C ≤ 1.785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1.785 &lt; C ≤ 2.040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2.040 &lt; C ≤ 2.295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2.295 &lt; C ≤ 2.550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C &gt; 2.550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5-band">
            <a:extLst>
              <a:ext uri="{FF2B5EF4-FFF2-40B4-BE49-F238E27FC236}">
                <ns2:creationId id="{0EFAB72B-10BF-415F-B41E-4AB359245CE0}"/>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$2.550은 목표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$1.275는 예산의 절반</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(2.550 − 1.275) / 5 = $0.255 간격</a:t>
            </a:r>
            <a:endParaRPr lang="ko-KR">
              <a:latin typeface="Calibri"/>
              <a:ea typeface="Calibri"/>
              <a:cs typeface="Calibri"/>
            </a:endParaRPr>
          </a:p>
        </p:txBody>
      </p:sp>
      <p:sp>
        <p:nvSpPr>
          <p:cNvPr id="15" name="QA05-source">
            <a:extLst>
              <a:ext uri="{FF2B5EF4-FFF2-40B4-BE49-F238E27FC236}">
                <ns2:creationId id="{AF95F9E4-59C3-4B41-95EE-154399D00735}"/>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2026-10-14 공식 API 요금과 COMMON-28-v1 참조 견적. 견적의 기능 동등성과 실제 청구는 검증 전이다.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QA05  모델 사용 비용</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45 / 49</a:t>
            </a:r>
            <a:endParaRPr lang="ko-KR">
              <a:latin typeface="Calibri"/>
              <a:ea typeface="Calibri"/>
              <a:cs typeface="Calibri"/>
            </a:endParaRPr>
          </a:p>
        </p:txBody>
      </p:sp>
    </p:spTree>
    <p:extLst>
      <p:ext uri="{BB962C8B-B14F-4D97-AF65-F5344CB8AC3E}">
        <p14:creationId val="1869965971"/>
      </p:ext>
    </p:extLst>
  </p:cSld>
</p:sld>
</file>

<file path=ppt/slides/slide69.xml><?xml version="1.0" encoding="utf-8"?>
<p:sld xmlns:a="http://schemas.openxmlformats.org/drawingml/2006/main" xmlns:ns2="http://schemas.microsoft.com/office/drawing/2014/main" xmlns:p="http://schemas.openxmlformats.org/presentationml/2006/main" xmlns:p14="http://schemas.microsoft.com/office/powerpoint/2010/main">
  <p:cSld name="qa06-metric-v11">
    <p:bg>
      <p:bgPr>
        <a:solidFill>
          <a:srgbClr val="FFFFFF"/>
        </a:solidFill>
      </p:bgPr>
    </p:bg>
    <p:spTree>
      <p:nvGrpSpPr>
        <p:cNvPr id="2" name=""/>
        <p:cNvGrpSpPr/>
        <p:nvPr/>
      </p:nvGrpSpPr>
      <p:grpSpPr>
        <a:xfrm/>
      </p:grpSpPr>
      <p:graphicFrame>
        <p:nvGraphicFramePr>
          <p:cNvPr id="3" name="QA06-scenario">
            <a:extLst>
              <a:ext uri="{FF2B5EF4-FFF2-40B4-BE49-F238E27FC236}">
                <ns2:creationId id="{D0EC6F42-1438-4B8B-95B2-FC5E59967BE4}"/>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Resource Efficiency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최대 RAM 사용량</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삼성 노트북의 다른 앱과 함께 실행될 수 있도록 사용 중 VIA의 실제 RAM 최고량을 제한해야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[VIA 전체 RAM 관측 최고량 ≤ 512 MB]</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전체 × 5회 / Windows 11과 클라우드 모델 / 전체 VIA의 동시 RAM 최고량</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PC 플랫폼 및 기술기획 측 시스템 요구사항 512 MB / 과제에서 사용자 지정</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6-rationale-label">
            <a:extLst>
              <a:ext uri="{FF2B5EF4-FFF2-40B4-BE49-F238E27FC236}">
                <ns2:creationId id="{DEB14ECE-47BF-4F11-905C-CB93D4074929}"/>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6-rationale">
            <a:extLst>
              <a:ext uri="{FF2B5EF4-FFF2-40B4-BE49-F238E27FC236}">
                <ns2:creationId id="{EC47E65C-33E5-4DE0-A2D7-A77DFE1E49E7}"/>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PC 플랫폼 및 기술기획 측 시스템 요구사항으로</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기본 탑재 VIA의 최대 RAM 사용량을 512 MB 이하로 둔다.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사용자의 다른 앱과 함께 실행할 때 VIA의 RAM 부담을 제한한다.</a:t>
            </a:r>
            <a:endParaRPr lang="ko-KR">
              <a:latin typeface="Calibri"/>
              <a:ea typeface="Calibri"/>
              <a:cs typeface="Calibri"/>
            </a:endParaRPr>
          </a:p>
        </p:txBody>
      </p:sp>
      <p:sp>
        <p:nvSpPr>
          <p:cNvPr id="6" name="QA06-metric-label">
            <a:extLst>
              <a:ext uri="{FF2B5EF4-FFF2-40B4-BE49-F238E27FC236}">
                <ns2:creationId id="{C9D61B57-DE6C-4C62-8F24-B595D44E81A9}"/>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6-formula">
            <a:extLst>
              <a:ext uri="{FF2B5EF4-FFF2-40B4-BE49-F238E27FC236}">
                <ns2:creationId id="{37BBB130-3045-41FF-BBE7-CD647E86B990}"/>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M = 5회 전체 관측의 동시 VIA RAM 최고 바이트 / 1,000,000</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512 MB = 512,000,000바이트</a:t>
            </a:r>
            <a:endParaRPr lang="ko-KR">
              <a:latin typeface="Calibri"/>
              <a:ea typeface="Calibri"/>
              <a:cs typeface="Calibri"/>
            </a:endParaRPr>
          </a:p>
        </p:txBody>
      </p:sp>
      <p:graphicFrame>
        <p:nvGraphicFramePr>
          <p:cNvPr id="8" name="QA06-example">
            <a:extLst>
              <a:ext uri="{FF2B5EF4-FFF2-40B4-BE49-F238E27FC236}">
                <ns2:creationId id="{8869F191-00B8-4471-853E-0C16293932AC}"/>
              </a:ext>
            </a:extLst>
          </p:cNvPr>
          <p:cNvGraphicFramePr/>
          <p:nvPr/>
        </p:nvGraphicFramePr>
        <p:xfrm>
          <a:off x="523875" y="6372225"/>
          <a:ext cx="10572750" cy="1295400"/>
        </p:xfrm>
        <a:graphic>
          <a:graphicData uri="http://schemas.openxmlformats.org/drawingml/2006/table">
            <a:tbl>
              <a:tblPr/>
              <a:tblGrid>
                <a:gridCol w="2000250"/>
                <a:gridCol w="2476500"/>
                <a:gridCol w="3619500"/>
                <a:gridCol w="24765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동일 시점</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전용 RAM</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중복을 뺀 공유 RAM</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전체 RAM</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290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380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320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80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400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6-example-result">
            <a:extLst>
              <a:ext uri="{FF2B5EF4-FFF2-40B4-BE49-F238E27FC236}">
                <ns2:creationId id="{E5F0FD21-6C0D-49EE-AD3A-5F2C04907A51}"/>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5회 전체에서도 400 MB가 최고라면</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358.4 &lt; 400 ≤ 409.6이므로 3점</a:t>
            </a:r>
            <a:endParaRPr lang="ko-KR">
              <a:latin typeface="Calibri"/>
              <a:ea typeface="Calibri"/>
              <a:cs typeface="Calibri"/>
            </a:endParaRPr>
          </a:p>
        </p:txBody>
      </p:sp>
      <p:sp>
        <p:nvSpPr>
          <p:cNvPr id="10" name="QA06-guard">
            <a:extLst>
              <a:ext uri="{FF2B5EF4-FFF2-40B4-BE49-F238E27FC236}">
                <ns2:creationId id="{B54AACA0-BAAE-49F0-AA71-125139E10FEA}"/>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앱 시작과 준비부터 후속 종료까지 전체 VIA를 관측한다. 공유 페이지는 한 번만 세며 개별 프로세스 피크를 더하지 않는다.</a:t>
            </a:r>
            <a:endParaRPr lang="ko-KR">
              <a:latin typeface="Calibri"/>
              <a:ea typeface="Calibri"/>
              <a:cs typeface="Calibri"/>
            </a:endParaRPr>
          </a:p>
        </p:txBody>
      </p:sp>
      <p:sp>
        <p:nvSpPr>
          <p:cNvPr id="11" name="QA06-dp">
            <a:extLst>
              <a:ext uri="{FF2B5EF4-FFF2-40B4-BE49-F238E27FC236}">
                <ns2:creationId id="{DD4177EB-D5BA-4E54-B0DA-2B33FBF42296}"/>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DP-42 가설: A는 하나의 Core를 사용해 별도 실행 공간과 전달 사본이 적다.</a:t>
            </a:r>
            <a:endParaRPr lang="ko-KR">
              <a:latin typeface="Calibri"/>
              <a:ea typeface="Calibri"/>
              <a:cs typeface="Calibri"/>
            </a:endParaRPr>
          </a:p>
        </p:txBody>
      </p:sp>
      <p:sp>
        <p:nvSpPr>
          <p:cNvPr id="12" name="QA06-scoring-title">
            <a:extLst>
              <a:ext uri="{FF2B5EF4-FFF2-40B4-BE49-F238E27FC236}">
                <ns2:creationId id="{BEC066D8-BB9C-4B3B-A8F4-5271DE901FB4}"/>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6-score">
            <a:extLst>
              <a:ext uri="{FF2B5EF4-FFF2-40B4-BE49-F238E27FC236}">
                <ns2:creationId id="{5D2D5AE8-76B2-450F-B4E0-86437489CA3C}"/>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(MB)</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M ≤ 256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256 &lt; M ≤ 307.2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307.2 &lt; M ≤ 358.4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358.4 &lt; M ≤ 409.6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409.6 &lt; M ≤ 460.8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460.8 &lt; M ≤ 512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M &gt; 512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6-band">
            <a:extLst>
              <a:ext uri="{FF2B5EF4-FFF2-40B4-BE49-F238E27FC236}">
                <ns2:creationId id="{A7F71F20-03F7-4F44-B4E6-8F853787B240}"/>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512 MB는 시스템 요구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256 MB는 예산의 절반</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(512 − 256) / 5 = 51.2 MB 간격</a:t>
            </a:r>
            <a:endParaRPr lang="ko-KR">
              <a:latin typeface="Calibri"/>
              <a:ea typeface="Calibri"/>
              <a:cs typeface="Calibri"/>
            </a:endParaRPr>
          </a:p>
        </p:txBody>
      </p:sp>
      <p:sp>
        <p:nvSpPr>
          <p:cNvPr id="15" name="QA06-source">
            <a:extLst>
              <a:ext uri="{FF2B5EF4-FFF2-40B4-BE49-F238E27FC236}">
                <ns2:creationId id="{9A529AD4-B337-48A8-9D81-209F515F05EC}"/>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SR-PC-MEM-01. 2026-10-15 사용자가 과제의 시스템 요구사항으로 지정. Windows 전체 RAM 계측은 검증 전이다.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QA06  최대 RAM 사용량</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46 / 49</a:t>
            </a:r>
            <a:endParaRPr lang="ko-KR">
              <a:latin typeface="Calibri"/>
              <a:ea typeface="Calibri"/>
              <a:cs typeface="Calibri"/>
            </a:endParaRPr>
          </a:p>
        </p:txBody>
      </p:sp>
    </p:spTree>
    <p:extLst>
      <p:ext uri="{BB962C8B-B14F-4D97-AF65-F5344CB8AC3E}">
        <p14:creationId val="616067733"/>
      </p:ext>
    </p:extLst>
  </p:cSld>
</p:sld>
</file>

<file path=ppt/slides/slide70.xml><?xml version="1.0" encoding="utf-8"?>
<p:sld xmlns:a="http://schemas.openxmlformats.org/drawingml/2006/main" xmlns:ns2="http://schemas.microsoft.com/office/drawing/2014/main" xmlns:p="http://schemas.openxmlformats.org/presentationml/2006/main" xmlns:p14="http://schemas.microsoft.com/office/powerpoint/2010/main">
  <p:cSld name="qa07-metric-v11">
    <p:bg>
      <p:bgPr>
        <a:solidFill>
          <a:srgbClr val="FFFFFF"/>
        </a:solidFill>
      </p:bgPr>
    </p:bg>
    <p:spTree>
      <p:nvGrpSpPr>
        <p:cNvPr id="2" name=""/>
        <p:cNvGrpSpPr/>
        <p:nvPr/>
      </p:nvGrpSpPr>
      <p:grpSpPr>
        <a:xfrm/>
      </p:grpSpPr>
      <p:graphicFrame>
        <p:nvGraphicFramePr>
          <p:cNvPr id="3" name="QA07-scenario">
            <a:extLst>
              <a:ext uri="{FF2B5EF4-FFF2-40B4-BE49-F238E27FC236}">
                <ns2:creationId id="{CABEC4DD-F16A-4A71-8E10-624C0FF29394}"/>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부하 추가 지연</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다른 업무의 사건을 함께 처리할 때 현재 사용자 요청의 첫 응답에 추가되는 지연을 작게 유지해야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부하 추가 지연 ≤ 200ms]</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S05/S11/S18/S19 / 부하 유무별 5회 / 평균 지연 증가분</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첫 응답 1,000ms − 단일 요청 처리 800ms = 간섭 예산 제안 200ms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7-rationale-label">
            <a:extLst>
              <a:ext uri="{FF2B5EF4-FFF2-40B4-BE49-F238E27FC236}">
                <ns2:creationId id="{5B8D1C0B-E21D-49CF-92E1-55D269AE66C2}"/>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7-rationale">
            <a:extLst>
              <a:ext uri="{FF2B5EF4-FFF2-40B4-BE49-F238E27FC236}">
                <ns2:creationId id="{BC4C6B6B-2DE2-4F96-AA85-9B08559262F8}"/>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첫 응답 1,000ms 중 단일 요청에 800ms를 배정한</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설계 예산에서 동시 업무 간섭에 200ms를 남긴다.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현재 대화에 추가된 지연을 QA01의 절대 지연과 구분해 진단한다.</a:t>
            </a:r>
            <a:endParaRPr lang="ko-KR">
              <a:latin typeface="Calibri"/>
              <a:ea typeface="Calibri"/>
              <a:cs typeface="Calibri"/>
            </a:endParaRPr>
          </a:p>
        </p:txBody>
      </p:sp>
      <p:sp>
        <p:nvSpPr>
          <p:cNvPr id="6" name="QA07-metric-label">
            <a:extLst>
              <a:ext uri="{FF2B5EF4-FFF2-40B4-BE49-F238E27FC236}">
                <ns2:creationId id="{F41173A3-638E-4A93-AFCC-0283ED2B9602}"/>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7-formula">
            <a:extLst>
              <a:ext uri="{FF2B5EF4-FFF2-40B4-BE49-F238E27FC236}">
                <ns2:creationId id="{A9158FA7-74C9-4A97-B0A8-AECB56349E11}"/>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x = 4개 사례의 max(0, 부하 평균 − 무부하 평균)의 평균</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S05/S11/S18/S19의 첫 요청 / 조건별 5회</a:t>
            </a:r>
            <a:endParaRPr lang="ko-KR">
              <a:latin typeface="Calibri"/>
              <a:ea typeface="Calibri"/>
              <a:cs typeface="Calibri"/>
            </a:endParaRPr>
          </a:p>
        </p:txBody>
      </p:sp>
      <p:graphicFrame>
        <p:nvGraphicFramePr>
          <p:cNvPr id="8" name="QA07-example">
            <a:extLst>
              <a:ext uri="{FF2B5EF4-FFF2-40B4-BE49-F238E27FC236}">
                <ns2:creationId id="{48DD5D9C-7938-4569-A71F-2530976DA079}"/>
              </a:ext>
            </a:extLst>
          </p:cNvPr>
          <p:cNvGraphicFramePr/>
          <p:nvPr/>
        </p:nvGraphicFramePr>
        <p:xfrm>
          <a:off x="523875" y="6372225"/>
          <a:ext cx="10572750" cy="1295400"/>
        </p:xfrm>
        <a:graphic>
          <a:graphicData uri="http://schemas.openxmlformats.org/drawingml/2006/table">
            <a:tbl>
              <a:tblPr/>
              <a:tblGrid>
                <a:gridCol w="4572000"/>
                <a:gridCol w="2952750"/>
                <a:gridCol w="30480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조건</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5회 평균</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차이</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무부하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defRPr lang="ko-KR">
                          <a:latin typeface="Calibri"/>
                          <a:ea typeface="Calibri"/>
                          <a:cs typeface="Calibri"/>
                        </a:defRPr>
                      </a:pPr>
                      <a:r>
                        <a:rPr sz="1800" b="0" lang="ko-KR">
                          <a:solidFill>
                            <a:srgbClr val="000000"/>
                          </a:solidFill>
                          <a:latin typeface="Calibri"/>
                          <a:ea typeface="Calibri"/>
                          <a:cs typeface="Calibri"/>
                        </a:rPr>
                        <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Agent 사건 동시 처리</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750ms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7-example-result">
            <a:extLst>
              <a:ext uri="{FF2B5EF4-FFF2-40B4-BE49-F238E27FC236}">
                <ns2:creationId id="{12C3F977-7D68-4F73-9A9D-988001A7B4C4}"/>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네 사례의 차이가 모두 150ms라면 x = 150ms = 2점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QA01의 절대 지연과 함께 확인하며 서로 상쇄하지 않는다.</a:t>
            </a:r>
            <a:endParaRPr lang="ko-KR">
              <a:latin typeface="Calibri"/>
              <a:ea typeface="Calibri"/>
              <a:cs typeface="Calibri"/>
            </a:endParaRPr>
          </a:p>
        </p:txBody>
      </p:sp>
      <p:sp>
        <p:nvSpPr>
          <p:cNvPr id="10" name="QA07-guard">
            <a:extLst>
              <a:ext uri="{FF2B5EF4-FFF2-40B4-BE49-F238E27FC236}">
                <ns2:creationId id="{DD81C3B0-83F8-4059-B580-6E4164DFCAA5}"/>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부하 조건의 미응답이나 BG 사건 유실은 0점이다. 무부하 기준도 실패하면 우열 판정 불가로 남긴다.</a:t>
            </a:r>
            <a:endParaRPr lang="ko-KR">
              <a:latin typeface="Calibri"/>
              <a:ea typeface="Calibri"/>
              <a:cs typeface="Calibri"/>
            </a:endParaRPr>
          </a:p>
        </p:txBody>
      </p:sp>
      <p:sp>
        <p:nvSpPr>
          <p:cNvPr id="11" name="QA07-dp">
            <a:extLst>
              <a:ext uri="{FF2B5EF4-FFF2-40B4-BE49-F238E27FC236}">
                <ns2:creationId id="{03C25808-FC27-4C8A-A231-34C3B3542BC9}"/>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DP-44 / DP-42: 양안 모두 비동기 처리가 가능하므로 현재는 동점을 예상한다.</a:t>
            </a:r>
            <a:endParaRPr lang="ko-KR">
              <a:latin typeface="Calibri"/>
              <a:ea typeface="Calibri"/>
              <a:cs typeface="Calibri"/>
            </a:endParaRPr>
          </a:p>
        </p:txBody>
      </p:sp>
      <p:sp>
        <p:nvSpPr>
          <p:cNvPr id="12" name="QA07-scoring-title">
            <a:extLst>
              <a:ext uri="{FF2B5EF4-FFF2-40B4-BE49-F238E27FC236}">
                <ns2:creationId id="{9CC9B28C-42EC-4396-9C8F-5650ACC7B30E}"/>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7-score">
            <a:extLst>
              <a:ext uri="{FF2B5EF4-FFF2-40B4-BE49-F238E27FC236}">
                <ns2:creationId id="{60FC29DE-622A-49EB-B29B-AB0A061AE3E2}"/>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(ms)</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x ≤ 25ms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25 &lt; x ≤ 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50 &lt; x ≤ 75ms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75 &lt; x ≤ 100ms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100 &lt; x ≤ 150ms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150 &lt; x ≤ 200ms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&gt; 200ms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7-band">
            <a:extLst>
              <a:ext uri="{FF2B5EF4-FFF2-40B4-BE49-F238E27FC236}">
                <ns2:creationId id="{398AA9A0-AF44-4796-A6B5-2842D23FD36A}"/>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200ms는 간섭 예산 제안</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200~100ms는 50ms 간격</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100ms 이하는 25ms 간격</a:t>
            </a:r>
            <a:endParaRPr lang="ko-KR">
              <a:latin typeface="Calibri"/>
              <a:ea typeface="Calibri"/>
              <a:cs typeface="Calibri"/>
            </a:endParaRPr>
          </a:p>
        </p:txBody>
      </p:sp>
      <p:sp>
        <p:nvSpPr>
          <p:cNvPr id="15" name="QA07-source">
            <a:extLst>
              <a:ext uri="{FF2B5EF4-FFF2-40B4-BE49-F238E27FC236}">
                <ns2:creationId id="{ED564CD3-2C1B-4248-BFFD-3AE48ED9E17B}"/>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근거: QA01에서 분리한 설계 예산 제안. 200ms는 외부 연구가 정한 보편적 임계값이 아니다.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QA07  부하 추가 지연</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47 / 49</a:t>
            </a:r>
            <a:endParaRPr lang="ko-KR">
              <a:latin typeface="Calibri"/>
              <a:ea typeface="Calibri"/>
              <a:cs typeface="Calibri"/>
            </a:endParaRPr>
          </a:p>
        </p:txBody>
      </p:sp>
    </p:spTree>
    <p:extLst>
      <p:ext uri="{BB962C8B-B14F-4D97-AF65-F5344CB8AC3E}">
        <p14:creationId val="1014099439"/>
      </p:ext>
    </p:extLst>
  </p:cSld>
</p:sld>
</file>

<file path=ppt/slides/slide71.xml><?xml version="1.0" encoding="utf-8"?>
<p:sld xmlns:a="http://schemas.openxmlformats.org/drawingml/2006/main" xmlns:ns2="http://schemas.microsoft.com/office/drawing/2014/main" xmlns:p="http://schemas.openxmlformats.org/presentationml/2006/main" xmlns:p14="http://schemas.microsoft.com/office/powerpoint/2010/main">
  <p:cSld name="qa08-metric-v11">
    <p:bg>
      <p:bgPr>
        <a:solidFill>
          <a:srgbClr val="FFFFFF"/>
        </a:solidFill>
      </p:bgPr>
    </p:bg>
    <p:spTree>
      <p:nvGrpSpPr>
        <p:cNvPr id="2" name=""/>
        <p:cNvGrpSpPr/>
        <p:nvPr/>
      </p:nvGrpSpPr>
      <p:grpSpPr>
        <a:xfrm/>
      </p:grpSpPr>
      <p:graphicFrame>
        <p:nvGraphicFramePr>
          <p:cNvPr id="3" name="QA08-scenario">
            <a:extLst>
              <a:ext uri="{FF2B5EF4-FFF2-40B4-BE49-F238E27FC236}">
                <ns2:creationId id="{608BE74A-6CD2-4666-8AA3-FB699129CD05}"/>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Maintainability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병행 수정 중복</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독립적인 두 기능 변경을 병행할 때 양쪽에서 함께 수정해야 하는 모듈의 범위를 작게 유지해야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[변경 쌍당 평균 공통 수정 모듈 수 ≤ 1개]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QA04의 같은 변경 6건으로 구성한 독립 6쌍 / 수정 모듈 교집합</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공통 계약 / 연결부의 조정을 변경 쌍당 평균 1개로 제한하는 협업 예산 제안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8-rationale-label">
            <a:extLst>
              <a:ext uri="{FF2B5EF4-FFF2-40B4-BE49-F238E27FC236}">
                <ns2:creationId id="{401AB7B2-D549-4033-BDBB-1EAFB5528BBF}"/>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8-rationale">
            <a:extLst>
              <a:ext uri="{FF2B5EF4-FFF2-40B4-BE49-F238E27FC236}">
                <ns2:creationId id="{967AE468-71DD-4D50-9B51-1B07F1CC4175}"/>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독립 변경을 병행할 때 공통 수정 영역을 평균 한 모듈 이내로</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제한하는 협업 예산이다. AI 코딩 병행 개발의 조율 부담을 다룬다.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QA04의 한 변경 범위와 달리 두 변경이 함께 수정하는 영역을 센다.</a:t>
            </a:r>
            <a:endParaRPr lang="ko-KR">
              <a:latin typeface="Calibri"/>
              <a:ea typeface="Calibri"/>
              <a:cs typeface="Calibri"/>
            </a:endParaRPr>
          </a:p>
        </p:txBody>
      </p:sp>
      <p:sp>
        <p:nvSpPr>
          <p:cNvPr id="6" name="QA08-metric-label">
            <a:extLst>
              <a:ext uri="{FF2B5EF4-FFF2-40B4-BE49-F238E27FC236}">
                <ns2:creationId id="{D08CC2E9-63D1-49C6-A7BC-DDC65DD5C11A}"/>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8-formula">
            <a:extLst>
              <a:ext uri="{FF2B5EF4-FFF2-40B4-BE49-F238E27FC236}">
                <ns2:creationId id="{84620FAA-711C-43B8-B855-F668F580B511}"/>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x = 6개 변경 쌍의 공통 수정 Rust 모듈 수 합계 / 6</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같은 시작 코드에서 독립한 두 변경의 모듈 집합 교집합</a:t>
            </a:r>
            <a:endParaRPr lang="ko-KR">
              <a:latin typeface="Calibri"/>
              <a:ea typeface="Calibri"/>
              <a:cs typeface="Calibri"/>
            </a:endParaRPr>
          </a:p>
        </p:txBody>
      </p:sp>
      <p:graphicFrame>
        <p:nvGraphicFramePr>
          <p:cNvPr id="8" name="QA08-example">
            <a:extLst>
              <a:ext uri="{FF2B5EF4-FFF2-40B4-BE49-F238E27FC236}">
                <ns2:creationId id="{5A34398C-1F75-4F28-AF9A-B1F780EC6016}"/>
              </a:ext>
            </a:extLst>
          </p:cNvPr>
          <p:cNvGraphicFramePr/>
          <p:nvPr/>
        </p:nvGraphicFramePr>
        <p:xfrm>
          <a:off x="523875" y="6372225"/>
          <a:ext cx="10572750" cy="857250"/>
        </p:xfrm>
        <a:graphic>
          <a:graphicData uri="http://schemas.openxmlformats.org/drawingml/2006/table">
            <a:tbl>
              <a:tblPr/>
              <a:tblGrid>
                <a:gridCol w="2286000"/>
                <a:gridCol w="1381125"/>
                <a:gridCol w="1381125"/>
                <a:gridCol w="1381125"/>
                <a:gridCol w="1381125"/>
                <a:gridCol w="1381125"/>
                <a:gridCol w="1381125"/>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변경 쌍</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공통 모듈 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8-example-result">
            <a:extLst>
              <a:ext uri="{FF2B5EF4-FFF2-40B4-BE49-F238E27FC236}">
                <ns2:creationId id="{5124FD26-CE1E-4B31-AC4A-9CB784A059B2}"/>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(1 + 0 + 1 + 0 + 0 + 1) / 6 = 0.5개 = 3점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실제 Git 충돌 횟수나 개발시간 절감률을 뜻하지 않는다.</a:t>
            </a:r>
            <a:endParaRPr lang="ko-KR">
              <a:latin typeface="Calibri"/>
              <a:ea typeface="Calibri"/>
              <a:cs typeface="Calibri"/>
            </a:endParaRPr>
          </a:p>
        </p:txBody>
      </p:sp>
      <p:sp>
        <p:nvSpPr>
          <p:cNvPr id="10" name="QA08-guard">
            <a:extLst>
              <a:ext uri="{FF2B5EF4-FFF2-40B4-BE49-F238E27FC236}">
                <ns2:creationId id="{35F7763E-0242-4E5E-8054-1A8B6086E853}"/>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QA04의 같은 C01~06으로 사전 지정한 6쌍을 평가한다. 변경 미완료를 공통 수정 0개로 세지 않는다.</a:t>
            </a:r>
            <a:endParaRPr lang="ko-KR">
              <a:latin typeface="Calibri"/>
              <a:ea typeface="Calibri"/>
              <a:cs typeface="Calibri"/>
            </a:endParaRPr>
          </a:p>
        </p:txBody>
      </p:sp>
      <p:sp>
        <p:nvSpPr>
          <p:cNvPr id="11" name="QA08-dp">
            <a:extLst>
              <a:ext uri="{FF2B5EF4-FFF2-40B4-BE49-F238E27FC236}">
                <ns2:creationId id="{0E827C94-8687-42CF-8B8E-546E61CFECCE}"/>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DP-45 가설: A는 요청별 가공을 모아 공통 생산과 조회의 동시 수정이 적다.</a:t>
            </a:r>
            <a:endParaRPr lang="ko-KR">
              <a:latin typeface="Calibri"/>
              <a:ea typeface="Calibri"/>
              <a:cs typeface="Calibri"/>
            </a:endParaRPr>
          </a:p>
        </p:txBody>
      </p:sp>
      <p:sp>
        <p:nvSpPr>
          <p:cNvPr id="12" name="QA08-scoring-title">
            <a:extLst>
              <a:ext uri="{FF2B5EF4-FFF2-40B4-BE49-F238E27FC236}">
                <ns2:creationId id="{A4544194-AB71-4134-A0C1-B9E95628B34F}"/>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8-score">
            <a:extLst>
              <a:ext uri="{FF2B5EF4-FFF2-40B4-BE49-F238E27FC236}">
                <ns2:creationId id="{07ABDEC7-679E-43C0-90B3-75FD60A47F76}"/>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(모듈)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 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&lt; x ≤ 1/6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1/6 &lt; x ≤ 2/6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2/6 &lt; x ≤ 3/6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3/6 &lt; x ≤ 4/6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4/6 &lt; x ≤ 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&gt; 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8-band">
            <a:extLst>
              <a:ext uri="{FF2B5EF4-FFF2-40B4-BE49-F238E27FC236}">
                <ns2:creationId id="{2651619D-4343-4E15-97CC-5686E46B728E}"/>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1개/쌍은 협업 예산 제안</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중복 0개는 6점</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6쌍의 계수 해상도인 1/6개로 구분</a:t>
            </a:r>
            <a:endParaRPr lang="ko-KR">
              <a:latin typeface="Calibri"/>
              <a:ea typeface="Calibri"/>
              <a:cs typeface="Calibri"/>
            </a:endParaRPr>
          </a:p>
        </p:txBody>
      </p:sp>
      <p:sp>
        <p:nvSpPr>
          <p:cNvPr id="15" name="QA08-source">
            <a:extLst>
              <a:ext uri="{FF2B5EF4-FFF2-40B4-BE49-F238E27FC236}">
                <ns2:creationId id="{5BAA8491-CC2E-4161-B446-A2F82FF554F0}"/>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근거: 사용자 제기 AI 코딩 병행 수정 부담과 Rust 모듈 정의. 평균 1개는 실제 팀 합의가 아닌 협업 예산 제안이다.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QA08  병행 수정 중복</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48 / 49</a:t>
            </a:r>
            <a:endParaRPr lang="ko-KR">
              <a:latin typeface="Calibri"/>
              <a:ea typeface="Calibri"/>
              <a:cs typeface="Calibri"/>
            </a:endParaRPr>
          </a:p>
        </p:txBody>
      </p:sp>
    </p:spTree>
    <p:extLst>
      <p:ext uri="{BB962C8B-B14F-4D97-AF65-F5344CB8AC3E}">
        <p14:creationId val="1953522904"/>
      </p:ext>
    </p:extLst>
  </p:cSld>
</p:sld>
</file>

<file path=ppt/slides/slide72.xml><?xml version="1.0" encoding="utf-8"?>
<p:sld xmlns:a="http://schemas.openxmlformats.org/drawingml/2006/main" xmlns:ns2="http://schemas.microsoft.com/office/drawing/2014/main" xmlns:p="http://schemas.openxmlformats.org/presentationml/2006/main" xmlns:p14="http://schemas.microsoft.com/office/powerpoint/2010/main">
  <p:cSld name="qa09-metric-v11">
    <p:bg>
      <p:bgPr>
        <a:solidFill>
          <a:srgbClr val="FFFFFF"/>
        </a:solidFill>
      </p:bgPr>
    </p:bg>
    <p:spTree>
      <p:nvGrpSpPr>
        <p:cNvPr id="2" name=""/>
        <p:cNvGrpSpPr/>
        <p:nvPr/>
      </p:nvGrpSpPr>
      <p:grpSpPr>
        <a:xfrm/>
      </p:grpSpPr>
      <p:graphicFrame>
        <p:nvGraphicFramePr>
          <p:cNvPr id="3" name="QA09-scenario">
            <a:extLst>
              <a:ext uri="{FF2B5EF4-FFF2-40B4-BE49-F238E27FC236}">
                <ns2:creationId id="{FE713704-7D9C-44C3-8FA2-711A21AFA31E}"/>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음성 전달 지연</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채택한 응답의 음성 요약을 사용자가 들을 수 있는 시간에 신속하게 전달해야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음성 전달 지연 ≤ 500ms]</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중 의무 음성 109건 × 5회 / 채택 → 실제 재생의 가능 시간</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요약 준비 200ms + 첫 음성 생성 200ms + 출력 100ms = 전달 예산 제안 500ms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9-rationale-label">
            <a:extLst>
              <a:ext uri="{FF2B5EF4-FFF2-40B4-BE49-F238E27FC236}">
                <ns2:creationId id="{F8B4FB5E-D4C7-40EE-8FEF-AE3BDC74A731}"/>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9-rationale">
            <a:extLst>
              <a:ext uri="{FF2B5EF4-FFF2-40B4-BE49-F238E27FC236}">
                <ns2:creationId id="{36F30697-B452-4652-8F32-A69933CE3E64}"/>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상세 텍스트를 먼저 보여주고 음성은 사용자가 들을 수 있을 때 전달한다.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요약 200ms + 첫 음성 생성 200ms + 출력 100ms</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합계 500ms를 추가 음성 전달의 설계 예산으로 둔다.</a:t>
            </a:r>
            <a:endParaRPr lang="ko-KR">
              <a:latin typeface="Calibri"/>
              <a:ea typeface="Calibri"/>
              <a:cs typeface="Calibri"/>
            </a:endParaRPr>
          </a:p>
        </p:txBody>
      </p:sp>
      <p:sp>
        <p:nvSpPr>
          <p:cNvPr id="6" name="QA09-metric-label">
            <a:extLst>
              <a:ext uri="{FF2B5EF4-FFF2-40B4-BE49-F238E27FC236}">
                <ns2:creationId id="{4DA81EFD-1360-444C-9914-347A8A811658}"/>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9-formula">
            <a:extLst>
              <a:ext uri="{FF2B5EF4-FFF2-40B4-BE49-F238E27FC236}">
                <ns2:creationId id="{8FFF22AE-9A75-47C1-BB1C-14F4071B52A4}"/>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x = 545개 음성의 재생 가능 시간 누적값 평균</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응답 내용 채택부터 실제 첫 요약 음성까지 관측</a:t>
            </a:r>
            <a:endParaRPr lang="ko-KR">
              <a:latin typeface="Calibri"/>
              <a:ea typeface="Calibri"/>
              <a:cs typeface="Calibri"/>
            </a:endParaRPr>
          </a:p>
        </p:txBody>
      </p:sp>
      <p:graphicFrame>
        <p:nvGraphicFramePr>
          <p:cNvPr id="8" name="QA09-example">
            <a:extLst>
              <a:ext uri="{FF2B5EF4-FFF2-40B4-BE49-F238E27FC236}">
                <ns2:creationId id="{7BB66FFF-827F-4FBB-8A52-5F57A841A86E}"/>
              </a:ext>
            </a:extLst>
          </p:cNvPr>
          <p:cNvGraphicFramePr/>
          <p:nvPr/>
        </p:nvGraphicFramePr>
        <p:xfrm>
          <a:off x="523875" y="6372225"/>
          <a:ext cx="10572750" cy="857250"/>
        </p:xfrm>
        <a:graphic>
          <a:graphicData uri="http://schemas.openxmlformats.org/drawingml/2006/table">
            <a:tbl>
              <a:tblPr/>
              <a:tblGrid>
                <a:gridCol w="1428750"/>
                <a:gridCol w="2286000"/>
                <a:gridCol w="2286000"/>
                <a:gridCol w="2286000"/>
                <a:gridCol w="22860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시각</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0.7초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0.8초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2.0초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2.3초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사건</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내용 채택</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텍스트 표시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사용자 발화 끝</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음성 시작</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9-example-result">
            <a:extLst>
              <a:ext uri="{FF2B5EF4-FFF2-40B4-BE49-F238E27FC236}">
                <ns2:creationId id="{A6FFD2A2-AC57-4981-BC11-D7BD61D42FAE}"/>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0.7~2.0초가 사용자 발화로 차단됐다면 이 사건은 300ms</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모든 사건의 평균도 300ms라면 3점</a:t>
            </a:r>
            <a:endParaRPr lang="ko-KR">
              <a:latin typeface="Calibri"/>
              <a:ea typeface="Calibri"/>
              <a:cs typeface="Calibri"/>
            </a:endParaRPr>
          </a:p>
        </p:txBody>
      </p:sp>
      <p:sp>
        <p:nvSpPr>
          <p:cNvPr id="10" name="QA09-guard">
            <a:extLst>
              <a:ext uri="{FF2B5EF4-FFF2-40B4-BE49-F238E27FC236}">
                <ns2:creationId id="{C1CCF08F-5D44-4AC8-B54D-304C12508304}"/>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사용자 발화와 앞선 음성의 차례 대기는 제외한다. 요약과 TTS 및 내부 대기는 포함하며 필수 음성 누락은 전체 0점이다.</a:t>
            </a:r>
            <a:endParaRPr lang="ko-KR">
              <a:latin typeface="Calibri"/>
              <a:ea typeface="Calibri"/>
              <a:cs typeface="Calibri"/>
            </a:endParaRPr>
          </a:p>
        </p:txBody>
      </p:sp>
      <p:sp>
        <p:nvSpPr>
          <p:cNvPr id="11" name="QA09-dp">
            <a:extLst>
              <a:ext uri="{FF2B5EF4-FFF2-40B4-BE49-F238E27FC236}">
                <ns2:creationId id="{AF3EA20B-7EFA-4F9E-A6B6-4487DE5A0267}"/>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 양안은 같은 음성 출력 경계를 사용한다. 현재는 차이보다 공통 검증 항목이다.</a:t>
            </a:r>
            <a:endParaRPr lang="ko-KR">
              <a:latin typeface="Calibri"/>
              <a:ea typeface="Calibri"/>
              <a:cs typeface="Calibri"/>
            </a:endParaRPr>
          </a:p>
        </p:txBody>
      </p:sp>
      <p:sp>
        <p:nvSpPr>
          <p:cNvPr id="12" name="QA09-scoring-title">
            <a:extLst>
              <a:ext uri="{FF2B5EF4-FFF2-40B4-BE49-F238E27FC236}">
                <ns2:creationId id="{81EF58B4-24D2-42F5-B525-FCBC861DC5AD}"/>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9-score">
            <a:extLst>
              <a:ext uri="{FF2B5EF4-FFF2-40B4-BE49-F238E27FC236}">
                <ns2:creationId id="{25970C85-92D9-4EA4-9EF3-B226588BF4B9}"/>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(ms)</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x ≤ 100ms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100 &lt; x ≤ 150ms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150 &lt; x ≤ 200ms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200 &lt; x ≤ 300ms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300 &lt; x ≤ 400ms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400 &lt; x ≤ 500ms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&gt; 500 또는 미출력</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9-band">
            <a:extLst>
              <a:ext uri="{FF2B5EF4-FFF2-40B4-BE49-F238E27FC236}">
                <ns2:creationId id="{BE2A6463-5493-4A8A-BF65-E8060817D993}"/>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500ms는 전달 예산 제안</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500~200ms는 100ms 간격</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200ms 이하는 50ms 간격</a:t>
            </a:r>
            <a:endParaRPr lang="ko-KR">
              <a:latin typeface="Calibri"/>
              <a:ea typeface="Calibri"/>
              <a:cs typeface="Calibri"/>
            </a:endParaRPr>
          </a:p>
        </p:txBody>
      </p:sp>
      <p:sp>
        <p:nvSpPr>
          <p:cNvPr id="15" name="QA09-source">
            <a:extLst>
              <a:ext uri="{FF2B5EF4-FFF2-40B4-BE49-F238E27FC236}">
                <ns2:creationId id="{DA696F7A-7C0C-4E7C-BCA8-9344155F0ED8}"/>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근거: 요약과 음성 생성 및 출력의 설계 예산 제안. 실제 소리 관측과 software proxy는 구별한다.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QA09  음성 전달 지연</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49 / 49</a:t>
            </a:r>
            <a:endParaRPr lang="ko-KR">
              <a:latin typeface="Calibri"/>
              <a:ea typeface="Calibri"/>
              <a:cs typeface="Calibri"/>
            </a:endParaRPr>
          </a:p>
        </p:txBody>
      </p:sp>
    </p:spTree>
    <p:extLst>
      <p:ext uri="{BB962C8B-B14F-4D97-AF65-F5344CB8AC3E}">
        <p14:creationId val="213773449"/>
      </p:ext>
    </p:extLst>
  </p:cSld>
</p:sld>
</file>

<file path=ppt/slides/slide7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1">
    <p:bg>
      <p:bgPr>
        <a:solidFill>
          <a:srgbClr val="FFFFFF"/>
        </a:solidFill>
      </p:bgPr>
    </p:bg>
    <p:spTree>
      <p:nvGrpSpPr>
        <p:cNvPr id="2" name=""/>
        <p:cNvGrpSpPr/>
        <p:nvPr/>
      </p:nvGrpSpPr>
      <p:grpSpPr>
        <a:xfrm/>
      </p:grpSpPr>
      <p:sp>
        <p:nvSpPr>
          <p:cNvPr id="3" name="heading-0">
            <a:extLst>
              <a:ext uri="{FF2B5EF4-FFF2-40B4-BE49-F238E27FC236}">
                <ns2:creationId id="{E94D6B73-2816-45B2-A4B3-BF8AF5D42055}"/>
              </a:ext>
            </a:extLst>
          </p:cNvPr>
          <p:cNvSpPr>
            <a:spLocks noGrp="1"/>
          </p:cNvSpPr>
          <p:nvPr/>
        </p:nvSpPr>
        <p:spPr>
          <a:xfrm>
            <a:off x="571500" y="1428750"/>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자연스러운 대화 경험 확보</a:t>
            </a:r>
            <a:endParaRPr lang="ko-KR">
              <a:latin typeface="Calibri"/>
              <a:ea typeface="Calibri"/>
              <a:cs typeface="Calibri"/>
            </a:endParaRPr>
          </a:p>
        </p:txBody>
      </p:sp>
      <p:sp>
        <p:nvSpPr>
          <p:cNvPr id="4" name="heading-1">
            <a:extLst>
              <a:ext uri="{FF2B5EF4-FFF2-40B4-BE49-F238E27FC236}">
                <ns2:creationId id="{5EABEBFC-83F7-4D00-877F-8CEC87A84C6B}"/>
              </a:ext>
            </a:extLst>
          </p:cNvPr>
          <p:cNvSpPr>
            <a:spLocks noGrp="1"/>
          </p:cNvSpPr>
          <p:nvPr/>
        </p:nvSpPr>
        <p:spPr>
          <a:xfrm>
            <a:off x="6381750" y="1428750"/>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사용자 맥락의 정확한 이해</a:t>
            </a:r>
            <a:endParaRPr lang="ko-KR">
              <a:latin typeface="Calibri"/>
              <a:ea typeface="Calibri"/>
              <a:cs typeface="Calibri"/>
            </a:endParaRPr>
          </a:p>
        </p:txBody>
      </p:sp>
      <p:sp>
        <p:nvSpPr>
          <p:cNvPr id="5" name="heading-2">
            <a:extLst>
              <a:ext uri="{FF2B5EF4-FFF2-40B4-BE49-F238E27FC236}">
                <ns2:creationId id="{CEE069C3-81F6-4E53-BC4D-2D12F5153B7A}"/>
              </a:ext>
            </a:extLst>
          </p:cNvPr>
          <p:cNvSpPr>
            <a:spLocks noGrp="1"/>
          </p:cNvSpPr>
          <p:nvPr/>
        </p:nvSpPr>
        <p:spPr>
          <a:xfrm>
            <a:off x="12192000" y="1428750"/>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지속적인 서비스 제공과 확장</a:t>
            </a:r>
            <a:endParaRPr lang="ko-KR">
              <a:latin typeface="Calibri"/>
              <a:ea typeface="Calibri"/>
              <a:cs typeface="Calibri"/>
            </a:endParaRPr>
          </a:p>
        </p:txBody>
      </p:sp>
      <p:sp>
        <p:nvSpPr>
          <p:cNvPr id="6" name="scene-subtitle-0">
            <a:extLst>
              <a:ext uri="{FF2B5EF4-FFF2-40B4-BE49-F238E27FC236}">
                <ns2:creationId id="{EA8256A9-DC7C-4637-84C6-F3EEA0DC807B}"/>
              </a:ext>
            </a:extLst>
          </p:cNvPr>
          <p:cNvSpPr>
            <a:spLocks noGrp="1"/>
          </p:cNvSpPr>
          <p:nvPr/>
        </p:nvSpPr>
        <p:spPr>
          <a:xfrm>
            <a:off x="666750" y="2219325"/>
            <a:ext cx="5334000" cy="381000"/>
          </a:xfrm>
          <a:prstGeom prst="rect">
            <a:avLst/>
          </a:prstGeom>
          <a:no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발화와 질문 및 결과의 중첩</a:t>
            </a:r>
            <a:endParaRPr lang="ko-KR">
              <a:latin typeface="Calibri"/>
              <a:ea typeface="Calibri"/>
              <a:cs typeface="Calibri"/>
            </a:endParaRPr>
          </a:p>
        </p:txBody>
      </p:sp>
      <p:sp>
        <p:nvSpPr>
          <p:cNvPr id="7" name="scene-subtitle-1">
            <a:extLst>
              <a:ext uri="{FF2B5EF4-FFF2-40B4-BE49-F238E27FC236}">
                <ns2:creationId id="{9EE5AE9B-5BFD-49C0-A476-6DD70F41C23F}"/>
              </a:ext>
            </a:extLst>
          </p:cNvPr>
          <p:cNvSpPr>
            <a:spLocks noGrp="1"/>
          </p:cNvSpPr>
          <p:nvPr/>
        </p:nvSpPr>
        <p:spPr>
          <a:xfrm>
            <a:off x="6477000" y="2219325"/>
            <a:ext cx="5334000" cy="381000"/>
          </a:xfrm>
          <a:prstGeom prst="rect">
            <a:avLst/>
          </a:prstGeom>
          <a:no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음성, 화면 지칭과 과거 근거의 결합</a:t>
            </a:r>
            <a:endParaRPr lang="ko-KR">
              <a:latin typeface="Calibri"/>
              <a:ea typeface="Calibri"/>
              <a:cs typeface="Calibri"/>
            </a:endParaRPr>
          </a:p>
        </p:txBody>
      </p:sp>
      <p:sp>
        <p:nvSpPr>
          <p:cNvPr id="8" name="scene-subtitle-2">
            <a:extLst>
              <a:ext uri="{FF2B5EF4-FFF2-40B4-BE49-F238E27FC236}">
                <ns2:creationId id="{EC6DA3B7-B40D-4091-84D7-FDC782D98492}"/>
              </a:ext>
            </a:extLst>
          </p:cNvPr>
          <p:cNvSpPr>
            <a:spLocks noGrp="1"/>
          </p:cNvSpPr>
          <p:nvPr/>
        </p:nvSpPr>
        <p:spPr>
          <a:xfrm>
            <a:off x="12287250" y="2219325"/>
            <a:ext cx="5334000" cy="381000"/>
          </a:xfrm>
          <a:prstGeom prst="rect">
            <a:avLst/>
          </a:prstGeom>
          <a:no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반복 처리, 기록 축적과 기술 변화</a:t>
            </a:r>
            <a:endParaRPr lang="ko-KR">
              <a:latin typeface="Calibri"/>
              <a:ea typeface="Calibri"/>
              <a:cs typeface="Calibri"/>
            </a:endParaRPr>
          </a:p>
        </p:txBody>
      </p:sp>
      <p:pic>
        <p:nvPicPr>
          <p:cNvPr id="9" name="">
            <a:extLst>
              <a:ext uri="{FF2B5EF4-FFF2-40B4-BE49-F238E27FC236}">
                <ns2:creationId id="{D91F27A7-A9A2-4574-A9D8-2F3405252D25}"/>
              </a:ext>
            </a:extLst>
          </p:cNvPr>
          <p:cNvPicPr>
            <a:picLocks noChangeAspect="1"/>
          </p:cNvPicPr>
          <p:nvPr/>
        </p:nvPicPr>
        <p:blipFill>
          <a:blip r:embed="R5ad7b6b1d0014537"/>
          <a:stretch/>
        </p:blipFill>
        <p:spPr>
          <a:xfrm>
            <a:off x="571500" y="2714625"/>
            <a:ext cx="17145000" cy="5715000"/>
          </a:xfrm>
          <a:prstGeom prst="rect">
            <a:avLst/>
          </a:prstGeom>
        </p:spPr>
      </p:pic>
      <p:sp>
        <p:nvSpPr>
          <p:cNvPr id="10" name="copy-0">
            <a:extLst>
              <a:ext uri="{FF2B5EF4-FFF2-40B4-BE49-F238E27FC236}">
                <ns2:creationId id="{6100D8E6-AF11-43CC-A66A-8E70777A4ACD}"/>
              </a:ext>
            </a:extLst>
          </p:cNvPr>
          <p:cNvSpPr>
            <a:spLocks noGrp="1"/>
          </p:cNvSpPr>
          <p:nvPr/>
        </p:nvSpPr>
        <p:spPr>
          <a:xfrm>
            <a:off x="714375" y="8658225"/>
            <a:ext cx="5238750" cy="1057275"/>
          </a:xfrm>
          <a:prstGeom prst="rect">
            <a:avLst/>
          </a:prstGeom>
          <a:noFill/>
          <a:ln w="0">
            <a:noFill/>
          </a:ln>
        </p:spPr>
        <p:txBody>
          <a:bodyPr wrap="none" lIns="0" tIns="0" rIns="0" bIns="0" anchor="ctr">
            <a:noAutofit/>
          </a:bodyPr>
          <a:lstStyle>
            <a:defPPr algn="ctr">
              <a:defRPr sz="2000" b="0" lang="ko-KR">
                <a:solidFill>
                  <a:srgbClr val="000000"/>
                </a:solidFill>
                <a:latin typeface="Calibri"/>
                <a:ea typeface="Calibri"/>
                <a:cs typeface="Calibri"/>
              </a:defRPr>
            </a:defP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끼어들기와 정정의 반영</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질문과 결과의 적절한 전달</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11" name="copy-1">
            <a:extLst>
              <a:ext uri="{FF2B5EF4-FFF2-40B4-BE49-F238E27FC236}">
                <ns2:creationId id="{E761A450-07EA-408E-8C9C-258DA1AEE736}"/>
              </a:ext>
            </a:extLst>
          </p:cNvPr>
          <p:cNvSpPr>
            <a:spLocks noGrp="1"/>
          </p:cNvSpPr>
          <p:nvPr/>
        </p:nvSpPr>
        <p:spPr>
          <a:xfrm>
            <a:off x="6524625" y="8658225"/>
            <a:ext cx="5238750" cy="1057275"/>
          </a:xfrm>
          <a:prstGeom prst="rect">
            <a:avLst/>
          </a:prstGeom>
          <a:noFill/>
          <a:ln w="0">
            <a:noFill/>
          </a:ln>
        </p:spPr>
        <p:txBody>
          <a:bodyPr wrap="none" lIns="0" tIns="0" rIns="0" bIns="0" anchor="ctr">
            <a:noAutofit/>
          </a:bodyPr>
          <a:lstStyle>
            <a:defPPr algn="ctr">
              <a:defRPr sz="2000" b="0" lang="ko-KR">
                <a:solidFill>
                  <a:srgbClr val="000000"/>
                </a:solidFill>
                <a:latin typeface="Calibri"/>
                <a:ea typeface="Calibri"/>
                <a:cs typeface="Calibri"/>
              </a:defRPr>
            </a:defP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발화와 당시 화면의 연결</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대화와 업무 이력 활용</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12" name="copy-2">
            <a:extLst>
              <a:ext uri="{FF2B5EF4-FFF2-40B4-BE49-F238E27FC236}">
                <ns2:creationId id="{78BAD342-B728-4F8F-B409-F0E9BB33C1D2}"/>
              </a:ext>
            </a:extLst>
          </p:cNvPr>
          <p:cNvSpPr>
            <a:spLocks noGrp="1"/>
          </p:cNvSpPr>
          <p:nvPr/>
        </p:nvSpPr>
        <p:spPr>
          <a:xfrm>
            <a:off x="12334875" y="8658225"/>
            <a:ext cx="5238750" cy="1057275"/>
          </a:xfrm>
          <a:prstGeom prst="rect">
            <a:avLst/>
          </a:prstGeom>
          <a:noFill/>
          <a:ln w="0">
            <a:noFill/>
          </a:ln>
        </p:spPr>
        <p:txBody>
          <a:bodyPr wrap="none" lIns="0" tIns="0" rIns="0" bIns="0" anchor="ctr">
            <a:noAutofit/>
          </a:bodyPr>
          <a:lstStyle>
            <a:defPPr algn="ctr">
              <a:defRPr sz="2000" b="0" lang="ko-KR">
                <a:solidFill>
                  <a:srgbClr val="000000"/>
                </a:solidFill>
                <a:latin typeface="Calibri"/>
                <a:ea typeface="Calibri"/>
                <a:cs typeface="Calibri"/>
              </a:defRPr>
            </a:defP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사용 비용 관리</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 기록과 대화 상태의 RAM 관리</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sp>
        <p:nvSpPr>
          <p:cNvPr id="13"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4"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 / 49   1안: 3열 장면형</a:t>
            </a:r>
            <a:endParaRPr lang="ko-KR">
              <a:latin typeface="Calibri"/>
              <a:ea typeface="Calibri"/>
              <a:cs typeface="Calibri"/>
            </a:endParaRPr>
          </a:p>
        </p:txBody>
      </p:sp>
    </p:spTree>
    <p:extLst>
      <p:ext uri="{BB962C8B-B14F-4D97-AF65-F5344CB8AC3E}">
        <p14:creationId val="780492577"/>
      </p:ext>
    </p:extLst>
  </p:cSld>
</p:sld>
</file>

<file path=ppt/slides/slide7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2">
    <p:bg>
      <p:bgPr>
        <a:solidFill>
          <a:srgbClr val="FFFFFF"/>
        </a:solidFill>
      </p:bgPr>
    </p:bg>
    <p:spTree>
      <p:nvGrpSpPr>
        <p:cNvPr id="2" name=""/>
        <p:cNvGrpSpPr/>
        <p:nvPr/>
      </p:nvGrpSpPr>
      <p:grpSpPr>
        <a:xfrm/>
      </p:grpSpPr>
      <p:sp>
        <p:nvSpPr>
          <p:cNvPr id="3" name="integrated-heading">
            <a:extLst>
              <a:ext uri="{FF2B5EF4-FFF2-40B4-BE49-F238E27FC236}">
                <ns2:creationId id="{9697C112-79B5-4FF3-8F6F-E6700C340CC0}"/>
              </a:ext>
            </a:extLst>
          </p:cNvPr>
          <p:cNvSpPr>
            <a:spLocks noGrp="1"/>
          </p:cNvSpPr>
          <p:nvPr/>
        </p:nvSpPr>
        <p:spPr>
          <a:xfrm>
            <a:off x="571500" y="1381125"/>
            <a:ext cx="17145000" cy="609600"/>
          </a:xfrm>
          <a:prstGeom prst="rect">
            <a:avLst/>
          </a:prstGeom>
          <a:noFill/>
          <a:ln w="0">
            <a:noFill/>
          </a:ln>
        </p:spPr>
        <p:txBody>
          <a:bodyPr wrap="none" lIns="0" tIns="0" rIns="0" bIns="0" anchor="ctr">
            <a:noAutofit/>
          </a:bodyPr>
          <a:lstStyle>
            <a:defPPr algn="l">
              <a:defRPr sz="2900" b="1" lang="ko-KR">
                <a:solidFill>
                  <a:srgbClr val="000000"/>
                </a:solidFill>
                <a:latin typeface="Calibri"/>
                <a:ea typeface="Calibri"/>
                <a:cs typeface="Calibri"/>
              </a:defRPr>
            </a:defP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지속 대화, 맥락 이해와 효율적인 운영의 동시 확보</a:t>
            </a:r>
            <a:endParaRPr lang="ko-KR">
              <a:latin typeface="Calibri"/>
              <a:ea typeface="Calibri"/>
              <a:cs typeface="Calibri"/>
            </a:endParaRPr>
          </a:p>
        </p:txBody>
      </p:sp>
      <p:sp>
        <p:nvSpPr>
          <p:cNvPr id="4" name="role-user">
            <a:extLst>
              <a:ext uri="{FF2B5EF4-FFF2-40B4-BE49-F238E27FC236}">
                <ns2:creationId id="{FC712010-592E-4F5D-B0D0-E11439529E4E}"/>
              </a:ext>
            </a:extLst>
          </p:cNvPr>
          <p:cNvSpPr>
            <a:spLocks noGrp="1"/>
          </p:cNvSpPr>
          <p:nvPr/>
        </p:nvSpPr>
        <p:spPr>
          <a:xfrm>
            <a:off x="857250" y="2171700"/>
            <a:ext cx="2857500" cy="38100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a:t>
            </a:r>
            <a:endParaRPr lang="ko-KR">
              <a:latin typeface="Calibri"/>
              <a:ea typeface="Calibri"/>
              <a:cs typeface="Calibri"/>
            </a:endParaRPr>
          </a:p>
        </p:txBody>
      </p:sp>
      <p:sp>
        <p:nvSpPr>
          <p:cNvPr id="5" name="role-via">
            <a:extLst>
              <a:ext uri="{FF2B5EF4-FFF2-40B4-BE49-F238E27FC236}">
                <ns2:creationId id="{85BC4C42-0F71-4867-B8F1-AF3F289205D4}"/>
              </a:ext>
            </a:extLst>
          </p:cNvPr>
          <p:cNvSpPr>
            <a:spLocks noGrp="1"/>
          </p:cNvSpPr>
          <p:nvPr/>
        </p:nvSpPr>
        <p:spPr>
          <a:xfrm>
            <a:off x="8096250" y="2171700"/>
            <a:ext cx="4286250" cy="381000"/>
          </a:xfrm>
          <a:prstGeom prst="rect">
            <a:avLst/>
          </a:prstGeom>
          <a:noFill/>
          <a:ln w="0">
            <a:noFill/>
          </a:ln>
        </p:spPr>
        <p:txBody>
          <a:bodyPr wrap="none" lIns="0" tIns="0" rIns="0" bIns="0" anchor="ctr">
            <a:noAutofit/>
          </a:bodyPr>
          <a:lstStyle>
            <a:defPPr algn="ctr">
              <a:defRPr sz="2100" b="1" lang="ko-KR">
                <a:solidFill>
                  <a:srgbClr val="000000"/>
                </a:solidFill>
                <a:latin typeface="Calibri"/>
                <a:ea typeface="Calibri"/>
                <a:cs typeface="Calibri"/>
              </a:defRPr>
            </a:defP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VIA 사용자 접점</a:t>
            </a:r>
            <a:endParaRPr lang="ko-KR">
              <a:latin typeface="Calibri"/>
              <a:ea typeface="Calibri"/>
              <a:cs typeface="Calibri"/>
            </a:endParaRPr>
          </a:p>
        </p:txBody>
      </p:sp>
      <p:sp>
        <p:nvSpPr>
          <p:cNvPr id="6" name="role-agents">
            <a:extLst>
              <a:ext uri="{FF2B5EF4-FFF2-40B4-BE49-F238E27FC236}">
                <ns2:creationId id="{65479464-32CA-4264-A8D3-70A9375A8129}"/>
              </a:ext>
            </a:extLst>
          </p:cNvPr>
          <p:cNvSpPr>
            <a:spLocks noGrp="1"/>
          </p:cNvSpPr>
          <p:nvPr/>
        </p:nvSpPr>
        <p:spPr>
          <a:xfrm>
            <a:off x="14573250" y="2171700"/>
            <a:ext cx="3143250" cy="381000"/>
          </a:xfrm>
          <a:prstGeom prst="rect">
            <a:avLst/>
          </a:prstGeom>
          <a:noFill/>
          <a:ln w="0">
            <a:noFill/>
          </a:ln>
        </p:spPr>
        <p:txBody>
          <a:bodyPr wrap="none" lIns="0" tIns="0" rIns="0" bIns="0" anchor="ctr">
            <a:noAutofit/>
          </a:bodyPr>
          <a:lstStyle>
            <a:defPPr algn="r">
              <a:defRPr sz="2100" b="1" lang="ko-KR">
                <a:solidFill>
                  <a:srgbClr val="000000"/>
                </a:solidFill>
                <a:latin typeface="Calibri"/>
                <a:ea typeface="Calibri"/>
                <a:cs typeface="Calibri"/>
              </a:defRPr>
            </a:defPPr>
          </a:lstStyle>
          <a:p>
            <a:pPr algn="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Downstream Agent</a:t>
            </a:r>
            <a:endParaRPr lang="ko-KR">
              <a:latin typeface="Calibri"/>
              <a:ea typeface="Calibri"/>
              <a:cs typeface="Calibri"/>
            </a:endParaRPr>
          </a:p>
        </p:txBody>
      </p:sp>
      <p:pic>
        <p:nvPicPr>
          <p:cNvPr id="7" name="">
            <a:extLst>
              <a:ext uri="{FF2B5EF4-FFF2-40B4-BE49-F238E27FC236}">
                <ns2:creationId id="{B474A327-EEE4-4E81-A47A-D2DA70C93E2D}"/>
              </a:ext>
            </a:extLst>
          </p:cNvPr>
          <p:cNvPicPr>
            <a:picLocks noChangeAspect="1"/>
          </p:cNvPicPr>
          <p:nvPr/>
        </p:nvPicPr>
        <p:blipFill>
          <a:blip r:embed="Rc16be49d543649d9"/>
          <a:stretch/>
        </p:blipFill>
        <p:spPr>
          <a:xfrm>
            <a:off x="571500" y="2667000"/>
            <a:ext cx="17145000" cy="5715000"/>
          </a:xfrm>
          <a:prstGeom prst="rect">
            <a:avLst/>
          </a:prstGeom>
        </p:spPr>
      </p:pic>
      <p:sp>
        <p:nvSpPr>
          <p:cNvPr id="8" name="heading-0">
            <a:extLst>
              <a:ext uri="{FF2B5EF4-FFF2-40B4-BE49-F238E27FC236}">
                <ns2:creationId id="{84C2A2E7-D1A4-48D4-8EA9-0BB565A48941}"/>
              </a:ext>
            </a:extLst>
          </p:cNvPr>
          <p:cNvSpPr>
            <a:spLocks noGrp="1"/>
          </p:cNvSpPr>
          <p:nvPr/>
        </p:nvSpPr>
        <p:spPr>
          <a:xfrm>
            <a:off x="714375" y="8572500"/>
            <a:ext cx="5238750" cy="4000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자연스러운 대화 경험 확보</a:t>
            </a:r>
            <a:endParaRPr lang="ko-KR">
              <a:latin typeface="Calibri"/>
              <a:ea typeface="Calibri"/>
              <a:cs typeface="Calibri"/>
            </a:endParaRPr>
          </a:p>
        </p:txBody>
      </p:sp>
      <p:sp>
        <p:nvSpPr>
          <p:cNvPr id="9" name="copy-0">
            <a:extLst>
              <a:ext uri="{FF2B5EF4-FFF2-40B4-BE49-F238E27FC236}">
                <ns2:creationId id="{91E1D8C7-AA0A-4B3A-87E5-C2114CB00554}"/>
              </a:ext>
            </a:extLst>
          </p:cNvPr>
          <p:cNvSpPr>
            <a:spLocks noGrp="1"/>
          </p:cNvSpPr>
          <p:nvPr/>
        </p:nvSpPr>
        <p:spPr>
          <a:xfrm>
            <a:off x="714375" y="9077325"/>
            <a:ext cx="5238750" cy="71437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끼어들기와 정정의 반영</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10" name="heading-1">
            <a:extLst>
              <a:ext uri="{FF2B5EF4-FFF2-40B4-BE49-F238E27FC236}">
                <ns2:creationId id="{B7191495-A385-4B09-B0C3-394B9CE76591}"/>
              </a:ext>
            </a:extLst>
          </p:cNvPr>
          <p:cNvSpPr>
            <a:spLocks noGrp="1"/>
          </p:cNvSpPr>
          <p:nvPr/>
        </p:nvSpPr>
        <p:spPr>
          <a:xfrm>
            <a:off x="6524625" y="8572500"/>
            <a:ext cx="5238750" cy="4000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 맥락의 정확한 이해</a:t>
            </a:r>
            <a:endParaRPr lang="ko-KR">
              <a:latin typeface="Calibri"/>
              <a:ea typeface="Calibri"/>
              <a:cs typeface="Calibri"/>
            </a:endParaRPr>
          </a:p>
        </p:txBody>
      </p:sp>
      <p:sp>
        <p:nvSpPr>
          <p:cNvPr id="11" name="copy-1">
            <a:extLst>
              <a:ext uri="{FF2B5EF4-FFF2-40B4-BE49-F238E27FC236}">
                <ns2:creationId id="{95F2EDD9-D394-4988-B9F8-8EC62C35F55E}"/>
              </a:ext>
            </a:extLst>
          </p:cNvPr>
          <p:cNvSpPr>
            <a:spLocks noGrp="1"/>
          </p:cNvSpPr>
          <p:nvPr/>
        </p:nvSpPr>
        <p:spPr>
          <a:xfrm>
            <a:off x="6524625" y="9077325"/>
            <a:ext cx="5238750" cy="71437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발화, 화면과 과거 이력의 연결</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12" name="heading-2">
            <a:extLst>
              <a:ext uri="{FF2B5EF4-FFF2-40B4-BE49-F238E27FC236}">
                <ns2:creationId id="{4F15C35D-F09E-4D47-B26D-10A23EEE5DCC}"/>
              </a:ext>
            </a:extLst>
          </p:cNvPr>
          <p:cNvSpPr>
            <a:spLocks noGrp="1"/>
          </p:cNvSpPr>
          <p:nvPr/>
        </p:nvSpPr>
        <p:spPr>
          <a:xfrm>
            <a:off x="12334875" y="8572500"/>
            <a:ext cx="5238750" cy="4000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지속적인 서비스 제공과 확장</a:t>
            </a:r>
            <a:endParaRPr lang="ko-KR">
              <a:latin typeface="Calibri"/>
              <a:ea typeface="Calibri"/>
              <a:cs typeface="Calibri"/>
            </a:endParaRPr>
          </a:p>
        </p:txBody>
      </p:sp>
      <p:sp>
        <p:nvSpPr>
          <p:cNvPr id="13" name="copy-2">
            <a:extLst>
              <a:ext uri="{FF2B5EF4-FFF2-40B4-BE49-F238E27FC236}">
                <ns2:creationId id="{434EE193-7979-4C80-84DC-EB498374B155}"/>
              </a:ext>
            </a:extLst>
          </p:cNvPr>
          <p:cNvSpPr>
            <a:spLocks noGrp="1"/>
          </p:cNvSpPr>
          <p:nvPr/>
        </p:nvSpPr>
        <p:spPr>
          <a:xfrm>
            <a:off x="12334875" y="9077325"/>
            <a:ext cx="5238750" cy="71437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비용과 RAM 사용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sp>
        <p:nvSpPr>
          <p:cNvPr id="14"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5"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 / 49   2안: PC 중심 통합형</a:t>
            </a:r>
            <a:endParaRPr lang="ko-KR">
              <a:latin typeface="Calibri"/>
              <a:ea typeface="Calibri"/>
              <a:cs typeface="Calibri"/>
            </a:endParaRPr>
          </a:p>
        </p:txBody>
      </p:sp>
    </p:spTree>
    <p:extLst>
      <p:ext uri="{BB962C8B-B14F-4D97-AF65-F5344CB8AC3E}">
        <p14:creationId val="1990056037"/>
      </p:ext>
    </p:extLst>
  </p:cSld>
</p:sld>
</file>

<file path=ppt/slides/slide7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3">
    <p:bg>
      <p:bgPr>
        <a:solidFill>
          <a:srgbClr val="FFFFFF"/>
        </a:solidFill>
      </p:bgPr>
    </p:bg>
    <p:spTree>
      <p:nvGrpSpPr>
        <p:cNvPr id="2" name=""/>
        <p:cNvGrpSpPr/>
        <p:nvPr/>
      </p:nvGrpSpPr>
      <p:grpSpPr>
        <a:xfrm/>
      </p:grpSpPr>
      <p:pic>
        <p:nvPicPr>
          <p:cNvPr id="3" name="">
            <a:extLst>
              <a:ext uri="{FF2B5EF4-FFF2-40B4-BE49-F238E27FC236}">
                <ns2:creationId id="{CC00EED5-6153-4821-A3B3-5AA6ADB4FE46}"/>
              </a:ext>
            </a:extLst>
          </p:cNvPr>
          <p:cNvPicPr>
            <a:picLocks noChangeAspect="1"/>
          </p:cNvPicPr>
          <p:nvPr/>
        </p:nvPicPr>
        <p:blipFill>
          <a:blip r:embed="R7df22c637c034867"/>
          <a:stretch/>
        </p:blipFill>
        <p:spPr>
          <a:xfrm>
            <a:off x="571500" y="1619250"/>
            <a:ext cx="11858625" cy="7905750"/>
          </a:xfrm>
          <a:prstGeom prst="rect">
            <a:avLst/>
          </a:prstGeom>
        </p:spPr>
      </p:pic>
      <p:sp>
        <p:nvSpPr>
          <p:cNvPr id="4" name="column-divider">
            <a:extLst>
              <a:ext uri="{FF2B5EF4-FFF2-40B4-BE49-F238E27FC236}">
                <ns2:creationId id="{3D0A6C02-5A90-4DBC-99B8-FD4A75D559DE}"/>
              </a:ext>
            </a:extLst>
          </p:cNvPr>
          <p:cNvSpPr>
            <a:spLocks noGrp="1"/>
          </p:cNvSpPr>
          <p:nvPr/>
        </p:nvSpPr>
        <p:spPr>
          <a:xfrm>
            <a:off x="12687300" y="1714500"/>
            <a:ext cx="19050" cy="7810500"/>
          </a:xfrm>
          <a:prstGeom prst="rect">
            <a:avLst/>
          </a:prstGeom>
          <a:solidFill>
            <a:srgbClr val="D4DBE4"/>
          </a:solidFill>
          <a:ln w="0">
            <a:noFill/>
          </a:ln>
        </p:spPr>
      </p:sp>
      <p:sp>
        <p:nvSpPr>
          <p:cNvPr id="5" name="heading-0">
            <a:extLst>
              <a:ext uri="{FF2B5EF4-FFF2-40B4-BE49-F238E27FC236}">
                <ns2:creationId id="{1179B3E0-7B17-4A3D-A1E7-4FC43EB18CA8}"/>
              </a:ext>
            </a:extLst>
          </p:cNvPr>
          <p:cNvSpPr>
            <a:spLocks noGrp="1"/>
          </p:cNvSpPr>
          <p:nvPr/>
        </p:nvSpPr>
        <p:spPr>
          <a:xfrm>
            <a:off x="13049250" y="1885950"/>
            <a:ext cx="4667250" cy="72390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자연스러운</a:t>
            </a:r>
            <a:endParaRPr lang="ko-KR">
              <a:latin typeface="Calibri"/>
              <a:ea typeface="Calibri"/>
              <a:cs typeface="Calibri"/>
            </a:endParaRPr>
          </a:p>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 경험 확보</a:t>
            </a:r>
            <a:endParaRPr lang="ko-KR">
              <a:latin typeface="Calibri"/>
              <a:ea typeface="Calibri"/>
              <a:cs typeface="Calibri"/>
            </a:endParaRPr>
          </a:p>
        </p:txBody>
      </p:sp>
      <p:sp>
        <p:nvSpPr>
          <p:cNvPr id="6" name="copy-0">
            <a:extLst>
              <a:ext uri="{FF2B5EF4-FFF2-40B4-BE49-F238E27FC236}">
                <ns2:creationId id="{0873B001-1CD4-4F07-891E-D49F7A807B26}"/>
              </a:ext>
            </a:extLst>
          </p:cNvPr>
          <p:cNvSpPr>
            <a:spLocks noGrp="1"/>
          </p:cNvSpPr>
          <p:nvPr/>
        </p:nvSpPr>
        <p:spPr>
          <a:xfrm>
            <a:off x="13049250" y="2809875"/>
            <a:ext cx="4667250" cy="1085850"/>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끼어들기와 정정의 반영</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질문과 결과의 적절한 전달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7" name="heading-1">
            <a:extLst>
              <a:ext uri="{FF2B5EF4-FFF2-40B4-BE49-F238E27FC236}">
                <ns2:creationId id="{9EBF4E61-1DED-49C5-BB0D-9EF5C897DEBA}"/>
              </a:ext>
            </a:extLst>
          </p:cNvPr>
          <p:cNvSpPr>
            <a:spLocks noGrp="1"/>
          </p:cNvSpPr>
          <p:nvPr/>
        </p:nvSpPr>
        <p:spPr>
          <a:xfrm>
            <a:off x="13049250" y="4533900"/>
            <a:ext cx="4667250" cy="72390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사용자 맥락의</a:t>
            </a:r>
            <a:endParaRPr lang="ko-KR">
              <a:latin typeface="Calibri"/>
              <a:ea typeface="Calibri"/>
              <a:cs typeface="Calibri"/>
            </a:endParaRPr>
          </a:p>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정확한 이해</a:t>
            </a:r>
            <a:endParaRPr lang="ko-KR">
              <a:latin typeface="Calibri"/>
              <a:ea typeface="Calibri"/>
              <a:cs typeface="Calibri"/>
            </a:endParaRPr>
          </a:p>
        </p:txBody>
      </p:sp>
      <p:sp>
        <p:nvSpPr>
          <p:cNvPr id="8" name="copy-1">
            <a:extLst>
              <a:ext uri="{FF2B5EF4-FFF2-40B4-BE49-F238E27FC236}">
                <ns2:creationId id="{22160136-F88F-4476-A874-364FC04097FD}"/>
              </a:ext>
            </a:extLst>
          </p:cNvPr>
          <p:cNvSpPr>
            <a:spLocks noGrp="1"/>
          </p:cNvSpPr>
          <p:nvPr/>
        </p:nvSpPr>
        <p:spPr>
          <a:xfrm>
            <a:off x="13049250" y="5457825"/>
            <a:ext cx="4667250" cy="1085850"/>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발화와 당시 화면의 연결</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대화와 업무 이력 활용</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9" name="heading-2">
            <a:extLst>
              <a:ext uri="{FF2B5EF4-FFF2-40B4-BE49-F238E27FC236}">
                <ns2:creationId id="{69145AB1-C154-4224-8E2A-FA4313DF64B8}"/>
              </a:ext>
            </a:extLst>
          </p:cNvPr>
          <p:cNvSpPr>
            <a:spLocks noGrp="1"/>
          </p:cNvSpPr>
          <p:nvPr/>
        </p:nvSpPr>
        <p:spPr>
          <a:xfrm>
            <a:off x="13049250" y="7181850"/>
            <a:ext cx="4667250" cy="72390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지속적인 서비스</a:t>
            </a:r>
            <a:endParaRPr lang="ko-KR">
              <a:latin typeface="Calibri"/>
              <a:ea typeface="Calibri"/>
              <a:cs typeface="Calibri"/>
            </a:endParaRPr>
          </a:p>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제공과 확장</a:t>
            </a:r>
            <a:endParaRPr lang="ko-KR">
              <a:latin typeface="Calibri"/>
              <a:ea typeface="Calibri"/>
              <a:cs typeface="Calibri"/>
            </a:endParaRPr>
          </a:p>
        </p:txBody>
      </p:sp>
      <p:sp>
        <p:nvSpPr>
          <p:cNvPr id="10" name="copy-2">
            <a:extLst>
              <a:ext uri="{FF2B5EF4-FFF2-40B4-BE49-F238E27FC236}">
                <ns2:creationId id="{252C08D6-EBCC-4CF6-B6C8-A43E4303DEA9}"/>
              </a:ext>
            </a:extLst>
          </p:cNvPr>
          <p:cNvSpPr>
            <a:spLocks noGrp="1"/>
          </p:cNvSpPr>
          <p:nvPr/>
        </p:nvSpPr>
        <p:spPr>
          <a:xfrm>
            <a:off x="13049250" y="8105775"/>
            <a:ext cx="4667250" cy="1085850"/>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사용 비용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 기록과 대화 상태의 RAM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sp>
        <p:nvSpPr>
          <p:cNvPr id="11"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2"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3"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4"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5"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6"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7"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8"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 / 49   3안: 가로 3단형</a:t>
            </a:r>
            <a:endParaRPr lang="ko-KR">
              <a:latin typeface="Calibri"/>
              <a:ea typeface="Calibri"/>
              <a:cs typeface="Calibri"/>
            </a:endParaRPr>
          </a:p>
        </p:txBody>
      </p:sp>
    </p:spTree>
    <p:extLst>
      <p:ext uri="{BB962C8B-B14F-4D97-AF65-F5344CB8AC3E}">
        <p14:creationId val="1911138898"/>
      </p:ext>
    </p:extLst>
  </p:cSld>
</p:sld>
</file>

<file path=ppt/slides/slide7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4">
    <p:bg>
      <p:bgPr>
        <a:solidFill>
          <a:srgbClr val="FFFFFF"/>
        </a:solidFill>
      </p:bgPr>
    </p:bg>
    <p:spTree>
      <p:nvGrpSpPr>
        <p:cNvPr id="2" name=""/>
        <p:cNvGrpSpPr/>
        <p:nvPr/>
      </p:nvGrpSpPr>
      <p:grpSpPr>
        <a:xfrm/>
      </p:grpSpPr>
      <p:sp>
        <p:nvSpPr>
          <p:cNvPr id="3" name="heading-0">
            <a:extLst>
              <a:ext uri="{FF2B5EF4-FFF2-40B4-BE49-F238E27FC236}">
                <ns2:creationId id="{46A6DCB8-3B4F-4DC5-ACF0-06CAB8DF114E}"/>
              </a:ext>
            </a:extLst>
          </p:cNvPr>
          <p:cNvSpPr>
            <a:spLocks noGrp="1"/>
          </p:cNvSpPr>
          <p:nvPr/>
        </p:nvSpPr>
        <p:spPr>
          <a:xfrm>
            <a:off x="571500" y="1381125"/>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자연스러운 대화 경험 확보</a:t>
            </a:r>
            <a:endParaRPr lang="ko-KR">
              <a:latin typeface="Calibri"/>
              <a:ea typeface="Calibri"/>
              <a:cs typeface="Calibri"/>
            </a:endParaRPr>
          </a:p>
        </p:txBody>
      </p:sp>
      <p:sp>
        <p:nvSpPr>
          <p:cNvPr id="4" name="copy-0">
            <a:extLst>
              <a:ext uri="{FF2B5EF4-FFF2-40B4-BE49-F238E27FC236}">
                <ns2:creationId id="{5E59A2C9-8CEB-4F83-A484-307870D89514}"/>
              </a:ext>
            </a:extLst>
          </p:cNvPr>
          <p:cNvSpPr>
            <a:spLocks noGrp="1"/>
          </p:cNvSpPr>
          <p:nvPr/>
        </p:nvSpPr>
        <p:spPr>
          <a:xfrm>
            <a:off x="714375" y="2095500"/>
            <a:ext cx="5238750" cy="657225"/>
          </a:xfrm>
          <a:prstGeom prst="rect">
            <a:avLst/>
          </a:prstGeom>
          <a:noFill/>
          <a:ln w="0">
            <a:noFill/>
          </a:ln>
        </p:spPr>
        <p:txBody>
          <a:bodyPr wrap="none" lIns="0" tIns="0" rIns="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끼어들기와 정정의 반영</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5" name="heading-1">
            <a:extLst>
              <a:ext uri="{FF2B5EF4-FFF2-40B4-BE49-F238E27FC236}">
                <ns2:creationId id="{17576F92-7244-42E1-B09D-DAD57C4D6F62}"/>
              </a:ext>
            </a:extLst>
          </p:cNvPr>
          <p:cNvSpPr>
            <a:spLocks noGrp="1"/>
          </p:cNvSpPr>
          <p:nvPr/>
        </p:nvSpPr>
        <p:spPr>
          <a:xfrm>
            <a:off x="6381750" y="1381125"/>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사용자 맥락의 정확한 이해</a:t>
            </a:r>
            <a:endParaRPr lang="ko-KR">
              <a:latin typeface="Calibri"/>
              <a:ea typeface="Calibri"/>
              <a:cs typeface="Calibri"/>
            </a:endParaRPr>
          </a:p>
        </p:txBody>
      </p:sp>
      <p:sp>
        <p:nvSpPr>
          <p:cNvPr id="6" name="copy-1">
            <a:extLst>
              <a:ext uri="{FF2B5EF4-FFF2-40B4-BE49-F238E27FC236}">
                <ns2:creationId id="{0FDF0813-DC50-4766-8A76-BB862F6F7225}"/>
              </a:ext>
            </a:extLst>
          </p:cNvPr>
          <p:cNvSpPr>
            <a:spLocks noGrp="1"/>
          </p:cNvSpPr>
          <p:nvPr/>
        </p:nvSpPr>
        <p:spPr>
          <a:xfrm>
            <a:off x="6524625" y="2095500"/>
            <a:ext cx="5238750" cy="657225"/>
          </a:xfrm>
          <a:prstGeom prst="rect">
            <a:avLst/>
          </a:prstGeom>
          <a:noFill/>
          <a:ln w="0">
            <a:noFill/>
          </a:ln>
        </p:spPr>
        <p:txBody>
          <a:bodyPr wrap="none" lIns="0" tIns="0" rIns="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발화, 화면과 과거 이력의 연결</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7" name="heading-2">
            <a:extLst>
              <a:ext uri="{FF2B5EF4-FFF2-40B4-BE49-F238E27FC236}">
                <ns2:creationId id="{A2C0AEEA-B059-4A5A-8D75-02EB2DD608FA}"/>
              </a:ext>
            </a:extLst>
          </p:cNvPr>
          <p:cNvSpPr>
            <a:spLocks noGrp="1"/>
          </p:cNvSpPr>
          <p:nvPr/>
        </p:nvSpPr>
        <p:spPr>
          <a:xfrm>
            <a:off x="12192000" y="1381125"/>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지속적인 서비스 제공과 확장</a:t>
            </a:r>
            <a:endParaRPr lang="ko-KR">
              <a:latin typeface="Calibri"/>
              <a:ea typeface="Calibri"/>
              <a:cs typeface="Calibri"/>
            </a:endParaRPr>
          </a:p>
        </p:txBody>
      </p:sp>
      <p:sp>
        <p:nvSpPr>
          <p:cNvPr id="8" name="copy-2">
            <a:extLst>
              <a:ext uri="{FF2B5EF4-FFF2-40B4-BE49-F238E27FC236}">
                <ns2:creationId id="{8852C564-FD63-40CF-9E6F-59F0875F9386}"/>
              </a:ext>
            </a:extLst>
          </p:cNvPr>
          <p:cNvSpPr>
            <a:spLocks noGrp="1"/>
          </p:cNvSpPr>
          <p:nvPr/>
        </p:nvSpPr>
        <p:spPr>
          <a:xfrm>
            <a:off x="12334875" y="2095500"/>
            <a:ext cx="5238750" cy="657225"/>
          </a:xfrm>
          <a:prstGeom prst="rect">
            <a:avLst/>
          </a:prstGeom>
          <a:noFill/>
          <a:ln w="0">
            <a:noFill/>
          </a:ln>
        </p:spPr>
        <p:txBody>
          <a:bodyPr wrap="none" lIns="0" tIns="0" rIns="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모델 비용과 RAM 사용 관리</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pic>
        <p:nvPicPr>
          <p:cNvPr id="9" name="">
            <a:extLst>
              <a:ext uri="{FF2B5EF4-FFF2-40B4-BE49-F238E27FC236}">
                <ns2:creationId id="{09C2F328-8A76-4BBF-B5ED-D59E4E04594A}"/>
              </a:ext>
            </a:extLst>
          </p:cNvPr>
          <p:cNvPicPr>
            <a:picLocks noChangeAspect="1"/>
          </p:cNvPicPr>
          <p:nvPr/>
        </p:nvPicPr>
        <p:blipFill>
          <a:blip r:embed="R105c8861f7e44a57"/>
          <a:stretch/>
        </p:blipFill>
        <p:spPr>
          <a:xfrm>
            <a:off x="571500" y="2801243"/>
            <a:ext cx="17145000" cy="7313414"/>
          </a:xfrm>
          <a:prstGeom prst="rect">
            <a:avLst/>
          </a:prstGeom>
        </p:spPr>
      </p:pic>
      <p:sp>
        <p:nvSpPr>
          <p:cNvPr id="10"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1"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2"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4"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5"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6"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7"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7 / 49   4안: 확대 장면형</a:t>
            </a:r>
            <a:endParaRPr lang="ko-KR">
              <a:latin typeface="Calibri"/>
              <a:ea typeface="Calibri"/>
              <a:cs typeface="Calibri"/>
            </a:endParaRPr>
          </a:p>
        </p:txBody>
      </p:sp>
    </p:spTree>
    <p:extLst>
      <p:ext uri="{BB962C8B-B14F-4D97-AF65-F5344CB8AC3E}">
        <p14:creationId val="237503506"/>
      </p:ext>
    </p:extLst>
  </p:cSld>
</p:sld>
</file>

<file path=ppt/slides/slide7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5">
    <p:bg>
      <p:bgPr>
        <a:solidFill>
          <a:srgbClr val="FFFFFF"/>
        </a:solidFill>
      </p:bgPr>
    </p:bg>
    <p:spTree>
      <p:nvGrpSpPr>
        <p:cNvPr id="2" name=""/>
        <p:cNvGrpSpPr/>
        <p:nvPr/>
      </p:nvGrpSpPr>
      <p:grpSpPr>
        <a:xfrm/>
      </p:grpSpPr>
      <p:pic>
        <p:nvPicPr>
          <p:cNvPr id="3" name="">
            <a:extLst>
              <a:ext uri="{FF2B5EF4-FFF2-40B4-BE49-F238E27FC236}">
                <ns2:creationId id="{8FD29C0E-99A2-46C5-A3BD-9A047B2C45DC}"/>
              </a:ext>
            </a:extLst>
          </p:cNvPr>
          <p:cNvPicPr>
            <a:picLocks noChangeAspect="1"/>
          </p:cNvPicPr>
          <p:nvPr/>
        </p:nvPicPr>
        <p:blipFill>
          <a:blip r:embed="R92201c070c724c1f"/>
          <a:stretch/>
        </p:blipFill>
        <p:spPr>
          <a:xfrm>
            <a:off x="428625" y="1619250"/>
            <a:ext cx="12144375" cy="8096250"/>
          </a:xfrm>
          <a:prstGeom prst="rect">
            <a:avLst/>
          </a:prstGeom>
        </p:spPr>
      </p:pic>
      <p:sp>
        <p:nvSpPr>
          <p:cNvPr id="4" name="viewpoint-number-0">
            <a:extLst>
              <a:ext uri="{FF2B5EF4-FFF2-40B4-BE49-F238E27FC236}">
                <ns2:creationId id="{1CF9EEEB-C94A-43D9-BEDD-4CD59E87A6B4}"/>
              </a:ext>
            </a:extLst>
          </p:cNvPr>
          <p:cNvSpPr>
            <a:spLocks noGrp="1"/>
          </p:cNvSpPr>
          <p:nvPr/>
        </p:nvSpPr>
        <p:spPr>
          <a:xfrm>
            <a:off x="13049250" y="2038350"/>
            <a:ext cx="619125" cy="476250"/>
          </a:xfrm>
          <a:prstGeom prst="rect">
            <a:avLst/>
          </a:prstGeom>
          <a:noFill/>
          <a:ln w="0">
            <a:noFill/>
          </a:ln>
        </p:spPr>
        <p:txBody>
          <a:bodyPr wrap="none" lIns="0" tIns="0" rIns="0" bIns="0" anchor="ctr">
            <a:noAutofit/>
          </a:bodyPr>
          <a:lstStyle>
            <a:defPPr algn="l">
              <a:defRPr sz="2400" b="1" lang="ko-KR">
                <a:solidFill>
                  <a:srgbClr val="082759"/>
                </a:solidFill>
                <a:latin typeface="Calibri"/>
                <a:ea typeface="Calibri"/>
                <a:cs typeface="Calibri"/>
              </a:defRPr>
            </a:defPPr>
          </a:lstStyle>
          <a:p>
            <a:pPr algn="l">
              <a:defRPr sz="2400" b="1" lang="ko-KR">
                <a:solidFill>
                  <a:srgbClr val="082759"/>
                </a:solidFill>
                <a:latin typeface="Calibri"/>
                <a:ea typeface="Calibri"/>
                <a:cs typeface="Calibri"/>
              </a:defRPr>
            </a:pPr>
            <a:r>
              <a:rPr sz="2400" b="1" lang="ko-KR">
                <a:solidFill>
                  <a:srgbClr val="082759"/>
                </a:solidFill>
                <a:latin typeface="Calibri"/>
                <a:ea typeface="Calibri"/>
                <a:cs typeface="Calibri"/>
              </a:rPr>
              <a:t>01</a:t>
            </a:r>
            <a:endParaRPr lang="ko-KR">
              <a:latin typeface="Calibri"/>
              <a:ea typeface="Calibri"/>
              <a:cs typeface="Calibri"/>
            </a:endParaRPr>
          </a:p>
        </p:txBody>
      </p:sp>
      <p:sp>
        <p:nvSpPr>
          <p:cNvPr id="5" name="heading-0">
            <a:extLst>
              <a:ext uri="{FF2B5EF4-FFF2-40B4-BE49-F238E27FC236}">
                <ns2:creationId id="{8FF1C0E0-FD81-47A9-B5AB-1EBCAC8A083F}"/>
              </a:ext>
            </a:extLst>
          </p:cNvPr>
          <p:cNvSpPr>
            <a:spLocks noGrp="1"/>
          </p:cNvSpPr>
          <p:nvPr/>
        </p:nvSpPr>
        <p:spPr>
          <a:xfrm>
            <a:off x="13716000" y="2038350"/>
            <a:ext cx="4000500" cy="4762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대화의 지속</a:t>
            </a:r>
            <a:endParaRPr lang="ko-KR">
              <a:latin typeface="Calibri"/>
              <a:ea typeface="Calibri"/>
              <a:cs typeface="Calibri"/>
            </a:endParaRPr>
          </a:p>
        </p:txBody>
      </p:sp>
      <p:sp>
        <p:nvSpPr>
          <p:cNvPr id="6" name="viewpoint-rule-0">
            <a:extLst>
              <a:ext uri="{FF2B5EF4-FFF2-40B4-BE49-F238E27FC236}">
                <ns2:creationId id="{DF62DEDC-558F-4E17-959D-0C03EB5E7B6B}"/>
              </a:ext>
            </a:extLst>
          </p:cNvPr>
          <p:cNvSpPr>
            <a:spLocks noGrp="1"/>
          </p:cNvSpPr>
          <p:nvPr/>
        </p:nvSpPr>
        <p:spPr>
          <a:xfrm>
            <a:off x="13049250" y="2705100"/>
            <a:ext cx="4667250" cy="19050"/>
          </a:xfrm>
          <a:prstGeom prst="rect">
            <a:avLst/>
          </a:prstGeom>
          <a:solidFill>
            <a:srgbClr val="D4DBE4"/>
          </a:solidFill>
          <a:ln w="0">
            <a:noFill/>
          </a:ln>
        </p:spPr>
      </p:sp>
      <p:sp>
        <p:nvSpPr>
          <p:cNvPr id="7" name="copy-0">
            <a:extLst>
              <a:ext uri="{FF2B5EF4-FFF2-40B4-BE49-F238E27FC236}">
                <ns2:creationId id="{C8E9401A-7272-48CE-BB25-7C642C0B6103}"/>
              </a:ext>
            </a:extLst>
          </p:cNvPr>
          <p:cNvSpPr>
            <a:spLocks noGrp="1"/>
          </p:cNvSpPr>
          <p:nvPr/>
        </p:nvSpPr>
        <p:spPr>
          <a:xfrm>
            <a:off x="13049250" y="2924175"/>
            <a:ext cx="4667250" cy="111442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끼어들기와 정정의 반영</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질문과 결과의 적절한 전달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8" name="viewpoint-number-1">
            <a:extLst>
              <a:ext uri="{FF2B5EF4-FFF2-40B4-BE49-F238E27FC236}">
                <ns2:creationId id="{A9467C03-54A6-4741-8AF5-2C33AC021EE3}"/>
              </a:ext>
            </a:extLst>
          </p:cNvPr>
          <p:cNvSpPr>
            <a:spLocks noGrp="1"/>
          </p:cNvSpPr>
          <p:nvPr/>
        </p:nvSpPr>
        <p:spPr>
          <a:xfrm>
            <a:off x="13049250" y="4695825"/>
            <a:ext cx="619125" cy="476250"/>
          </a:xfrm>
          <a:prstGeom prst="rect">
            <a:avLst/>
          </a:prstGeom>
          <a:noFill/>
          <a:ln w="0">
            <a:noFill/>
          </a:ln>
        </p:spPr>
        <p:txBody>
          <a:bodyPr wrap="none" lIns="0" tIns="0" rIns="0" bIns="0" anchor="ctr">
            <a:noAutofit/>
          </a:bodyPr>
          <a:lstStyle>
            <a:defPPr algn="l">
              <a:defRPr sz="2400" b="1" lang="ko-KR">
                <a:solidFill>
                  <a:srgbClr val="082759"/>
                </a:solidFill>
                <a:latin typeface="Calibri"/>
                <a:ea typeface="Calibri"/>
                <a:cs typeface="Calibri"/>
              </a:defRPr>
            </a:defPPr>
          </a:lstStyle>
          <a:p>
            <a:pPr algn="l">
              <a:defRPr sz="2400" b="1" lang="ko-KR">
                <a:solidFill>
                  <a:srgbClr val="082759"/>
                </a:solidFill>
                <a:latin typeface="Calibri"/>
                <a:ea typeface="Calibri"/>
                <a:cs typeface="Calibri"/>
              </a:defRPr>
            </a:pPr>
            <a:r>
              <a:rPr sz="2400" b="1" lang="ko-KR">
                <a:solidFill>
                  <a:srgbClr val="082759"/>
                </a:solidFill>
                <a:latin typeface="Calibri"/>
                <a:ea typeface="Calibri"/>
                <a:cs typeface="Calibri"/>
              </a:rPr>
              <a:t>02</a:t>
            </a:r>
            <a:endParaRPr lang="ko-KR">
              <a:latin typeface="Calibri"/>
              <a:ea typeface="Calibri"/>
              <a:cs typeface="Calibri"/>
            </a:endParaRPr>
          </a:p>
        </p:txBody>
      </p:sp>
      <p:sp>
        <p:nvSpPr>
          <p:cNvPr id="9" name="heading-1">
            <a:extLst>
              <a:ext uri="{FF2B5EF4-FFF2-40B4-BE49-F238E27FC236}">
                <ns2:creationId id="{2BF851E6-64D8-43E5-AE6B-A3AADCB9EE29}"/>
              </a:ext>
            </a:extLst>
          </p:cNvPr>
          <p:cNvSpPr>
            <a:spLocks noGrp="1"/>
          </p:cNvSpPr>
          <p:nvPr/>
        </p:nvSpPr>
        <p:spPr>
          <a:xfrm>
            <a:off x="13716000" y="4695825"/>
            <a:ext cx="4000500" cy="4762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맥락의 이해</a:t>
            </a:r>
            <a:endParaRPr lang="ko-KR">
              <a:latin typeface="Calibri"/>
              <a:ea typeface="Calibri"/>
              <a:cs typeface="Calibri"/>
            </a:endParaRPr>
          </a:p>
        </p:txBody>
      </p:sp>
      <p:sp>
        <p:nvSpPr>
          <p:cNvPr id="10" name="viewpoint-rule-1">
            <a:extLst>
              <a:ext uri="{FF2B5EF4-FFF2-40B4-BE49-F238E27FC236}">
                <ns2:creationId id="{F88FCE94-F9D6-4B4F-9946-9C0CBA5046CC}"/>
              </a:ext>
            </a:extLst>
          </p:cNvPr>
          <p:cNvSpPr>
            <a:spLocks noGrp="1"/>
          </p:cNvSpPr>
          <p:nvPr/>
        </p:nvSpPr>
        <p:spPr>
          <a:xfrm>
            <a:off x="13049250" y="5362575"/>
            <a:ext cx="4667250" cy="19050"/>
          </a:xfrm>
          <a:prstGeom prst="rect">
            <a:avLst/>
          </a:prstGeom>
          <a:solidFill>
            <a:srgbClr val="D4DBE4"/>
          </a:solidFill>
          <a:ln w="0">
            <a:noFill/>
          </a:ln>
        </p:spPr>
      </p:sp>
      <p:sp>
        <p:nvSpPr>
          <p:cNvPr id="11" name="copy-1">
            <a:extLst>
              <a:ext uri="{FF2B5EF4-FFF2-40B4-BE49-F238E27FC236}">
                <ns2:creationId id="{00DA6CB6-07D6-482B-9BE7-FD0973B1D9E6}"/>
              </a:ext>
            </a:extLst>
          </p:cNvPr>
          <p:cNvSpPr>
            <a:spLocks noGrp="1"/>
          </p:cNvSpPr>
          <p:nvPr/>
        </p:nvSpPr>
        <p:spPr>
          <a:xfrm>
            <a:off x="13049250" y="5581650"/>
            <a:ext cx="4667250" cy="111442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발화와 당시 화면의 연결</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대화와 업무 이력 활용</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12" name="viewpoint-number-2">
            <a:extLst>
              <a:ext uri="{FF2B5EF4-FFF2-40B4-BE49-F238E27FC236}">
                <ns2:creationId id="{9CDF6FEB-8935-4839-BA85-D4A1363276C6}"/>
              </a:ext>
            </a:extLst>
          </p:cNvPr>
          <p:cNvSpPr>
            <a:spLocks noGrp="1"/>
          </p:cNvSpPr>
          <p:nvPr/>
        </p:nvSpPr>
        <p:spPr>
          <a:xfrm>
            <a:off x="13049250" y="7353300"/>
            <a:ext cx="619125" cy="476250"/>
          </a:xfrm>
          <a:prstGeom prst="rect">
            <a:avLst/>
          </a:prstGeom>
          <a:noFill/>
          <a:ln w="0">
            <a:noFill/>
          </a:ln>
        </p:spPr>
        <p:txBody>
          <a:bodyPr wrap="none" lIns="0" tIns="0" rIns="0" bIns="0" anchor="ctr">
            <a:noAutofit/>
          </a:bodyPr>
          <a:lstStyle>
            <a:defPPr algn="l">
              <a:defRPr sz="2400" b="1" lang="ko-KR">
                <a:solidFill>
                  <a:srgbClr val="082759"/>
                </a:solidFill>
                <a:latin typeface="Calibri"/>
                <a:ea typeface="Calibri"/>
                <a:cs typeface="Calibri"/>
              </a:defRPr>
            </a:defPPr>
          </a:lstStyle>
          <a:p>
            <a:pPr algn="l">
              <a:defRPr sz="2400" b="1" lang="ko-KR">
                <a:solidFill>
                  <a:srgbClr val="082759"/>
                </a:solidFill>
                <a:latin typeface="Calibri"/>
                <a:ea typeface="Calibri"/>
                <a:cs typeface="Calibri"/>
              </a:defRPr>
            </a:pPr>
            <a:r>
              <a:rPr sz="2400" b="1" lang="ko-KR">
                <a:solidFill>
                  <a:srgbClr val="082759"/>
                </a:solidFill>
                <a:latin typeface="Calibri"/>
                <a:ea typeface="Calibri"/>
                <a:cs typeface="Calibri"/>
              </a:rPr>
              <a:t>03</a:t>
            </a:r>
            <a:endParaRPr lang="ko-KR">
              <a:latin typeface="Calibri"/>
              <a:ea typeface="Calibri"/>
              <a:cs typeface="Calibri"/>
            </a:endParaRPr>
          </a:p>
        </p:txBody>
      </p:sp>
      <p:sp>
        <p:nvSpPr>
          <p:cNvPr id="13" name="heading-2">
            <a:extLst>
              <a:ext uri="{FF2B5EF4-FFF2-40B4-BE49-F238E27FC236}">
                <ns2:creationId id="{359B6AB4-BD56-47B3-8A48-4C24CE555D67}"/>
              </a:ext>
            </a:extLst>
          </p:cNvPr>
          <p:cNvSpPr>
            <a:spLocks noGrp="1"/>
          </p:cNvSpPr>
          <p:nvPr/>
        </p:nvSpPr>
        <p:spPr>
          <a:xfrm>
            <a:off x="13716000" y="7353300"/>
            <a:ext cx="4000500" cy="4762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운영 부담의 관리</a:t>
            </a:r>
            <a:endParaRPr lang="ko-KR">
              <a:latin typeface="Calibri"/>
              <a:ea typeface="Calibri"/>
              <a:cs typeface="Calibri"/>
            </a:endParaRPr>
          </a:p>
        </p:txBody>
      </p:sp>
      <p:sp>
        <p:nvSpPr>
          <p:cNvPr id="14" name="viewpoint-rule-2">
            <a:extLst>
              <a:ext uri="{FF2B5EF4-FFF2-40B4-BE49-F238E27FC236}">
                <ns2:creationId id="{D3541B1D-BA01-42A8-9006-BC8275E01443}"/>
              </a:ext>
            </a:extLst>
          </p:cNvPr>
          <p:cNvSpPr>
            <a:spLocks noGrp="1"/>
          </p:cNvSpPr>
          <p:nvPr/>
        </p:nvSpPr>
        <p:spPr>
          <a:xfrm>
            <a:off x="13049250" y="8020050"/>
            <a:ext cx="4667250" cy="19050"/>
          </a:xfrm>
          <a:prstGeom prst="rect">
            <a:avLst/>
          </a:prstGeom>
          <a:solidFill>
            <a:srgbClr val="D4DBE4"/>
          </a:solidFill>
          <a:ln w="0">
            <a:noFill/>
          </a:ln>
        </p:spPr>
      </p:sp>
      <p:sp>
        <p:nvSpPr>
          <p:cNvPr id="15" name="copy-2">
            <a:extLst>
              <a:ext uri="{FF2B5EF4-FFF2-40B4-BE49-F238E27FC236}">
                <ns2:creationId id="{1480C998-24E1-4689-98C2-62610800014B}"/>
              </a:ext>
            </a:extLst>
          </p:cNvPr>
          <p:cNvSpPr>
            <a:spLocks noGrp="1"/>
          </p:cNvSpPr>
          <p:nvPr/>
        </p:nvSpPr>
        <p:spPr>
          <a:xfrm>
            <a:off x="13049250" y="8239125"/>
            <a:ext cx="4667250" cy="111442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사용 비용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 기록과 대화 상태의 RAM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sp>
        <p:nvSpPr>
          <p:cNvPr id="16"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7"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8 / 49   5안: 정보 레이어형</a:t>
            </a:r>
            <a:endParaRPr lang="ko-KR">
              <a:latin typeface="Calibri"/>
              <a:ea typeface="Calibri"/>
              <a:cs typeface="Calibri"/>
            </a:endParaRPr>
          </a:p>
        </p:txBody>
      </p:sp>
    </p:spTree>
    <p:extLst>
      <p:ext uri="{BB962C8B-B14F-4D97-AF65-F5344CB8AC3E}">
        <p14:creationId val="1855556897"/>
      </p:ext>
    </p:extLst>
  </p:cSld>
</p:sld>
</file>

<file path=ppt/slides/v17_necessity9_slide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v9-retained-v17">
    <p:bg>
      <p:bgPr>
        <a:solidFill>
          <a:srgbClr val="FFFFFF"/>
        </a:solidFill>
      </p:bgPr>
    </p:bg>
    <p:spTree>
      <p:nvGrpSpPr>
        <p:cNvPr id="2" name=""/>
        <p:cNvGrpSpPr/>
        <p:nvPr/>
      </p:nvGrpSpPr>
      <p:grpSpPr>
        <a:xfrm/>
      </p:grpSpPr>
      <p:sp>
        <p:nvSpPr>
          <p:cNvPr id="3" name="need-panel-0">
            <a:extLst>
              <a:ext uri="{FF2B5EF4-FFF2-40B4-BE49-F238E27FC236}">
                <ns2:creationId id="{DE77BA73-E744-48C4-BE43-03764976B54A}"/>
              </a:ext>
            </a:extLst>
          </p:cNvPr>
          <p:cNvSpPr>
            <a:spLocks noGrp="1"/>
          </p:cNvSpPr>
          <p:nvPr/>
        </p:nvSpPr>
        <p:spPr>
          <a:xfrm>
            <a:off x="571500" y="1781175"/>
            <a:ext cx="5524500" cy="7667625"/>
          </a:xfrm>
          <a:prstGeom prst="roundRect">
            <a:avLst>
              <a:gd name="adj" fmla="val 1379"/>
            </a:avLst>
          </a:prstGeom>
          <a:solidFill>
            <a:srgbClr val="FFFFFF"/>
          </a:solidFill>
          <a:ln w="14288">
            <a:solidFill>
              <a:srgbClr val="D4DBE4"/>
            </a:solidFill>
          </a:ln>
        </p:spPr>
      </p:sp>
      <p:sp>
        <p:nvSpPr>
          <p:cNvPr id="4" name="need-heading-0">
            <a:extLst>
              <a:ext uri="{FF2B5EF4-FFF2-40B4-BE49-F238E27FC236}">
                <ns2:creationId id="{57059BB6-D69E-4DE7-A11D-08F829B042B2}"/>
              </a:ext>
            </a:extLst>
          </p:cNvPr>
          <p:cNvSpPr>
            <a:spLocks noGrp="1"/>
          </p:cNvSpPr>
          <p:nvPr/>
        </p:nvSpPr>
        <p:spPr>
          <a:xfrm>
            <a:off x="666750" y="1457325"/>
            <a:ext cx="5334000" cy="628650"/>
          </a:xfrm>
          <a:prstGeom prst="roundRect">
            <a:avLst>
              <a:gd name="adj" fmla="val 12121"/>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자연스러운 대화 경험 확보</a:t>
            </a:r>
            <a:endParaRPr lang="ko-KR">
              <a:latin typeface="Calibri"/>
              <a:ea typeface="Calibri"/>
              <a:cs typeface="Calibri"/>
            </a:endParaRPr>
          </a:p>
        </p:txBody>
      </p:sp>
      <p:pic>
        <p:nvPicPr>
          <p:cNvPr id="5" name="">
            <a:extLst>
              <a:ext uri="{FF2B5EF4-FFF2-40B4-BE49-F238E27FC236}">
                <ns2:creationId id="{945586F8-60FC-4A8C-86B0-C30EEFFAD57D}"/>
              </a:ext>
            </a:extLst>
          </p:cNvPr>
          <p:cNvPicPr>
            <a:picLocks noChangeAspect="1"/>
          </p:cNvPicPr>
          <p:nvPr/>
        </p:nvPicPr>
        <p:blipFill>
          <a:blip r:embed="R610336d8211d42b4"/>
          <a:stretch/>
        </p:blipFill>
        <p:spPr>
          <a:xfrm>
            <a:off x="1238250" y="2552700"/>
            <a:ext cx="4191000" cy="4191000"/>
          </a:xfrm>
          <a:prstGeom prst="rect">
            <a:avLst/>
          </a:prstGeom>
        </p:spPr>
      </p:pic>
      <p:sp>
        <p:nvSpPr>
          <p:cNvPr id="6" name="need-copy-a-0">
            <a:extLst>
              <a:ext uri="{FF2B5EF4-FFF2-40B4-BE49-F238E27FC236}">
                <ns2:creationId id="{6EAA44FE-E8D5-49AE-B967-22D8F2136774}"/>
              </a:ext>
            </a:extLst>
          </p:cNvPr>
          <p:cNvSpPr>
            <a:spLocks noGrp="1"/>
          </p:cNvSpPr>
          <p:nvPr/>
        </p:nvSpPr>
        <p:spPr>
          <a:xfrm>
            <a:off x="876300" y="6696075"/>
            <a:ext cx="4914900" cy="866775"/>
          </a:xfrm>
          <a:prstGeom prst="rect">
            <a:avLst/>
          </a:prstGeom>
          <a:noFill/>
          <a:ln w="0">
            <a:noFill/>
          </a:ln>
        </p:spPr>
        <p:txBody>
          <a:bodyPr wrap="none" lIns="0" tIns="0" rIns="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 입력과 업무 응답의</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연속적 처리</a:t>
            </a:r>
            <a:endParaRPr lang="ko-KR">
              <a:latin typeface="Calibri"/>
              <a:ea typeface="Calibri"/>
              <a:cs typeface="Calibri"/>
            </a:endParaRPr>
          </a:p>
        </p:txBody>
      </p:sp>
      <p:sp>
        <p:nvSpPr>
          <p:cNvPr id="7" name="need-copy-rule-0">
            <a:extLst>
              <a:ext uri="{FF2B5EF4-FFF2-40B4-BE49-F238E27FC236}">
                <ns2:creationId id="{C5B02E29-2119-46EB-BD19-CB742361CDA2}"/>
              </a:ext>
            </a:extLst>
          </p:cNvPr>
          <p:cNvSpPr>
            <a:spLocks noGrp="1"/>
          </p:cNvSpPr>
          <p:nvPr/>
        </p:nvSpPr>
        <p:spPr>
          <a:xfrm>
            <a:off x="1219200" y="7724775"/>
            <a:ext cx="4229100" cy="14288"/>
          </a:xfrm>
          <a:prstGeom prst="rect">
            <a:avLst/>
          </a:prstGeom>
          <a:solidFill>
            <a:srgbClr val="D4DBE4"/>
          </a:solidFill>
          <a:ln w="0">
            <a:noFill/>
          </a:ln>
        </p:spPr>
      </p:sp>
      <p:sp>
        <p:nvSpPr>
          <p:cNvPr id="8" name="need-copy-b-0">
            <a:extLst>
              <a:ext uri="{FF2B5EF4-FFF2-40B4-BE49-F238E27FC236}">
                <ns2:creationId id="{691F5EEB-8FCA-4858-93F2-25D0764B36B5}"/>
              </a:ext>
            </a:extLst>
          </p:cNvPr>
          <p:cNvSpPr>
            <a:spLocks noGrp="1"/>
          </p:cNvSpPr>
          <p:nvPr/>
        </p:nvSpPr>
        <p:spPr>
          <a:xfrm>
            <a:off x="876300" y="7877175"/>
            <a:ext cx="4914900" cy="771525"/>
          </a:xfrm>
          <a:prstGeom prst="rect">
            <a:avLst/>
          </a:prstGeom>
          <a:noFill/>
          <a:ln w="0">
            <a:noFill/>
          </a:ln>
        </p:spPr>
        <p:txBody>
          <a:bodyPr wrap="none" lIns="0" tIns="0" rIns="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대화와 업무의 관계 유지</a:t>
            </a:r>
            <a:endParaRPr lang="ko-KR">
              <a:latin typeface="Calibri"/>
              <a:ea typeface="Calibri"/>
              <a:cs typeface="Calibri"/>
            </a:endParaRPr>
          </a:p>
        </p:txBody>
      </p:sp>
      <p:sp>
        <p:nvSpPr>
          <p:cNvPr id="9" name="need-quality-0">
            <a:extLst>
              <a:ext uri="{FF2B5EF4-FFF2-40B4-BE49-F238E27FC236}">
                <ns2:creationId id="{5EE3CEFC-9D81-4274-AAD4-EDA50092C9AD}"/>
              </a:ext>
            </a:extLst>
          </p:cNvPr>
          <p:cNvSpPr>
            <a:spLocks noGrp="1"/>
          </p:cNvSpPr>
          <p:nvPr/>
        </p:nvSpPr>
        <p:spPr>
          <a:xfrm>
            <a:off x="819150" y="8829675"/>
            <a:ext cx="5029200" cy="438150"/>
          </a:xfrm>
          <a:prstGeom prst="roundRect">
            <a:avLst>
              <a:gd name="adj" fmla="val 173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응답 지연 최소화</a:t>
            </a:r>
            <a:endParaRPr lang="ko-KR">
              <a:latin typeface="Calibri"/>
              <a:ea typeface="Calibri"/>
              <a:cs typeface="Calibri"/>
            </a:endParaRPr>
          </a:p>
        </p:txBody>
      </p:sp>
      <p:sp>
        <p:nvSpPr>
          <p:cNvPr id="10" name="need-panel-1">
            <a:extLst>
              <a:ext uri="{FF2B5EF4-FFF2-40B4-BE49-F238E27FC236}">
                <ns2:creationId id="{7126B503-31FB-4381-ACD0-24F59ADCB63D}"/>
              </a:ext>
            </a:extLst>
          </p:cNvPr>
          <p:cNvSpPr>
            <a:spLocks noGrp="1"/>
          </p:cNvSpPr>
          <p:nvPr/>
        </p:nvSpPr>
        <p:spPr>
          <a:xfrm>
            <a:off x="6381750" y="1781175"/>
            <a:ext cx="5524500" cy="7667625"/>
          </a:xfrm>
          <a:prstGeom prst="roundRect">
            <a:avLst>
              <a:gd name="adj" fmla="val 1379"/>
            </a:avLst>
          </a:prstGeom>
          <a:solidFill>
            <a:srgbClr val="FFFFFF"/>
          </a:solidFill>
          <a:ln w="14288">
            <a:solidFill>
              <a:srgbClr val="D4DBE4"/>
            </a:solidFill>
          </a:ln>
        </p:spPr>
      </p:sp>
      <p:sp>
        <p:nvSpPr>
          <p:cNvPr id="11" name="need-heading-1">
            <a:extLst>
              <a:ext uri="{FF2B5EF4-FFF2-40B4-BE49-F238E27FC236}">
                <ns2:creationId id="{7A6F5658-CC83-4869-AABD-C6198D688E84}"/>
              </a:ext>
            </a:extLst>
          </p:cNvPr>
          <p:cNvSpPr>
            <a:spLocks noGrp="1"/>
          </p:cNvSpPr>
          <p:nvPr/>
        </p:nvSpPr>
        <p:spPr>
          <a:xfrm>
            <a:off x="6477000" y="1457325"/>
            <a:ext cx="5334000" cy="628650"/>
          </a:xfrm>
          <a:prstGeom prst="roundRect">
            <a:avLst>
              <a:gd name="adj" fmla="val 12121"/>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사용자 맥락의 정확한 이해</a:t>
            </a:r>
            <a:endParaRPr lang="ko-KR">
              <a:latin typeface="Calibri"/>
              <a:ea typeface="Calibri"/>
              <a:cs typeface="Calibri"/>
            </a:endParaRPr>
          </a:p>
        </p:txBody>
      </p:sp>
      <p:pic>
        <p:nvPicPr>
          <p:cNvPr id="12" name="">
            <a:extLst>
              <a:ext uri="{FF2B5EF4-FFF2-40B4-BE49-F238E27FC236}">
                <ns2:creationId id="{10227242-6881-4DF5-BA90-D919886CF68E}"/>
              </a:ext>
            </a:extLst>
          </p:cNvPr>
          <p:cNvPicPr>
            <a:picLocks noChangeAspect="1"/>
          </p:cNvPicPr>
          <p:nvPr/>
        </p:nvPicPr>
        <p:blipFill>
          <a:blip r:embed="R771928730c4b42f7"/>
          <a:stretch/>
        </p:blipFill>
        <p:spPr>
          <a:xfrm>
            <a:off x="7048500" y="2552700"/>
            <a:ext cx="4191000" cy="4191000"/>
          </a:xfrm>
          <a:prstGeom prst="rect">
            <a:avLst/>
          </a:prstGeom>
        </p:spPr>
      </p:pic>
      <p:sp>
        <p:nvSpPr>
          <p:cNvPr id="13" name="need-copy-a-1">
            <a:extLst>
              <a:ext uri="{FF2B5EF4-FFF2-40B4-BE49-F238E27FC236}">
                <ns2:creationId id="{B71B460A-687E-4B93-BB38-0EDE5D8719AA}"/>
              </a:ext>
            </a:extLst>
          </p:cNvPr>
          <p:cNvSpPr>
            <a:spLocks noGrp="1"/>
          </p:cNvSpPr>
          <p:nvPr/>
        </p:nvSpPr>
        <p:spPr>
          <a:xfrm>
            <a:off x="6686550" y="6696075"/>
            <a:ext cx="4914900" cy="866775"/>
          </a:xfrm>
          <a:prstGeom prst="rect">
            <a:avLst/>
          </a:prstGeom>
          <a:noFill/>
          <a:ln w="0">
            <a:noFill/>
          </a:ln>
        </p:spPr>
        <p:txBody>
          <a:bodyPr wrap="none" lIns="0" tIns="0" rIns="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음성과 화면 정보의 결합</a:t>
            </a:r>
            <a:endParaRPr lang="ko-KR">
              <a:latin typeface="Calibri"/>
              <a:ea typeface="Calibri"/>
              <a:cs typeface="Calibri"/>
            </a:endParaRPr>
          </a:p>
        </p:txBody>
      </p:sp>
      <p:sp>
        <p:nvSpPr>
          <p:cNvPr id="14" name="need-copy-rule-1">
            <a:extLst>
              <a:ext uri="{FF2B5EF4-FFF2-40B4-BE49-F238E27FC236}">
                <ns2:creationId id="{28F92E0A-6C81-484C-B481-FA1BBCD0864C}"/>
              </a:ext>
            </a:extLst>
          </p:cNvPr>
          <p:cNvSpPr>
            <a:spLocks noGrp="1"/>
          </p:cNvSpPr>
          <p:nvPr/>
        </p:nvSpPr>
        <p:spPr>
          <a:xfrm>
            <a:off x="7029450" y="7724775"/>
            <a:ext cx="4229100" cy="14288"/>
          </a:xfrm>
          <a:prstGeom prst="rect">
            <a:avLst/>
          </a:prstGeom>
          <a:solidFill>
            <a:srgbClr val="D4DBE4"/>
          </a:solidFill>
          <a:ln w="0">
            <a:noFill/>
          </a:ln>
        </p:spPr>
      </p:sp>
      <p:sp>
        <p:nvSpPr>
          <p:cNvPr id="15" name="need-copy-b-1">
            <a:extLst>
              <a:ext uri="{FF2B5EF4-FFF2-40B4-BE49-F238E27FC236}">
                <ns2:creationId id="{5E5989A6-3A13-42A1-9083-F3854205EC62}"/>
              </a:ext>
            </a:extLst>
          </p:cNvPr>
          <p:cNvSpPr>
            <a:spLocks noGrp="1"/>
          </p:cNvSpPr>
          <p:nvPr/>
        </p:nvSpPr>
        <p:spPr>
          <a:xfrm>
            <a:off x="6686550" y="7877175"/>
            <a:ext cx="4914900" cy="771525"/>
          </a:xfrm>
          <a:prstGeom prst="rect">
            <a:avLst/>
          </a:prstGeom>
          <a:noFill/>
          <a:ln w="0">
            <a:noFill/>
          </a:ln>
        </p:spPr>
        <p:txBody>
          <a:bodyPr wrap="none" lIns="0" tIns="0" rIns="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과거 대화와 업무 이력의 활용</a:t>
            </a:r>
            <a:endParaRPr lang="ko-KR">
              <a:latin typeface="Calibri"/>
              <a:ea typeface="Calibri"/>
              <a:cs typeface="Calibri"/>
            </a:endParaRPr>
          </a:p>
        </p:txBody>
      </p:sp>
      <p:sp>
        <p:nvSpPr>
          <p:cNvPr id="16" name="need-quality-1">
            <a:extLst>
              <a:ext uri="{FF2B5EF4-FFF2-40B4-BE49-F238E27FC236}">
                <ns2:creationId id="{7BF40919-2BEA-469B-BD46-66B575503CA6}"/>
              </a:ext>
            </a:extLst>
          </p:cNvPr>
          <p:cNvSpPr>
            <a:spLocks noGrp="1"/>
          </p:cNvSpPr>
          <p:nvPr/>
        </p:nvSpPr>
        <p:spPr>
          <a:xfrm>
            <a:off x="6629400" y="8829675"/>
            <a:ext cx="5029200" cy="438150"/>
          </a:xfrm>
          <a:prstGeom prst="roundRect">
            <a:avLst>
              <a:gd name="adj" fmla="val 173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사용자 의도와 지칭의 정확성 확보</a:t>
            </a:r>
            <a:endParaRPr lang="ko-KR">
              <a:latin typeface="Calibri"/>
              <a:ea typeface="Calibri"/>
              <a:cs typeface="Calibri"/>
            </a:endParaRPr>
          </a:p>
        </p:txBody>
      </p:sp>
      <p:sp>
        <p:nvSpPr>
          <p:cNvPr id="17" name="need-panel-2">
            <a:extLst>
              <a:ext uri="{FF2B5EF4-FFF2-40B4-BE49-F238E27FC236}">
                <ns2:creationId id="{540F847D-05B8-40F9-B523-EF03E0F045EB}"/>
              </a:ext>
            </a:extLst>
          </p:cNvPr>
          <p:cNvSpPr>
            <a:spLocks noGrp="1"/>
          </p:cNvSpPr>
          <p:nvPr/>
        </p:nvSpPr>
        <p:spPr>
          <a:xfrm>
            <a:off x="12192000" y="1781175"/>
            <a:ext cx="5524500" cy="7667625"/>
          </a:xfrm>
          <a:prstGeom prst="roundRect">
            <a:avLst>
              <a:gd name="adj" fmla="val 1379"/>
            </a:avLst>
          </a:prstGeom>
          <a:solidFill>
            <a:srgbClr val="FFFFFF"/>
          </a:solidFill>
          <a:ln w="14288">
            <a:solidFill>
              <a:srgbClr val="D4DBE4"/>
            </a:solidFill>
          </a:ln>
        </p:spPr>
      </p:sp>
      <p:sp>
        <p:nvSpPr>
          <p:cNvPr id="18" name="need-heading-2">
            <a:extLst>
              <a:ext uri="{FF2B5EF4-FFF2-40B4-BE49-F238E27FC236}">
                <ns2:creationId id="{444FACC1-BEA0-4438-8F30-E23DD1E81A1C}"/>
              </a:ext>
            </a:extLst>
          </p:cNvPr>
          <p:cNvSpPr>
            <a:spLocks noGrp="1"/>
          </p:cNvSpPr>
          <p:nvPr/>
        </p:nvSpPr>
        <p:spPr>
          <a:xfrm>
            <a:off x="12287250" y="1457325"/>
            <a:ext cx="5334000" cy="628650"/>
          </a:xfrm>
          <a:prstGeom prst="roundRect">
            <a:avLst>
              <a:gd name="adj" fmla="val 12121"/>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지속적인 서비스 제공과 확장</a:t>
            </a:r>
            <a:endParaRPr lang="ko-KR">
              <a:latin typeface="Calibri"/>
              <a:ea typeface="Calibri"/>
              <a:cs typeface="Calibri"/>
            </a:endParaRPr>
          </a:p>
        </p:txBody>
      </p:sp>
      <p:pic>
        <p:nvPicPr>
          <p:cNvPr id="19" name="">
            <a:extLst>
              <a:ext uri="{FF2B5EF4-FFF2-40B4-BE49-F238E27FC236}">
                <ns2:creationId id="{98A4D0B1-3E6B-4129-A295-C589BA6CF660}"/>
              </a:ext>
            </a:extLst>
          </p:cNvPr>
          <p:cNvPicPr>
            <a:picLocks noChangeAspect="1"/>
          </p:cNvPicPr>
          <p:nvPr/>
        </p:nvPicPr>
        <p:blipFill>
          <a:blip r:embed="R5dc4af8e07de4039"/>
          <a:stretch/>
        </p:blipFill>
        <p:spPr>
          <a:xfrm>
            <a:off x="12858750" y="2552700"/>
            <a:ext cx="4191000" cy="4191000"/>
          </a:xfrm>
          <a:prstGeom prst="rect">
            <a:avLst/>
          </a:prstGeom>
        </p:spPr>
      </p:pic>
      <p:sp>
        <p:nvSpPr>
          <p:cNvPr id="20" name="need-copy-a-2">
            <a:extLst>
              <a:ext uri="{FF2B5EF4-FFF2-40B4-BE49-F238E27FC236}">
                <ns2:creationId id="{67A67526-2709-4CDC-9A70-E16A33E280F2}"/>
              </a:ext>
            </a:extLst>
          </p:cNvPr>
          <p:cNvSpPr>
            <a:spLocks noGrp="1"/>
          </p:cNvSpPr>
          <p:nvPr/>
        </p:nvSpPr>
        <p:spPr>
          <a:xfrm>
            <a:off x="12496800" y="6696075"/>
            <a:ext cx="4914900" cy="866775"/>
          </a:xfrm>
          <a:prstGeom prst="rect">
            <a:avLst/>
          </a:prstGeom>
          <a:noFill/>
          <a:ln w="0">
            <a:noFill/>
          </a:ln>
        </p:spPr>
        <p:txBody>
          <a:bodyPr wrap="none" lIns="0" tIns="0" rIns="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모델 비용과</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PC 메모리 부담 최소화</a:t>
            </a:r>
            <a:endParaRPr lang="ko-KR">
              <a:latin typeface="Calibri"/>
              <a:ea typeface="Calibri"/>
              <a:cs typeface="Calibri"/>
            </a:endParaRPr>
          </a:p>
        </p:txBody>
      </p:sp>
      <p:sp>
        <p:nvSpPr>
          <p:cNvPr id="21" name="need-copy-rule-2">
            <a:extLst>
              <a:ext uri="{FF2B5EF4-FFF2-40B4-BE49-F238E27FC236}">
                <ns2:creationId id="{40C275D1-6ED0-4342-9084-B6CED5B70237}"/>
              </a:ext>
            </a:extLst>
          </p:cNvPr>
          <p:cNvSpPr>
            <a:spLocks noGrp="1"/>
          </p:cNvSpPr>
          <p:nvPr/>
        </p:nvSpPr>
        <p:spPr>
          <a:xfrm>
            <a:off x="12839700" y="7724775"/>
            <a:ext cx="4229100" cy="14288"/>
          </a:xfrm>
          <a:prstGeom prst="rect">
            <a:avLst/>
          </a:prstGeom>
          <a:solidFill>
            <a:srgbClr val="D4DBE4"/>
          </a:solidFill>
          <a:ln w="0">
            <a:noFill/>
          </a:ln>
        </p:spPr>
      </p:sp>
      <p:sp>
        <p:nvSpPr>
          <p:cNvPr id="22" name="need-copy-b-2">
            <a:extLst>
              <a:ext uri="{FF2B5EF4-FFF2-40B4-BE49-F238E27FC236}">
                <ns2:creationId id="{309264CD-2E64-41E8-AB86-259781570284}"/>
              </a:ext>
            </a:extLst>
          </p:cNvPr>
          <p:cNvSpPr>
            <a:spLocks noGrp="1"/>
          </p:cNvSpPr>
          <p:nvPr/>
        </p:nvSpPr>
        <p:spPr>
          <a:xfrm>
            <a:off x="12496800" y="7877175"/>
            <a:ext cx="4914900" cy="771525"/>
          </a:xfrm>
          <a:prstGeom prst="rect">
            <a:avLst/>
          </a:prstGeom>
          <a:noFill/>
          <a:ln w="0">
            <a:noFill/>
          </a:ln>
        </p:spPr>
        <p:txBody>
          <a:bodyPr wrap="none" lIns="0" tIns="0" rIns="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모델 및 Agent 변경에 대한</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수정 범위 최소화</a:t>
            </a:r>
            <a:endParaRPr lang="ko-KR">
              <a:latin typeface="Calibri"/>
              <a:ea typeface="Calibri"/>
              <a:cs typeface="Calibri"/>
            </a:endParaRPr>
          </a:p>
        </p:txBody>
      </p:sp>
      <p:sp>
        <p:nvSpPr>
          <p:cNvPr id="23" name="need-quality-2">
            <a:extLst>
              <a:ext uri="{FF2B5EF4-FFF2-40B4-BE49-F238E27FC236}">
                <ns2:creationId id="{CFDA00CB-CE21-4EFB-ACEA-020B3DFAE95F}"/>
              </a:ext>
            </a:extLst>
          </p:cNvPr>
          <p:cNvSpPr>
            <a:spLocks noGrp="1"/>
          </p:cNvSpPr>
          <p:nvPr/>
        </p:nvSpPr>
        <p:spPr>
          <a:xfrm>
            <a:off x="12439650" y="8829675"/>
            <a:ext cx="5029200" cy="438150"/>
          </a:xfrm>
          <a:prstGeom prst="roundRect">
            <a:avLst>
              <a:gd name="adj" fmla="val 173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운영 부담과 변경 비용 절감</a:t>
            </a:r>
            <a:endParaRPr lang="ko-KR">
              <a:latin typeface="Calibri"/>
              <a:ea typeface="Calibri"/>
              <a:cs typeface="Calibri"/>
            </a:endParaRPr>
          </a:p>
        </p:txBody>
      </p:sp>
      <p:sp>
        <p:nvSpPr>
          <p:cNvPr id="24"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25"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26"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7"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8"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9"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0"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1" name="v6-header-page">
            <a:extLst>
              <a:ext uri="{FF2B5EF4-FFF2-40B4-BE49-F238E27FC236}">
                <ns2:creationId id="{7E6D0068-28BB-4E17-A047-C442BFFCE19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buNone/>
              <a:defRPr sz="1000" lang="ko-KR">
                <a:solidFill>
                  <a:srgbClr val="000000"/>
                </a:solidFill>
                <a:latin typeface="Calibri"/>
                <a:ea typeface="Calibri"/>
                <a:cs typeface="Calibri"/>
              </a:defRPr>
            </a:pPr>
            <a:r>
              <a:rPr sz="1000" lang="ko-KR">
                <a:solidFill>
                  <a:srgbClr val="000000"/>
                </a:solidFill>
                <a:latin typeface="Calibri"/>
                <a:ea typeface="Calibri"/>
                <a:cs typeface="Calibri"/>
              </a:rPr>
              <a:t>3 / 49</a:t>
            </a:r>
            <a:endParaRPr lang="ko-KR">
              <a:latin typeface="Calibri"/>
              <a:ea typeface="Calibri"/>
              <a:cs typeface="Calibri"/>
            </a:endParaRPr>
          </a:p>
        </p:txBody>
      </p:sp>
    </p:spTree>
    <p:extLst>
      <p:ext uri="{BB962C8B-B14F-4D97-AF65-F5344CB8AC3E}">
        <p14:creationId val="340931505"/>
      </p:ext>
    </p:extLst>
  </p:cSld>
</p:sld>
</file>

<file path=ppt/slides/v17_necessity10_slide2.xml><?xml version="1.0" encoding="utf-8"?>
<p:sld xmlns:a="http://schemas.openxmlformats.org/drawingml/2006/main" xmlns:ns2="http://schemas.microsoft.com/office/drawing/2014/main" xmlns:p="http://schemas.openxmlformats.org/presentationml/2006/main" xmlns:p14="http://schemas.microsoft.com/office/powerpoint/2010/main">
  <p:cSld name="necessity-v10-retained-v17">
    <p:bg>
      <p:bgPr>
        <a:solidFill>
          <a:srgbClr val="FFFFFF"/>
        </a:solidFill>
      </p:bgPr>
    </p:bg>
    <p:spTree>
      <p:nvGrpSpPr>
        <p:cNvPr id="2" name=""/>
        <p:cNvGrpSpPr/>
        <p:nvPr/>
      </p:nvGrpSpPr>
      <p:grpSpPr>
        <a:xfrm/>
      </p:grpSpPr>
      <p:sp>
        <p:nvSpPr>
          <p:cNvPr id="3" name="need-panel-0">
            <a:extLst>
              <a:ext uri="{FF2B5EF4-FFF2-40B4-BE49-F238E27FC236}">
                <ns2:creationId id="{224D4487-57BF-4373-8FB4-707ECAF7A333}"/>
              </a:ext>
            </a:extLst>
          </p:cNvPr>
          <p:cNvSpPr>
            <a:spLocks noGrp="1"/>
          </p:cNvSpPr>
          <p:nvPr/>
        </p:nvSpPr>
        <p:spPr>
          <a:xfrm>
            <a:off x="571500" y="1781175"/>
            <a:ext cx="5524500" cy="7953375"/>
          </a:xfrm>
          <a:prstGeom prst="roundRect">
            <a:avLst>
              <a:gd name="adj" fmla="val 1379"/>
            </a:avLst>
          </a:prstGeom>
          <a:solidFill>
            <a:srgbClr val="FFFFFF"/>
          </a:solidFill>
          <a:ln w="14288">
            <a:solidFill>
              <a:srgbClr val="D4DBE4"/>
            </a:solidFill>
          </a:ln>
        </p:spPr>
      </p:sp>
      <p:sp>
        <p:nvSpPr>
          <p:cNvPr id="4" name="need-heading-0">
            <a:extLst>
              <a:ext uri="{FF2B5EF4-FFF2-40B4-BE49-F238E27FC236}">
                <ns2:creationId id="{E024A275-EBCE-4114-993F-0E78C8D7B958}"/>
              </a:ext>
            </a:extLst>
          </p:cNvPr>
          <p:cNvSpPr>
            <a:spLocks noGrp="1"/>
          </p:cNvSpPr>
          <p:nvPr/>
        </p:nvSpPr>
        <p:spPr>
          <a:xfrm>
            <a:off x="666750" y="1457325"/>
            <a:ext cx="5334000" cy="628650"/>
          </a:xfrm>
          <a:prstGeom prst="roundRect">
            <a:avLst>
              <a:gd name="adj" fmla="val 12121"/>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자연스러운 대화 경험 확보</a:t>
            </a:r>
            <a:endParaRPr lang="ko-KR">
              <a:latin typeface="Calibri"/>
              <a:ea typeface="Calibri"/>
              <a:cs typeface="Calibri"/>
            </a:endParaRPr>
          </a:p>
        </p:txBody>
      </p:sp>
      <p:sp>
        <p:nvSpPr>
          <p:cNvPr id="5" name="need-copy-a-0">
            <a:extLst>
              <a:ext uri="{FF2B5EF4-FFF2-40B4-BE49-F238E27FC236}">
                <ns2:creationId id="{5FBB2EB7-E41C-4650-B37D-490D3FB273BF}"/>
              </a:ext>
            </a:extLst>
          </p:cNvPr>
          <p:cNvSpPr>
            <a:spLocks noGrp="1"/>
          </p:cNvSpPr>
          <p:nvPr/>
        </p:nvSpPr>
        <p:spPr>
          <a:xfrm>
            <a:off x="857250" y="6610350"/>
            <a:ext cx="4953000" cy="685800"/>
          </a:xfrm>
          <a:prstGeom prst="rect">
            <a:avLst/>
          </a:prstGeom>
          <a:noFill/>
          <a:ln w="0">
            <a:noFill/>
          </a:ln>
        </p:spPr>
        <p:txBody>
          <a:bodyPr wrap="none" lIns="0" tIns="0" rIns="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 입력과 업무 응답의</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끊김 없는 연결</a:t>
            </a:r>
            <a:endParaRPr lang="ko-KR">
              <a:latin typeface="Calibri"/>
              <a:ea typeface="Calibri"/>
              <a:cs typeface="Calibri"/>
            </a:endParaRPr>
          </a:p>
        </p:txBody>
      </p:sp>
      <p:sp>
        <p:nvSpPr>
          <p:cNvPr id="6" name="need-copy-rule-0">
            <a:extLst>
              <a:ext uri="{FF2B5EF4-FFF2-40B4-BE49-F238E27FC236}">
                <ns2:creationId id="{E98903A0-115F-470E-AAC5-FBA34F2F826E}"/>
              </a:ext>
            </a:extLst>
          </p:cNvPr>
          <p:cNvSpPr>
            <a:spLocks noGrp="1"/>
          </p:cNvSpPr>
          <p:nvPr/>
        </p:nvSpPr>
        <p:spPr>
          <a:xfrm>
            <a:off x="895350" y="7505700"/>
            <a:ext cx="4876800" cy="14288"/>
          </a:xfrm>
          <a:prstGeom prst="rect">
            <a:avLst/>
          </a:prstGeom>
          <a:solidFill>
            <a:srgbClr val="D4DBE4"/>
          </a:solidFill>
          <a:ln w="0">
            <a:noFill/>
          </a:ln>
        </p:spPr>
      </p:sp>
      <p:sp>
        <p:nvSpPr>
          <p:cNvPr id="7" name="need-copy-b-0">
            <a:extLst>
              <a:ext uri="{FF2B5EF4-FFF2-40B4-BE49-F238E27FC236}">
                <ns2:creationId id="{F4CA0AA5-6D80-4BD9-AD47-DF9AD6420940}"/>
              </a:ext>
            </a:extLst>
          </p:cNvPr>
          <p:cNvSpPr>
            <a:spLocks noGrp="1"/>
          </p:cNvSpPr>
          <p:nvPr/>
        </p:nvSpPr>
        <p:spPr>
          <a:xfrm>
            <a:off x="857250" y="7696200"/>
            <a:ext cx="4953000" cy="1257300"/>
          </a:xfrm>
          <a:prstGeom prst="rect">
            <a:avLst/>
          </a:prstGeom>
          <a:noFill/>
          <a:ln w="0">
            <a:noFill/>
          </a:ln>
        </p:spPr>
        <p:txBody>
          <a:bodyPr wrap="none" lIns="0" tIns="0" rIns="0" bIns="0" anchor="t">
            <a:noAutofit/>
          </a:bodyPr>
          <a:lstStyle>
            <a:defPPr algn="l">
              <a:defRPr sz="2000" b="0" lang="ko-KR">
                <a:solidFill>
                  <a:srgbClr val="000000"/>
                </a:solidFill>
                <a:latin typeface="Calibri"/>
                <a:ea typeface="Calibri"/>
                <a:cs typeface="Calibri"/>
              </a:defRPr>
            </a:defPPr>
          </a:lstStyle>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끼어들기와 정정의 신속한 반영</a:t>
            </a:r>
            <a:endParaRPr lang="ko-KR">
              <a:latin typeface="Calibri"/>
              <a:ea typeface="Calibri"/>
              <a:cs typeface="Calibri"/>
            </a:endParaRPr>
          </a:p>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질문과 결과의 적절한 전달</a:t>
            </a:r>
            <a:endParaRPr lang="ko-KR">
              <a:latin typeface="Calibri"/>
              <a:ea typeface="Calibri"/>
              <a:cs typeface="Calibri"/>
            </a:endParaRPr>
          </a:p>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대화, 요청, 업무와 실행의 연결</a:t>
            </a:r>
            <a:endParaRPr lang="ko-KR">
              <a:latin typeface="Calibri"/>
              <a:ea typeface="Calibri"/>
              <a:cs typeface="Calibri"/>
            </a:endParaRPr>
          </a:p>
        </p:txBody>
      </p:sp>
      <p:sp>
        <p:nvSpPr>
          <p:cNvPr id="8" name="need-quality-0">
            <a:extLst>
              <a:ext uri="{FF2B5EF4-FFF2-40B4-BE49-F238E27FC236}">
                <ns2:creationId id="{BD0CCCBB-C5B4-4091-9173-E3011E60B54B}"/>
              </a:ext>
            </a:extLst>
          </p:cNvPr>
          <p:cNvSpPr>
            <a:spLocks noGrp="1"/>
          </p:cNvSpPr>
          <p:nvPr/>
        </p:nvSpPr>
        <p:spPr>
          <a:xfrm>
            <a:off x="819150" y="9124950"/>
            <a:ext cx="5029200" cy="438150"/>
          </a:xfrm>
          <a:prstGeom prst="roundRect">
            <a:avLst>
              <a:gd name="adj" fmla="val 173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응답 지연 최소화</a:t>
            </a:r>
            <a:endParaRPr lang="ko-KR">
              <a:latin typeface="Calibri"/>
              <a:ea typeface="Calibri"/>
              <a:cs typeface="Calibri"/>
            </a:endParaRPr>
          </a:p>
        </p:txBody>
      </p:sp>
      <p:sp>
        <p:nvSpPr>
          <p:cNvPr id="9" name="need-panel-1">
            <a:extLst>
              <a:ext uri="{FF2B5EF4-FFF2-40B4-BE49-F238E27FC236}">
                <ns2:creationId id="{8DAFE209-9D2F-4980-BEC3-6C67DE62251E}"/>
              </a:ext>
            </a:extLst>
          </p:cNvPr>
          <p:cNvSpPr>
            <a:spLocks noGrp="1"/>
          </p:cNvSpPr>
          <p:nvPr/>
        </p:nvSpPr>
        <p:spPr>
          <a:xfrm>
            <a:off x="6381750" y="1781175"/>
            <a:ext cx="5524500" cy="7953375"/>
          </a:xfrm>
          <a:prstGeom prst="roundRect">
            <a:avLst>
              <a:gd name="adj" fmla="val 1379"/>
            </a:avLst>
          </a:prstGeom>
          <a:solidFill>
            <a:srgbClr val="FFFFFF"/>
          </a:solidFill>
          <a:ln w="14288">
            <a:solidFill>
              <a:srgbClr val="D4DBE4"/>
            </a:solidFill>
          </a:ln>
        </p:spPr>
      </p:sp>
      <p:sp>
        <p:nvSpPr>
          <p:cNvPr id="10" name="need-heading-1">
            <a:extLst>
              <a:ext uri="{FF2B5EF4-FFF2-40B4-BE49-F238E27FC236}">
                <ns2:creationId id="{777CE776-B1CB-4FF9-AFFF-B9C3E7EA3A84}"/>
              </a:ext>
            </a:extLst>
          </p:cNvPr>
          <p:cNvSpPr>
            <a:spLocks noGrp="1"/>
          </p:cNvSpPr>
          <p:nvPr/>
        </p:nvSpPr>
        <p:spPr>
          <a:xfrm>
            <a:off x="6477000" y="1457325"/>
            <a:ext cx="5334000" cy="628650"/>
          </a:xfrm>
          <a:prstGeom prst="roundRect">
            <a:avLst>
              <a:gd name="adj" fmla="val 12121"/>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사용자 맥락의 정확한 이해</a:t>
            </a:r>
            <a:endParaRPr lang="ko-KR">
              <a:latin typeface="Calibri"/>
              <a:ea typeface="Calibri"/>
              <a:cs typeface="Calibri"/>
            </a:endParaRPr>
          </a:p>
        </p:txBody>
      </p:sp>
      <p:sp>
        <p:nvSpPr>
          <p:cNvPr id="11" name="need-copy-a-1">
            <a:extLst>
              <a:ext uri="{FF2B5EF4-FFF2-40B4-BE49-F238E27FC236}">
                <ns2:creationId id="{4AD6B398-0403-4929-B5DD-89BA199ADDE0}"/>
              </a:ext>
            </a:extLst>
          </p:cNvPr>
          <p:cNvSpPr>
            <a:spLocks noGrp="1"/>
          </p:cNvSpPr>
          <p:nvPr/>
        </p:nvSpPr>
        <p:spPr>
          <a:xfrm>
            <a:off x="6667500" y="6610350"/>
            <a:ext cx="4953000" cy="685800"/>
          </a:xfrm>
          <a:prstGeom prst="rect">
            <a:avLst/>
          </a:prstGeom>
          <a:noFill/>
          <a:ln w="0">
            <a:noFill/>
          </a:ln>
        </p:spPr>
        <p:txBody>
          <a:bodyPr wrap="none" lIns="0" tIns="0" rIns="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발화, 화면과 이력에 근거한</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현재 요청 이해</a:t>
            </a:r>
            <a:endParaRPr lang="ko-KR">
              <a:latin typeface="Calibri"/>
              <a:ea typeface="Calibri"/>
              <a:cs typeface="Calibri"/>
            </a:endParaRPr>
          </a:p>
        </p:txBody>
      </p:sp>
      <p:sp>
        <p:nvSpPr>
          <p:cNvPr id="12" name="need-copy-rule-1">
            <a:extLst>
              <a:ext uri="{FF2B5EF4-FFF2-40B4-BE49-F238E27FC236}">
                <ns2:creationId id="{E9CE2D55-FD76-43D1-ABE1-65E259D51E8D}"/>
              </a:ext>
            </a:extLst>
          </p:cNvPr>
          <p:cNvSpPr>
            <a:spLocks noGrp="1"/>
          </p:cNvSpPr>
          <p:nvPr/>
        </p:nvSpPr>
        <p:spPr>
          <a:xfrm>
            <a:off x="6705600" y="7505700"/>
            <a:ext cx="4876800" cy="14288"/>
          </a:xfrm>
          <a:prstGeom prst="rect">
            <a:avLst/>
          </a:prstGeom>
          <a:solidFill>
            <a:srgbClr val="D4DBE4"/>
          </a:solidFill>
          <a:ln w="0">
            <a:noFill/>
          </a:ln>
        </p:spPr>
      </p:sp>
      <p:sp>
        <p:nvSpPr>
          <p:cNvPr id="13" name="need-copy-b-1">
            <a:extLst>
              <a:ext uri="{FF2B5EF4-FFF2-40B4-BE49-F238E27FC236}">
                <ns2:creationId id="{68756CD8-22C0-4E1A-A726-74D19D9C7B51}"/>
              </a:ext>
            </a:extLst>
          </p:cNvPr>
          <p:cNvSpPr>
            <a:spLocks noGrp="1"/>
          </p:cNvSpPr>
          <p:nvPr/>
        </p:nvSpPr>
        <p:spPr>
          <a:xfrm>
            <a:off x="6667500" y="7696200"/>
            <a:ext cx="4953000" cy="1257300"/>
          </a:xfrm>
          <a:prstGeom prst="rect">
            <a:avLst/>
          </a:prstGeom>
          <a:noFill/>
          <a:ln w="0">
            <a:noFill/>
          </a:ln>
        </p:spPr>
        <p:txBody>
          <a:bodyPr wrap="none" lIns="0" tIns="0" rIns="0" bIns="0" anchor="t">
            <a:noAutofit/>
          </a:bodyPr>
          <a:lstStyle>
            <a:defPPr algn="l">
              <a:defRPr sz="2000" b="0" lang="ko-KR">
                <a:solidFill>
                  <a:srgbClr val="000000"/>
                </a:solidFill>
                <a:latin typeface="Calibri"/>
                <a:ea typeface="Calibri"/>
                <a:cs typeface="Calibri"/>
              </a:defRPr>
            </a:defPPr>
          </a:lstStyle>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발화 당시 화면과 조작 정보 결합</a:t>
            </a:r>
            <a:endParaRPr lang="ko-KR">
              <a:latin typeface="Calibri"/>
              <a:ea typeface="Calibri"/>
              <a:cs typeface="Calibri"/>
            </a:endParaRPr>
          </a:p>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과거 대화와 업무 결과의 활용</a:t>
            </a:r>
            <a:endParaRPr lang="ko-KR">
              <a:latin typeface="Calibri"/>
              <a:ea typeface="Calibri"/>
              <a:cs typeface="Calibri"/>
            </a:endParaRPr>
          </a:p>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지칭 대상과 정정 범위의 정확한 식별</a:t>
            </a:r>
            <a:endParaRPr lang="ko-KR">
              <a:latin typeface="Calibri"/>
              <a:ea typeface="Calibri"/>
              <a:cs typeface="Calibri"/>
            </a:endParaRPr>
          </a:p>
        </p:txBody>
      </p:sp>
      <p:sp>
        <p:nvSpPr>
          <p:cNvPr id="14" name="need-quality-1">
            <a:extLst>
              <a:ext uri="{FF2B5EF4-FFF2-40B4-BE49-F238E27FC236}">
                <ns2:creationId id="{AB581090-C6B7-423E-A3F9-66B7F15ADC6F}"/>
              </a:ext>
            </a:extLst>
          </p:cNvPr>
          <p:cNvSpPr>
            <a:spLocks noGrp="1"/>
          </p:cNvSpPr>
          <p:nvPr/>
        </p:nvSpPr>
        <p:spPr>
          <a:xfrm>
            <a:off x="6629400" y="9124950"/>
            <a:ext cx="5029200" cy="438150"/>
          </a:xfrm>
          <a:prstGeom prst="roundRect">
            <a:avLst>
              <a:gd name="adj" fmla="val 173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사용자 의도와 지칭의 정확성 확보</a:t>
            </a:r>
            <a:endParaRPr lang="ko-KR">
              <a:latin typeface="Calibri"/>
              <a:ea typeface="Calibri"/>
              <a:cs typeface="Calibri"/>
            </a:endParaRPr>
          </a:p>
        </p:txBody>
      </p:sp>
      <p:sp>
        <p:nvSpPr>
          <p:cNvPr id="15" name="need-panel-2">
            <a:extLst>
              <a:ext uri="{FF2B5EF4-FFF2-40B4-BE49-F238E27FC236}">
                <ns2:creationId id="{BB38E869-327F-4DA5-928B-D45414BBA61D}"/>
              </a:ext>
            </a:extLst>
          </p:cNvPr>
          <p:cNvSpPr>
            <a:spLocks noGrp="1"/>
          </p:cNvSpPr>
          <p:nvPr/>
        </p:nvSpPr>
        <p:spPr>
          <a:xfrm>
            <a:off x="12192000" y="1781175"/>
            <a:ext cx="5524500" cy="7953375"/>
          </a:xfrm>
          <a:prstGeom prst="roundRect">
            <a:avLst>
              <a:gd name="adj" fmla="val 1379"/>
            </a:avLst>
          </a:prstGeom>
          <a:solidFill>
            <a:srgbClr val="FFFFFF"/>
          </a:solidFill>
          <a:ln w="14288">
            <a:solidFill>
              <a:srgbClr val="D4DBE4"/>
            </a:solidFill>
          </a:ln>
        </p:spPr>
      </p:sp>
      <p:sp>
        <p:nvSpPr>
          <p:cNvPr id="16" name="need-heading-2">
            <a:extLst>
              <a:ext uri="{FF2B5EF4-FFF2-40B4-BE49-F238E27FC236}">
                <ns2:creationId id="{CAAEC176-E15B-4E66-9C4E-A1A4E2718D34}"/>
              </a:ext>
            </a:extLst>
          </p:cNvPr>
          <p:cNvSpPr>
            <a:spLocks noGrp="1"/>
          </p:cNvSpPr>
          <p:nvPr/>
        </p:nvSpPr>
        <p:spPr>
          <a:xfrm>
            <a:off x="12287250" y="1457325"/>
            <a:ext cx="5334000" cy="628650"/>
          </a:xfrm>
          <a:prstGeom prst="roundRect">
            <a:avLst>
              <a:gd name="adj" fmla="val 12121"/>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지속적인 서비스 제공과 확장</a:t>
            </a:r>
            <a:endParaRPr lang="ko-KR">
              <a:latin typeface="Calibri"/>
              <a:ea typeface="Calibri"/>
              <a:cs typeface="Calibri"/>
            </a:endParaRPr>
          </a:p>
        </p:txBody>
      </p:sp>
      <p:sp>
        <p:nvSpPr>
          <p:cNvPr id="17" name="need-copy-a-2">
            <a:extLst>
              <a:ext uri="{FF2B5EF4-FFF2-40B4-BE49-F238E27FC236}">
                <ns2:creationId id="{F3D1720C-70AC-44B3-A5F3-1AFF52219D6E}"/>
              </a:ext>
            </a:extLst>
          </p:cNvPr>
          <p:cNvSpPr>
            <a:spLocks noGrp="1"/>
          </p:cNvSpPr>
          <p:nvPr/>
        </p:nvSpPr>
        <p:spPr>
          <a:xfrm>
            <a:off x="12477750" y="6610350"/>
            <a:ext cx="4953000" cy="685800"/>
          </a:xfrm>
          <a:prstGeom prst="rect">
            <a:avLst/>
          </a:prstGeom>
          <a:noFill/>
          <a:ln w="0">
            <a:noFill/>
          </a:ln>
        </p:spPr>
        <p:txBody>
          <a:bodyPr wrap="none" lIns="0" tIns="0" rIns="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지속 사용에 따른 운영 부담과</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기술 변경 비용의 관리</a:t>
            </a:r>
            <a:endParaRPr lang="ko-KR">
              <a:latin typeface="Calibri"/>
              <a:ea typeface="Calibri"/>
              <a:cs typeface="Calibri"/>
            </a:endParaRPr>
          </a:p>
        </p:txBody>
      </p:sp>
      <p:sp>
        <p:nvSpPr>
          <p:cNvPr id="18" name="need-copy-rule-2">
            <a:extLst>
              <a:ext uri="{FF2B5EF4-FFF2-40B4-BE49-F238E27FC236}">
                <ns2:creationId id="{EC3A1F05-F7C0-43EE-9D1F-D5FD48B50C78}"/>
              </a:ext>
            </a:extLst>
          </p:cNvPr>
          <p:cNvSpPr>
            <a:spLocks noGrp="1"/>
          </p:cNvSpPr>
          <p:nvPr/>
        </p:nvSpPr>
        <p:spPr>
          <a:xfrm>
            <a:off x="12515850" y="7505700"/>
            <a:ext cx="4876800" cy="14288"/>
          </a:xfrm>
          <a:prstGeom prst="rect">
            <a:avLst/>
          </a:prstGeom>
          <a:solidFill>
            <a:srgbClr val="D4DBE4"/>
          </a:solidFill>
          <a:ln w="0">
            <a:noFill/>
          </a:ln>
        </p:spPr>
      </p:sp>
      <p:sp>
        <p:nvSpPr>
          <p:cNvPr id="19" name="need-copy-b-2">
            <a:extLst>
              <a:ext uri="{FF2B5EF4-FFF2-40B4-BE49-F238E27FC236}">
                <ns2:creationId id="{6BD0BE71-8D75-4CE5-8EC5-EEE020EFA053}"/>
              </a:ext>
            </a:extLst>
          </p:cNvPr>
          <p:cNvSpPr>
            <a:spLocks noGrp="1"/>
          </p:cNvSpPr>
          <p:nvPr/>
        </p:nvSpPr>
        <p:spPr>
          <a:xfrm>
            <a:off x="12477750" y="7696200"/>
            <a:ext cx="4953000" cy="1257300"/>
          </a:xfrm>
          <a:prstGeom prst="rect">
            <a:avLst/>
          </a:prstGeom>
          <a:noFill/>
          <a:ln w="0">
            <a:noFill/>
          </a:ln>
        </p:spPr>
        <p:txBody>
          <a:bodyPr wrap="none" lIns="0" tIns="0" rIns="0" bIns="0" anchor="t">
            <a:noAutofit/>
          </a:bodyPr>
          <a:lstStyle>
            <a:defPPr algn="l">
              <a:defRPr sz="2000" b="0" lang="ko-KR">
                <a:solidFill>
                  <a:srgbClr val="000000"/>
                </a:solidFill>
                <a:latin typeface="Calibri"/>
                <a:ea typeface="Calibri"/>
                <a:cs typeface="Calibri"/>
              </a:defRPr>
            </a:defPPr>
          </a:lstStyle>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반복 추론과 불필요한 호출 최소화</a:t>
            </a:r>
            <a:endParaRPr lang="ko-KR">
              <a:latin typeface="Calibri"/>
              <a:ea typeface="Calibri"/>
              <a:cs typeface="Calibri"/>
            </a:endParaRPr>
          </a:p>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화면 기록과 대화 상태의 메모리 관리</a:t>
            </a:r>
            <a:endParaRPr lang="ko-KR">
              <a:latin typeface="Calibri"/>
              <a:ea typeface="Calibri"/>
              <a:cs typeface="Calibri"/>
            </a:endParaRPr>
          </a:p>
          <a:p>
            <a:pPr marL="190500" indent="-114300" algn="l">
              <a:spcAft>
                <a:spcPts val="1000"/>
              </a:spcAft>
              <a:buChar char="•"/>
              <a:defRPr sz="2000" b="0" lang="ko-KR">
                <a:solidFill>
                  <a:srgbClr val="000000"/>
                </a:solidFill>
                <a:latin typeface="Calibri"/>
                <a:ea typeface="Calibri"/>
                <a:cs typeface="Calibri"/>
              </a:defRPr>
            </a:pPr>
            <a:r>
              <a:rPr sz="2000" lang="ko-KR">
                <a:solidFill>
                  <a:srgbClr val="000000"/>
                </a:solidFill>
                <a:latin typeface="Calibri"/>
                <a:ea typeface="Calibri"/>
                <a:cs typeface="Calibri"/>
              </a:rPr>
              <a:t>모델 및 Agent 변경의 영향 범위 축소</a:t>
            </a:r>
            <a:endParaRPr lang="ko-KR">
              <a:latin typeface="Calibri"/>
              <a:ea typeface="Calibri"/>
              <a:cs typeface="Calibri"/>
            </a:endParaRPr>
          </a:p>
        </p:txBody>
      </p:sp>
      <p:sp>
        <p:nvSpPr>
          <p:cNvPr id="20" name="need-quality-2">
            <a:extLst>
              <a:ext uri="{FF2B5EF4-FFF2-40B4-BE49-F238E27FC236}">
                <ns2:creationId id="{160850FD-40D5-454E-BE81-8E585A64B858}"/>
              </a:ext>
            </a:extLst>
          </p:cNvPr>
          <p:cNvSpPr>
            <a:spLocks noGrp="1"/>
          </p:cNvSpPr>
          <p:nvPr/>
        </p:nvSpPr>
        <p:spPr>
          <a:xfrm>
            <a:off x="12439650" y="9124950"/>
            <a:ext cx="5029200" cy="438150"/>
          </a:xfrm>
          <a:prstGeom prst="roundRect">
            <a:avLst>
              <a:gd name="adj" fmla="val 173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운영 부담과 변경 비용 절감</a:t>
            </a:r>
            <a:endParaRPr lang="ko-KR">
              <a:latin typeface="Calibri"/>
              <a:ea typeface="Calibri"/>
              <a:cs typeface="Calibri"/>
            </a:endParaRPr>
          </a:p>
        </p:txBody>
      </p:sp>
      <p:sp>
        <p:nvSpPr>
          <p:cNvPr id="21" name="continuity-caption">
            <a:extLst>
              <a:ext uri="{FF2B5EF4-FFF2-40B4-BE49-F238E27FC236}">
                <ns2:creationId id="{F40AAB10-789B-418A-9A9C-6653DDC00C9D}"/>
              </a:ext>
            </a:extLst>
          </p:cNvPr>
          <p:cNvSpPr>
            <a:spLocks noGrp="1"/>
          </p:cNvSpPr>
          <p:nvPr/>
        </p:nvSpPr>
        <p:spPr>
          <a:xfrm>
            <a:off x="857250" y="2343150"/>
            <a:ext cx="4953000" cy="3429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사용자 발화와 Agent 응답의 중첩</a:t>
            </a:r>
            <a:endParaRPr lang="ko-KR">
              <a:latin typeface="Calibri"/>
              <a:ea typeface="Calibri"/>
              <a:cs typeface="Calibri"/>
            </a:endParaRPr>
          </a:p>
        </p:txBody>
      </p:sp>
      <p:sp>
        <p:nvSpPr>
          <p:cNvPr id="22" name="overlap-region">
            <a:extLst>
              <a:ext uri="{FF2B5EF4-FFF2-40B4-BE49-F238E27FC236}">
                <ns2:creationId id="{724EA4FA-1286-4248-B0E8-B7E5B360DD22}"/>
              </a:ext>
            </a:extLst>
          </p:cNvPr>
          <p:cNvSpPr>
            <a:spLocks noGrp="1"/>
          </p:cNvSpPr>
          <p:nvPr/>
        </p:nvSpPr>
        <p:spPr>
          <a:xfrm>
            <a:off x="3248025" y="2809875"/>
            <a:ext cx="1066800" cy="1676400"/>
          </a:xfrm>
          <a:prstGeom prst="rect">
            <a:avLst/>
          </a:prstGeom>
          <a:solidFill>
            <a:srgbClr val="EEF4E8"/>
          </a:solidFill>
          <a:ln w="0">
            <a:noFill/>
          </a:ln>
        </p:spPr>
      </p:sp>
      <p:sp>
        <p:nvSpPr>
          <p:cNvPr id="23" name="user-lane">
            <a:extLst>
              <a:ext uri="{FF2B5EF4-FFF2-40B4-BE49-F238E27FC236}">
                <ns2:creationId id="{4824201B-0D44-495F-B992-D7B4FF11FE0C}"/>
              </a:ext>
            </a:extLst>
          </p:cNvPr>
          <p:cNvSpPr>
            <a:spLocks noGrp="1"/>
          </p:cNvSpPr>
          <p:nvPr/>
        </p:nvSpPr>
        <p:spPr>
          <a:xfrm>
            <a:off x="857250" y="2762250"/>
            <a:ext cx="2286000" cy="285750"/>
          </a:xfrm>
          <a:prstGeom prst="rect">
            <a:avLst/>
          </a:prstGeom>
          <a:noFill/>
          <a:ln w="0">
            <a:noFill/>
          </a:ln>
        </p:spPr>
        <p:txBody>
          <a:bodyPr wrap="none" lIns="0" tIns="0" rIns="0" bIns="0" anchor="ctr">
            <a:noAutofit/>
          </a:bodyPr>
          <a:lstStyle>
            <a:defPPr algn="l">
              <a:defRPr sz="1700" b="0" lang="ko-KR">
                <a:solidFill>
                  <a:srgbClr val="000000"/>
                </a:solidFill>
                <a:latin typeface="Calibri"/>
                <a:ea typeface="Calibri"/>
                <a:cs typeface="Calibri"/>
              </a:defRPr>
            </a:defP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사용자 발화</a:t>
            </a:r>
            <a:endParaRPr lang="ko-KR">
              <a:latin typeface="Calibri"/>
              <a:ea typeface="Calibri"/>
              <a:cs typeface="Calibri"/>
            </a:endParaRPr>
          </a:p>
        </p:txBody>
      </p:sp>
      <p:sp>
        <p:nvSpPr>
          <p:cNvPr id="24" name="user-time-axis">
            <a:extLst>
              <a:ext uri="{FF2B5EF4-FFF2-40B4-BE49-F238E27FC236}">
                <ns2:creationId id="{0CE124EC-FC9B-4A75-88AF-DFD63FF90B9B}"/>
              </a:ext>
            </a:extLst>
          </p:cNvPr>
          <p:cNvSpPr>
            <a:spLocks noGrp="1"/>
          </p:cNvSpPr>
          <p:nvPr/>
        </p:nvSpPr>
        <p:spPr>
          <a:xfrm>
            <a:off x="857250" y="3362325"/>
            <a:ext cx="4933950" cy="95250"/>
          </a:xfrm>
          <a:prstGeom prst="rightArrow">
            <a:avLst/>
          </a:prstGeom>
          <a:solidFill>
            <a:srgbClr val="8398AF"/>
          </a:solidFill>
          <a:ln w="0">
            <a:noFill/>
          </a:ln>
        </p:spPr>
      </p:sp>
      <p:sp>
        <p:nvSpPr>
          <p:cNvPr id="25" name="new-request">
            <a:extLst>
              <a:ext uri="{FF2B5EF4-FFF2-40B4-BE49-F238E27FC236}">
                <ns2:creationId id="{87B9DDB0-C00D-4A0F-A284-FE1FC8D8426B}"/>
              </a:ext>
            </a:extLst>
          </p:cNvPr>
          <p:cNvSpPr>
            <a:spLocks noGrp="1"/>
          </p:cNvSpPr>
          <p:nvPr/>
        </p:nvSpPr>
        <p:spPr>
          <a:xfrm>
            <a:off x="857250" y="3114675"/>
            <a:ext cx="1371600" cy="476250"/>
          </a:xfrm>
          <a:prstGeom prst="roundRect">
            <a:avLst>
              <a:gd name="adj" fmla="val 16000"/>
            </a:avLst>
          </a:prstGeom>
          <a:solidFill>
            <a:srgbClr val="E7F4F8"/>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새 요청</a:t>
            </a:r>
            <a:endParaRPr lang="ko-KR">
              <a:latin typeface="Calibri"/>
              <a:ea typeface="Calibri"/>
              <a:cs typeface="Calibri"/>
            </a:endParaRPr>
          </a:p>
        </p:txBody>
      </p:sp>
      <p:sp>
        <p:nvSpPr>
          <p:cNvPr id="26" name="interruption-correction">
            <a:extLst>
              <a:ext uri="{FF2B5EF4-FFF2-40B4-BE49-F238E27FC236}">
                <ns2:creationId id="{B00B2B35-9026-400A-9F89-3C35C274384F}"/>
              </a:ext>
            </a:extLst>
          </p:cNvPr>
          <p:cNvSpPr>
            <a:spLocks noGrp="1"/>
          </p:cNvSpPr>
          <p:nvPr/>
        </p:nvSpPr>
        <p:spPr>
          <a:xfrm>
            <a:off x="3286125" y="3114675"/>
            <a:ext cx="2505075" cy="476250"/>
          </a:xfrm>
          <a:prstGeom prst="roundRect">
            <a:avLst>
              <a:gd name="adj" fmla="val 16000"/>
            </a:avLst>
          </a:prstGeom>
          <a:solidFill>
            <a:srgbClr val="E7F4F8"/>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끼어들기와 정정</a:t>
            </a:r>
            <a:endParaRPr lang="ko-KR">
              <a:latin typeface="Calibri"/>
              <a:ea typeface="Calibri"/>
              <a:cs typeface="Calibri"/>
            </a:endParaRPr>
          </a:p>
        </p:txBody>
      </p:sp>
      <p:sp>
        <p:nvSpPr>
          <p:cNvPr id="27" name="agent-lane">
            <a:extLst>
              <a:ext uri="{FF2B5EF4-FFF2-40B4-BE49-F238E27FC236}">
                <ns2:creationId id="{5442C392-5D24-4F55-9B65-98BFDF761511}"/>
              </a:ext>
            </a:extLst>
          </p:cNvPr>
          <p:cNvSpPr>
            <a:spLocks noGrp="1"/>
          </p:cNvSpPr>
          <p:nvPr/>
        </p:nvSpPr>
        <p:spPr>
          <a:xfrm>
            <a:off x="857250" y="3762375"/>
            <a:ext cx="3810000" cy="285750"/>
          </a:xfrm>
          <a:prstGeom prst="rect">
            <a:avLst/>
          </a:prstGeom>
          <a:noFill/>
          <a:ln w="0">
            <a:noFill/>
          </a:ln>
        </p:spPr>
        <p:txBody>
          <a:bodyPr wrap="none" lIns="0" tIns="0" rIns="0" bIns="0" anchor="ctr">
            <a:noAutofit/>
          </a:bodyPr>
          <a:lstStyle>
            <a:defPPr algn="l">
              <a:defRPr sz="1700" b="0" lang="ko-KR">
                <a:solidFill>
                  <a:srgbClr val="000000"/>
                </a:solidFill>
                <a:latin typeface="Calibri"/>
                <a:ea typeface="Calibri"/>
                <a:cs typeface="Calibri"/>
              </a:defRPr>
            </a:defP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Downstream Agent</a:t>
            </a:r>
            <a:endParaRPr lang="ko-KR">
              <a:latin typeface="Calibri"/>
              <a:ea typeface="Calibri"/>
              <a:cs typeface="Calibri"/>
            </a:endParaRPr>
          </a:p>
        </p:txBody>
      </p:sp>
      <p:sp>
        <p:nvSpPr>
          <p:cNvPr id="28" name="agent-time-axis">
            <a:extLst>
              <a:ext uri="{FF2B5EF4-FFF2-40B4-BE49-F238E27FC236}">
                <ns2:creationId id="{E0849DA2-5609-4767-A71E-26EB5B7CC1FD}"/>
              </a:ext>
            </a:extLst>
          </p:cNvPr>
          <p:cNvSpPr>
            <a:spLocks noGrp="1"/>
          </p:cNvSpPr>
          <p:nvPr/>
        </p:nvSpPr>
        <p:spPr>
          <a:xfrm>
            <a:off x="857250" y="4314825"/>
            <a:ext cx="4933950" cy="95250"/>
          </a:xfrm>
          <a:prstGeom prst="rightArrow">
            <a:avLst/>
          </a:prstGeom>
          <a:solidFill>
            <a:srgbClr val="8398AF"/>
          </a:solidFill>
          <a:ln w="0">
            <a:noFill/>
          </a:ln>
        </p:spPr>
      </p:sp>
      <p:sp>
        <p:nvSpPr>
          <p:cNvPr id="29" name="agent-question">
            <a:extLst>
              <a:ext uri="{FF2B5EF4-FFF2-40B4-BE49-F238E27FC236}">
                <ns2:creationId id="{8BED7837-FC1F-4408-9569-6EA946A0C26E}"/>
              </a:ext>
            </a:extLst>
          </p:cNvPr>
          <p:cNvSpPr>
            <a:spLocks noGrp="1"/>
          </p:cNvSpPr>
          <p:nvPr/>
        </p:nvSpPr>
        <p:spPr>
          <a:xfrm>
            <a:off x="2524125" y="4067175"/>
            <a:ext cx="1333500" cy="476250"/>
          </a:xfrm>
          <a:prstGeom prst="roundRect">
            <a:avLst>
              <a:gd name="adj" fmla="val 16000"/>
            </a:avLst>
          </a:prstGeom>
          <a:solidFill>
            <a:srgbClr val="F1F5F9"/>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질문</a:t>
            </a:r>
            <a:endParaRPr lang="ko-KR">
              <a:latin typeface="Calibri"/>
              <a:ea typeface="Calibri"/>
              <a:cs typeface="Calibri"/>
            </a:endParaRPr>
          </a:p>
        </p:txBody>
      </p:sp>
      <p:sp>
        <p:nvSpPr>
          <p:cNvPr id="30" name="agent-result">
            <a:extLst>
              <a:ext uri="{FF2B5EF4-FFF2-40B4-BE49-F238E27FC236}">
                <ns2:creationId id="{CF55F259-9A5A-4C3F-AAEA-F72E08C8D7B0}"/>
              </a:ext>
            </a:extLst>
          </p:cNvPr>
          <p:cNvSpPr>
            <a:spLocks noGrp="1"/>
          </p:cNvSpPr>
          <p:nvPr/>
        </p:nvSpPr>
        <p:spPr>
          <a:xfrm>
            <a:off x="4429125" y="4067175"/>
            <a:ext cx="1362075" cy="476250"/>
          </a:xfrm>
          <a:prstGeom prst="roundRect">
            <a:avLst>
              <a:gd name="adj" fmla="val 16000"/>
            </a:avLst>
          </a:prstGeom>
          <a:solidFill>
            <a:srgbClr val="F1F5F9"/>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결과</a:t>
            </a:r>
            <a:endParaRPr lang="ko-KR">
              <a:latin typeface="Calibri"/>
              <a:ea typeface="Calibri"/>
              <a:cs typeface="Calibri"/>
            </a:endParaRPr>
          </a:p>
        </p:txBody>
      </p:sp>
      <p:sp>
        <p:nvSpPr>
          <p:cNvPr id="31" name="overlap-label">
            <a:extLst>
              <a:ext uri="{FF2B5EF4-FFF2-40B4-BE49-F238E27FC236}">
                <ns2:creationId id="{3C77E548-D725-4FD6-AA84-00E580BF9E62}"/>
              </a:ext>
            </a:extLst>
          </p:cNvPr>
          <p:cNvSpPr>
            <a:spLocks noGrp="1"/>
          </p:cNvSpPr>
          <p:nvPr/>
        </p:nvSpPr>
        <p:spPr>
          <a:xfrm>
            <a:off x="3267075" y="4591050"/>
            <a:ext cx="1295400" cy="247650"/>
          </a:xfrm>
          <a:prstGeom prst="rect">
            <a:avLst/>
          </a:prstGeom>
          <a:noFill/>
          <a:ln w="0">
            <a:noFill/>
          </a:ln>
        </p:spPr>
        <p:txBody>
          <a:bodyPr wrap="none" lIns="0" tIns="0" rIns="0" bIns="0" anchor="ctr">
            <a:noAutofit/>
          </a:bodyPr>
          <a:lstStyle>
            <a:defPPr algn="ctr">
              <a:defRPr sz="1600" b="1" lang="ko-KR">
                <a:solidFill>
                  <a:srgbClr val="082759"/>
                </a:solidFill>
                <a:latin typeface="Calibri"/>
                <a:ea typeface="Calibri"/>
                <a:cs typeface="Calibri"/>
              </a:defRPr>
            </a:defPPr>
          </a:lstStyle>
          <a:p>
            <a:pPr algn="ctr">
              <a:defRPr sz="1600" b="1" lang="ko-KR">
                <a:solidFill>
                  <a:srgbClr val="082759"/>
                </a:solidFill>
                <a:latin typeface="Calibri"/>
                <a:ea typeface="Calibri"/>
                <a:cs typeface="Calibri"/>
              </a:defRPr>
            </a:pPr>
            <a:r>
              <a:rPr sz="1600" b="1" lang="ko-KR">
                <a:solidFill>
                  <a:srgbClr val="082759"/>
                </a:solidFill>
                <a:latin typeface="Calibri"/>
                <a:ea typeface="Calibri"/>
                <a:cs typeface="Calibri"/>
              </a:rPr>
              <a:t>동시 발생</a:t>
            </a:r>
            <a:endParaRPr lang="ko-KR">
              <a:latin typeface="Calibri"/>
              <a:ea typeface="Calibri"/>
              <a:cs typeface="Calibri"/>
            </a:endParaRPr>
          </a:p>
        </p:txBody>
      </p:sp>
      <p:sp>
        <p:nvSpPr>
          <p:cNvPr id="32" name="time-label">
            <a:extLst>
              <a:ext uri="{FF2B5EF4-FFF2-40B4-BE49-F238E27FC236}">
                <ns2:creationId id="{09606304-AF1B-4AEF-B4D4-60E7542DFB53}"/>
              </a:ext>
            </a:extLst>
          </p:cNvPr>
          <p:cNvSpPr>
            <a:spLocks noGrp="1"/>
          </p:cNvSpPr>
          <p:nvPr/>
        </p:nvSpPr>
        <p:spPr>
          <a:xfrm>
            <a:off x="5248275" y="4591050"/>
            <a:ext cx="533400" cy="247650"/>
          </a:xfrm>
          <a:prstGeom prst="rect">
            <a:avLst/>
          </a:prstGeom>
          <a:noFill/>
          <a:ln w="0">
            <a:noFill/>
          </a:ln>
        </p:spPr>
        <p:txBody>
          <a:bodyPr wrap="none" lIns="0" tIns="0" rIns="0" bIns="0" anchor="ctr">
            <a:noAutofit/>
          </a:bodyPr>
          <a:lstStyle>
            <a:defPPr algn="r">
              <a:defRPr sz="1400" b="0" lang="ko-KR">
                <a:solidFill>
                  <a:srgbClr val="4A5563"/>
                </a:solidFill>
                <a:latin typeface="Calibri"/>
                <a:ea typeface="Calibri"/>
                <a:cs typeface="Calibri"/>
              </a:defRPr>
            </a:defPPr>
          </a:lstStyle>
          <a:p>
            <a:pPr algn="r">
              <a:defRPr sz="1400" b="0" lang="ko-KR">
                <a:solidFill>
                  <a:srgbClr val="4A5563"/>
                </a:solidFill>
                <a:latin typeface="Calibri"/>
                <a:ea typeface="Calibri"/>
                <a:cs typeface="Calibri"/>
              </a:defRPr>
            </a:pPr>
            <a:r>
              <a:rPr sz="1400" b="0" lang="ko-KR">
                <a:solidFill>
                  <a:srgbClr val="4A5563"/>
                </a:solidFill>
                <a:latin typeface="Calibri"/>
                <a:ea typeface="Calibri"/>
                <a:cs typeface="Calibri"/>
              </a:rPr>
              <a:t>시간</a:t>
            </a:r>
            <a:endParaRPr lang="ko-KR">
              <a:latin typeface="Calibri"/>
              <a:ea typeface="Calibri"/>
              <a:cs typeface="Calibri"/>
            </a:endParaRPr>
          </a:p>
        </p:txBody>
      </p:sp>
      <p:sp>
        <p:nvSpPr>
          <p:cNvPr id="33" name="relations-label">
            <a:extLst>
              <a:ext uri="{FF2B5EF4-FFF2-40B4-BE49-F238E27FC236}">
                <ns2:creationId id="{DD177C67-386B-4A92-A7A2-90321EBA1082}"/>
              </a:ext>
            </a:extLst>
          </p:cNvPr>
          <p:cNvSpPr>
            <a:spLocks noGrp="1"/>
          </p:cNvSpPr>
          <p:nvPr/>
        </p:nvSpPr>
        <p:spPr>
          <a:xfrm>
            <a:off x="857250" y="5048250"/>
            <a:ext cx="2381250" cy="285750"/>
          </a:xfrm>
          <a:prstGeom prst="rect">
            <a:avLst/>
          </a:prstGeom>
          <a:noFill/>
          <a:ln w="0">
            <a:noFill/>
          </a:ln>
        </p:spPr>
        <p:txBody>
          <a:bodyPr wrap="none" lIns="0" tIns="0" rIns="0" bIns="0" anchor="ctr">
            <a:noAutofit/>
          </a:bodyPr>
          <a:lstStyle>
            <a:defPPr algn="l">
              <a:defRPr sz="1700" b="1" lang="ko-KR">
                <a:solidFill>
                  <a:srgbClr val="000000"/>
                </a:solidFill>
                <a:latin typeface="Calibri"/>
                <a:ea typeface="Calibri"/>
                <a:cs typeface="Calibri"/>
              </a:defRPr>
            </a:defP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대화와 업무의 관계</a:t>
            </a:r>
            <a:endParaRPr lang="ko-KR">
              <a:latin typeface="Calibri"/>
              <a:ea typeface="Calibri"/>
              <a:cs typeface="Calibri"/>
            </a:endParaRPr>
          </a:p>
        </p:txBody>
      </p:sp>
      <p:sp>
        <p:nvSpPr>
          <p:cNvPr id="34" name="relation-question">
            <a:extLst>
              <a:ext uri="{FF2B5EF4-FFF2-40B4-BE49-F238E27FC236}">
                <ns2:creationId id="{63C353A3-3962-4A8F-A03C-B25DCB8BAC8E}"/>
              </a:ext>
            </a:extLst>
          </p:cNvPr>
          <p:cNvSpPr>
            <a:spLocks noGrp="1"/>
          </p:cNvSpPr>
          <p:nvPr/>
        </p:nvSpPr>
        <p:spPr>
          <a:xfrm>
            <a:off x="2047875" y="5429250"/>
            <a:ext cx="876300" cy="400050"/>
          </a:xfrm>
          <a:prstGeom prst="roundRect">
            <a:avLst>
              <a:gd name="adj" fmla="val 19048"/>
            </a:avLst>
          </a:prstGeom>
          <a:solidFill>
            <a:srgbClr val="FFFFFF"/>
          </a:solidFill>
          <a:ln w="14288">
            <a:solidFill>
              <a:srgbClr val="D4DBE4"/>
            </a:solidFill>
          </a:ln>
        </p:spPr>
        <p:txBody>
          <a:bodyPr wrap="none" lIns="0" tIns="0" rIns="0" bIns="0" anchor="ctr">
            <a:noAutofit/>
          </a:bodyPr>
          <a:lstStyle>
            <a:defPPr algn="ctr">
              <a:defRPr sz="1700" b="1" lang="ko-KR">
                <a:solidFill>
                  <a:srgbClr val="000000"/>
                </a:solidFill>
                <a:latin typeface="Calibri"/>
                <a:ea typeface="Calibri"/>
                <a:cs typeface="Calibri"/>
              </a:defRPr>
            </a:defP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질문</a:t>
            </a:r>
            <a:endParaRPr lang="ko-KR">
              <a:latin typeface="Calibri"/>
              <a:ea typeface="Calibri"/>
              <a:cs typeface="Calibri"/>
            </a:endParaRPr>
          </a:p>
        </p:txBody>
      </p:sp>
      <p:sp>
        <p:nvSpPr>
          <p:cNvPr id="35" name="question-request-link">
            <a:extLst>
              <a:ext uri="{FF2B5EF4-FFF2-40B4-BE49-F238E27FC236}">
                <ns2:creationId id="{CE98BAEC-8ADE-45B0-80C7-004AC47480A6}"/>
              </a:ext>
            </a:extLst>
          </p:cNvPr>
          <p:cNvSpPr>
            <a:spLocks noGrp="1"/>
          </p:cNvSpPr>
          <p:nvPr/>
        </p:nvSpPr>
        <p:spPr>
          <a:xfrm>
            <a:off x="2476500" y="5829300"/>
            <a:ext cx="19050" cy="190500"/>
          </a:xfrm>
          <a:prstGeom prst="rect">
            <a:avLst/>
          </a:prstGeom>
          <a:solidFill>
            <a:srgbClr val="8398AF"/>
          </a:solidFill>
          <a:ln w="0">
            <a:noFill/>
          </a:ln>
        </p:spPr>
      </p:sp>
      <p:sp>
        <p:nvSpPr>
          <p:cNvPr id="36" name="relation-0">
            <a:extLst>
              <a:ext uri="{FF2B5EF4-FFF2-40B4-BE49-F238E27FC236}">
                <ns2:creationId id="{ACD1DA3D-0D0B-4E3C-8C4C-78BFB6816D52}"/>
              </a:ext>
            </a:extLst>
          </p:cNvPr>
          <p:cNvSpPr>
            <a:spLocks noGrp="1"/>
          </p:cNvSpPr>
          <p:nvPr/>
        </p:nvSpPr>
        <p:spPr>
          <a:xfrm>
            <a:off x="857250" y="6019800"/>
            <a:ext cx="895350" cy="400050"/>
          </a:xfrm>
          <a:prstGeom prst="roundRect">
            <a:avLst>
              <a:gd name="adj" fmla="val 19048"/>
            </a:avLst>
          </a:prstGeom>
          <a:solidFill>
            <a:srgbClr val="F1F5F9"/>
          </a:solidFill>
          <a:ln w="14288">
            <a:solidFill>
              <a:srgbClr val="D4DBE4"/>
            </a:solidFill>
          </a:ln>
        </p:spPr>
        <p:txBody>
          <a:bodyPr wrap="none" lIns="0" tIns="0" rIns="0" bIns="0" anchor="ctr">
            <a:noAutofit/>
          </a:bodyPr>
          <a:lstStyle>
            <a:defPPr algn="ctr">
              <a:defRPr sz="1700" b="1" lang="ko-KR">
                <a:solidFill>
                  <a:srgbClr val="000000"/>
                </a:solidFill>
                <a:latin typeface="Calibri"/>
                <a:ea typeface="Calibri"/>
                <a:cs typeface="Calibri"/>
              </a:defRPr>
            </a:defP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대화</a:t>
            </a:r>
            <a:endParaRPr lang="ko-KR">
              <a:latin typeface="Calibri"/>
              <a:ea typeface="Calibri"/>
              <a:cs typeface="Calibri"/>
            </a:endParaRPr>
          </a:p>
        </p:txBody>
      </p:sp>
      <p:sp>
        <p:nvSpPr>
          <p:cNvPr id="37" name="relation-edge-0">
            <a:extLst>
              <a:ext uri="{FF2B5EF4-FFF2-40B4-BE49-F238E27FC236}">
                <ns2:creationId id="{A4B79ADE-46B6-47C0-97E1-3683C992B64C}"/>
              </a:ext>
            </a:extLst>
          </p:cNvPr>
          <p:cNvSpPr>
            <a:spLocks noGrp="1"/>
          </p:cNvSpPr>
          <p:nvPr/>
        </p:nvSpPr>
        <p:spPr>
          <a:xfrm>
            <a:off x="1752600" y="6210300"/>
            <a:ext cx="295275" cy="19050"/>
          </a:xfrm>
          <a:prstGeom prst="rect">
            <a:avLst/>
          </a:prstGeom>
          <a:solidFill>
            <a:srgbClr val="8398AF"/>
          </a:solidFill>
          <a:ln w="0">
            <a:noFill/>
          </a:ln>
        </p:spPr>
      </p:sp>
      <p:sp>
        <p:nvSpPr>
          <p:cNvPr id="38" name="relation-1">
            <a:extLst>
              <a:ext uri="{FF2B5EF4-FFF2-40B4-BE49-F238E27FC236}">
                <ns2:creationId id="{F23CA529-F09A-4F19-A392-41460FC786E1}"/>
              </a:ext>
            </a:extLst>
          </p:cNvPr>
          <p:cNvSpPr>
            <a:spLocks noGrp="1"/>
          </p:cNvSpPr>
          <p:nvPr/>
        </p:nvSpPr>
        <p:spPr>
          <a:xfrm>
            <a:off x="2047875" y="6019800"/>
            <a:ext cx="876300" cy="400050"/>
          </a:xfrm>
          <a:prstGeom prst="roundRect">
            <a:avLst>
              <a:gd name="adj" fmla="val 19048"/>
            </a:avLst>
          </a:prstGeom>
          <a:solidFill>
            <a:srgbClr val="DDECCD"/>
          </a:solidFill>
          <a:ln w="14288">
            <a:solidFill>
              <a:srgbClr val="D4DBE4"/>
            </a:solidFill>
          </a:ln>
        </p:spPr>
        <p:txBody>
          <a:bodyPr wrap="none" lIns="0" tIns="0" rIns="0" bIns="0" anchor="ctr">
            <a:noAutofit/>
          </a:bodyPr>
          <a:lstStyle>
            <a:defPPr algn="ctr">
              <a:defRPr sz="1700" b="1" lang="ko-KR">
                <a:solidFill>
                  <a:srgbClr val="000000"/>
                </a:solidFill>
                <a:latin typeface="Calibri"/>
                <a:ea typeface="Calibri"/>
                <a:cs typeface="Calibri"/>
              </a:defRPr>
            </a:defP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요청</a:t>
            </a:r>
            <a:endParaRPr lang="ko-KR">
              <a:latin typeface="Calibri"/>
              <a:ea typeface="Calibri"/>
              <a:cs typeface="Calibri"/>
            </a:endParaRPr>
          </a:p>
        </p:txBody>
      </p:sp>
      <p:sp>
        <p:nvSpPr>
          <p:cNvPr id="39" name="relation-edge-1">
            <a:extLst>
              <a:ext uri="{FF2B5EF4-FFF2-40B4-BE49-F238E27FC236}">
                <ns2:creationId id="{977DE543-A3A5-4FE6-99A7-1CAF948576E6}"/>
              </a:ext>
            </a:extLst>
          </p:cNvPr>
          <p:cNvSpPr>
            <a:spLocks noGrp="1"/>
          </p:cNvSpPr>
          <p:nvPr/>
        </p:nvSpPr>
        <p:spPr>
          <a:xfrm>
            <a:off x="2924175" y="6210300"/>
            <a:ext cx="295275" cy="19050"/>
          </a:xfrm>
          <a:prstGeom prst="rect">
            <a:avLst/>
          </a:prstGeom>
          <a:solidFill>
            <a:srgbClr val="8398AF"/>
          </a:solidFill>
          <a:ln w="0">
            <a:noFill/>
          </a:ln>
        </p:spPr>
      </p:sp>
      <p:sp>
        <p:nvSpPr>
          <p:cNvPr id="40" name="relation-2">
            <a:extLst>
              <a:ext uri="{FF2B5EF4-FFF2-40B4-BE49-F238E27FC236}">
                <ns2:creationId id="{10056226-722D-4FB5-BA33-FE16AFC7B821}"/>
              </a:ext>
            </a:extLst>
          </p:cNvPr>
          <p:cNvSpPr>
            <a:spLocks noGrp="1"/>
          </p:cNvSpPr>
          <p:nvPr/>
        </p:nvSpPr>
        <p:spPr>
          <a:xfrm>
            <a:off x="3238500" y="6019800"/>
            <a:ext cx="876300" cy="400050"/>
          </a:xfrm>
          <a:prstGeom prst="roundRect">
            <a:avLst>
              <a:gd name="adj" fmla="val 19048"/>
            </a:avLst>
          </a:prstGeom>
          <a:solidFill>
            <a:srgbClr val="F1F5F9"/>
          </a:solidFill>
          <a:ln w="14288">
            <a:solidFill>
              <a:srgbClr val="D4DBE4"/>
            </a:solidFill>
          </a:ln>
        </p:spPr>
        <p:txBody>
          <a:bodyPr wrap="none" lIns="0" tIns="0" rIns="0" bIns="0" anchor="ctr">
            <a:noAutofit/>
          </a:bodyPr>
          <a:lstStyle>
            <a:defPPr algn="ctr">
              <a:defRPr sz="1700" b="1" lang="ko-KR">
                <a:solidFill>
                  <a:srgbClr val="000000"/>
                </a:solidFill>
                <a:latin typeface="Calibri"/>
                <a:ea typeface="Calibri"/>
                <a:cs typeface="Calibri"/>
              </a:defRPr>
            </a:defP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업무</a:t>
            </a:r>
            <a:endParaRPr lang="ko-KR">
              <a:latin typeface="Calibri"/>
              <a:ea typeface="Calibri"/>
              <a:cs typeface="Calibri"/>
            </a:endParaRPr>
          </a:p>
        </p:txBody>
      </p:sp>
      <p:sp>
        <p:nvSpPr>
          <p:cNvPr id="41" name="relation-edge-2">
            <a:extLst>
              <a:ext uri="{FF2B5EF4-FFF2-40B4-BE49-F238E27FC236}">
                <ns2:creationId id="{0BF3EA68-1341-4292-B988-EF589B3B9BB1}"/>
              </a:ext>
            </a:extLst>
          </p:cNvPr>
          <p:cNvSpPr>
            <a:spLocks noGrp="1"/>
          </p:cNvSpPr>
          <p:nvPr/>
        </p:nvSpPr>
        <p:spPr>
          <a:xfrm>
            <a:off x="4114800" y="6210300"/>
            <a:ext cx="295275" cy="19050"/>
          </a:xfrm>
          <a:prstGeom prst="rect">
            <a:avLst/>
          </a:prstGeom>
          <a:solidFill>
            <a:srgbClr val="8398AF"/>
          </a:solidFill>
          <a:ln w="0">
            <a:noFill/>
          </a:ln>
        </p:spPr>
      </p:sp>
      <p:sp>
        <p:nvSpPr>
          <p:cNvPr id="42" name="relation-3">
            <a:extLst>
              <a:ext uri="{FF2B5EF4-FFF2-40B4-BE49-F238E27FC236}">
                <ns2:creationId id="{6F103742-6044-4C80-8400-49591DCF1DE7}"/>
              </a:ext>
            </a:extLst>
          </p:cNvPr>
          <p:cNvSpPr>
            <a:spLocks noGrp="1"/>
          </p:cNvSpPr>
          <p:nvPr/>
        </p:nvSpPr>
        <p:spPr>
          <a:xfrm>
            <a:off x="4429125" y="6019800"/>
            <a:ext cx="1362075" cy="400050"/>
          </a:xfrm>
          <a:prstGeom prst="roundRect">
            <a:avLst>
              <a:gd name="adj" fmla="val 19048"/>
            </a:avLst>
          </a:prstGeom>
          <a:solidFill>
            <a:srgbClr val="F1F5F9"/>
          </a:solidFill>
          <a:ln w="14288">
            <a:solidFill>
              <a:srgbClr val="D4DBE4"/>
            </a:solidFill>
          </a:ln>
        </p:spPr>
        <p:txBody>
          <a:bodyPr wrap="none" lIns="0" tIns="0" rIns="0" bIns="0" anchor="ctr">
            <a:noAutofit/>
          </a:bodyPr>
          <a:lstStyle>
            <a:defPPr algn="ctr">
              <a:defRPr sz="1700" b="1" lang="ko-KR">
                <a:solidFill>
                  <a:srgbClr val="000000"/>
                </a:solidFill>
                <a:latin typeface="Calibri"/>
                <a:ea typeface="Calibri"/>
                <a:cs typeface="Calibri"/>
              </a:defRPr>
            </a:defP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Agent 실행</a:t>
            </a:r>
            <a:endParaRPr lang="ko-KR">
              <a:latin typeface="Calibri"/>
              <a:ea typeface="Calibri"/>
              <a:cs typeface="Calibri"/>
            </a:endParaRPr>
          </a:p>
        </p:txBody>
      </p:sp>
      <p:sp>
        <p:nvSpPr>
          <p:cNvPr id="43" name="context-caption">
            <a:extLst>
              <a:ext uri="{FF2B5EF4-FFF2-40B4-BE49-F238E27FC236}">
                <ns2:creationId id="{A99C9A7B-B612-4CC2-BF5A-552F647E79E2}"/>
              </a:ext>
            </a:extLst>
          </p:cNvPr>
          <p:cNvSpPr>
            <a:spLocks noGrp="1"/>
          </p:cNvSpPr>
          <p:nvPr/>
        </p:nvSpPr>
        <p:spPr>
          <a:xfrm>
            <a:off x="6667500" y="2343150"/>
            <a:ext cx="4953000" cy="3429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현재 요청에 필요한 정보의 결합</a:t>
            </a:r>
            <a:endParaRPr lang="ko-KR">
              <a:latin typeface="Calibri"/>
              <a:ea typeface="Calibri"/>
              <a:cs typeface="Calibri"/>
            </a:endParaRPr>
          </a:p>
        </p:txBody>
      </p:sp>
      <p:sp>
        <p:nvSpPr>
          <p:cNvPr id="44" name="context-input-0">
            <a:extLst>
              <a:ext uri="{FF2B5EF4-FFF2-40B4-BE49-F238E27FC236}">
                <ns2:creationId id="{B30A3055-A594-4B22-9372-62328E57F5E7}"/>
              </a:ext>
            </a:extLst>
          </p:cNvPr>
          <p:cNvSpPr>
            <a:spLocks noGrp="1"/>
          </p:cNvSpPr>
          <p:nvPr/>
        </p:nvSpPr>
        <p:spPr>
          <a:xfrm>
            <a:off x="6667500" y="2867025"/>
            <a:ext cx="2514600" cy="1009650"/>
          </a:xfrm>
          <a:prstGeom prst="roundRect">
            <a:avLst>
              <a:gd name="adj" fmla="val 7547"/>
            </a:avLst>
          </a:prstGeom>
          <a:solidFill>
            <a:srgbClr val="E7F4F8"/>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음성</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발화 내용과 정정</a:t>
            </a:r>
            <a:endParaRPr lang="ko-KR">
              <a:latin typeface="Calibri"/>
              <a:ea typeface="Calibri"/>
              <a:cs typeface="Calibri"/>
            </a:endParaRPr>
          </a:p>
        </p:txBody>
      </p:sp>
      <p:sp>
        <p:nvSpPr>
          <p:cNvPr id="45" name="context-wire-0">
            <a:extLst>
              <a:ext uri="{FF2B5EF4-FFF2-40B4-BE49-F238E27FC236}">
                <ns2:creationId id="{39716019-23DD-4776-9862-B4E070564942}"/>
              </a:ext>
            </a:extLst>
          </p:cNvPr>
          <p:cNvSpPr>
            <a:spLocks noGrp="1"/>
          </p:cNvSpPr>
          <p:nvPr/>
        </p:nvSpPr>
        <p:spPr>
          <a:xfrm>
            <a:off x="9182100" y="3362325"/>
            <a:ext cx="323850" cy="19050"/>
          </a:xfrm>
          <a:prstGeom prst="rect">
            <a:avLst/>
          </a:prstGeom>
          <a:solidFill>
            <a:srgbClr val="8398AF"/>
          </a:solidFill>
          <a:ln w="0">
            <a:noFill/>
          </a:ln>
        </p:spPr>
      </p:sp>
      <p:sp>
        <p:nvSpPr>
          <p:cNvPr id="46" name="context-input-1">
            <a:extLst>
              <a:ext uri="{FF2B5EF4-FFF2-40B4-BE49-F238E27FC236}">
                <ns2:creationId id="{C5CC9D07-D789-4CD4-9327-D9B3C4BA7382}"/>
              </a:ext>
            </a:extLst>
          </p:cNvPr>
          <p:cNvSpPr>
            <a:spLocks noGrp="1"/>
          </p:cNvSpPr>
          <p:nvPr/>
        </p:nvSpPr>
        <p:spPr>
          <a:xfrm>
            <a:off x="6667500" y="4029075"/>
            <a:ext cx="2514600" cy="1009650"/>
          </a:xfrm>
          <a:prstGeom prst="roundRect">
            <a:avLst>
              <a:gd name="adj" fmla="val 7547"/>
            </a:avLst>
          </a:prstGeom>
          <a:solidFill>
            <a:srgbClr val="E7F4F8"/>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당시 화면</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활성 창, 포인터</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클릭, 선택 범위</a:t>
            </a:r>
            <a:endParaRPr lang="ko-KR">
              <a:latin typeface="Calibri"/>
              <a:ea typeface="Calibri"/>
              <a:cs typeface="Calibri"/>
            </a:endParaRPr>
          </a:p>
        </p:txBody>
      </p:sp>
      <p:sp>
        <p:nvSpPr>
          <p:cNvPr id="47" name="context-wire-1">
            <a:extLst>
              <a:ext uri="{FF2B5EF4-FFF2-40B4-BE49-F238E27FC236}">
                <ns2:creationId id="{5AAB65C3-10BD-4BE5-9ADB-BAF599844CD0}"/>
              </a:ext>
            </a:extLst>
          </p:cNvPr>
          <p:cNvSpPr>
            <a:spLocks noGrp="1"/>
          </p:cNvSpPr>
          <p:nvPr/>
        </p:nvSpPr>
        <p:spPr>
          <a:xfrm>
            <a:off x="9182100" y="4524375"/>
            <a:ext cx="323850" cy="19050"/>
          </a:xfrm>
          <a:prstGeom prst="rect">
            <a:avLst/>
          </a:prstGeom>
          <a:solidFill>
            <a:srgbClr val="8398AF"/>
          </a:solidFill>
          <a:ln w="0">
            <a:noFill/>
          </a:ln>
        </p:spPr>
      </p:sp>
      <p:sp>
        <p:nvSpPr>
          <p:cNvPr id="48" name="context-input-2">
            <a:extLst>
              <a:ext uri="{FF2B5EF4-FFF2-40B4-BE49-F238E27FC236}">
                <ns2:creationId id="{277BBF91-9D0A-4D9F-9C6F-E2D9D2276755}"/>
              </a:ext>
            </a:extLst>
          </p:cNvPr>
          <p:cNvSpPr>
            <a:spLocks noGrp="1"/>
          </p:cNvSpPr>
          <p:nvPr/>
        </p:nvSpPr>
        <p:spPr>
          <a:xfrm>
            <a:off x="6667500" y="5191125"/>
            <a:ext cx="2514600" cy="1009650"/>
          </a:xfrm>
          <a:prstGeom prst="roundRect">
            <a:avLst>
              <a:gd name="adj" fmla="val 7547"/>
            </a:avLst>
          </a:prstGeom>
          <a:solidFill>
            <a:srgbClr val="F1F5F9"/>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과거 이력</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대화와 업무 결과</a:t>
            </a:r>
            <a:endParaRPr lang="ko-KR">
              <a:latin typeface="Calibri"/>
              <a:ea typeface="Calibri"/>
              <a:cs typeface="Calibri"/>
            </a:endParaRPr>
          </a:p>
        </p:txBody>
      </p:sp>
      <p:sp>
        <p:nvSpPr>
          <p:cNvPr id="49" name="context-wire-2">
            <a:extLst>
              <a:ext uri="{FF2B5EF4-FFF2-40B4-BE49-F238E27FC236}">
                <ns2:creationId id="{10BECB4F-FC94-4391-B060-E94473E2DBCD}"/>
              </a:ext>
            </a:extLst>
          </p:cNvPr>
          <p:cNvSpPr>
            <a:spLocks noGrp="1"/>
          </p:cNvSpPr>
          <p:nvPr/>
        </p:nvSpPr>
        <p:spPr>
          <a:xfrm>
            <a:off x="9182100" y="5686425"/>
            <a:ext cx="323850" cy="19050"/>
          </a:xfrm>
          <a:prstGeom prst="rect">
            <a:avLst/>
          </a:prstGeom>
          <a:solidFill>
            <a:srgbClr val="8398AF"/>
          </a:solidFill>
          <a:ln w="0">
            <a:noFill/>
          </a:ln>
        </p:spPr>
      </p:sp>
      <p:sp>
        <p:nvSpPr>
          <p:cNvPr id="50" name="context-bus">
            <a:extLst>
              <a:ext uri="{FF2B5EF4-FFF2-40B4-BE49-F238E27FC236}">
                <ns2:creationId id="{0C975E28-515D-44A6-8F02-9B6B11330F85}"/>
              </a:ext>
            </a:extLst>
          </p:cNvPr>
          <p:cNvSpPr>
            <a:spLocks noGrp="1"/>
          </p:cNvSpPr>
          <p:nvPr/>
        </p:nvSpPr>
        <p:spPr>
          <a:xfrm>
            <a:off x="9486900" y="3371850"/>
            <a:ext cx="19050" cy="2324100"/>
          </a:xfrm>
          <a:prstGeom prst="rect">
            <a:avLst/>
          </a:prstGeom>
          <a:solidFill>
            <a:srgbClr val="8398AF"/>
          </a:solidFill>
          <a:ln w="0">
            <a:noFill/>
          </a:ln>
        </p:spPr>
      </p:sp>
      <p:sp>
        <p:nvSpPr>
          <p:cNvPr id="51" name="context-adoption">
            <a:extLst>
              <a:ext uri="{FF2B5EF4-FFF2-40B4-BE49-F238E27FC236}">
                <ns2:creationId id="{2C89DDD7-DB47-4E2C-A4BB-A64DF868EB06}"/>
              </a:ext>
            </a:extLst>
          </p:cNvPr>
          <p:cNvSpPr>
            <a:spLocks noGrp="1"/>
          </p:cNvSpPr>
          <p:nvPr/>
        </p:nvSpPr>
        <p:spPr>
          <a:xfrm>
            <a:off x="9505950" y="4429125"/>
            <a:ext cx="266700" cy="209550"/>
          </a:xfrm>
          <a:prstGeom prst="rightArrow">
            <a:avLst/>
          </a:prstGeom>
          <a:solidFill>
            <a:srgbClr val="8398AF"/>
          </a:solidFill>
          <a:ln w="0">
            <a:noFill/>
          </a:ln>
        </p:spPr>
      </p:sp>
      <p:sp>
        <p:nvSpPr>
          <p:cNvPr id="52" name="context-output">
            <a:extLst>
              <a:ext uri="{FF2B5EF4-FFF2-40B4-BE49-F238E27FC236}">
                <ns2:creationId id="{42F66553-FDD5-429A-BE21-4056AE66ADDD}"/>
              </a:ext>
            </a:extLst>
          </p:cNvPr>
          <p:cNvSpPr>
            <a:spLocks noGrp="1"/>
          </p:cNvSpPr>
          <p:nvPr/>
        </p:nvSpPr>
        <p:spPr>
          <a:xfrm>
            <a:off x="9791700" y="3467100"/>
            <a:ext cx="1828800" cy="2133600"/>
          </a:xfrm>
          <a:prstGeom prst="roundRect">
            <a:avLst>
              <a:gd name="adj" fmla="val 4167"/>
            </a:avLst>
          </a:prstGeom>
          <a:solidFill>
            <a:srgbClr val="DDECCD"/>
          </a:solidFill>
          <a:ln w="14288">
            <a:solidFill>
              <a:srgbClr val="D4DBE4"/>
            </a:solid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현재 요청 이해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대상과 조건</a:t>
            </a:r>
            <a:endParaRPr lang="ko-KR">
              <a:latin typeface="Calibri"/>
              <a:ea typeface="Calibri"/>
              <a:cs typeface="Calibri"/>
            </a:endParaRPr>
          </a:p>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관련 업무</a:t>
            </a:r>
            <a:endParaRPr lang="ko-KR">
              <a:latin typeface="Calibri"/>
              <a:ea typeface="Calibri"/>
              <a:cs typeface="Calibri"/>
            </a:endParaRPr>
          </a:p>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정정 범위</a:t>
            </a:r>
            <a:endParaRPr lang="ko-KR">
              <a:latin typeface="Calibri"/>
              <a:ea typeface="Calibri"/>
              <a:cs typeface="Calibri"/>
            </a:endParaRPr>
          </a:p>
        </p:txBody>
      </p:sp>
      <p:sp>
        <p:nvSpPr>
          <p:cNvPr id="53" name="resource-caption">
            <a:extLst>
              <a:ext uri="{FF2B5EF4-FFF2-40B4-BE49-F238E27FC236}">
                <ns2:creationId id="{04B538E0-2F57-4A2C-A8DA-ABF15C59C6F7}"/>
              </a:ext>
            </a:extLst>
          </p:cNvPr>
          <p:cNvSpPr>
            <a:spLocks noGrp="1"/>
          </p:cNvSpPr>
          <p:nvPr/>
        </p:nvSpPr>
        <p:spPr>
          <a:xfrm>
            <a:off x="12477750" y="2343150"/>
            <a:ext cx="4953000" cy="3429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운영 조건에 따른 부담</a:t>
            </a:r>
            <a:endParaRPr lang="ko-KR">
              <a:latin typeface="Calibri"/>
              <a:ea typeface="Calibri"/>
              <a:cs typeface="Calibri"/>
            </a:endParaRPr>
          </a:p>
        </p:txBody>
      </p:sp>
      <p:sp>
        <p:nvSpPr>
          <p:cNvPr id="54" name="resource-cause-0">
            <a:extLst>
              <a:ext uri="{FF2B5EF4-FFF2-40B4-BE49-F238E27FC236}">
                <ns2:creationId id="{85FE23F6-45A4-420F-9F98-9177CE3BBECC}"/>
              </a:ext>
            </a:extLst>
          </p:cNvPr>
          <p:cNvSpPr>
            <a:spLocks noGrp="1"/>
          </p:cNvSpPr>
          <p:nvPr/>
        </p:nvSpPr>
        <p:spPr>
          <a:xfrm>
            <a:off x="12477750" y="2924175"/>
            <a:ext cx="2533650" cy="876300"/>
          </a:xfrm>
          <a:prstGeom prst="roundRect">
            <a:avLst>
              <a:gd name="adj" fmla="val 8696"/>
            </a:avLst>
          </a:prstGeom>
          <a:solidFill>
            <a:srgbClr val="F1F5F9"/>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지속적인 대화</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반복적인 맥락 처리</a:t>
            </a:r>
            <a:endParaRPr lang="ko-KR">
              <a:latin typeface="Calibri"/>
              <a:ea typeface="Calibri"/>
              <a:cs typeface="Calibri"/>
            </a:endParaRPr>
          </a:p>
        </p:txBody>
      </p:sp>
      <p:sp>
        <p:nvSpPr>
          <p:cNvPr id="55" name="resource-arrow-0">
            <a:extLst>
              <a:ext uri="{FF2B5EF4-FFF2-40B4-BE49-F238E27FC236}">
                <ns2:creationId id="{F5943F93-8030-4C36-8A33-AB314CF0A888}"/>
              </a:ext>
            </a:extLst>
          </p:cNvPr>
          <p:cNvSpPr>
            <a:spLocks noGrp="1"/>
          </p:cNvSpPr>
          <p:nvPr/>
        </p:nvSpPr>
        <p:spPr>
          <a:xfrm>
            <a:off x="15049500" y="3257550"/>
            <a:ext cx="352425" cy="209550"/>
          </a:xfrm>
          <a:prstGeom prst="rightArrow">
            <a:avLst/>
          </a:prstGeom>
          <a:solidFill>
            <a:srgbClr val="8398AF"/>
          </a:solidFill>
          <a:ln w="0">
            <a:noFill/>
          </a:ln>
        </p:spPr>
      </p:sp>
      <p:sp>
        <p:nvSpPr>
          <p:cNvPr id="56" name="resource-effect-0">
            <a:extLst>
              <a:ext uri="{FF2B5EF4-FFF2-40B4-BE49-F238E27FC236}">
                <ns2:creationId id="{2456B684-7B0A-4C50-BEF9-3788D5E3C35D}"/>
              </a:ext>
            </a:extLst>
          </p:cNvPr>
          <p:cNvSpPr>
            <a:spLocks noGrp="1"/>
          </p:cNvSpPr>
          <p:nvPr/>
        </p:nvSpPr>
        <p:spPr>
          <a:xfrm>
            <a:off x="15468600" y="2924175"/>
            <a:ext cx="1962150" cy="876300"/>
          </a:xfrm>
          <a:prstGeom prst="roundRect">
            <a:avLst>
              <a:gd name="adj" fmla="val 8696"/>
            </a:avLst>
          </a:prstGeom>
          <a:solidFill>
            <a:srgbClr val="E7F4F8"/>
          </a:solidFill>
          <a:ln w="14288">
            <a:solidFill>
              <a:srgbClr val="D4DBE4"/>
            </a:solid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모델 사용 비용</a:t>
            </a:r>
            <a:endParaRPr lang="ko-KR">
              <a:latin typeface="Calibri"/>
              <a:ea typeface="Calibri"/>
              <a:cs typeface="Calibri"/>
            </a:endParaRPr>
          </a:p>
        </p:txBody>
      </p:sp>
      <p:sp>
        <p:nvSpPr>
          <p:cNvPr id="57" name="resource-cause-1">
            <a:extLst>
              <a:ext uri="{FF2B5EF4-FFF2-40B4-BE49-F238E27FC236}">
                <ns2:creationId id="{99B02B0E-C35A-4461-8D5A-1258E7CB3AED}"/>
              </a:ext>
            </a:extLst>
          </p:cNvPr>
          <p:cNvSpPr>
            <a:spLocks noGrp="1"/>
          </p:cNvSpPr>
          <p:nvPr/>
        </p:nvSpPr>
        <p:spPr>
          <a:xfrm>
            <a:off x="12477750" y="4143375"/>
            <a:ext cx="2533650" cy="876300"/>
          </a:xfrm>
          <a:prstGeom prst="roundRect">
            <a:avLst>
              <a:gd name="adj" fmla="val 8696"/>
            </a:avLst>
          </a:prstGeom>
          <a:solidFill>
            <a:srgbClr val="F1F5F9"/>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화면 기록</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대화와 업무 상태</a:t>
            </a:r>
            <a:endParaRPr lang="ko-KR">
              <a:latin typeface="Calibri"/>
              <a:ea typeface="Calibri"/>
              <a:cs typeface="Calibri"/>
            </a:endParaRPr>
          </a:p>
        </p:txBody>
      </p:sp>
      <p:sp>
        <p:nvSpPr>
          <p:cNvPr id="58" name="resource-arrow-1">
            <a:extLst>
              <a:ext uri="{FF2B5EF4-FFF2-40B4-BE49-F238E27FC236}">
                <ns2:creationId id="{DDC7D74E-009E-4C35-AA7E-08156E12FA72}"/>
              </a:ext>
            </a:extLst>
          </p:cNvPr>
          <p:cNvSpPr>
            <a:spLocks noGrp="1"/>
          </p:cNvSpPr>
          <p:nvPr/>
        </p:nvSpPr>
        <p:spPr>
          <a:xfrm>
            <a:off x="15049500" y="4476750"/>
            <a:ext cx="352425" cy="209550"/>
          </a:xfrm>
          <a:prstGeom prst="rightArrow">
            <a:avLst/>
          </a:prstGeom>
          <a:solidFill>
            <a:srgbClr val="8398AF"/>
          </a:solidFill>
          <a:ln w="0">
            <a:noFill/>
          </a:ln>
        </p:spPr>
      </p:sp>
      <p:sp>
        <p:nvSpPr>
          <p:cNvPr id="59" name="resource-effect-1">
            <a:extLst>
              <a:ext uri="{FF2B5EF4-FFF2-40B4-BE49-F238E27FC236}">
                <ns2:creationId id="{AB9D1B01-BB23-4E08-88C1-1271767C0D91}"/>
              </a:ext>
            </a:extLst>
          </p:cNvPr>
          <p:cNvSpPr>
            <a:spLocks noGrp="1"/>
          </p:cNvSpPr>
          <p:nvPr/>
        </p:nvSpPr>
        <p:spPr>
          <a:xfrm>
            <a:off x="15468600" y="4143375"/>
            <a:ext cx="1962150" cy="876300"/>
          </a:xfrm>
          <a:prstGeom prst="roundRect">
            <a:avLst>
              <a:gd name="adj" fmla="val 8696"/>
            </a:avLst>
          </a:prstGeom>
          <a:solidFill>
            <a:srgbClr val="E7F4F8"/>
          </a:solidFill>
          <a:ln w="14288">
            <a:solidFill>
              <a:srgbClr val="D4DBE4"/>
            </a:solid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PC 메모리 점유</a:t>
            </a:r>
            <a:endParaRPr lang="ko-KR">
              <a:latin typeface="Calibri"/>
              <a:ea typeface="Calibri"/>
              <a:cs typeface="Calibri"/>
            </a:endParaRPr>
          </a:p>
        </p:txBody>
      </p:sp>
      <p:sp>
        <p:nvSpPr>
          <p:cNvPr id="60" name="resource-cause-2">
            <a:extLst>
              <a:ext uri="{FF2B5EF4-FFF2-40B4-BE49-F238E27FC236}">
                <ns2:creationId id="{2CE8440E-DE4A-4343-9425-1C996627EED3}"/>
              </a:ext>
            </a:extLst>
          </p:cNvPr>
          <p:cNvSpPr>
            <a:spLocks noGrp="1"/>
          </p:cNvSpPr>
          <p:nvPr/>
        </p:nvSpPr>
        <p:spPr>
          <a:xfrm>
            <a:off x="12477750" y="5362575"/>
            <a:ext cx="2533650" cy="876300"/>
          </a:xfrm>
          <a:prstGeom prst="roundRect">
            <a:avLst>
              <a:gd name="adj" fmla="val 8696"/>
            </a:avLst>
          </a:prstGeom>
          <a:solidFill>
            <a:srgbClr val="F1F5F9"/>
          </a:solidFill>
          <a:ln w="14288">
            <a:solidFill>
              <a:srgbClr val="D4DBE4"/>
            </a:solidFill>
          </a:ln>
        </p:spPr>
        <p:txBody>
          <a:bodyPr wrap="none" lIns="0" tIns="0" rIns="0" bIns="0" anchor="ctr">
            <a:noAutofit/>
          </a:bodyPr>
          <a:lstStyle>
            <a:defPPr algn="ctr">
              <a:defRPr sz="1800" b="1" lang="ko-KR">
                <a:solidFill>
                  <a:srgbClr val="000000"/>
                </a:solidFill>
                <a:latin typeface="Calibri"/>
                <a:ea typeface="Calibri"/>
                <a:cs typeface="Calibri"/>
              </a:defRPr>
            </a:defP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모델과 Agent의</a:t>
            </a:r>
            <a:endParaRPr lang="ko-KR">
              <a:latin typeface="Calibri"/>
              <a:ea typeface="Calibri"/>
              <a:cs typeface="Calibri"/>
            </a:endParaRPr>
          </a:p>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기능 및 규격 변화</a:t>
            </a:r>
            <a:endParaRPr lang="ko-KR">
              <a:latin typeface="Calibri"/>
              <a:ea typeface="Calibri"/>
              <a:cs typeface="Calibri"/>
            </a:endParaRPr>
          </a:p>
        </p:txBody>
      </p:sp>
      <p:sp>
        <p:nvSpPr>
          <p:cNvPr id="61" name="resource-arrow-2">
            <a:extLst>
              <a:ext uri="{FF2B5EF4-FFF2-40B4-BE49-F238E27FC236}">
                <ns2:creationId id="{170814D5-1A0E-4DA6-9F88-06BD79BBEE0D}"/>
              </a:ext>
            </a:extLst>
          </p:cNvPr>
          <p:cNvSpPr>
            <a:spLocks noGrp="1"/>
          </p:cNvSpPr>
          <p:nvPr/>
        </p:nvSpPr>
        <p:spPr>
          <a:xfrm>
            <a:off x="15049500" y="5695950"/>
            <a:ext cx="352425" cy="209550"/>
          </a:xfrm>
          <a:prstGeom prst="rightArrow">
            <a:avLst/>
          </a:prstGeom>
          <a:solidFill>
            <a:srgbClr val="8398AF"/>
          </a:solidFill>
          <a:ln w="0">
            <a:noFill/>
          </a:ln>
        </p:spPr>
      </p:sp>
      <p:sp>
        <p:nvSpPr>
          <p:cNvPr id="62" name="resource-effect-2">
            <a:extLst>
              <a:ext uri="{FF2B5EF4-FFF2-40B4-BE49-F238E27FC236}">
                <ns2:creationId id="{118EF20A-4841-46DD-8EC2-95436492E68C}"/>
              </a:ext>
            </a:extLst>
          </p:cNvPr>
          <p:cNvSpPr>
            <a:spLocks noGrp="1"/>
          </p:cNvSpPr>
          <p:nvPr/>
        </p:nvSpPr>
        <p:spPr>
          <a:xfrm>
            <a:off x="15468600" y="5362575"/>
            <a:ext cx="1962150" cy="876300"/>
          </a:xfrm>
          <a:prstGeom prst="roundRect">
            <a:avLst>
              <a:gd name="adj" fmla="val 8696"/>
            </a:avLst>
          </a:prstGeom>
          <a:solidFill>
            <a:srgbClr val="DDECCD"/>
          </a:solidFill>
          <a:ln w="14288">
            <a:solidFill>
              <a:srgbClr val="D4DBE4"/>
            </a:solid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수정과 재검증</a:t>
            </a:r>
            <a:endParaRPr lang="ko-KR">
              <a:latin typeface="Calibri"/>
              <a:ea typeface="Calibri"/>
              <a:cs typeface="Calibri"/>
            </a:endParaRPr>
          </a:p>
        </p:txBody>
      </p:sp>
      <p:sp>
        <p:nvSpPr>
          <p:cNvPr id="63"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64"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65"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6"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7"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68"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69"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70" name="v6-header-page">
            <a:extLst>
              <a:ext uri="{FF2B5EF4-FFF2-40B4-BE49-F238E27FC236}">
                <ns2:creationId id="{7E6D0068-28BB-4E17-A047-C442BFFCE19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buNone/>
              <a:defRPr sz="1000" lang="ko-KR">
                <a:solidFill>
                  <a:srgbClr val="000000"/>
                </a:solidFill>
                <a:latin typeface="Calibri"/>
                <a:ea typeface="Calibri"/>
                <a:cs typeface="Calibri"/>
              </a:defRPr>
            </a:pPr>
            <a:r>
              <a:rPr sz="1000" lang="ko-KR">
                <a:solidFill>
                  <a:srgbClr val="000000"/>
                </a:solidFill>
                <a:latin typeface="Calibri"/>
                <a:ea typeface="Calibri"/>
                <a:cs typeface="Calibri"/>
              </a:rPr>
              <a:t>2 / 49</a:t>
            </a:r>
            <a:endParaRPr lang="ko-KR">
              <a:latin typeface="Calibri"/>
              <a:ea typeface="Calibri"/>
              <a:cs typeface="Calibri"/>
            </a:endParaRPr>
          </a:p>
        </p:txBody>
      </p:sp>
    </p:spTree>
    <p:extLst>
      <p:ext uri="{BB962C8B-B14F-4D97-AF65-F5344CB8AC3E}">
        <p14:creationId val="811630019"/>
      </p:ext>
    </p:extLst>
  </p:cSld>
</p:sld>
</file>

<file path=ppt/slides/v17_reference_slide1.xml><?xml version="1.0" encoding="utf-8"?>
<p:sld xmlns:a="http://schemas.openxmlformats.org/drawingml/2006/main" xmlns:ns2="http://schemas.microsoft.com/office/drawing/2014/main" xmlns:p="http://schemas.openxmlformats.org/presentationml/2006/main" xmlns:p14="http://schemas.microsoft.com/office/powerpoint/2010/main">
  <p:cSld name="dp44-reference-comparison-v17">
    <p:bg>
      <p:bgPr>
        <a:solidFill>
          <a:srgbClr val="FFFFFF"/>
        </a:solidFill>
      </p:bgPr>
    </p:bg>
    <p:spTree>
      <p:nvGrpSpPr>
        <p:cNvPr id="1" name=""/>
        <p:cNvGrpSpPr/>
        <p:nvPr/>
      </p:nvGrpSpPr>
      <p:grpSpPr>
        <a:xfrm/>
      </p:grpSpPr>
      <p:graphicFrame>
        <p:nvGraphicFramePr>
          <p:cNvPr id="179" name="">
            <a:extLst>
              <a:ext uri="{FF2B5EF4-FFF2-40B4-BE49-F238E27FC236}">
                <ns2:creationId id="{C06EC5CE-FC5A-4855-899E-71B8A2056B0C}"/>
              </a:ext>
            </a:extLst>
          </p:cNvPr>
          <p:cNvGraphicFramePr/>
          <p:nvPr/>
        </p:nvGraphicFramePr>
        <p:xfrm>
          <a:off x="114300" y="1466850"/>
          <a:ext cx="18059400" cy="8515350"/>
        </p:xfrm>
        <a:graphic>
          <a:graphicData uri="http://schemas.openxmlformats.org/drawingml/2006/table">
            <a:tbl>
              <a:tblPr firstRow="0" firstCol="0" bandRow="0"/>
              <a:tblGrid>
                <a:gridCol w="914400"/>
                <a:gridCol w="8572500"/>
                <a:gridCol w="8572500"/>
              </a:tblGrid>
              <a:tr h="438150">
                <a:tc>
                  <a:txBody>
                    <a:bodyPr wrap="none" lIns="114300" tIns="76200" rIns="76200" bIns="57150">
                      <a:noAutofit/>
                    </a:bodyPr>
                    <a:lstStyle/>
                    <a:p>
                      <a:pPr algn="ctr">
                        <a:lnSpc>
                          <a:spcPct val="110000"/>
                        </a:lnSpc>
                        <a:buNone/>
                        <a:defRPr lang="ko-KR">
                          <a:latin typeface="Calibri"/>
                          <a:ea typeface="Calibri"/>
                          <a:cs typeface="Calibri"/>
                        </a:defRPr>
                      </a:pPr>
                      <a:r>
                        <a:rPr sz="1900" b="1" lang="ko-KR">
                          <a:solidFill>
                            <a:srgbClr val="000000"/>
                          </a:solidFill>
                          <a:latin typeface="Calibri"/>
                          <a:ea typeface="Calibri"/>
                          <a:cs typeface="Calibri"/>
                        </a:rPr>
                        <a:t>설계안</a:t>
                      </a:r>
                      <a:endParaRPr lang="ko-KR">
                        <a:latin typeface="Calibri"/>
                        <a:ea typeface="Calibri"/>
                        <a:cs typeface="Calibri"/>
                      </a:endParaRPr>
                    </a:p>
                  </a:txBody>
                  <a:tcPr marL="91440" marR="91440" marT="45720" marB="45720" anchor="ctr">
                    <a:lnL w="12383">
                      <a:solidFill>
                        <a:srgbClr val="BFBFBF"/>
                      </a:solidFill>
                      <a:prstDash val="solid"/>
                    </a:lnL>
                    <a:lnR w="12383">
                      <a:solidFill>
                        <a:srgbClr val="BFBFBF"/>
                      </a:solidFill>
                      <a:prstDash val="solid"/>
                    </a:lnR>
                    <a:lnT w="12383">
                      <a:solidFill>
                        <a:srgbClr val="BFBFBF"/>
                      </a:solidFill>
                      <a:prstDash val="solid"/>
                    </a:lnT>
                    <a:lnB w="12383">
                      <a:solidFill>
                        <a:srgbClr val="BFBFBF"/>
                      </a:solidFill>
                      <a:prstDash val="solid"/>
                    </a:lnB>
                    <a:solidFill>
                      <a:srgbClr val="C6E0B4"/>
                    </a:solidFill>
                  </a:tcPr>
                </a:tc>
                <a:tc>
                  <a:txBody>
                    <a:bodyPr wrap="none" lIns="114300" tIns="76200" rIns="76200" bIns="57150">
                      <a:noAutofit/>
                    </a:bodyPr>
                    <a:lstStyle/>
                    <a:p>
                      <a:pPr algn="ctr">
                        <a:lnSpc>
                          <a:spcPct val="110000"/>
                        </a:lnSpc>
                        <a:buNone/>
                        <a:defRPr lang="ko-KR">
                          <a:latin typeface="Calibri"/>
                          <a:ea typeface="Calibri"/>
                          <a:cs typeface="Calibri"/>
                        </a:defRPr>
                      </a:pPr>
                      <a:r>
                        <a:rPr sz="1900" b="1" lang="ko-KR">
                          <a:solidFill>
                            <a:srgbClr val="000000"/>
                          </a:solidFill>
                          <a:latin typeface="Calibri"/>
                          <a:ea typeface="Calibri"/>
                          <a:cs typeface="Calibri"/>
                        </a:rPr>
                        <a:t>(방안 A) 중앙 비동기 조정</a:t>
                      </a:r>
                      <a:endParaRPr lang="ko-KR">
                        <a:latin typeface="Calibri"/>
                        <a:ea typeface="Calibri"/>
                        <a:cs typeface="Calibri"/>
                      </a:endParaRPr>
                    </a:p>
                  </a:txBody>
                  <a:tcPr marL="91440" marR="91440" marT="45720" marB="45720" anchor="ctr">
                    <a:lnR w="12383">
                      <a:solidFill>
                        <a:srgbClr val="BFBFBF"/>
                      </a:solidFill>
                      <a:prstDash val="solid"/>
                    </a:lnR>
                    <a:lnT w="12383">
                      <a:solidFill>
                        <a:srgbClr val="BFBFBF"/>
                      </a:solidFill>
                      <a:prstDash val="solid"/>
                    </a:lnT>
                    <a:lnB w="12383">
                      <a:solidFill>
                        <a:srgbClr val="BFBFBF"/>
                      </a:solidFill>
                      <a:prstDash val="solid"/>
                    </a:lnB>
                    <a:solidFill>
                      <a:srgbClr val="C6E0B4"/>
                    </a:solidFill>
                  </a:tcPr>
                </a:tc>
                <a:tc>
                  <a:txBody>
                    <a:bodyPr wrap="none" lIns="114300" tIns="76200" rIns="76200" bIns="57150">
                      <a:noAutofit/>
                    </a:bodyPr>
                    <a:lstStyle/>
                    <a:p>
                      <a:pPr algn="ctr">
                        <a:lnSpc>
                          <a:spcPct val="110000"/>
                        </a:lnSpc>
                        <a:buNone/>
                        <a:defRPr lang="ko-KR">
                          <a:latin typeface="Calibri"/>
                          <a:ea typeface="Calibri"/>
                          <a:cs typeface="Calibri"/>
                        </a:defRPr>
                      </a:pPr>
                      <a:r>
                        <a:rPr sz="1900" b="1" lang="ko-KR">
                          <a:solidFill>
                            <a:srgbClr val="000000"/>
                          </a:solidFill>
                          <a:latin typeface="Calibri"/>
                          <a:ea typeface="Calibri"/>
                          <a:cs typeface="Calibri"/>
                        </a:rPr>
                        <a:t>(방안 B) 단계별 반응형 실행 연결</a:t>
                      </a:r>
                      <a:endParaRPr lang="ko-KR">
                        <a:latin typeface="Calibri"/>
                        <a:ea typeface="Calibri"/>
                        <a:cs typeface="Calibri"/>
                      </a:endParaRPr>
                    </a:p>
                  </a:txBody>
                  <a:tcPr marL="91440" marR="91440" marT="45720" marB="45720" anchor="ctr">
                    <a:lnR w="12383">
                      <a:solidFill>
                        <a:srgbClr val="BFBFBF"/>
                      </a:solidFill>
                      <a:prstDash val="solid"/>
                    </a:lnR>
                    <a:lnT w="12383">
                      <a:solidFill>
                        <a:srgbClr val="BFBFBF"/>
                      </a:solidFill>
                      <a:prstDash val="solid"/>
                    </a:lnT>
                    <a:lnB w="12383">
                      <a:solidFill>
                        <a:srgbClr val="BFBFBF"/>
                      </a:solidFill>
                      <a:prstDash val="solid"/>
                    </a:lnB>
                    <a:solidFill>
                      <a:srgbClr val="C6E0B4"/>
                    </a:solidFill>
                  </a:tcPr>
                </a:tc>
              </a:tr>
              <a:tr h="5181600">
                <a:tc>
                  <a:txBody>
                    <a:bodyPr wrap="none" lIns="114300" tIns="76200" rIns="76200" bIns="57150">
                      <a:noAutofit/>
                    </a:bodyPr>
                    <a:lstStyle/>
                    <a:p>
                      <a:pPr algn="ctr">
                        <a:lnSpc>
                          <a:spcPct val="110000"/>
                        </a:lnSpc>
                        <a:buNone/>
                        <a:defRPr lang="ko-KR">
                          <a:latin typeface="Calibri"/>
                          <a:ea typeface="Calibri"/>
                          <a:cs typeface="Calibri"/>
                        </a:defRPr>
                      </a:pPr>
                      <a:r>
                        <a:rPr sz="1500" b="1" lang="ko-KR">
                          <a:solidFill>
                            <a:srgbClr val="000000"/>
                          </a:solidFill>
                          <a:latin typeface="Calibri"/>
                          <a:ea typeface="Calibri"/>
                          <a:cs typeface="Calibri"/>
                        </a:rPr>
                        <a:t>구조</a:t>
                      </a:r>
                      <a:endParaRPr lang="ko-KR">
                        <a:latin typeface="Calibri"/>
                        <a:ea typeface="Calibri"/>
                        <a:cs typeface="Calibri"/>
                      </a:endParaRPr>
                    </a:p>
                  </a:txBody>
                  <a:tcPr marL="91440" marR="91440" marT="45720" marB="45720" anchor="t">
                    <a:lnL w="12383">
                      <a:solidFill>
                        <a:srgbClr val="BFBFBF"/>
                      </a:solidFill>
                      <a:prstDash val="solid"/>
                    </a:lnL>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defRPr lang="ko-KR">
                          <a:latin typeface="Calibri"/>
                          <a:ea typeface="Calibri"/>
                          <a:cs typeface="Calibri"/>
                        </a:defRPr>
                      </a:pPr>
                      <a:r>
                        <a:rPr sz="1400" b="0" lang="ko-KR">
                          <a:solidFill>
                            <a:srgbClr val="000000"/>
                          </a:solidFill>
                          <a:latin typeface="Calibri"/>
                          <a:ea typeface="Calibri"/>
                          <a:cs typeface="Calibri"/>
                        </a:rPr>
                        <a:t/>
                      </a:r>
                      <a:endParaRPr lang="ko-KR">
                        <a:latin typeface="Calibri"/>
                        <a:ea typeface="Calibri"/>
                        <a:cs typeface="Calibri"/>
                      </a:endParaRPr>
                    </a:p>
                  </a:txBody>
                  <a:tcPr marL="91440" marR="91440" marT="45720" marB="45720" anchor="t">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defRPr lang="ko-KR">
                          <a:latin typeface="Calibri"/>
                          <a:ea typeface="Calibri"/>
                          <a:cs typeface="Calibri"/>
                        </a:defRPr>
                      </a:pPr>
                      <a:r>
                        <a:rPr sz="1400" b="0" lang="ko-KR">
                          <a:solidFill>
                            <a:srgbClr val="000000"/>
                          </a:solidFill>
                          <a:latin typeface="Calibri"/>
                          <a:ea typeface="Calibri"/>
                          <a:cs typeface="Calibri"/>
                        </a:rPr>
                        <a:t/>
                      </a:r>
                      <a:endParaRPr lang="ko-KR">
                        <a:latin typeface="Calibri"/>
                        <a:ea typeface="Calibri"/>
                        <a:cs typeface="Calibri"/>
                      </a:endParaRPr>
                    </a:p>
                  </a:txBody>
                  <a:tcPr marL="91440" marR="91440" marT="45720" marB="45720" anchor="t">
                    <a:lnR w="12383">
                      <a:solidFill>
                        <a:srgbClr val="BFBFBF"/>
                      </a:solidFill>
                      <a:prstDash val="solid"/>
                    </a:lnR>
                    <a:lnB w="12383">
                      <a:solidFill>
                        <a:srgbClr val="BFBFBF"/>
                      </a:solidFill>
                      <a:prstDash val="solid"/>
                    </a:lnB>
                    <a:solidFill>
                      <a:srgbClr val="FFFFFF"/>
                    </a:solidFill>
                  </a:tcPr>
                </a:tc>
              </a:tr>
              <a:tr h="742950">
                <a:tc>
                  <a:txBody>
                    <a:bodyPr wrap="none" lIns="114300" tIns="76200" rIns="76200" bIns="57150">
                      <a:noAutofit/>
                    </a:bodyPr>
                    <a:lstStyle/>
                    <a:p>
                      <a:pPr algn="ctr">
                        <a:lnSpc>
                          <a:spcPct val="110000"/>
                        </a:lnSpc>
                        <a:buNone/>
                        <a:defRPr lang="ko-KR">
                          <a:latin typeface="Calibri"/>
                          <a:ea typeface="Calibri"/>
                          <a:cs typeface="Calibri"/>
                        </a:defRPr>
                      </a:pPr>
                      <a:r>
                        <a:rPr sz="1500" b="1" lang="ko-KR">
                          <a:solidFill>
                            <a:srgbClr val="000000"/>
                          </a:solidFill>
                          <a:latin typeface="Calibri"/>
                          <a:ea typeface="Calibri"/>
                          <a:cs typeface="Calibri"/>
                        </a:rPr>
                        <a:t>장점</a:t>
                      </a:r>
                      <a:endParaRPr lang="ko-KR">
                        <a:latin typeface="Calibri"/>
                        <a:ea typeface="Calibri"/>
                        <a:cs typeface="Calibri"/>
                      </a:endParaRPr>
                    </a:p>
                  </a:txBody>
                  <a:tcPr marL="91440" marR="91440" marT="45720" marB="45720" anchor="ctr">
                    <a:lnL w="12383">
                      <a:solidFill>
                        <a:srgbClr val="BFBFBF"/>
                      </a:solidFill>
                      <a:prstDash val="solid"/>
                    </a:lnL>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실행과 완료를 한곳에서 연결해 정정 원인과 대기를 추적</a:t>
                      </a:r>
                      <a:endParaRPr lang="ko-KR">
                        <a:latin typeface="Calibri"/>
                        <a:ea typeface="Calibri"/>
                        <a:cs typeface="Calibri"/>
                      </a:endParaRPr>
                    </a:p>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긴 작업은 비동기 처리하며 입력과 즉시 중단을 계속 수용</a:t>
                      </a:r>
                      <a:endParaRPr lang="ko-KR">
                        <a:latin typeface="Calibri"/>
                        <a:ea typeface="Calibri"/>
                        <a:cs typeface="Calibri"/>
                      </a:endParaRPr>
                    </a:p>
                  </a:txBody>
                  <a:tcPr marL="91440" marR="91440" marT="45720" marB="45720" anchor="ctr">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입력과 업무 알림의 큐 및 대기 상태를 단계별로 관리</a:t>
                      </a:r>
                      <a:endParaRPr lang="ko-KR">
                        <a:latin typeface="Calibri"/>
                        <a:ea typeface="Calibri"/>
                        <a:cs typeface="Calibri"/>
                      </a:endParaRPr>
                    </a:p>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후속 소비자가 준비 조건에 따라 실행을 이어감 (조건부 이점)</a:t>
                      </a:r>
                      <a:endParaRPr lang="ko-KR">
                        <a:latin typeface="Calibri"/>
                        <a:ea typeface="Calibri"/>
                        <a:cs typeface="Calibri"/>
                      </a:endParaRPr>
                    </a:p>
                  </a:txBody>
                  <a:tcPr marL="91440" marR="91440" marT="45720" marB="45720" anchor="ctr">
                    <a:lnR w="12383">
                      <a:solidFill>
                        <a:srgbClr val="BFBFBF"/>
                      </a:solidFill>
                      <a:prstDash val="solid"/>
                    </a:lnR>
                    <a:lnB w="12383">
                      <a:solidFill>
                        <a:srgbClr val="BFBFBF"/>
                      </a:solidFill>
                      <a:prstDash val="solid"/>
                    </a:lnB>
                    <a:solidFill>
                      <a:srgbClr val="FFFFFF"/>
                    </a:solidFill>
                  </a:tcPr>
                </a:tc>
              </a:tr>
              <a:tr h="742950">
                <a:tc>
                  <a:txBody>
                    <a:bodyPr wrap="none" lIns="114300" tIns="76200" rIns="76200" bIns="57150">
                      <a:noAutofit/>
                    </a:bodyPr>
                    <a:lstStyle/>
                    <a:p>
                      <a:pPr algn="ctr">
                        <a:lnSpc>
                          <a:spcPct val="110000"/>
                        </a:lnSpc>
                        <a:buNone/>
                        <a:defRPr lang="ko-KR">
                          <a:latin typeface="Calibri"/>
                          <a:ea typeface="Calibri"/>
                          <a:cs typeface="Calibri"/>
                        </a:defRPr>
                      </a:pPr>
                      <a:r>
                        <a:rPr sz="1500" b="1" lang="ko-KR">
                          <a:solidFill>
                            <a:srgbClr val="000000"/>
                          </a:solidFill>
                          <a:latin typeface="Calibri"/>
                          <a:ea typeface="Calibri"/>
                          <a:cs typeface="Calibri"/>
                        </a:rPr>
                        <a:t>단점</a:t>
                      </a:r>
                      <a:endParaRPr lang="ko-KR">
                        <a:latin typeface="Calibri"/>
                        <a:ea typeface="Calibri"/>
                        <a:cs typeface="Calibri"/>
                      </a:endParaRPr>
                    </a:p>
                  </a:txBody>
                  <a:tcPr marL="91440" marR="91440" marT="45720" marB="45720" anchor="ctr">
                    <a:lnL w="12383">
                      <a:solidFill>
                        <a:srgbClr val="BFBFBF"/>
                      </a:solidFill>
                      <a:prstDash val="solid"/>
                    </a:lnL>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생산자와 정정 조건이 늘면 중앙의 전이 및 배정 규칙도 증가</a:t>
                      </a:r>
                      <a:endParaRPr lang="ko-KR">
                        <a:latin typeface="Calibri"/>
                        <a:ea typeface="Calibri"/>
                        <a:cs typeface="Calibri"/>
                      </a:endParaRPr>
                    </a:p>
                  </a:txBody>
                  <a:tcPr marL="91440" marR="91440" marT="45720" marB="45720" anchor="ctr">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단계 간 계약, Publication Join과 각 Window를 함께 유지</a:t>
                      </a:r>
                      <a:endParaRPr lang="ko-KR">
                        <a:latin typeface="Calibri"/>
                        <a:ea typeface="Calibri"/>
                        <a:cs typeface="Calibri"/>
                      </a:endParaRPr>
                    </a:p>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늦은 완료와 제어 신호의 유효성을 각 연결에서 검사</a:t>
                      </a:r>
                      <a:endParaRPr lang="ko-KR">
                        <a:latin typeface="Calibri"/>
                        <a:ea typeface="Calibri"/>
                        <a:cs typeface="Calibri"/>
                      </a:endParaRPr>
                    </a:p>
                  </a:txBody>
                  <a:tcPr marL="91440" marR="91440" marT="45720" marB="45720" anchor="ctr">
                    <a:lnR w="12383">
                      <a:solidFill>
                        <a:srgbClr val="BFBFBF"/>
                      </a:solidFill>
                      <a:prstDash val="solid"/>
                    </a:lnR>
                    <a:lnB w="12383">
                      <a:solidFill>
                        <a:srgbClr val="BFBFBF"/>
                      </a:solidFill>
                      <a:prstDash val="solid"/>
                    </a:lnB>
                    <a:solidFill>
                      <a:srgbClr val="FFFFFF"/>
                    </a:solidFill>
                  </a:tcPr>
                </a:tc>
              </a:tr>
              <a:tr h="1409700">
                <a:tc>
                  <a:txBody>
                    <a:bodyPr wrap="none" lIns="114300" tIns="76200" rIns="76200" bIns="57150">
                      <a:noAutofit/>
                    </a:bodyPr>
                    <a:lstStyle/>
                    <a:p>
                      <a:pPr algn="ctr">
                        <a:lnSpc>
                          <a:spcPct val="110000"/>
                        </a:lnSpc>
                        <a:buNone/>
                        <a:defRPr lang="ko-KR">
                          <a:latin typeface="Calibri"/>
                          <a:ea typeface="Calibri"/>
                          <a:cs typeface="Calibri"/>
                        </a:defRPr>
                      </a:pPr>
                      <a:r>
                        <a:rPr sz="1500" b="1" lang="ko-KR">
                          <a:solidFill>
                            <a:srgbClr val="000000"/>
                          </a:solidFill>
                          <a:latin typeface="Calibri"/>
                          <a:ea typeface="Calibri"/>
                          <a:cs typeface="Calibri"/>
                        </a:rPr>
                        <a:t>Trade</a:t>
                      </a:r>
                      <a:endParaRPr lang="ko-KR">
                        <a:latin typeface="Calibri"/>
                        <a:ea typeface="Calibri"/>
                        <a:cs typeface="Calibri"/>
                      </a:endParaRPr>
                    </a:p>
                    <a:p>
                      <a:pPr algn="ctr">
                        <a:lnSpc>
                          <a:spcPct val="110000"/>
                        </a:lnSpc>
                        <a:buNone/>
                        <a:defRPr lang="ko-KR">
                          <a:latin typeface="Calibri"/>
                          <a:ea typeface="Calibri"/>
                          <a:cs typeface="Calibri"/>
                        </a:defRPr>
                      </a:pPr>
                      <a:r>
                        <a:rPr sz="1500" b="1" lang="ko-KR">
                          <a:solidFill>
                            <a:srgbClr val="000000"/>
                          </a:solidFill>
                          <a:latin typeface="Calibri"/>
                          <a:ea typeface="Calibri"/>
                          <a:cs typeface="Calibri"/>
                        </a:rPr>
                        <a:t>Off</a:t>
                      </a:r>
                      <a:endParaRPr lang="ko-KR">
                        <a:latin typeface="Calibri"/>
                        <a:ea typeface="Calibri"/>
                        <a:cs typeface="Calibri"/>
                      </a:endParaRPr>
                    </a:p>
                  </a:txBody>
                  <a:tcPr marL="91440" marR="91440" marT="45720" marB="45720" anchor="ctr">
                    <a:lnL w="12383">
                      <a:solidFill>
                        <a:srgbClr val="BFBFBF"/>
                      </a:solidFill>
                      <a:prstDash val="solid"/>
                    </a:lnL>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defRPr lang="ko-KR">
                          <a:latin typeface="Calibri"/>
                          <a:ea typeface="Calibri"/>
                          <a:cs typeface="Calibri"/>
                        </a:defRPr>
                      </a:pPr>
                      <a:r>
                        <a:rPr sz="1400" b="0" lang="ko-KR">
                          <a:solidFill>
                            <a:srgbClr val="000000"/>
                          </a:solidFill>
                          <a:latin typeface="Calibri"/>
                          <a:ea typeface="Calibri"/>
                          <a:cs typeface="Calibri"/>
                        </a:rPr>
                        <a:t/>
                      </a:r>
                      <a:endParaRPr lang="ko-KR">
                        <a:latin typeface="Calibri"/>
                        <a:ea typeface="Calibri"/>
                        <a:cs typeface="Calibri"/>
                      </a:endParaRPr>
                    </a:p>
                  </a:txBody>
                  <a:tcPr marL="91440" marR="91440" marT="45720" marB="45720" anchor="ctr">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defRPr lang="ko-KR">
                          <a:latin typeface="Calibri"/>
                          <a:ea typeface="Calibri"/>
                          <a:cs typeface="Calibri"/>
                        </a:defRPr>
                      </a:pPr>
                      <a:r>
                        <a:rPr sz="1400" b="0" lang="ko-KR">
                          <a:solidFill>
                            <a:srgbClr val="000000"/>
                          </a:solidFill>
                          <a:latin typeface="Calibri"/>
                          <a:ea typeface="Calibri"/>
                          <a:cs typeface="Calibri"/>
                        </a:rPr>
                        <a:t/>
                      </a:r>
                      <a:endParaRPr lang="ko-KR">
                        <a:latin typeface="Calibri"/>
                        <a:ea typeface="Calibri"/>
                        <a:cs typeface="Calibri"/>
                      </a:endParaRPr>
                    </a:p>
                  </a:txBody>
                  <a:tcPr marL="91440" marR="91440" marT="45720" marB="45720" anchor="ctr">
                    <a:lnR w="12383">
                      <a:solidFill>
                        <a:srgbClr val="BFBFBF"/>
                      </a:solidFill>
                      <a:prstDash val="solid"/>
                    </a:lnR>
                    <a:lnB w="12383">
                      <a:solidFill>
                        <a:srgbClr val="BFBFBF"/>
                      </a:solidFill>
                      <a:prstDash val="solid"/>
                    </a:lnB>
                    <a:solidFill>
                      <a:srgbClr val="FFFFFF"/>
                    </a:solidFill>
                  </a:tcPr>
                </a:tc>
              </a:tr>
            </a:tbl>
          </a:graphicData>
        </a:graphic>
      </p:graphicFrame>
      <p:sp>
        <p:nvSpPr>
          <p:cNvPr id="2" name="Aim">
            <a:extLst>
              <a:ext uri="{FF2B5EF4-FFF2-40B4-BE49-F238E27FC236}">
                <ns2:creationId id="{C7BB7089-AC60-48E4-8F22-A7BB0F804FC0}"/>
              </a:ext>
            </a:extLst>
          </p:cNvPr>
          <p:cNvSpPr>
            <a:spLocks noGrp="1"/>
          </p:cNvSpPr>
          <p:nvPr/>
        </p:nvSpPr>
        <p:spPr>
          <a:xfrm>
            <a:off x="1143000" y="2276475"/>
            <a:ext cx="2381250" cy="676275"/>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200" b="1" lang="ko-KR">
                <a:solidFill>
                  <a:srgbClr val="000000"/>
                </a:solidFill>
                <a:latin typeface="Calibri"/>
                <a:ea typeface="Calibri"/>
                <a:cs typeface="Calibri"/>
              </a:defRPr>
            </a:defPPr>
          </a:lstStyle>
          <a:p>
            <a:pPr algn="l">
              <a:lnSpc>
                <a:spcPct val="100000"/>
              </a:lnSpc>
              <a:buNone/>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Interaction Manager</a:t>
            </a:r>
            <a:endParaRPr lang="ko-KR">
              <a:latin typeface="Calibri"/>
              <a:ea typeface="Calibri"/>
              <a:cs typeface="Calibri"/>
            </a:endParaRPr>
          </a:p>
        </p:txBody>
      </p:sp>
      <p:sp>
        <p:nvSpPr>
          <p:cNvPr id="3" name="Arc">
            <a:extLst>
              <a:ext uri="{FF2B5EF4-FFF2-40B4-BE49-F238E27FC236}">
                <ns2:creationId id="{9CF3F3E6-4ADE-4CDC-AD2C-67D68DD2C06B}"/>
              </a:ext>
            </a:extLst>
          </p:cNvPr>
          <p:cNvSpPr>
            <a:spLocks noGrp="1"/>
          </p:cNvSpPr>
          <p:nvPr/>
        </p:nvSpPr>
        <p:spPr>
          <a:xfrm>
            <a:off x="1143000" y="3314700"/>
            <a:ext cx="3771900" cy="2828925"/>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Controller</a:t>
            </a:r>
            <a:endParaRPr lang="ko-KR">
              <a:latin typeface="Calibri"/>
              <a:ea typeface="Calibri"/>
              <a:cs typeface="Calibri"/>
            </a:endParaRPr>
          </a:p>
        </p:txBody>
      </p:sp>
      <p:sp>
        <p:nvSpPr>
          <p:cNvPr id="4" name="Arm">
            <a:extLst>
              <a:ext uri="{FF2B5EF4-FFF2-40B4-BE49-F238E27FC236}">
                <ns2:creationId id="{9CB0D0EB-D571-4E62-9AE9-C0DBFC449E12}"/>
              </a:ext>
            </a:extLst>
          </p:cNvPr>
          <p:cNvSpPr>
            <a:spLocks noGrp="1"/>
          </p:cNvSpPr>
          <p:nvPr/>
        </p:nvSpPr>
        <p:spPr>
          <a:xfrm>
            <a:off x="5324475" y="3314700"/>
            <a:ext cx="4086225" cy="2828925"/>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Manager</a:t>
            </a:r>
            <a:endParaRPr lang="ko-KR">
              <a:latin typeface="Calibri"/>
              <a:ea typeface="Calibri"/>
              <a:cs typeface="Calibri"/>
            </a:endParaRPr>
          </a:p>
        </p:txBody>
      </p:sp>
      <p:sp>
        <p:nvSpPr>
          <p:cNvPr id="5" name="Ari">
            <a:extLst>
              <a:ext uri="{FF2B5EF4-FFF2-40B4-BE49-F238E27FC236}">
                <ns2:creationId id="{BA5388D9-338E-472A-BECA-597066B72E91}"/>
              </a:ext>
            </a:extLst>
          </p:cNvPr>
          <p:cNvSpPr>
            <a:spLocks noGrp="1"/>
          </p:cNvSpPr>
          <p:nvPr/>
        </p:nvSpPr>
        <p:spPr>
          <a:xfrm>
            <a:off x="1143000" y="6467475"/>
            <a:ext cx="3771900" cy="495300"/>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200" b="1" lang="ko-KR">
                <a:solidFill>
                  <a:srgbClr val="000000"/>
                </a:solidFill>
                <a:latin typeface="Calibri"/>
                <a:ea typeface="Calibri"/>
                <a:cs typeface="Calibri"/>
              </a:defRPr>
            </a:defPPr>
          </a:lstStyle>
          <a:p>
            <a:pPr algn="l">
              <a:lnSpc>
                <a:spcPct val="100000"/>
              </a:lnSpc>
              <a:buNone/>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Request Interpreter</a:t>
            </a:r>
            <a:endParaRPr lang="ko-KR">
              <a:latin typeface="Calibri"/>
              <a:ea typeface="Calibri"/>
              <a:cs typeface="Calibri"/>
            </a:endParaRPr>
          </a:p>
        </p:txBody>
      </p:sp>
      <p:sp>
        <p:nvSpPr>
          <p:cNvPr id="6" name="Bim">
            <a:extLst>
              <a:ext uri="{FF2B5EF4-FFF2-40B4-BE49-F238E27FC236}">
                <ns2:creationId id="{D502184C-F10E-443C-BD05-0A5A44F56561}"/>
              </a:ext>
            </a:extLst>
          </p:cNvPr>
          <p:cNvSpPr>
            <a:spLocks noGrp="1"/>
          </p:cNvSpPr>
          <p:nvPr/>
        </p:nvSpPr>
        <p:spPr>
          <a:xfrm>
            <a:off x="9715500" y="2276475"/>
            <a:ext cx="2381250" cy="676275"/>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200" b="1" lang="ko-KR">
                <a:solidFill>
                  <a:srgbClr val="000000"/>
                </a:solidFill>
                <a:latin typeface="Calibri"/>
                <a:ea typeface="Calibri"/>
                <a:cs typeface="Calibri"/>
              </a:defRPr>
            </a:defPPr>
          </a:lstStyle>
          <a:p>
            <a:pPr algn="l">
              <a:lnSpc>
                <a:spcPct val="100000"/>
              </a:lnSpc>
              <a:buNone/>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Interaction Manager</a:t>
            </a:r>
            <a:endParaRPr lang="ko-KR">
              <a:latin typeface="Calibri"/>
              <a:ea typeface="Calibri"/>
              <a:cs typeface="Calibri"/>
            </a:endParaRPr>
          </a:p>
        </p:txBody>
      </p:sp>
      <p:sp>
        <p:nvSpPr>
          <p:cNvPr id="7" name="Brc">
            <a:extLst>
              <a:ext uri="{FF2B5EF4-FFF2-40B4-BE49-F238E27FC236}">
                <ns2:creationId id="{FD322CBE-0AA0-45D5-8910-15085ECE9FEE}"/>
              </a:ext>
            </a:extLst>
          </p:cNvPr>
          <p:cNvSpPr>
            <a:spLocks noGrp="1"/>
          </p:cNvSpPr>
          <p:nvPr/>
        </p:nvSpPr>
        <p:spPr>
          <a:xfrm>
            <a:off x="9715500" y="3314700"/>
            <a:ext cx="3771900" cy="2828925"/>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Controller</a:t>
            </a:r>
            <a:endParaRPr lang="ko-KR">
              <a:latin typeface="Calibri"/>
              <a:ea typeface="Calibri"/>
              <a:cs typeface="Calibri"/>
            </a:endParaRPr>
          </a:p>
        </p:txBody>
      </p:sp>
      <p:sp>
        <p:nvSpPr>
          <p:cNvPr id="8" name="Brm">
            <a:extLst>
              <a:ext uri="{FF2B5EF4-FFF2-40B4-BE49-F238E27FC236}">
                <ns2:creationId id="{780EAAA3-AE14-4438-9BF5-72116DF9025E}"/>
              </a:ext>
            </a:extLst>
          </p:cNvPr>
          <p:cNvSpPr>
            <a:spLocks noGrp="1"/>
          </p:cNvSpPr>
          <p:nvPr/>
        </p:nvSpPr>
        <p:spPr>
          <a:xfrm>
            <a:off x="13896975" y="3314700"/>
            <a:ext cx="4086225" cy="2828925"/>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Manager</a:t>
            </a:r>
            <a:endParaRPr lang="ko-KR">
              <a:latin typeface="Calibri"/>
              <a:ea typeface="Calibri"/>
              <a:cs typeface="Calibri"/>
            </a:endParaRPr>
          </a:p>
        </p:txBody>
      </p:sp>
      <p:sp>
        <p:nvSpPr>
          <p:cNvPr id="9" name="Bri">
            <a:extLst>
              <a:ext uri="{FF2B5EF4-FFF2-40B4-BE49-F238E27FC236}">
                <ns2:creationId id="{CC7F8A54-E479-4448-8979-46D2273826DE}"/>
              </a:ext>
            </a:extLst>
          </p:cNvPr>
          <p:cNvSpPr>
            <a:spLocks noGrp="1"/>
          </p:cNvSpPr>
          <p:nvPr/>
        </p:nvSpPr>
        <p:spPr>
          <a:xfrm>
            <a:off x="9715500" y="6467475"/>
            <a:ext cx="3771900" cy="495300"/>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200" b="1" lang="ko-KR">
                <a:solidFill>
                  <a:srgbClr val="000000"/>
                </a:solidFill>
                <a:latin typeface="Calibri"/>
                <a:ea typeface="Calibri"/>
                <a:cs typeface="Calibri"/>
              </a:defRPr>
            </a:defPPr>
          </a:lstStyle>
          <a:p>
            <a:pPr algn="l">
              <a:lnSpc>
                <a:spcPct val="100000"/>
              </a:lnSpc>
              <a:buNone/>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Request Interpreter</a:t>
            </a:r>
            <a:endParaRPr lang="ko-KR">
              <a:latin typeface="Calibri"/>
              <a:ea typeface="Calibri"/>
              <a:cs typeface="Calibri"/>
            </a:endParaRPr>
          </a:p>
        </p:txBody>
      </p:sp>
      <p:sp>
        <p:nvSpPr>
          <p:cNvPr id="10" name="Binput-stage">
            <a:extLst>
              <a:ext uri="{FF2B5EF4-FFF2-40B4-BE49-F238E27FC236}">
                <ns2:creationId id="{A35A38CE-6DAB-4789-9D06-32059E6F680B}"/>
              </a:ext>
            </a:extLst>
          </p:cNvPr>
          <p:cNvSpPr>
            <a:spLocks noGrp="1"/>
          </p:cNvSpPr>
          <p:nvPr/>
        </p:nvSpPr>
        <p:spPr>
          <a:xfrm>
            <a:off x="9867900" y="3724275"/>
            <a:ext cx="1647825" cy="2143125"/>
          </a:xfrm>
          <a:prstGeom prst="rect">
            <a:avLst/>
          </a:prstGeom>
          <a:solidFill>
            <a:srgbClr val="FFF4D7"/>
          </a:solidFill>
          <a:ln w="10478">
            <a:solidFill>
              <a:srgbClr val="000000"/>
            </a:solidFill>
            <a:prstDash val="solid"/>
          </a:ln>
        </p:spPr>
        <p:txBody>
          <a:bodyPr wrap="none" lIns="76200" tIns="38100" rIns="19050" bIns="0" anchor="t">
            <a:noAutofit/>
          </a:bodyPr>
          <a:lstStyle>
            <a:defPPr algn="l">
              <a:defRPr sz="1100" b="1" lang="ko-KR">
                <a:solidFill>
                  <a:srgbClr val="000000"/>
                </a:solidFill>
                <a:latin typeface="Calibri"/>
                <a:ea typeface="Calibri"/>
                <a:cs typeface="Calibri"/>
              </a:defRPr>
            </a:defPPr>
          </a:lstStyle>
          <a:p>
            <a:pPr algn="l">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Input Resolution</a:t>
            </a:r>
            <a:endParaRPr lang="ko-KR">
              <a:latin typeface="Calibri"/>
              <a:ea typeface="Calibri"/>
              <a:cs typeface="Calibri"/>
            </a:endParaRPr>
          </a:p>
          <a:p>
            <a:pPr algn="l">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Stage</a:t>
            </a:r>
            <a:endParaRPr lang="ko-KR">
              <a:latin typeface="Calibri"/>
              <a:ea typeface="Calibri"/>
              <a:cs typeface="Calibri"/>
            </a:endParaRPr>
          </a:p>
        </p:txBody>
      </p:sp>
      <p:sp>
        <p:nvSpPr>
          <p:cNvPr id="11" name="Bnotice-stage">
            <a:extLst>
              <a:ext uri="{FF2B5EF4-FFF2-40B4-BE49-F238E27FC236}">
                <ns2:creationId id="{3B23CEC1-CBA4-4566-8B26-63E2E84F4180}"/>
              </a:ext>
            </a:extLst>
          </p:cNvPr>
          <p:cNvSpPr>
            <a:spLocks noGrp="1"/>
          </p:cNvSpPr>
          <p:nvPr/>
        </p:nvSpPr>
        <p:spPr>
          <a:xfrm>
            <a:off x="11677650" y="3724275"/>
            <a:ext cx="1657350" cy="2143125"/>
          </a:xfrm>
          <a:prstGeom prst="rect">
            <a:avLst/>
          </a:prstGeom>
          <a:solidFill>
            <a:srgbClr val="FFF4D7"/>
          </a:solidFill>
          <a:ln w="10478">
            <a:solidFill>
              <a:srgbClr val="000000"/>
            </a:solidFill>
            <a:prstDash val="solid"/>
          </a:ln>
        </p:spPr>
        <p:txBody>
          <a:bodyPr wrap="none" lIns="76200" tIns="38100" rIns="19050" bIns="0" anchor="t">
            <a:noAutofit/>
          </a:bodyPr>
          <a:lstStyle>
            <a:defPPr algn="l">
              <a:defRPr sz="1100" b="1" lang="ko-KR">
                <a:solidFill>
                  <a:srgbClr val="000000"/>
                </a:solidFill>
                <a:latin typeface="Calibri"/>
                <a:ea typeface="Calibri"/>
                <a:cs typeface="Calibri"/>
              </a:defRPr>
            </a:defPPr>
          </a:lstStyle>
          <a:p>
            <a:pPr algn="l">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Task Notice</a:t>
            </a:r>
            <a:endParaRPr lang="ko-KR">
              <a:latin typeface="Calibri"/>
              <a:ea typeface="Calibri"/>
              <a:cs typeface="Calibri"/>
            </a:endParaRPr>
          </a:p>
          <a:p>
            <a:pPr algn="l">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Stage</a:t>
            </a:r>
            <a:endParaRPr lang="ko-KR">
              <a:latin typeface="Calibri"/>
              <a:ea typeface="Calibri"/>
              <a:cs typeface="Calibri"/>
            </a:endParaRPr>
          </a:p>
        </p:txBody>
      </p:sp>
      <p:sp>
        <p:nvSpPr>
          <p:cNvPr id="12" name="Bcomposer">
            <a:extLst>
              <a:ext uri="{FF2B5EF4-FFF2-40B4-BE49-F238E27FC236}">
                <ns2:creationId id="{DAC98497-8640-4A7D-9DEA-9B4C5286EA97}"/>
              </a:ext>
            </a:extLst>
          </p:cNvPr>
          <p:cNvSpPr>
            <a:spLocks noGrp="1"/>
          </p:cNvSpPr>
          <p:nvPr/>
        </p:nvSpPr>
        <p:spPr>
          <a:xfrm>
            <a:off x="14106525" y="3724275"/>
            <a:ext cx="3657600" cy="971550"/>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Composer</a:t>
            </a:r>
            <a:endParaRPr lang="ko-KR">
              <a:latin typeface="Calibri"/>
              <a:ea typeface="Calibri"/>
              <a:cs typeface="Calibri"/>
            </a:endParaRPr>
          </a:p>
        </p:txBody>
      </p:sp>
      <p:sp>
        <p:nvSpPr>
          <p:cNvPr id="13" name="title-rule">
            <a:extLst>
              <a:ext uri="{FF2B5EF4-FFF2-40B4-BE49-F238E27FC236}">
                <ns2:creationId id="{23BA1D9F-78A5-42D6-AA4C-1657C03AD8C2}"/>
              </a:ext>
            </a:extLst>
          </p:cNvPr>
          <p:cNvSpPr>
            <a:spLocks noGrp="1"/>
          </p:cNvSpPr>
          <p:nvPr/>
        </p:nvSpPr>
        <p:spPr>
          <a:xfrm>
            <a:off x="571500" y="847725"/>
            <a:ext cx="17335500" cy="953"/>
          </a:xfrm>
          <a:custGeom>
            <a:pathLst>
              <a:path w="17335500" h="953">
                <a:moveTo>
                  <a:pt x="0" y="0"/>
                </a:moveTo>
                <a:lnTo>
                  <a:pt x="17335500" y="0"/>
                </a:lnTo>
              </a:path>
            </a:pathLst>
          </a:custGeom>
          <a:noFill/>
          <a:ln w="19050">
            <a:solidFill>
              <a:srgbClr val="A8A8A8"/>
            </a:solidFill>
            <a:prstDash val="solid"/>
          </a:ln>
        </p:spPr>
      </p:sp>
      <p:sp>
        <p:nvSpPr>
          <p:cNvPr id="14" name="legend-call">
            <a:extLst>
              <a:ext uri="{FF2B5EF4-FFF2-40B4-BE49-F238E27FC236}">
                <ns2:creationId id="{6E4657BD-15A4-4BCD-B9F0-CCA712F86534}"/>
              </a:ext>
            </a:extLst>
          </p:cNvPr>
          <p:cNvSpPr>
            <a:spLocks noGrp="1"/>
          </p:cNvSpPr>
          <p:nvPr/>
        </p:nvSpPr>
        <p:spPr>
          <a:xfrm>
            <a:off x="228600" y="5362575"/>
            <a:ext cx="666750" cy="953"/>
          </a:xfrm>
          <a:custGeom>
            <a:pathLst>
              <a:path w="666750" h="953">
                <a:moveTo>
                  <a:pt x="0" y="0"/>
                </a:moveTo>
                <a:lnTo>
                  <a:pt x="666750" y="0"/>
                </a:lnTo>
              </a:path>
            </a:pathLst>
          </a:custGeom>
          <a:noFill/>
          <a:ln w="12383">
            <a:solidFill>
              <a:srgbClr val="000000"/>
            </a:solidFill>
            <a:prstDash val="solid"/>
          </a:ln>
        </p:spPr>
      </p:sp>
      <p:sp>
        <p:nvSpPr>
          <p:cNvPr id="15" name="legend-call-arrow">
            <a:extLst>
              <a:ext uri="{FF2B5EF4-FFF2-40B4-BE49-F238E27FC236}">
                <ns2:creationId id="{73773BFC-69D0-4640-A86E-85B9842500BC}"/>
              </a:ext>
            </a:extLst>
          </p:cNvPr>
          <p:cNvSpPr>
            <a:spLocks noGrp="1"/>
          </p:cNvSpPr>
          <p:nvPr/>
        </p:nvSpPr>
        <p:spPr>
          <a:xfrm>
            <a:off x="826736" y="5329431"/>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16" name="legend-return">
            <a:extLst>
              <a:ext uri="{FF2B5EF4-FFF2-40B4-BE49-F238E27FC236}">
                <ns2:creationId id="{A3E66ED3-1D1D-4F8B-977C-0928ABBE4BC7}"/>
              </a:ext>
            </a:extLst>
          </p:cNvPr>
          <p:cNvSpPr>
            <a:spLocks noGrp="1"/>
          </p:cNvSpPr>
          <p:nvPr/>
        </p:nvSpPr>
        <p:spPr>
          <a:xfrm>
            <a:off x="228600" y="5924550"/>
            <a:ext cx="666750" cy="953"/>
          </a:xfrm>
          <a:custGeom>
            <a:pathLst>
              <a:path w="666750" h="953">
                <a:moveTo>
                  <a:pt x="0" y="0"/>
                </a:moveTo>
                <a:lnTo>
                  <a:pt x="666750" y="0"/>
                </a:lnTo>
              </a:path>
            </a:pathLst>
          </a:custGeom>
          <a:noFill/>
          <a:ln w="12383">
            <a:solidFill>
              <a:srgbClr val="000000"/>
            </a:solidFill>
            <a:prstDash val="dash"/>
          </a:ln>
        </p:spPr>
      </p:sp>
      <p:sp>
        <p:nvSpPr>
          <p:cNvPr id="17" name="legend-return-arrow">
            <a:extLst>
              <a:ext uri="{FF2B5EF4-FFF2-40B4-BE49-F238E27FC236}">
                <ns2:creationId id="{4943C2B0-CE77-4452-8FB5-90545ABD1AFF}"/>
              </a:ext>
            </a:extLst>
          </p:cNvPr>
          <p:cNvSpPr>
            <a:spLocks noGrp="1"/>
          </p:cNvSpPr>
          <p:nvPr/>
        </p:nvSpPr>
        <p:spPr>
          <a:xfrm>
            <a:off x="826736" y="5891406"/>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18" name="Aagent-notice">
            <a:extLst>
              <a:ext uri="{FF2B5EF4-FFF2-40B4-BE49-F238E27FC236}">
                <ns2:creationId id="{710A5EAC-8FD0-4525-A2C6-7A1F18EB8EB7}"/>
              </a:ext>
            </a:extLst>
          </p:cNvPr>
          <p:cNvSpPr>
            <a:spLocks noGrp="1"/>
          </p:cNvSpPr>
          <p:nvPr/>
        </p:nvSpPr>
        <p:spPr>
          <a:xfrm>
            <a:off x="7381875" y="2438400"/>
            <a:ext cx="390525" cy="953"/>
          </a:xfrm>
          <a:custGeom>
            <a:pathLst>
              <a:path w="390525" h="953">
                <a:moveTo>
                  <a:pt x="390525" y="0"/>
                </a:moveTo>
                <a:lnTo>
                  <a:pt x="0" y="0"/>
                </a:lnTo>
              </a:path>
            </a:pathLst>
          </a:custGeom>
          <a:noFill/>
          <a:ln w="12383">
            <a:solidFill>
              <a:srgbClr val="000000"/>
            </a:solidFill>
            <a:prstDash val="solid"/>
          </a:ln>
        </p:spPr>
      </p:sp>
      <p:sp>
        <p:nvSpPr>
          <p:cNvPr id="19" name="Aagent-notice-arrow">
            <a:extLst>
              <a:ext uri="{FF2B5EF4-FFF2-40B4-BE49-F238E27FC236}">
                <ns2:creationId id="{7A861941-044C-4F8D-9746-99C0663EEE82}"/>
              </a:ext>
            </a:extLst>
          </p:cNvPr>
          <p:cNvSpPr>
            <a:spLocks noGrp="1"/>
          </p:cNvSpPr>
          <p:nvPr/>
        </p:nvSpPr>
        <p:spPr>
          <a:xfrm>
            <a:off x="7381875" y="2405256"/>
            <a:ext cx="68614" cy="66289"/>
          </a:xfrm>
          <a:custGeom>
            <a:pathLst>
              <a:path w="68614" h="66289">
                <a:moveTo>
                  <a:pt x="68614" y="0"/>
                </a:moveTo>
                <a:lnTo>
                  <a:pt x="0" y="33144"/>
                </a:lnTo>
                <a:lnTo>
                  <a:pt x="68614" y="66289"/>
                </a:lnTo>
              </a:path>
            </a:pathLst>
          </a:custGeom>
          <a:noFill/>
          <a:ln w="12383">
            <a:solidFill>
              <a:srgbClr val="000000"/>
            </a:solidFill>
            <a:prstDash val="solid"/>
          </a:ln>
        </p:spPr>
      </p:sp>
      <p:sp>
        <p:nvSpPr>
          <p:cNvPr id="20" name="Atask-fact">
            <a:extLst>
              <a:ext uri="{FF2B5EF4-FFF2-40B4-BE49-F238E27FC236}">
                <ns2:creationId id="{B19847C3-7FB7-4916-BFB8-787544238D25}"/>
              </a:ext>
            </a:extLst>
          </p:cNvPr>
          <p:cNvSpPr>
            <a:spLocks noGrp="1"/>
          </p:cNvSpPr>
          <p:nvPr/>
        </p:nvSpPr>
        <p:spPr>
          <a:xfrm>
            <a:off x="5372100" y="2438400"/>
            <a:ext cx="361950" cy="953"/>
          </a:xfrm>
          <a:custGeom>
            <a:pathLst>
              <a:path w="361950" h="953">
                <a:moveTo>
                  <a:pt x="361950" y="0"/>
                </a:moveTo>
                <a:lnTo>
                  <a:pt x="0" y="0"/>
                </a:lnTo>
              </a:path>
            </a:pathLst>
          </a:custGeom>
          <a:noFill/>
          <a:ln w="12383">
            <a:solidFill>
              <a:srgbClr val="000000"/>
            </a:solidFill>
            <a:prstDash val="solid"/>
          </a:ln>
        </p:spPr>
      </p:sp>
      <p:sp>
        <p:nvSpPr>
          <p:cNvPr id="21" name="Atask-fact-arrow">
            <a:extLst>
              <a:ext uri="{FF2B5EF4-FFF2-40B4-BE49-F238E27FC236}">
                <ns2:creationId id="{6885D7C0-1162-43A5-B626-9C83F01CDD5A}"/>
              </a:ext>
            </a:extLst>
          </p:cNvPr>
          <p:cNvSpPr>
            <a:spLocks noGrp="1"/>
          </p:cNvSpPr>
          <p:nvPr/>
        </p:nvSpPr>
        <p:spPr>
          <a:xfrm>
            <a:off x="5372100" y="2405256"/>
            <a:ext cx="68614" cy="66289"/>
          </a:xfrm>
          <a:custGeom>
            <a:pathLst>
              <a:path w="68614" h="66289">
                <a:moveTo>
                  <a:pt x="68614" y="0"/>
                </a:moveTo>
                <a:lnTo>
                  <a:pt x="0" y="33144"/>
                </a:lnTo>
                <a:lnTo>
                  <a:pt x="68614" y="66289"/>
                </a:lnTo>
              </a:path>
            </a:pathLst>
          </a:custGeom>
          <a:noFill/>
          <a:ln w="12383">
            <a:solidFill>
              <a:srgbClr val="000000"/>
            </a:solidFill>
            <a:prstDash val="solid"/>
          </a:ln>
        </p:spPr>
      </p:sp>
      <p:sp>
        <p:nvSpPr>
          <p:cNvPr id="22" name="Ainput">
            <a:extLst>
              <a:ext uri="{FF2B5EF4-FFF2-40B4-BE49-F238E27FC236}">
                <ns2:creationId id="{BB23880F-FFE0-4BC7-B406-688FEB1B714F}"/>
              </a:ext>
            </a:extLst>
          </p:cNvPr>
          <p:cNvSpPr>
            <a:spLocks noGrp="1"/>
          </p:cNvSpPr>
          <p:nvPr/>
        </p:nvSpPr>
        <p:spPr>
          <a:xfrm>
            <a:off x="2314575" y="2952750"/>
            <a:ext cx="1619250" cy="762000"/>
          </a:xfrm>
          <a:custGeom>
            <a:pathLst>
              <a:path w="1619250" h="762000">
                <a:moveTo>
                  <a:pt x="0" y="0"/>
                </a:moveTo>
                <a:lnTo>
                  <a:pt x="0" y="190500"/>
                </a:lnTo>
                <a:lnTo>
                  <a:pt x="1619250" y="190500"/>
                </a:lnTo>
                <a:lnTo>
                  <a:pt x="1619250" y="762000"/>
                </a:lnTo>
              </a:path>
            </a:pathLst>
          </a:custGeom>
          <a:noFill/>
          <a:ln w="12383">
            <a:solidFill>
              <a:srgbClr val="000000"/>
            </a:solidFill>
            <a:prstDash val="solid"/>
          </a:ln>
        </p:spPr>
      </p:sp>
      <p:sp>
        <p:nvSpPr>
          <p:cNvPr id="23" name="Ainput-arrow">
            <a:extLst>
              <a:ext uri="{FF2B5EF4-FFF2-40B4-BE49-F238E27FC236}">
                <ns2:creationId id="{90035C18-2216-4546-A7DA-9C5EC8F6AFA8}"/>
              </a:ext>
            </a:extLst>
          </p:cNvPr>
          <p:cNvSpPr>
            <a:spLocks noGrp="1"/>
          </p:cNvSpPr>
          <p:nvPr/>
        </p:nvSpPr>
        <p:spPr>
          <a:xfrm>
            <a:off x="3900681" y="364613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24" name="Afact-input">
            <a:extLst>
              <a:ext uri="{FF2B5EF4-FFF2-40B4-BE49-F238E27FC236}">
                <ns2:creationId id="{C1B04B1E-FB8E-4F0B-A97B-5EA723477DCD}"/>
              </a:ext>
            </a:extLst>
          </p:cNvPr>
          <p:cNvSpPr>
            <a:spLocks noGrp="1"/>
          </p:cNvSpPr>
          <p:nvPr/>
        </p:nvSpPr>
        <p:spPr>
          <a:xfrm>
            <a:off x="3933825" y="2609850"/>
            <a:ext cx="638175" cy="1104900"/>
          </a:xfrm>
          <a:custGeom>
            <a:pathLst>
              <a:path w="638175" h="1104900">
                <a:moveTo>
                  <a:pt x="638175" y="0"/>
                </a:moveTo>
                <a:lnTo>
                  <a:pt x="638175" y="409575"/>
                </a:lnTo>
                <a:lnTo>
                  <a:pt x="0" y="409575"/>
                </a:lnTo>
                <a:lnTo>
                  <a:pt x="0" y="1104900"/>
                </a:lnTo>
              </a:path>
            </a:pathLst>
          </a:custGeom>
          <a:noFill/>
          <a:ln w="12383">
            <a:solidFill>
              <a:srgbClr val="000000"/>
            </a:solidFill>
            <a:prstDash val="solid"/>
          </a:ln>
        </p:spPr>
      </p:sp>
      <p:sp>
        <p:nvSpPr>
          <p:cNvPr id="25" name="Afact-input-arrow">
            <a:extLst>
              <a:ext uri="{FF2B5EF4-FFF2-40B4-BE49-F238E27FC236}">
                <ns2:creationId id="{41AC6421-6EDD-4329-99D5-394DF624AAAD}"/>
              </a:ext>
            </a:extLst>
          </p:cNvPr>
          <p:cNvSpPr>
            <a:spLocks noGrp="1"/>
          </p:cNvSpPr>
          <p:nvPr/>
        </p:nvSpPr>
        <p:spPr>
          <a:xfrm>
            <a:off x="3900681" y="364613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26" name="Acontrol">
            <a:extLst>
              <a:ext uri="{FF2B5EF4-FFF2-40B4-BE49-F238E27FC236}">
                <ns2:creationId id="{7F034E6F-4F94-4DA3-8997-C8E2BF1DEA80}"/>
              </a:ext>
            </a:extLst>
          </p:cNvPr>
          <p:cNvSpPr>
            <a:spLocks noGrp="1"/>
          </p:cNvSpPr>
          <p:nvPr/>
        </p:nvSpPr>
        <p:spPr>
          <a:xfrm>
            <a:off x="2076450" y="4086225"/>
            <a:ext cx="962025" cy="409575"/>
          </a:xfrm>
          <a:custGeom>
            <a:pathLst>
              <a:path w="962025" h="409575">
                <a:moveTo>
                  <a:pt x="0" y="0"/>
                </a:moveTo>
                <a:lnTo>
                  <a:pt x="0" y="190500"/>
                </a:lnTo>
                <a:lnTo>
                  <a:pt x="962025" y="190500"/>
                </a:lnTo>
                <a:lnTo>
                  <a:pt x="962025" y="409575"/>
                </a:lnTo>
              </a:path>
            </a:pathLst>
          </a:custGeom>
          <a:noFill/>
          <a:ln w="12383">
            <a:solidFill>
              <a:srgbClr val="000000"/>
            </a:solidFill>
            <a:prstDash val="solid"/>
          </a:ln>
        </p:spPr>
      </p:sp>
      <p:sp>
        <p:nvSpPr>
          <p:cNvPr id="27" name="Acontrol-arrow">
            <a:extLst>
              <a:ext uri="{FF2B5EF4-FFF2-40B4-BE49-F238E27FC236}">
                <ns2:creationId id="{C406A969-7121-4CE8-BEEF-8541A594B265}"/>
              </a:ext>
            </a:extLst>
          </p:cNvPr>
          <p:cNvSpPr>
            <a:spLocks noGrp="1"/>
          </p:cNvSpPr>
          <p:nvPr/>
        </p:nvSpPr>
        <p:spPr>
          <a:xfrm>
            <a:off x="3005331" y="442718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28" name="Aevent">
            <a:extLst>
              <a:ext uri="{FF2B5EF4-FFF2-40B4-BE49-F238E27FC236}">
                <ns2:creationId id="{10B30B25-44F9-4F01-950C-E702B0B37BD6}"/>
              </a:ext>
            </a:extLst>
          </p:cNvPr>
          <p:cNvSpPr>
            <a:spLocks noGrp="1"/>
          </p:cNvSpPr>
          <p:nvPr/>
        </p:nvSpPr>
        <p:spPr>
          <a:xfrm>
            <a:off x="3038475" y="4086225"/>
            <a:ext cx="895350" cy="190500"/>
          </a:xfrm>
          <a:custGeom>
            <a:pathLst>
              <a:path w="895350" h="190500">
                <a:moveTo>
                  <a:pt x="895350" y="0"/>
                </a:moveTo>
                <a:lnTo>
                  <a:pt x="895350" y="190500"/>
                </a:lnTo>
                <a:lnTo>
                  <a:pt x="0" y="190500"/>
                </a:lnTo>
              </a:path>
            </a:pathLst>
          </a:custGeom>
          <a:noFill/>
          <a:ln w="12383">
            <a:solidFill>
              <a:srgbClr val="000000"/>
            </a:solidFill>
            <a:prstDash val="solid"/>
          </a:ln>
        </p:spPr>
      </p:sp>
      <p:sp>
        <p:nvSpPr>
          <p:cNvPr id="29" name="Aevent-arrow">
            <a:extLst>
              <a:ext uri="{FF2B5EF4-FFF2-40B4-BE49-F238E27FC236}">
                <ns2:creationId id="{2BDBB9C7-F483-4D7C-9B17-F31F6760C0C9}"/>
              </a:ext>
            </a:extLst>
          </p:cNvPr>
          <p:cNvSpPr>
            <a:spLocks noGrp="1"/>
          </p:cNvSpPr>
          <p:nvPr/>
        </p:nvSpPr>
        <p:spPr>
          <a:xfrm>
            <a:off x="3038475" y="4243581"/>
            <a:ext cx="68614" cy="66289"/>
          </a:xfrm>
          <a:custGeom>
            <a:pathLst>
              <a:path w="68614" h="66289">
                <a:moveTo>
                  <a:pt x="68614" y="0"/>
                </a:moveTo>
                <a:lnTo>
                  <a:pt x="0" y="33144"/>
                </a:lnTo>
                <a:lnTo>
                  <a:pt x="68614" y="66289"/>
                </a:lnTo>
              </a:path>
            </a:pathLst>
          </a:custGeom>
          <a:noFill/>
          <a:ln w="12383">
            <a:solidFill>
              <a:srgbClr val="000000"/>
            </a:solidFill>
            <a:prstDash val="solid"/>
          </a:ln>
        </p:spPr>
      </p:sp>
      <p:sp>
        <p:nvSpPr>
          <p:cNvPr id="30" name="Ajob">
            <a:extLst>
              <a:ext uri="{FF2B5EF4-FFF2-40B4-BE49-F238E27FC236}">
                <ns2:creationId id="{6A6E592E-7CAC-4336-B480-DC38C3D3315C}"/>
              </a:ext>
            </a:extLst>
          </p:cNvPr>
          <p:cNvSpPr>
            <a:spLocks noGrp="1"/>
          </p:cNvSpPr>
          <p:nvPr/>
        </p:nvSpPr>
        <p:spPr>
          <a:xfrm>
            <a:off x="3038475" y="4943475"/>
            <a:ext cx="953" cy="1524000"/>
          </a:xfrm>
          <a:custGeom>
            <a:pathLst>
              <a:path w="953" h="1524000">
                <a:moveTo>
                  <a:pt x="0" y="0"/>
                </a:moveTo>
                <a:lnTo>
                  <a:pt x="0" y="1371600"/>
                </a:lnTo>
                <a:lnTo>
                  <a:pt x="0" y="1524000"/>
                </a:lnTo>
              </a:path>
            </a:pathLst>
          </a:custGeom>
          <a:noFill/>
          <a:ln w="12383">
            <a:solidFill>
              <a:srgbClr val="000000"/>
            </a:solidFill>
            <a:prstDash val="solid"/>
          </a:ln>
        </p:spPr>
      </p:sp>
      <p:sp>
        <p:nvSpPr>
          <p:cNvPr id="31" name="Ajob-arrow">
            <a:extLst>
              <a:ext uri="{FF2B5EF4-FFF2-40B4-BE49-F238E27FC236}">
                <ns2:creationId id="{9EF34E6F-D22E-4571-B124-E9D8AD59F0CC}"/>
              </a:ext>
            </a:extLst>
          </p:cNvPr>
          <p:cNvSpPr>
            <a:spLocks noGrp="1"/>
          </p:cNvSpPr>
          <p:nvPr/>
        </p:nvSpPr>
        <p:spPr>
          <a:xfrm>
            <a:off x="3005331" y="6398861"/>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32" name="Ainterpret-done">
            <a:extLst>
              <a:ext uri="{FF2B5EF4-FFF2-40B4-BE49-F238E27FC236}">
                <ns2:creationId id="{195F3AD8-7262-4431-8F36-7E120A740FF9}"/>
              </a:ext>
            </a:extLst>
          </p:cNvPr>
          <p:cNvSpPr>
            <a:spLocks noGrp="1"/>
          </p:cNvSpPr>
          <p:nvPr/>
        </p:nvSpPr>
        <p:spPr>
          <a:xfrm>
            <a:off x="1076325" y="3905250"/>
            <a:ext cx="3686175" cy="2905125"/>
          </a:xfrm>
          <a:custGeom>
            <a:pathLst>
              <a:path w="3686175" h="2905125">
                <a:moveTo>
                  <a:pt x="180975" y="2905125"/>
                </a:moveTo>
                <a:lnTo>
                  <a:pt x="0" y="2905125"/>
                </a:lnTo>
                <a:lnTo>
                  <a:pt x="0" y="323850"/>
                </a:lnTo>
                <a:lnTo>
                  <a:pt x="3686175" y="323850"/>
                </a:lnTo>
                <a:lnTo>
                  <a:pt x="3686175" y="0"/>
                </a:lnTo>
              </a:path>
            </a:pathLst>
          </a:custGeom>
          <a:noFill/>
          <a:ln w="12383">
            <a:solidFill>
              <a:srgbClr val="000000"/>
            </a:solidFill>
            <a:prstDash val="dash"/>
          </a:ln>
        </p:spPr>
      </p:sp>
      <p:sp>
        <p:nvSpPr>
          <p:cNvPr id="33" name="Ainterpret-done-arrow">
            <a:extLst>
              <a:ext uri="{FF2B5EF4-FFF2-40B4-BE49-F238E27FC236}">
                <ns2:creationId id="{CF20AE3B-0E16-4C29-8DAA-7A17BBB3735A}"/>
              </a:ext>
            </a:extLst>
          </p:cNvPr>
          <p:cNvSpPr>
            <a:spLocks noGrp="1"/>
          </p:cNvSpPr>
          <p:nvPr/>
        </p:nvSpPr>
        <p:spPr>
          <a:xfrm>
            <a:off x="4729356" y="3905250"/>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34" name="Aprepare">
            <a:extLst>
              <a:ext uri="{FF2B5EF4-FFF2-40B4-BE49-F238E27FC236}">
                <ns2:creationId id="{A7931D23-FD1E-478C-A9D7-53F0B672E503}"/>
              </a:ext>
            </a:extLst>
          </p:cNvPr>
          <p:cNvSpPr>
            <a:spLocks noGrp="1"/>
          </p:cNvSpPr>
          <p:nvPr/>
        </p:nvSpPr>
        <p:spPr>
          <a:xfrm>
            <a:off x="4219575" y="3914775"/>
            <a:ext cx="1314450" cy="800100"/>
          </a:xfrm>
          <a:custGeom>
            <a:pathLst>
              <a:path w="1314450" h="800100">
                <a:moveTo>
                  <a:pt x="0" y="800100"/>
                </a:moveTo>
                <a:lnTo>
                  <a:pt x="876300" y="800100"/>
                </a:lnTo>
                <a:lnTo>
                  <a:pt x="876300" y="0"/>
                </a:lnTo>
                <a:lnTo>
                  <a:pt x="1314450" y="0"/>
                </a:lnTo>
              </a:path>
            </a:pathLst>
          </a:custGeom>
          <a:noFill/>
          <a:ln w="12383">
            <a:solidFill>
              <a:srgbClr val="000000"/>
            </a:solidFill>
            <a:prstDash val="solid"/>
          </a:ln>
        </p:spPr>
      </p:sp>
      <p:sp>
        <p:nvSpPr>
          <p:cNvPr id="35" name="Aprepare-arrow">
            <a:extLst>
              <a:ext uri="{FF2B5EF4-FFF2-40B4-BE49-F238E27FC236}">
                <ns2:creationId id="{05154BBF-FD5A-4587-9E7F-0A4783C24997}"/>
              </a:ext>
            </a:extLst>
          </p:cNvPr>
          <p:cNvSpPr>
            <a:spLocks noGrp="1"/>
          </p:cNvSpPr>
          <p:nvPr/>
        </p:nvSpPr>
        <p:spPr>
          <a:xfrm>
            <a:off x="5465411" y="3881631"/>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36" name="Aprepare-done">
            <a:extLst>
              <a:ext uri="{FF2B5EF4-FFF2-40B4-BE49-F238E27FC236}">
                <ns2:creationId id="{06FC0880-B1AC-4B86-8C15-87712BFE6DFC}"/>
              </a:ext>
            </a:extLst>
          </p:cNvPr>
          <p:cNvSpPr>
            <a:spLocks noGrp="1"/>
          </p:cNvSpPr>
          <p:nvPr/>
        </p:nvSpPr>
        <p:spPr>
          <a:xfrm>
            <a:off x="3933825" y="3105150"/>
            <a:ext cx="5572125" cy="809625"/>
          </a:xfrm>
          <a:custGeom>
            <a:pathLst>
              <a:path w="5572125" h="809625">
                <a:moveTo>
                  <a:pt x="5257800" y="809625"/>
                </a:moveTo>
                <a:lnTo>
                  <a:pt x="5572125" y="809625"/>
                </a:lnTo>
                <a:lnTo>
                  <a:pt x="5572125" y="0"/>
                </a:lnTo>
                <a:lnTo>
                  <a:pt x="0" y="0"/>
                </a:lnTo>
                <a:lnTo>
                  <a:pt x="0" y="609600"/>
                </a:lnTo>
              </a:path>
            </a:pathLst>
          </a:custGeom>
          <a:noFill/>
          <a:ln w="12383">
            <a:solidFill>
              <a:srgbClr val="000000"/>
            </a:solidFill>
            <a:prstDash val="dash"/>
          </a:ln>
        </p:spPr>
      </p:sp>
      <p:sp>
        <p:nvSpPr>
          <p:cNvPr id="37" name="Aprepare-done-arrow">
            <a:extLst>
              <a:ext uri="{FF2B5EF4-FFF2-40B4-BE49-F238E27FC236}">
                <ns2:creationId id="{62C95310-A78B-4994-96B4-E2E9E547D76D}"/>
              </a:ext>
            </a:extLst>
          </p:cNvPr>
          <p:cNvSpPr>
            <a:spLocks noGrp="1"/>
          </p:cNvSpPr>
          <p:nvPr/>
        </p:nvSpPr>
        <p:spPr>
          <a:xfrm>
            <a:off x="3900681" y="364613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38" name="Acandidate-write">
            <a:extLst>
              <a:ext uri="{FF2B5EF4-FFF2-40B4-BE49-F238E27FC236}">
                <ns2:creationId id="{92EF436B-CC2D-4A57-959E-A0D026A498C4}"/>
              </a:ext>
            </a:extLst>
          </p:cNvPr>
          <p:cNvSpPr>
            <a:spLocks noGrp="1"/>
          </p:cNvSpPr>
          <p:nvPr/>
        </p:nvSpPr>
        <p:spPr>
          <a:xfrm>
            <a:off x="6391275" y="4124325"/>
            <a:ext cx="953" cy="523875"/>
          </a:xfrm>
          <a:custGeom>
            <a:pathLst>
              <a:path w="953" h="523875">
                <a:moveTo>
                  <a:pt x="0" y="0"/>
                </a:moveTo>
                <a:lnTo>
                  <a:pt x="0" y="523875"/>
                </a:lnTo>
              </a:path>
            </a:pathLst>
          </a:custGeom>
          <a:noFill/>
          <a:ln w="12383">
            <a:solidFill>
              <a:srgbClr val="000000"/>
            </a:solidFill>
            <a:prstDash val="solid"/>
          </a:ln>
        </p:spPr>
      </p:sp>
      <p:sp>
        <p:nvSpPr>
          <p:cNvPr id="39" name="Acandidate-write-arrow">
            <a:extLst>
              <a:ext uri="{FF2B5EF4-FFF2-40B4-BE49-F238E27FC236}">
                <ns2:creationId id="{C2908C27-FA71-4616-B43E-5C3FCEC753EF}"/>
              </a:ext>
            </a:extLst>
          </p:cNvPr>
          <p:cNvSpPr>
            <a:spLocks noGrp="1"/>
          </p:cNvSpPr>
          <p:nvPr/>
        </p:nvSpPr>
        <p:spPr>
          <a:xfrm>
            <a:off x="6358131" y="457958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40" name="Astate1">
            <a:extLst>
              <a:ext uri="{FF2B5EF4-FFF2-40B4-BE49-F238E27FC236}">
                <ns2:creationId id="{27C3AFD8-0739-4B10-BB4E-D1CE9E25B669}"/>
              </a:ext>
            </a:extLst>
          </p:cNvPr>
          <p:cNvSpPr>
            <a:spLocks noGrp="1"/>
          </p:cNvSpPr>
          <p:nvPr/>
        </p:nvSpPr>
        <p:spPr>
          <a:xfrm>
            <a:off x="2524125" y="4943475"/>
            <a:ext cx="953" cy="561975"/>
          </a:xfrm>
          <a:custGeom>
            <a:pathLst>
              <a:path w="953" h="561975">
                <a:moveTo>
                  <a:pt x="0" y="0"/>
                </a:moveTo>
                <a:lnTo>
                  <a:pt x="0" y="561975"/>
                </a:lnTo>
              </a:path>
            </a:pathLst>
          </a:custGeom>
          <a:noFill/>
          <a:ln w="12383">
            <a:solidFill>
              <a:srgbClr val="000000"/>
            </a:solidFill>
            <a:prstDash val="dash"/>
          </a:ln>
        </p:spPr>
      </p:sp>
      <p:sp>
        <p:nvSpPr>
          <p:cNvPr id="41" name="Astate1-arrow">
            <a:extLst>
              <a:ext uri="{FF2B5EF4-FFF2-40B4-BE49-F238E27FC236}">
                <ns2:creationId id="{028E0F37-9789-4C58-8231-552DD42A85AF}"/>
              </a:ext>
            </a:extLst>
          </p:cNvPr>
          <p:cNvSpPr>
            <a:spLocks noGrp="1"/>
          </p:cNvSpPr>
          <p:nvPr/>
        </p:nvSpPr>
        <p:spPr>
          <a:xfrm>
            <a:off x="2490981" y="543683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42" name="Astate2">
            <a:extLst>
              <a:ext uri="{FF2B5EF4-FFF2-40B4-BE49-F238E27FC236}">
                <ns2:creationId id="{0B145E7B-8E50-428F-81D8-CB2304EC8E6C}"/>
              </a:ext>
            </a:extLst>
          </p:cNvPr>
          <p:cNvSpPr>
            <a:spLocks noGrp="1"/>
          </p:cNvSpPr>
          <p:nvPr/>
        </p:nvSpPr>
        <p:spPr>
          <a:xfrm>
            <a:off x="3714750" y="4943475"/>
            <a:ext cx="953" cy="561975"/>
          </a:xfrm>
          <a:custGeom>
            <a:pathLst>
              <a:path w="953" h="561975">
                <a:moveTo>
                  <a:pt x="0" y="0"/>
                </a:moveTo>
                <a:lnTo>
                  <a:pt x="0" y="561975"/>
                </a:lnTo>
              </a:path>
            </a:pathLst>
          </a:custGeom>
          <a:noFill/>
          <a:ln w="12383">
            <a:solidFill>
              <a:srgbClr val="000000"/>
            </a:solidFill>
            <a:prstDash val="dash"/>
          </a:ln>
        </p:spPr>
      </p:sp>
      <p:sp>
        <p:nvSpPr>
          <p:cNvPr id="43" name="Astate2-arrow">
            <a:extLst>
              <a:ext uri="{FF2B5EF4-FFF2-40B4-BE49-F238E27FC236}">
                <ns2:creationId id="{50FCA980-0516-4460-B80C-D31929813126}"/>
              </a:ext>
            </a:extLst>
          </p:cNvPr>
          <p:cNvSpPr>
            <a:spLocks noGrp="1"/>
          </p:cNvSpPr>
          <p:nvPr/>
        </p:nvSpPr>
        <p:spPr>
          <a:xfrm>
            <a:off x="3681606" y="543683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44" name="Apermit">
            <a:extLst>
              <a:ext uri="{FF2B5EF4-FFF2-40B4-BE49-F238E27FC236}">
                <ns2:creationId id="{63BB9DA9-E093-4166-B2D2-B11C1F308A96}"/>
              </a:ext>
            </a:extLst>
          </p:cNvPr>
          <p:cNvSpPr>
            <a:spLocks noGrp="1"/>
          </p:cNvSpPr>
          <p:nvPr/>
        </p:nvSpPr>
        <p:spPr>
          <a:xfrm>
            <a:off x="4219575" y="4829175"/>
            <a:ext cx="4114800" cy="419100"/>
          </a:xfrm>
          <a:custGeom>
            <a:pathLst>
              <a:path w="4114800" h="419100">
                <a:moveTo>
                  <a:pt x="0" y="0"/>
                </a:moveTo>
                <a:lnTo>
                  <a:pt x="942975" y="0"/>
                </a:lnTo>
                <a:lnTo>
                  <a:pt x="942975" y="419100"/>
                </a:lnTo>
                <a:lnTo>
                  <a:pt x="4114800" y="419100"/>
                </a:lnTo>
                <a:lnTo>
                  <a:pt x="4114800" y="276225"/>
                </a:lnTo>
              </a:path>
            </a:pathLst>
          </a:custGeom>
          <a:noFill/>
          <a:ln w="12383">
            <a:solidFill>
              <a:srgbClr val="000000"/>
            </a:solidFill>
            <a:prstDash val="solid"/>
          </a:ln>
        </p:spPr>
      </p:sp>
      <p:sp>
        <p:nvSpPr>
          <p:cNvPr id="45" name="Apermit-arrow">
            <a:extLst>
              <a:ext uri="{FF2B5EF4-FFF2-40B4-BE49-F238E27FC236}">
                <ns2:creationId id="{3E2FDC6C-6718-4A52-81AB-6C53CFFBCD7F}"/>
              </a:ext>
            </a:extLst>
          </p:cNvPr>
          <p:cNvSpPr>
            <a:spLocks noGrp="1"/>
          </p:cNvSpPr>
          <p:nvPr/>
        </p:nvSpPr>
        <p:spPr>
          <a:xfrm>
            <a:off x="8301231" y="5105400"/>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46" name="Ato-pub">
            <a:extLst>
              <a:ext uri="{FF2B5EF4-FFF2-40B4-BE49-F238E27FC236}">
                <ns2:creationId id="{76E6ACE9-2A6E-4F87-B451-09120004B581}"/>
              </a:ext>
            </a:extLst>
          </p:cNvPr>
          <p:cNvSpPr>
            <a:spLocks noGrp="1"/>
          </p:cNvSpPr>
          <p:nvPr/>
        </p:nvSpPr>
        <p:spPr>
          <a:xfrm>
            <a:off x="7248525" y="4876800"/>
            <a:ext cx="219075" cy="953"/>
          </a:xfrm>
          <a:custGeom>
            <a:pathLst>
              <a:path w="219075" h="953">
                <a:moveTo>
                  <a:pt x="0" y="0"/>
                </a:moveTo>
                <a:lnTo>
                  <a:pt x="219075" y="0"/>
                </a:lnTo>
              </a:path>
            </a:pathLst>
          </a:custGeom>
          <a:noFill/>
          <a:ln w="12383">
            <a:solidFill>
              <a:srgbClr val="000000"/>
            </a:solidFill>
            <a:prstDash val="solid"/>
          </a:ln>
        </p:spPr>
      </p:sp>
      <p:sp>
        <p:nvSpPr>
          <p:cNvPr id="47" name="Ato-pub-arrow">
            <a:extLst>
              <a:ext uri="{FF2B5EF4-FFF2-40B4-BE49-F238E27FC236}">
                <ns2:creationId id="{016AEF5A-C586-46B3-8126-1D0F6F934643}"/>
              </a:ext>
            </a:extLst>
          </p:cNvPr>
          <p:cNvSpPr>
            <a:spLocks noGrp="1"/>
          </p:cNvSpPr>
          <p:nvPr/>
        </p:nvSpPr>
        <p:spPr>
          <a:xfrm>
            <a:off x="7398986" y="4843656"/>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48" name="Ato-outbox">
            <a:extLst>
              <a:ext uri="{FF2B5EF4-FFF2-40B4-BE49-F238E27FC236}">
                <ns2:creationId id="{C6A0D4E1-3D8B-4870-A36D-655D1F3AC4A5}"/>
              </a:ext>
            </a:extLst>
          </p:cNvPr>
          <p:cNvSpPr>
            <a:spLocks noGrp="1"/>
          </p:cNvSpPr>
          <p:nvPr/>
        </p:nvSpPr>
        <p:spPr>
          <a:xfrm>
            <a:off x="6391275" y="5105400"/>
            <a:ext cx="1943100" cy="409575"/>
          </a:xfrm>
          <a:custGeom>
            <a:pathLst>
              <a:path w="1943100" h="409575">
                <a:moveTo>
                  <a:pt x="1943100" y="0"/>
                </a:moveTo>
                <a:lnTo>
                  <a:pt x="1943100" y="304800"/>
                </a:lnTo>
                <a:lnTo>
                  <a:pt x="0" y="304800"/>
                </a:lnTo>
                <a:lnTo>
                  <a:pt x="0" y="409575"/>
                </a:lnTo>
              </a:path>
            </a:pathLst>
          </a:custGeom>
          <a:noFill/>
          <a:ln w="12383">
            <a:solidFill>
              <a:srgbClr val="000000"/>
            </a:solidFill>
            <a:prstDash val="solid"/>
          </a:ln>
        </p:spPr>
      </p:sp>
      <p:sp>
        <p:nvSpPr>
          <p:cNvPr id="49" name="Ato-outbox-arrow">
            <a:extLst>
              <a:ext uri="{FF2B5EF4-FFF2-40B4-BE49-F238E27FC236}">
                <ns2:creationId id="{AEB3954C-BEE1-41B0-9A02-6179CFB55B89}"/>
              </a:ext>
            </a:extLst>
          </p:cNvPr>
          <p:cNvSpPr>
            <a:spLocks noGrp="1"/>
          </p:cNvSpPr>
          <p:nvPr/>
        </p:nvSpPr>
        <p:spPr>
          <a:xfrm>
            <a:off x="6358131" y="5446361"/>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50" name="Aoutput">
            <a:extLst>
              <a:ext uri="{FF2B5EF4-FFF2-40B4-BE49-F238E27FC236}">
                <ns2:creationId id="{70A8431B-73C3-409B-B774-EF35D24384AC}"/>
              </a:ext>
            </a:extLst>
          </p:cNvPr>
          <p:cNvSpPr>
            <a:spLocks noGrp="1"/>
          </p:cNvSpPr>
          <p:nvPr/>
        </p:nvSpPr>
        <p:spPr>
          <a:xfrm>
            <a:off x="3409950" y="2876550"/>
            <a:ext cx="6048375" cy="3200400"/>
          </a:xfrm>
          <a:custGeom>
            <a:pathLst>
              <a:path w="6048375" h="3200400">
                <a:moveTo>
                  <a:pt x="2981325" y="3057525"/>
                </a:moveTo>
                <a:lnTo>
                  <a:pt x="2981325" y="3200400"/>
                </a:lnTo>
                <a:lnTo>
                  <a:pt x="6048375" y="3200400"/>
                </a:lnTo>
                <a:lnTo>
                  <a:pt x="6048375" y="76200"/>
                </a:lnTo>
                <a:lnTo>
                  <a:pt x="0" y="76200"/>
                </a:lnTo>
                <a:lnTo>
                  <a:pt x="0" y="0"/>
                </a:lnTo>
              </a:path>
            </a:pathLst>
          </a:custGeom>
          <a:noFill/>
          <a:ln w="12383">
            <a:solidFill>
              <a:srgbClr val="000000"/>
            </a:solidFill>
            <a:prstDash val="solid"/>
          </a:ln>
        </p:spPr>
      </p:sp>
      <p:sp>
        <p:nvSpPr>
          <p:cNvPr id="51" name="Aoutput-arrow">
            <a:extLst>
              <a:ext uri="{FF2B5EF4-FFF2-40B4-BE49-F238E27FC236}">
                <ns2:creationId id="{400F0E57-E658-46F2-8B71-B783FC3601C5}"/>
              </a:ext>
            </a:extLst>
          </p:cNvPr>
          <p:cNvSpPr>
            <a:spLocks noGrp="1"/>
          </p:cNvSpPr>
          <p:nvPr/>
        </p:nvSpPr>
        <p:spPr>
          <a:xfrm>
            <a:off x="3376806" y="2876550"/>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52" name="Areceipt-flow">
            <a:extLst>
              <a:ext uri="{FF2B5EF4-FFF2-40B4-BE49-F238E27FC236}">
                <ns2:creationId id="{0F9EAB6E-F1A3-4DF9-AE61-5E5D04DA3CFF}"/>
              </a:ext>
            </a:extLst>
          </p:cNvPr>
          <p:cNvSpPr>
            <a:spLocks noGrp="1"/>
          </p:cNvSpPr>
          <p:nvPr/>
        </p:nvSpPr>
        <p:spPr>
          <a:xfrm>
            <a:off x="3409950" y="2876550"/>
            <a:ext cx="6134100" cy="2838450"/>
          </a:xfrm>
          <a:custGeom>
            <a:pathLst>
              <a:path w="6134100" h="2838450">
                <a:moveTo>
                  <a:pt x="0" y="0"/>
                </a:moveTo>
                <a:lnTo>
                  <a:pt x="0" y="381000"/>
                </a:lnTo>
                <a:lnTo>
                  <a:pt x="6134100" y="381000"/>
                </a:lnTo>
                <a:lnTo>
                  <a:pt x="6134100" y="2838450"/>
                </a:lnTo>
                <a:lnTo>
                  <a:pt x="5781675" y="2838450"/>
                </a:lnTo>
              </a:path>
            </a:pathLst>
          </a:custGeom>
          <a:noFill/>
          <a:ln w="12383">
            <a:solidFill>
              <a:srgbClr val="000000"/>
            </a:solidFill>
            <a:prstDash val="dash"/>
          </a:ln>
        </p:spPr>
      </p:sp>
      <p:sp>
        <p:nvSpPr>
          <p:cNvPr id="53" name="Areceipt-flow-arrow">
            <a:extLst>
              <a:ext uri="{FF2B5EF4-FFF2-40B4-BE49-F238E27FC236}">
                <ns2:creationId id="{442202A7-F139-4871-BC84-C5382ACAA96A}"/>
              </a:ext>
            </a:extLst>
          </p:cNvPr>
          <p:cNvSpPr>
            <a:spLocks noGrp="1"/>
          </p:cNvSpPr>
          <p:nvPr/>
        </p:nvSpPr>
        <p:spPr>
          <a:xfrm>
            <a:off x="9191625" y="5681856"/>
            <a:ext cx="68614" cy="66289"/>
          </a:xfrm>
          <a:custGeom>
            <a:pathLst>
              <a:path w="68614" h="66289">
                <a:moveTo>
                  <a:pt x="68614" y="0"/>
                </a:moveTo>
                <a:lnTo>
                  <a:pt x="0" y="33144"/>
                </a:lnTo>
                <a:lnTo>
                  <a:pt x="68614" y="66289"/>
                </a:lnTo>
              </a:path>
            </a:pathLst>
          </a:custGeom>
          <a:noFill/>
          <a:ln w="12383">
            <a:solidFill>
              <a:srgbClr val="000000"/>
            </a:solidFill>
            <a:prstDash val="solid"/>
          </a:ln>
        </p:spPr>
      </p:sp>
      <p:sp>
        <p:nvSpPr>
          <p:cNvPr id="54" name="Areceipt-back">
            <a:extLst>
              <a:ext uri="{FF2B5EF4-FFF2-40B4-BE49-F238E27FC236}">
                <ns2:creationId id="{BED77274-B87F-49E8-A5BD-9D9A4E861790}"/>
              </a:ext>
            </a:extLst>
          </p:cNvPr>
          <p:cNvSpPr>
            <a:spLocks noGrp="1"/>
          </p:cNvSpPr>
          <p:nvPr/>
        </p:nvSpPr>
        <p:spPr>
          <a:xfrm>
            <a:off x="3933825" y="4086225"/>
            <a:ext cx="4400550" cy="1971675"/>
          </a:xfrm>
          <a:custGeom>
            <a:pathLst>
              <a:path w="4400550" h="1971675">
                <a:moveTo>
                  <a:pt x="4400550" y="1847850"/>
                </a:moveTo>
                <a:lnTo>
                  <a:pt x="4400550" y="1971675"/>
                </a:lnTo>
                <a:lnTo>
                  <a:pt x="1057275" y="1971675"/>
                </a:lnTo>
                <a:lnTo>
                  <a:pt x="1057275" y="295275"/>
                </a:lnTo>
                <a:lnTo>
                  <a:pt x="0" y="295275"/>
                </a:lnTo>
                <a:lnTo>
                  <a:pt x="0" y="0"/>
                </a:lnTo>
              </a:path>
            </a:pathLst>
          </a:custGeom>
          <a:noFill/>
          <a:ln w="12383">
            <a:solidFill>
              <a:srgbClr val="000000"/>
            </a:solidFill>
            <a:prstDash val="dash"/>
          </a:ln>
        </p:spPr>
      </p:sp>
      <p:sp>
        <p:nvSpPr>
          <p:cNvPr id="55" name="Areceipt-back-arrow">
            <a:extLst>
              <a:ext uri="{FF2B5EF4-FFF2-40B4-BE49-F238E27FC236}">
                <ns2:creationId id="{A09F37FB-5E28-45C7-BE81-6FABC2F97EB4}"/>
              </a:ext>
            </a:extLst>
          </p:cNvPr>
          <p:cNvSpPr>
            <a:spLocks noGrp="1"/>
          </p:cNvSpPr>
          <p:nvPr/>
        </p:nvSpPr>
        <p:spPr>
          <a:xfrm>
            <a:off x="3900681" y="4086225"/>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56" name="Ahold">
            <a:extLst>
              <a:ext uri="{FF2B5EF4-FFF2-40B4-BE49-F238E27FC236}">
                <ns2:creationId id="{60126FA2-8244-4DD5-81B5-4993160E881D}"/>
              </a:ext>
            </a:extLst>
          </p:cNvPr>
          <p:cNvSpPr>
            <a:spLocks noGrp="1"/>
          </p:cNvSpPr>
          <p:nvPr/>
        </p:nvSpPr>
        <p:spPr>
          <a:xfrm>
            <a:off x="2076450" y="2876550"/>
            <a:ext cx="953" cy="838200"/>
          </a:xfrm>
          <a:custGeom>
            <a:pathLst>
              <a:path w="953" h="838200">
                <a:moveTo>
                  <a:pt x="0" y="0"/>
                </a:moveTo>
                <a:lnTo>
                  <a:pt x="0" y="838200"/>
                </a:lnTo>
              </a:path>
            </a:pathLst>
          </a:custGeom>
          <a:noFill/>
          <a:ln w="12383">
            <a:solidFill>
              <a:srgbClr val="C62525"/>
            </a:solidFill>
            <a:prstDash val="dash"/>
          </a:ln>
        </p:spPr>
      </p:sp>
      <p:sp>
        <p:nvSpPr>
          <p:cNvPr id="57" name="Ahold-arrow">
            <a:extLst>
              <a:ext uri="{FF2B5EF4-FFF2-40B4-BE49-F238E27FC236}">
                <ns2:creationId id="{2E95821B-2954-4A4D-B6E1-27CBF4292C18}"/>
              </a:ext>
            </a:extLst>
          </p:cNvPr>
          <p:cNvSpPr>
            <a:spLocks noGrp="1"/>
          </p:cNvSpPr>
          <p:nvPr/>
        </p:nvSpPr>
        <p:spPr>
          <a:xfrm>
            <a:off x="2043306" y="3646136"/>
            <a:ext cx="66289" cy="68614"/>
          </a:xfrm>
          <a:custGeom>
            <a:pathLst>
              <a:path w="66289" h="68614">
                <a:moveTo>
                  <a:pt x="0" y="0"/>
                </a:moveTo>
                <a:lnTo>
                  <a:pt x="33144" y="68614"/>
                </a:lnTo>
                <a:lnTo>
                  <a:pt x="66289" y="0"/>
                </a:lnTo>
              </a:path>
            </a:pathLst>
          </a:custGeom>
          <a:noFill/>
          <a:ln w="12383">
            <a:solidFill>
              <a:srgbClr val="C62525"/>
            </a:solidFill>
            <a:prstDash val="solid"/>
          </a:ln>
        </p:spPr>
      </p:sp>
      <p:sp>
        <p:nvSpPr>
          <p:cNvPr id="58" name="Bagent-notice">
            <a:extLst>
              <a:ext uri="{FF2B5EF4-FFF2-40B4-BE49-F238E27FC236}">
                <ns2:creationId id="{85AA71B8-3D80-4BB3-84DE-A0D0FF05D200}"/>
              </a:ext>
            </a:extLst>
          </p:cNvPr>
          <p:cNvSpPr>
            <a:spLocks noGrp="1"/>
          </p:cNvSpPr>
          <p:nvPr/>
        </p:nvSpPr>
        <p:spPr>
          <a:xfrm>
            <a:off x="15954375" y="2438400"/>
            <a:ext cx="390525" cy="953"/>
          </a:xfrm>
          <a:custGeom>
            <a:pathLst>
              <a:path w="390525" h="953">
                <a:moveTo>
                  <a:pt x="390525" y="0"/>
                </a:moveTo>
                <a:lnTo>
                  <a:pt x="0" y="0"/>
                </a:lnTo>
              </a:path>
            </a:pathLst>
          </a:custGeom>
          <a:noFill/>
          <a:ln w="12383">
            <a:solidFill>
              <a:srgbClr val="000000"/>
            </a:solidFill>
            <a:prstDash val="solid"/>
          </a:ln>
        </p:spPr>
      </p:sp>
      <p:sp>
        <p:nvSpPr>
          <p:cNvPr id="59" name="Bagent-notice-arrow">
            <a:extLst>
              <a:ext uri="{FF2B5EF4-FFF2-40B4-BE49-F238E27FC236}">
                <ns2:creationId id="{BB1141C8-B21E-482B-A1EB-9A6CF0E863F2}"/>
              </a:ext>
            </a:extLst>
          </p:cNvPr>
          <p:cNvSpPr>
            <a:spLocks noGrp="1"/>
          </p:cNvSpPr>
          <p:nvPr/>
        </p:nvSpPr>
        <p:spPr>
          <a:xfrm>
            <a:off x="15954375" y="2405256"/>
            <a:ext cx="68614" cy="66289"/>
          </a:xfrm>
          <a:custGeom>
            <a:pathLst>
              <a:path w="68614" h="66289">
                <a:moveTo>
                  <a:pt x="68614" y="0"/>
                </a:moveTo>
                <a:lnTo>
                  <a:pt x="0" y="33144"/>
                </a:lnTo>
                <a:lnTo>
                  <a:pt x="68614" y="66289"/>
                </a:lnTo>
              </a:path>
            </a:pathLst>
          </a:custGeom>
          <a:noFill/>
          <a:ln w="12383">
            <a:solidFill>
              <a:srgbClr val="000000"/>
            </a:solidFill>
            <a:prstDash val="solid"/>
          </a:ln>
        </p:spPr>
      </p:sp>
      <p:sp>
        <p:nvSpPr>
          <p:cNvPr id="60" name="Btask-fact">
            <a:extLst>
              <a:ext uri="{FF2B5EF4-FFF2-40B4-BE49-F238E27FC236}">
                <ns2:creationId id="{D49794AC-4934-4872-AD31-24EC272E48AE}"/>
              </a:ext>
            </a:extLst>
          </p:cNvPr>
          <p:cNvSpPr>
            <a:spLocks noGrp="1"/>
          </p:cNvSpPr>
          <p:nvPr/>
        </p:nvSpPr>
        <p:spPr>
          <a:xfrm>
            <a:off x="13944600" y="2438400"/>
            <a:ext cx="361950" cy="953"/>
          </a:xfrm>
          <a:custGeom>
            <a:pathLst>
              <a:path w="361950" h="953">
                <a:moveTo>
                  <a:pt x="361950" y="0"/>
                </a:moveTo>
                <a:lnTo>
                  <a:pt x="0" y="0"/>
                </a:lnTo>
              </a:path>
            </a:pathLst>
          </a:custGeom>
          <a:noFill/>
          <a:ln w="12383">
            <a:solidFill>
              <a:srgbClr val="000000"/>
            </a:solidFill>
            <a:prstDash val="solid"/>
          </a:ln>
        </p:spPr>
      </p:sp>
      <p:sp>
        <p:nvSpPr>
          <p:cNvPr id="61" name="Btask-fact-arrow">
            <a:extLst>
              <a:ext uri="{FF2B5EF4-FFF2-40B4-BE49-F238E27FC236}">
                <ns2:creationId id="{D7BE8C99-0C56-4BED-A816-0BF876338A26}"/>
              </a:ext>
            </a:extLst>
          </p:cNvPr>
          <p:cNvSpPr>
            <a:spLocks noGrp="1"/>
          </p:cNvSpPr>
          <p:nvPr/>
        </p:nvSpPr>
        <p:spPr>
          <a:xfrm>
            <a:off x="13944600" y="2405256"/>
            <a:ext cx="68614" cy="66289"/>
          </a:xfrm>
          <a:custGeom>
            <a:pathLst>
              <a:path w="68614" h="66289">
                <a:moveTo>
                  <a:pt x="68614" y="0"/>
                </a:moveTo>
                <a:lnTo>
                  <a:pt x="0" y="33144"/>
                </a:lnTo>
                <a:lnTo>
                  <a:pt x="68614" y="66289"/>
                </a:lnTo>
              </a:path>
            </a:pathLst>
          </a:custGeom>
          <a:noFill/>
          <a:ln w="12383">
            <a:solidFill>
              <a:srgbClr val="000000"/>
            </a:solidFill>
            <a:prstDash val="solid"/>
          </a:ln>
        </p:spPr>
      </p:sp>
      <p:sp>
        <p:nvSpPr>
          <p:cNvPr id="62" name="Binput">
            <a:extLst>
              <a:ext uri="{FF2B5EF4-FFF2-40B4-BE49-F238E27FC236}">
                <ns2:creationId id="{12E77022-C08F-4664-A39F-6C59A48193EE}"/>
              </a:ext>
            </a:extLst>
          </p:cNvPr>
          <p:cNvSpPr>
            <a:spLocks noGrp="1"/>
          </p:cNvSpPr>
          <p:nvPr/>
        </p:nvSpPr>
        <p:spPr>
          <a:xfrm>
            <a:off x="10696575" y="2952750"/>
            <a:ext cx="190500" cy="1323975"/>
          </a:xfrm>
          <a:custGeom>
            <a:pathLst>
              <a:path w="190500" h="1323975">
                <a:moveTo>
                  <a:pt x="190500" y="0"/>
                </a:moveTo>
                <a:lnTo>
                  <a:pt x="0" y="0"/>
                </a:lnTo>
                <a:lnTo>
                  <a:pt x="0" y="1323975"/>
                </a:lnTo>
              </a:path>
            </a:pathLst>
          </a:custGeom>
          <a:noFill/>
          <a:ln w="12383">
            <a:solidFill>
              <a:srgbClr val="000000"/>
            </a:solidFill>
            <a:prstDash val="solid"/>
          </a:ln>
        </p:spPr>
      </p:sp>
      <p:sp>
        <p:nvSpPr>
          <p:cNvPr id="63" name="Binput-arrow">
            <a:extLst>
              <a:ext uri="{FF2B5EF4-FFF2-40B4-BE49-F238E27FC236}">
                <ns2:creationId id="{EE382570-F799-4133-A3EA-0A3098665F2D}"/>
              </a:ext>
            </a:extLst>
          </p:cNvPr>
          <p:cNvSpPr>
            <a:spLocks noGrp="1"/>
          </p:cNvSpPr>
          <p:nvPr/>
        </p:nvSpPr>
        <p:spPr>
          <a:xfrm>
            <a:off x="10663431" y="4208111"/>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64" name="Bnotice">
            <a:extLst>
              <a:ext uri="{FF2B5EF4-FFF2-40B4-BE49-F238E27FC236}">
                <ns2:creationId id="{F8CE7365-12ED-4DEA-AF9A-8E73EB770CE7}"/>
              </a:ext>
            </a:extLst>
          </p:cNvPr>
          <p:cNvSpPr>
            <a:spLocks noGrp="1"/>
          </p:cNvSpPr>
          <p:nvPr/>
        </p:nvSpPr>
        <p:spPr>
          <a:xfrm>
            <a:off x="12496800" y="2609850"/>
            <a:ext cx="647700" cy="1666875"/>
          </a:xfrm>
          <a:custGeom>
            <a:pathLst>
              <a:path w="647700" h="1666875">
                <a:moveTo>
                  <a:pt x="647700" y="0"/>
                </a:moveTo>
                <a:lnTo>
                  <a:pt x="647700" y="438150"/>
                </a:lnTo>
                <a:lnTo>
                  <a:pt x="0" y="438150"/>
                </a:lnTo>
                <a:lnTo>
                  <a:pt x="0" y="1666875"/>
                </a:lnTo>
              </a:path>
            </a:pathLst>
          </a:custGeom>
          <a:noFill/>
          <a:ln w="12383">
            <a:solidFill>
              <a:srgbClr val="000000"/>
            </a:solidFill>
            <a:prstDash val="solid"/>
          </a:ln>
        </p:spPr>
      </p:sp>
      <p:sp>
        <p:nvSpPr>
          <p:cNvPr id="65" name="Bnotice-arrow">
            <a:extLst>
              <a:ext uri="{FF2B5EF4-FFF2-40B4-BE49-F238E27FC236}">
                <ns2:creationId id="{04066116-3F1D-4E68-B0E9-18515D454B78}"/>
              </a:ext>
            </a:extLst>
          </p:cNvPr>
          <p:cNvSpPr>
            <a:spLocks noGrp="1"/>
          </p:cNvSpPr>
          <p:nvPr/>
        </p:nvSpPr>
        <p:spPr>
          <a:xfrm>
            <a:off x="12463656" y="4208111"/>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66" name="Binput-pump">
            <a:extLst>
              <a:ext uri="{FF2B5EF4-FFF2-40B4-BE49-F238E27FC236}">
                <ns2:creationId id="{5BA549C1-F363-4989-8738-A0D673F432D7}"/>
              </a:ext>
            </a:extLst>
          </p:cNvPr>
          <p:cNvSpPr>
            <a:spLocks noGrp="1"/>
          </p:cNvSpPr>
          <p:nvPr/>
        </p:nvSpPr>
        <p:spPr>
          <a:xfrm>
            <a:off x="10696575" y="4629150"/>
            <a:ext cx="953" cy="352425"/>
          </a:xfrm>
          <a:custGeom>
            <a:pathLst>
              <a:path w="953" h="352425">
                <a:moveTo>
                  <a:pt x="0" y="0"/>
                </a:moveTo>
                <a:lnTo>
                  <a:pt x="0" y="352425"/>
                </a:lnTo>
              </a:path>
            </a:pathLst>
          </a:custGeom>
          <a:noFill/>
          <a:ln w="12383">
            <a:solidFill>
              <a:srgbClr val="000000"/>
            </a:solidFill>
            <a:prstDash val="solid"/>
          </a:ln>
        </p:spPr>
      </p:sp>
      <p:sp>
        <p:nvSpPr>
          <p:cNvPr id="67" name="Binput-pump-arrow">
            <a:extLst>
              <a:ext uri="{FF2B5EF4-FFF2-40B4-BE49-F238E27FC236}">
                <ns2:creationId id="{483D4DBD-D0EB-4720-9CA8-B88A6610AEB0}"/>
              </a:ext>
            </a:extLst>
          </p:cNvPr>
          <p:cNvSpPr>
            <a:spLocks noGrp="1"/>
          </p:cNvSpPr>
          <p:nvPr/>
        </p:nvSpPr>
        <p:spPr>
          <a:xfrm>
            <a:off x="10663431" y="4912961"/>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68" name="Bnotice-pump">
            <a:extLst>
              <a:ext uri="{FF2B5EF4-FFF2-40B4-BE49-F238E27FC236}">
                <ns2:creationId id="{350BD8F8-8569-46EC-BD98-514EAC07F959}"/>
              </a:ext>
            </a:extLst>
          </p:cNvPr>
          <p:cNvSpPr>
            <a:spLocks noGrp="1"/>
          </p:cNvSpPr>
          <p:nvPr/>
        </p:nvSpPr>
        <p:spPr>
          <a:xfrm>
            <a:off x="12506325" y="4629150"/>
            <a:ext cx="953" cy="352425"/>
          </a:xfrm>
          <a:custGeom>
            <a:pathLst>
              <a:path w="953" h="352425">
                <a:moveTo>
                  <a:pt x="0" y="0"/>
                </a:moveTo>
                <a:lnTo>
                  <a:pt x="0" y="352425"/>
                </a:lnTo>
              </a:path>
            </a:pathLst>
          </a:custGeom>
          <a:noFill/>
          <a:ln w="12383">
            <a:solidFill>
              <a:srgbClr val="000000"/>
            </a:solidFill>
            <a:prstDash val="solid"/>
          </a:ln>
        </p:spPr>
      </p:sp>
      <p:sp>
        <p:nvSpPr>
          <p:cNvPr id="69" name="Bnotice-pump-arrow">
            <a:extLst>
              <a:ext uri="{FF2B5EF4-FFF2-40B4-BE49-F238E27FC236}">
                <ns2:creationId id="{31FBFF85-8900-446D-B4CB-EFB8E15CA5CD}"/>
              </a:ext>
            </a:extLst>
          </p:cNvPr>
          <p:cNvSpPr>
            <a:spLocks noGrp="1"/>
          </p:cNvSpPr>
          <p:nvPr/>
        </p:nvSpPr>
        <p:spPr>
          <a:xfrm>
            <a:off x="12473181" y="4912961"/>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70" name="Binterpret-job">
            <a:extLst>
              <a:ext uri="{FF2B5EF4-FFF2-40B4-BE49-F238E27FC236}">
                <ns2:creationId id="{678B9F31-0575-4CA1-9857-0A06C98FD78C}"/>
              </a:ext>
            </a:extLst>
          </p:cNvPr>
          <p:cNvSpPr>
            <a:spLocks noGrp="1"/>
          </p:cNvSpPr>
          <p:nvPr/>
        </p:nvSpPr>
        <p:spPr>
          <a:xfrm>
            <a:off x="9772650" y="5295900"/>
            <a:ext cx="1828800" cy="1171575"/>
          </a:xfrm>
          <a:custGeom>
            <a:pathLst>
              <a:path w="1828800" h="1171575">
                <a:moveTo>
                  <a:pt x="923925" y="0"/>
                </a:moveTo>
                <a:lnTo>
                  <a:pt x="0" y="0"/>
                </a:lnTo>
                <a:lnTo>
                  <a:pt x="0" y="1019175"/>
                </a:lnTo>
                <a:lnTo>
                  <a:pt x="1828800" y="1019175"/>
                </a:lnTo>
                <a:lnTo>
                  <a:pt x="1828800" y="1171575"/>
                </a:lnTo>
              </a:path>
            </a:pathLst>
          </a:custGeom>
          <a:noFill/>
          <a:ln w="12383">
            <a:solidFill>
              <a:srgbClr val="000000"/>
            </a:solidFill>
            <a:prstDash val="solid"/>
          </a:ln>
        </p:spPr>
      </p:sp>
      <p:sp>
        <p:nvSpPr>
          <p:cNvPr id="71" name="Binterpret-job-arrow">
            <a:extLst>
              <a:ext uri="{FF2B5EF4-FFF2-40B4-BE49-F238E27FC236}">
                <ns2:creationId id="{B8CA1060-8E08-4967-A7B8-BAB6217E8999}"/>
              </a:ext>
            </a:extLst>
          </p:cNvPr>
          <p:cNvSpPr>
            <a:spLocks noGrp="1"/>
          </p:cNvSpPr>
          <p:nvPr/>
        </p:nvSpPr>
        <p:spPr>
          <a:xfrm>
            <a:off x="11568306" y="6398861"/>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72" name="Bmeaning-return">
            <a:extLst>
              <a:ext uri="{FF2B5EF4-FFF2-40B4-BE49-F238E27FC236}">
                <ns2:creationId id="{8CAEC174-7AF1-4D31-AEC6-DDE29E94618C}"/>
              </a:ext>
            </a:extLst>
          </p:cNvPr>
          <p:cNvSpPr>
            <a:spLocks noGrp="1"/>
          </p:cNvSpPr>
          <p:nvPr/>
        </p:nvSpPr>
        <p:spPr>
          <a:xfrm>
            <a:off x="9648825" y="4467225"/>
            <a:ext cx="285750" cy="2343150"/>
          </a:xfrm>
          <a:custGeom>
            <a:pathLst>
              <a:path w="285750" h="2343150">
                <a:moveTo>
                  <a:pt x="180975" y="2343150"/>
                </a:moveTo>
                <a:lnTo>
                  <a:pt x="0" y="2343150"/>
                </a:lnTo>
                <a:lnTo>
                  <a:pt x="0" y="0"/>
                </a:lnTo>
                <a:lnTo>
                  <a:pt x="285750" y="0"/>
                </a:lnTo>
              </a:path>
            </a:pathLst>
          </a:custGeom>
          <a:noFill/>
          <a:ln w="12383">
            <a:solidFill>
              <a:srgbClr val="000000"/>
            </a:solidFill>
            <a:prstDash val="dash"/>
          </a:ln>
        </p:spPr>
      </p:sp>
      <p:sp>
        <p:nvSpPr>
          <p:cNvPr id="73" name="Bmeaning-return-arrow">
            <a:extLst>
              <a:ext uri="{FF2B5EF4-FFF2-40B4-BE49-F238E27FC236}">
                <ns2:creationId id="{C518C043-1664-4D0F-92E8-25532B99D9CF}"/>
              </a:ext>
            </a:extLst>
          </p:cNvPr>
          <p:cNvSpPr>
            <a:spLocks noGrp="1"/>
          </p:cNvSpPr>
          <p:nvPr/>
        </p:nvSpPr>
        <p:spPr>
          <a:xfrm>
            <a:off x="9865961" y="4434081"/>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74" name="Badopted">
            <a:extLst>
              <a:ext uri="{FF2B5EF4-FFF2-40B4-BE49-F238E27FC236}">
                <ns2:creationId id="{FC05FC2E-2CEE-47F0-8BE6-274CAB1B1E70}"/>
              </a:ext>
            </a:extLst>
          </p:cNvPr>
          <p:cNvSpPr>
            <a:spLocks noGrp="1"/>
          </p:cNvSpPr>
          <p:nvPr/>
        </p:nvSpPr>
        <p:spPr>
          <a:xfrm>
            <a:off x="11449050" y="4324350"/>
            <a:ext cx="2771775" cy="819150"/>
          </a:xfrm>
          <a:custGeom>
            <a:pathLst>
              <a:path w="2771775" h="819150">
                <a:moveTo>
                  <a:pt x="0" y="819150"/>
                </a:moveTo>
                <a:lnTo>
                  <a:pt x="152400" y="819150"/>
                </a:lnTo>
                <a:lnTo>
                  <a:pt x="152400" y="476250"/>
                </a:lnTo>
                <a:lnTo>
                  <a:pt x="2162175" y="476250"/>
                </a:lnTo>
                <a:lnTo>
                  <a:pt x="2162175" y="0"/>
                </a:lnTo>
                <a:lnTo>
                  <a:pt x="2771775" y="0"/>
                </a:lnTo>
              </a:path>
            </a:pathLst>
          </a:custGeom>
          <a:noFill/>
          <a:ln w="12383">
            <a:solidFill>
              <a:srgbClr val="000000"/>
            </a:solidFill>
            <a:prstDash val="solid"/>
          </a:ln>
        </p:spPr>
      </p:sp>
      <p:sp>
        <p:nvSpPr>
          <p:cNvPr id="75" name="Badopted-arrow">
            <a:extLst>
              <a:ext uri="{FF2B5EF4-FFF2-40B4-BE49-F238E27FC236}">
                <ns2:creationId id="{41F559EC-505E-4435-AEAE-1B4CF0F1A166}"/>
              </a:ext>
            </a:extLst>
          </p:cNvPr>
          <p:cNvSpPr>
            <a:spLocks noGrp="1"/>
          </p:cNvSpPr>
          <p:nvPr/>
        </p:nvSpPr>
        <p:spPr>
          <a:xfrm>
            <a:off x="14152211" y="4291206"/>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76" name="Bnotice-output">
            <a:extLst>
              <a:ext uri="{FF2B5EF4-FFF2-40B4-BE49-F238E27FC236}">
                <ns2:creationId id="{8943B851-C58A-4592-80AE-5EAFC27C8E24}"/>
              </a:ext>
            </a:extLst>
          </p:cNvPr>
          <p:cNvSpPr>
            <a:spLocks noGrp="1"/>
          </p:cNvSpPr>
          <p:nvPr/>
        </p:nvSpPr>
        <p:spPr>
          <a:xfrm>
            <a:off x="13268325" y="4324350"/>
            <a:ext cx="342900" cy="819150"/>
          </a:xfrm>
          <a:custGeom>
            <a:pathLst>
              <a:path w="342900" h="819150">
                <a:moveTo>
                  <a:pt x="0" y="819150"/>
                </a:moveTo>
                <a:lnTo>
                  <a:pt x="342900" y="819150"/>
                </a:lnTo>
                <a:lnTo>
                  <a:pt x="342900" y="0"/>
                </a:lnTo>
              </a:path>
            </a:pathLst>
          </a:custGeom>
          <a:noFill/>
          <a:ln w="12383">
            <a:solidFill>
              <a:srgbClr val="000000"/>
            </a:solidFill>
            <a:prstDash val="solid"/>
          </a:ln>
        </p:spPr>
      </p:sp>
      <p:sp>
        <p:nvSpPr>
          <p:cNvPr id="77" name="Bnotice-output-arrow">
            <a:extLst>
              <a:ext uri="{FF2B5EF4-FFF2-40B4-BE49-F238E27FC236}">
                <ns2:creationId id="{1947D9AF-73C5-45EA-9817-FC769536F4A4}"/>
              </a:ext>
            </a:extLst>
          </p:cNvPr>
          <p:cNvSpPr>
            <a:spLocks noGrp="1"/>
          </p:cNvSpPr>
          <p:nvPr/>
        </p:nvSpPr>
        <p:spPr>
          <a:xfrm>
            <a:off x="13578081" y="4324350"/>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78" name="Bcompose-work">
            <a:extLst>
              <a:ext uri="{FF2B5EF4-FFF2-40B4-BE49-F238E27FC236}">
                <ns2:creationId id="{D4F2AC8C-CC6B-4B98-965D-0D0F6FD686F1}"/>
              </a:ext>
            </a:extLst>
          </p:cNvPr>
          <p:cNvSpPr>
            <a:spLocks noGrp="1"/>
          </p:cNvSpPr>
          <p:nvPr/>
        </p:nvSpPr>
        <p:spPr>
          <a:xfrm>
            <a:off x="15887700" y="4324350"/>
            <a:ext cx="190500" cy="953"/>
          </a:xfrm>
          <a:custGeom>
            <a:pathLst>
              <a:path w="190500" h="953">
                <a:moveTo>
                  <a:pt x="0" y="0"/>
                </a:moveTo>
                <a:lnTo>
                  <a:pt x="190500" y="0"/>
                </a:lnTo>
              </a:path>
            </a:pathLst>
          </a:custGeom>
          <a:noFill/>
          <a:ln w="12383">
            <a:solidFill>
              <a:srgbClr val="000000"/>
            </a:solidFill>
            <a:prstDash val="solid"/>
          </a:ln>
        </p:spPr>
      </p:sp>
      <p:sp>
        <p:nvSpPr>
          <p:cNvPr id="79" name="Bcompose-work-arrow">
            <a:extLst>
              <a:ext uri="{FF2B5EF4-FFF2-40B4-BE49-F238E27FC236}">
                <ns2:creationId id="{B126FB14-4E36-46B0-96FB-6D22128E8C30}"/>
              </a:ext>
            </a:extLst>
          </p:cNvPr>
          <p:cNvSpPr>
            <a:spLocks noGrp="1"/>
          </p:cNvSpPr>
          <p:nvPr/>
        </p:nvSpPr>
        <p:spPr>
          <a:xfrm>
            <a:off x="16009586" y="4291206"/>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80" name="Bcandidate">
            <a:extLst>
              <a:ext uri="{FF2B5EF4-FFF2-40B4-BE49-F238E27FC236}">
                <ns2:creationId id="{AAB574D8-DF45-44E6-B22B-363FFB996E0A}"/>
              </a:ext>
            </a:extLst>
          </p:cNvPr>
          <p:cNvSpPr>
            <a:spLocks noGrp="1"/>
          </p:cNvSpPr>
          <p:nvPr/>
        </p:nvSpPr>
        <p:spPr>
          <a:xfrm>
            <a:off x="14963775" y="4524375"/>
            <a:ext cx="1895475" cy="542925"/>
          </a:xfrm>
          <a:custGeom>
            <a:pathLst>
              <a:path w="1895475" h="542925">
                <a:moveTo>
                  <a:pt x="1895475" y="0"/>
                </a:moveTo>
                <a:lnTo>
                  <a:pt x="1895475" y="390525"/>
                </a:lnTo>
                <a:lnTo>
                  <a:pt x="0" y="390525"/>
                </a:lnTo>
                <a:lnTo>
                  <a:pt x="0" y="542925"/>
                </a:lnTo>
              </a:path>
            </a:pathLst>
          </a:custGeom>
          <a:noFill/>
          <a:ln w="12383">
            <a:solidFill>
              <a:srgbClr val="000000"/>
            </a:solidFill>
            <a:prstDash val="solid"/>
          </a:ln>
        </p:spPr>
      </p:sp>
      <p:sp>
        <p:nvSpPr>
          <p:cNvPr id="81" name="Bcandidate-arrow">
            <a:extLst>
              <a:ext uri="{FF2B5EF4-FFF2-40B4-BE49-F238E27FC236}">
                <ns2:creationId id="{8E5BAAC8-5484-4209-AAE5-3AABC21701BC}"/>
              </a:ext>
            </a:extLst>
          </p:cNvPr>
          <p:cNvSpPr>
            <a:spLocks noGrp="1"/>
          </p:cNvSpPr>
          <p:nvPr/>
        </p:nvSpPr>
        <p:spPr>
          <a:xfrm>
            <a:off x="14930631" y="499868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82" name="Bconditions">
            <a:extLst>
              <a:ext uri="{FF2B5EF4-FFF2-40B4-BE49-F238E27FC236}">
                <ns2:creationId id="{B0FDE11B-2015-4C70-8511-5D69A41642A4}"/>
              </a:ext>
            </a:extLst>
          </p:cNvPr>
          <p:cNvSpPr>
            <a:spLocks noGrp="1"/>
          </p:cNvSpPr>
          <p:nvPr/>
        </p:nvSpPr>
        <p:spPr>
          <a:xfrm>
            <a:off x="10696575" y="5257800"/>
            <a:ext cx="3409950" cy="800100"/>
          </a:xfrm>
          <a:custGeom>
            <a:pathLst>
              <a:path w="3409950" h="800100">
                <a:moveTo>
                  <a:pt x="0" y="533400"/>
                </a:moveTo>
                <a:lnTo>
                  <a:pt x="0" y="800100"/>
                </a:lnTo>
                <a:lnTo>
                  <a:pt x="3143250" y="800100"/>
                </a:lnTo>
                <a:lnTo>
                  <a:pt x="3143250" y="0"/>
                </a:lnTo>
                <a:lnTo>
                  <a:pt x="3409950" y="0"/>
                </a:lnTo>
              </a:path>
            </a:pathLst>
          </a:custGeom>
          <a:noFill/>
          <a:ln w="12383">
            <a:solidFill>
              <a:srgbClr val="000000"/>
            </a:solidFill>
            <a:prstDash val="dash"/>
          </a:ln>
        </p:spPr>
      </p:sp>
      <p:sp>
        <p:nvSpPr>
          <p:cNvPr id="83" name="Bconditions-arrow">
            <a:extLst>
              <a:ext uri="{FF2B5EF4-FFF2-40B4-BE49-F238E27FC236}">
                <ns2:creationId id="{AF67F2D5-C398-4A43-B428-9F746C5DB22E}"/>
              </a:ext>
            </a:extLst>
          </p:cNvPr>
          <p:cNvSpPr>
            <a:spLocks noGrp="1"/>
          </p:cNvSpPr>
          <p:nvPr/>
        </p:nvSpPr>
        <p:spPr>
          <a:xfrm>
            <a:off x="14037911" y="5224656"/>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84" name="Beligible">
            <a:extLst>
              <a:ext uri="{FF2B5EF4-FFF2-40B4-BE49-F238E27FC236}">
                <ns2:creationId id="{B3531FB3-677A-4C45-B798-CA307C0028AB}"/>
              </a:ext>
            </a:extLst>
          </p:cNvPr>
          <p:cNvSpPr>
            <a:spLocks noGrp="1"/>
          </p:cNvSpPr>
          <p:nvPr/>
        </p:nvSpPr>
        <p:spPr>
          <a:xfrm>
            <a:off x="15821025" y="5257800"/>
            <a:ext cx="219075" cy="953"/>
          </a:xfrm>
          <a:custGeom>
            <a:pathLst>
              <a:path w="219075" h="953">
                <a:moveTo>
                  <a:pt x="0" y="0"/>
                </a:moveTo>
                <a:lnTo>
                  <a:pt x="219075" y="0"/>
                </a:lnTo>
              </a:path>
            </a:pathLst>
          </a:custGeom>
          <a:noFill/>
          <a:ln w="12383">
            <a:solidFill>
              <a:srgbClr val="000000"/>
            </a:solidFill>
            <a:prstDash val="solid"/>
          </a:ln>
        </p:spPr>
      </p:sp>
      <p:sp>
        <p:nvSpPr>
          <p:cNvPr id="85" name="Beligible-arrow">
            <a:extLst>
              <a:ext uri="{FF2B5EF4-FFF2-40B4-BE49-F238E27FC236}">
                <ns2:creationId id="{B51BA2C9-D4C2-4650-8D76-1CCAB37E7FC2}"/>
              </a:ext>
            </a:extLst>
          </p:cNvPr>
          <p:cNvSpPr>
            <a:spLocks noGrp="1"/>
          </p:cNvSpPr>
          <p:nvPr/>
        </p:nvSpPr>
        <p:spPr>
          <a:xfrm>
            <a:off x="15971486" y="5224656"/>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86" name="Bjoin-state">
            <a:extLst>
              <a:ext uri="{FF2B5EF4-FFF2-40B4-BE49-F238E27FC236}">
                <ns2:creationId id="{FB51DCCC-3942-4E74-91E9-C78B277266EF}"/>
              </a:ext>
            </a:extLst>
          </p:cNvPr>
          <p:cNvSpPr>
            <a:spLocks noGrp="1"/>
          </p:cNvSpPr>
          <p:nvPr/>
        </p:nvSpPr>
        <p:spPr>
          <a:xfrm>
            <a:off x="14963775" y="5467350"/>
            <a:ext cx="953" cy="247650"/>
          </a:xfrm>
          <a:custGeom>
            <a:pathLst>
              <a:path w="953" h="247650">
                <a:moveTo>
                  <a:pt x="0" y="0"/>
                </a:moveTo>
                <a:lnTo>
                  <a:pt x="0" y="247650"/>
                </a:lnTo>
              </a:path>
            </a:pathLst>
          </a:custGeom>
          <a:noFill/>
          <a:ln w="12383">
            <a:solidFill>
              <a:srgbClr val="000000"/>
            </a:solidFill>
            <a:prstDash val="dash"/>
          </a:ln>
        </p:spPr>
      </p:sp>
      <p:sp>
        <p:nvSpPr>
          <p:cNvPr id="87" name="Bjoin-state-arrow">
            <a:extLst>
              <a:ext uri="{FF2B5EF4-FFF2-40B4-BE49-F238E27FC236}">
                <ns2:creationId id="{B4B596D3-9037-482C-9FD0-A2E8E08BF8E9}"/>
              </a:ext>
            </a:extLst>
          </p:cNvPr>
          <p:cNvSpPr>
            <a:spLocks noGrp="1"/>
          </p:cNvSpPr>
          <p:nvPr/>
        </p:nvSpPr>
        <p:spPr>
          <a:xfrm>
            <a:off x="14930631" y="564638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88" name="Bpub-actual">
            <a:extLst>
              <a:ext uri="{FF2B5EF4-FFF2-40B4-BE49-F238E27FC236}">
                <ns2:creationId id="{56475095-A884-4F4C-9807-2F91288C16C3}"/>
              </a:ext>
            </a:extLst>
          </p:cNvPr>
          <p:cNvSpPr>
            <a:spLocks noGrp="1"/>
          </p:cNvSpPr>
          <p:nvPr/>
        </p:nvSpPr>
        <p:spPr>
          <a:xfrm>
            <a:off x="16906875" y="5467350"/>
            <a:ext cx="953" cy="247650"/>
          </a:xfrm>
          <a:custGeom>
            <a:pathLst>
              <a:path w="953" h="247650">
                <a:moveTo>
                  <a:pt x="0" y="0"/>
                </a:moveTo>
                <a:lnTo>
                  <a:pt x="0" y="247650"/>
                </a:lnTo>
              </a:path>
            </a:pathLst>
          </a:custGeom>
          <a:noFill/>
          <a:ln w="12383">
            <a:solidFill>
              <a:srgbClr val="000000"/>
            </a:solidFill>
            <a:prstDash val="dash"/>
          </a:ln>
        </p:spPr>
      </p:sp>
      <p:sp>
        <p:nvSpPr>
          <p:cNvPr id="89" name="Bpub-actual-arrow">
            <a:extLst>
              <a:ext uri="{FF2B5EF4-FFF2-40B4-BE49-F238E27FC236}">
                <ns2:creationId id="{8145B3FD-3931-4BCC-A3E2-655DB33BFC6A}"/>
              </a:ext>
            </a:extLst>
          </p:cNvPr>
          <p:cNvSpPr>
            <a:spLocks noGrp="1"/>
          </p:cNvSpPr>
          <p:nvPr/>
        </p:nvSpPr>
        <p:spPr>
          <a:xfrm>
            <a:off x="16873731" y="564638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90" name="Boutput">
            <a:extLst>
              <a:ext uri="{FF2B5EF4-FFF2-40B4-BE49-F238E27FC236}">
                <ns2:creationId id="{D3E25053-18C2-4EF9-8607-068AF5C43DE5}"/>
              </a:ext>
            </a:extLst>
          </p:cNvPr>
          <p:cNvSpPr>
            <a:spLocks noGrp="1"/>
          </p:cNvSpPr>
          <p:nvPr/>
        </p:nvSpPr>
        <p:spPr>
          <a:xfrm>
            <a:off x="11982450" y="2876550"/>
            <a:ext cx="6057900" cy="2381250"/>
          </a:xfrm>
          <a:custGeom>
            <a:pathLst>
              <a:path w="6057900" h="2381250">
                <a:moveTo>
                  <a:pt x="5781675" y="2381250"/>
                </a:moveTo>
                <a:lnTo>
                  <a:pt x="6057900" y="2381250"/>
                </a:lnTo>
                <a:lnTo>
                  <a:pt x="6057900" y="76200"/>
                </a:lnTo>
                <a:lnTo>
                  <a:pt x="0" y="76200"/>
                </a:lnTo>
                <a:lnTo>
                  <a:pt x="0" y="0"/>
                </a:lnTo>
              </a:path>
            </a:pathLst>
          </a:custGeom>
          <a:noFill/>
          <a:ln w="12383">
            <a:solidFill>
              <a:srgbClr val="000000"/>
            </a:solidFill>
            <a:prstDash val="solid"/>
          </a:ln>
        </p:spPr>
      </p:sp>
      <p:sp>
        <p:nvSpPr>
          <p:cNvPr id="91" name="Boutput-arrow">
            <a:extLst>
              <a:ext uri="{FF2B5EF4-FFF2-40B4-BE49-F238E27FC236}">
                <ns2:creationId id="{45329440-3741-43B4-AAF7-1CCD31714B96}"/>
              </a:ext>
            </a:extLst>
          </p:cNvPr>
          <p:cNvSpPr>
            <a:spLocks noGrp="1"/>
          </p:cNvSpPr>
          <p:nvPr/>
        </p:nvSpPr>
        <p:spPr>
          <a:xfrm>
            <a:off x="11949306" y="2876550"/>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92" name="Breceipt-flow">
            <a:extLst>
              <a:ext uri="{FF2B5EF4-FFF2-40B4-BE49-F238E27FC236}">
                <ns2:creationId id="{3412E814-F939-4B35-84A3-CDE7DA16AEE7}"/>
              </a:ext>
            </a:extLst>
          </p:cNvPr>
          <p:cNvSpPr>
            <a:spLocks noGrp="1"/>
          </p:cNvSpPr>
          <p:nvPr/>
        </p:nvSpPr>
        <p:spPr>
          <a:xfrm>
            <a:off x="11982450" y="2876550"/>
            <a:ext cx="6134100" cy="2981325"/>
          </a:xfrm>
          <a:custGeom>
            <a:pathLst>
              <a:path w="6134100" h="2981325">
                <a:moveTo>
                  <a:pt x="0" y="0"/>
                </a:moveTo>
                <a:lnTo>
                  <a:pt x="0" y="381000"/>
                </a:lnTo>
                <a:lnTo>
                  <a:pt x="6134100" y="381000"/>
                </a:lnTo>
                <a:lnTo>
                  <a:pt x="6134100" y="2981325"/>
                </a:lnTo>
                <a:lnTo>
                  <a:pt x="5781675" y="2981325"/>
                </a:lnTo>
              </a:path>
            </a:pathLst>
          </a:custGeom>
          <a:noFill/>
          <a:ln w="12383">
            <a:solidFill>
              <a:srgbClr val="000000"/>
            </a:solidFill>
            <a:prstDash val="dash"/>
          </a:ln>
        </p:spPr>
      </p:sp>
      <p:sp>
        <p:nvSpPr>
          <p:cNvPr id="93" name="Breceipt-flow-arrow">
            <a:extLst>
              <a:ext uri="{FF2B5EF4-FFF2-40B4-BE49-F238E27FC236}">
                <ns2:creationId id="{CB8B5BB4-39CC-4EC2-84B3-A8936E8050BA}"/>
              </a:ext>
            </a:extLst>
          </p:cNvPr>
          <p:cNvSpPr>
            <a:spLocks noGrp="1"/>
          </p:cNvSpPr>
          <p:nvPr/>
        </p:nvSpPr>
        <p:spPr>
          <a:xfrm>
            <a:off x="17764125" y="5824731"/>
            <a:ext cx="68614" cy="66289"/>
          </a:xfrm>
          <a:custGeom>
            <a:pathLst>
              <a:path w="68614" h="66289">
                <a:moveTo>
                  <a:pt x="68614" y="0"/>
                </a:moveTo>
                <a:lnTo>
                  <a:pt x="0" y="33144"/>
                </a:lnTo>
                <a:lnTo>
                  <a:pt x="68614" y="66289"/>
                </a:lnTo>
              </a:path>
            </a:pathLst>
          </a:custGeom>
          <a:noFill/>
          <a:ln w="12383">
            <a:solidFill>
              <a:srgbClr val="000000"/>
            </a:solidFill>
            <a:prstDash val="solid"/>
          </a:ln>
        </p:spPr>
      </p:sp>
      <p:sp>
        <p:nvSpPr>
          <p:cNvPr id="94" name="Bcancel">
            <a:extLst>
              <a:ext uri="{FF2B5EF4-FFF2-40B4-BE49-F238E27FC236}">
                <ns2:creationId id="{43AA4D32-492B-47FF-831D-A1EFE91962A9}"/>
              </a:ext>
            </a:extLst>
          </p:cNvPr>
          <p:cNvSpPr>
            <a:spLocks noGrp="1"/>
          </p:cNvSpPr>
          <p:nvPr/>
        </p:nvSpPr>
        <p:spPr>
          <a:xfrm>
            <a:off x="10887075" y="2876550"/>
            <a:ext cx="4905375" cy="1238250"/>
          </a:xfrm>
          <a:custGeom>
            <a:pathLst>
              <a:path w="4905375" h="1238250">
                <a:moveTo>
                  <a:pt x="0" y="0"/>
                </a:moveTo>
                <a:lnTo>
                  <a:pt x="1285875" y="0"/>
                </a:lnTo>
                <a:lnTo>
                  <a:pt x="1285875" y="314325"/>
                </a:lnTo>
                <a:lnTo>
                  <a:pt x="2571750" y="314325"/>
                </a:lnTo>
                <a:lnTo>
                  <a:pt x="2571750" y="733425"/>
                </a:lnTo>
                <a:lnTo>
                  <a:pt x="4905375" y="733425"/>
                </a:lnTo>
                <a:lnTo>
                  <a:pt x="4905375" y="1238250"/>
                </a:lnTo>
              </a:path>
            </a:pathLst>
          </a:custGeom>
          <a:noFill/>
          <a:ln w="12383">
            <a:solidFill>
              <a:srgbClr val="C62525"/>
            </a:solidFill>
            <a:prstDash val="dash"/>
          </a:ln>
        </p:spPr>
      </p:sp>
      <p:sp>
        <p:nvSpPr>
          <p:cNvPr id="95" name="Bcancel-arrow">
            <a:extLst>
              <a:ext uri="{FF2B5EF4-FFF2-40B4-BE49-F238E27FC236}">
                <ns2:creationId id="{5CEAD5F3-64D8-4376-B695-ADE8FB1DD04D}"/>
              </a:ext>
            </a:extLst>
          </p:cNvPr>
          <p:cNvSpPr>
            <a:spLocks noGrp="1"/>
          </p:cNvSpPr>
          <p:nvPr/>
        </p:nvSpPr>
        <p:spPr>
          <a:xfrm>
            <a:off x="15759306" y="4046186"/>
            <a:ext cx="66289" cy="68614"/>
          </a:xfrm>
          <a:custGeom>
            <a:pathLst>
              <a:path w="66289" h="68614">
                <a:moveTo>
                  <a:pt x="0" y="0"/>
                </a:moveTo>
                <a:lnTo>
                  <a:pt x="33144" y="68614"/>
                </a:lnTo>
                <a:lnTo>
                  <a:pt x="66289" y="0"/>
                </a:lnTo>
              </a:path>
            </a:pathLst>
          </a:custGeom>
          <a:noFill/>
          <a:ln w="12383">
            <a:solidFill>
              <a:srgbClr val="C62525"/>
            </a:solidFill>
            <a:prstDash val="solid"/>
          </a:ln>
        </p:spPr>
      </p:sp>
      <p:sp>
        <p:nvSpPr>
          <p:cNvPr id="96" name="title">
            <a:extLst>
              <a:ext uri="{FF2B5EF4-FFF2-40B4-BE49-F238E27FC236}">
                <ns2:creationId id="{084D0B8C-4148-4AEF-A90A-67FD50E2BF6E}"/>
              </a:ext>
            </a:extLst>
          </p:cNvPr>
          <p:cNvSpPr>
            <a:spLocks noGrp="1"/>
          </p:cNvSpPr>
          <p:nvPr/>
        </p:nvSpPr>
        <p:spPr>
          <a:xfrm>
            <a:off x="609600" y="276225"/>
            <a:ext cx="10096500" cy="552450"/>
          </a:xfrm>
          <a:prstGeom prst="rect">
            <a:avLst/>
          </a:prstGeom>
          <a:noFill/>
          <a:ln w="0">
            <a:noFill/>
            <a:prstDash val="solid"/>
          </a:ln>
        </p:spPr>
        <p:txBody>
          <a:bodyPr wrap="none" lIns="38100" tIns="19050" rIns="38100" bIns="19050" anchor="ctr">
            <a:noAutofit/>
          </a:bodyPr>
          <a:lstStyle>
            <a:defPPr algn="l">
              <a:defRPr sz="3000" b="1" lang="ko-KR">
                <a:solidFill>
                  <a:srgbClr val="000000"/>
                </a:solidFill>
                <a:latin typeface="Calibri"/>
                <a:ea typeface="Calibri"/>
                <a:cs typeface="Calibri"/>
              </a:defRPr>
            </a:defPPr>
          </a:lstStyle>
          <a:p>
            <a:pPr algn="l">
              <a:lnSpc>
                <a:spcPct val="100000"/>
              </a:lnSpc>
              <a:buNone/>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연속 대화와 업무 사건의 실행 연결</a:t>
            </a:r>
            <a:endParaRPr lang="ko-KR">
              <a:latin typeface="Calibri"/>
              <a:ea typeface="Calibri"/>
              <a:cs typeface="Calibri"/>
            </a:endParaRPr>
          </a:p>
        </p:txBody>
      </p:sp>
      <p:sp>
        <p:nvSpPr>
          <p:cNvPr id="97" name="nav-0">
            <a:extLst>
              <a:ext uri="{FF2B5EF4-FFF2-40B4-BE49-F238E27FC236}">
                <ns2:creationId id="{9A81FF43-D562-47C0-931B-01B4BA8CF4AE}"/>
              </a:ext>
            </a:extLst>
          </p:cNvPr>
          <p:cNvSpPr>
            <a:spLocks noGrp="1"/>
          </p:cNvSpPr>
          <p:nvPr/>
        </p:nvSpPr>
        <p:spPr>
          <a:xfrm>
            <a:off x="10744200" y="266700"/>
            <a:ext cx="1447800" cy="419100"/>
          </a:xfrm>
          <a:prstGeom prst="rect">
            <a:avLst/>
          </a:prstGeom>
          <a:solidFill>
            <a:srgbClr val="969898"/>
          </a:solidFill>
          <a:ln w="10478">
            <a:solidFill>
              <a:srgbClr val="FFFFFF"/>
            </a:solidFill>
            <a:prstDash val="solid"/>
          </a:ln>
        </p:spPr>
        <p:txBody>
          <a:bodyPr wrap="none" lIns="38100" tIns="19050" rIns="38100" bIns="19050" anchor="ctr">
            <a:noAutofit/>
          </a:bodyPr>
          <a:lstStyle>
            <a:defPPr algn="ctr">
              <a:defRPr sz="1300" b="1" lang="ko-KR">
                <a:solidFill>
                  <a:srgbClr val="FFFFFF"/>
                </a:solidFill>
                <a:latin typeface="Calibri"/>
                <a:ea typeface="Calibri"/>
                <a:cs typeface="Calibri"/>
              </a:defRPr>
            </a:defPPr>
          </a:lstStyle>
          <a:p>
            <a:pPr algn="ctr">
              <a:lnSpc>
                <a:spcPct val="100000"/>
              </a:lnSpc>
              <a:buNone/>
              <a:defRPr sz="1300" b="1" lang="ko-KR">
                <a:solidFill>
                  <a:srgbClr val="FFFFFF"/>
                </a:solidFill>
                <a:latin typeface="Calibri"/>
                <a:ea typeface="Calibri"/>
                <a:cs typeface="Calibri"/>
              </a:defRPr>
            </a:pPr>
            <a:r>
              <a:rPr sz="1300" b="1" lang="ko-KR">
                <a:solidFill>
                  <a:srgbClr val="FFFFFF"/>
                </a:solidFill>
                <a:latin typeface="Calibri"/>
                <a:ea typeface="Calibri"/>
                <a:cs typeface="Calibri"/>
              </a:rPr>
              <a:t>과제 소개</a:t>
            </a:r>
            <a:endParaRPr lang="ko-KR">
              <a:latin typeface="Calibri"/>
              <a:ea typeface="Calibri"/>
              <a:cs typeface="Calibri"/>
            </a:endParaRPr>
          </a:p>
        </p:txBody>
      </p:sp>
      <p:sp>
        <p:nvSpPr>
          <p:cNvPr id="98" name="nav-1">
            <a:extLst>
              <a:ext uri="{FF2B5EF4-FFF2-40B4-BE49-F238E27FC236}">
                <ns2:creationId id="{B0E6A492-E815-4A28-8515-5A6C99417F95}"/>
              </a:ext>
            </a:extLst>
          </p:cNvPr>
          <p:cNvSpPr>
            <a:spLocks noGrp="1"/>
          </p:cNvSpPr>
          <p:nvPr/>
        </p:nvSpPr>
        <p:spPr>
          <a:xfrm>
            <a:off x="12192000" y="266700"/>
            <a:ext cx="1447800" cy="419100"/>
          </a:xfrm>
          <a:prstGeom prst="chevron">
            <a:avLst/>
          </a:prstGeom>
          <a:solidFill>
            <a:srgbClr val="969898"/>
          </a:solidFill>
          <a:ln w="10478">
            <a:solidFill>
              <a:srgbClr val="FFFFFF"/>
            </a:solidFill>
            <a:prstDash val="solid"/>
          </a:ln>
        </p:spPr>
        <p:txBody>
          <a:bodyPr wrap="none" lIns="38100" tIns="19050" rIns="38100" bIns="19050" anchor="ctr">
            <a:noAutofit/>
          </a:bodyPr>
          <a:lstStyle>
            <a:defPPr algn="ctr">
              <a:defRPr sz="1300" b="1" lang="ko-KR">
                <a:solidFill>
                  <a:srgbClr val="FFFFFF"/>
                </a:solidFill>
                <a:latin typeface="Calibri"/>
                <a:ea typeface="Calibri"/>
                <a:cs typeface="Calibri"/>
              </a:defRPr>
            </a:defPPr>
          </a:lstStyle>
          <a:p>
            <a:pPr algn="ctr">
              <a:lnSpc>
                <a:spcPct val="100000"/>
              </a:lnSpc>
              <a:buNone/>
              <a:defRPr sz="1300" b="1" lang="ko-KR">
                <a:solidFill>
                  <a:srgbClr val="FFFFFF"/>
                </a:solidFill>
                <a:latin typeface="Calibri"/>
                <a:ea typeface="Calibri"/>
                <a:cs typeface="Calibri"/>
              </a:defRPr>
            </a:pPr>
            <a:r>
              <a:rPr sz="13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99" name="nav-2">
            <a:extLst>
              <a:ext uri="{FF2B5EF4-FFF2-40B4-BE49-F238E27FC236}">
                <ns2:creationId id="{8183AA5E-D5AB-436D-8D0E-1C966044DA12}"/>
              </a:ext>
            </a:extLst>
          </p:cNvPr>
          <p:cNvSpPr>
            <a:spLocks noGrp="1"/>
          </p:cNvSpPr>
          <p:nvPr/>
        </p:nvSpPr>
        <p:spPr>
          <a:xfrm>
            <a:off x="13639800" y="266700"/>
            <a:ext cx="1447800" cy="419100"/>
          </a:xfrm>
          <a:prstGeom prst="chevron">
            <a:avLst/>
          </a:prstGeom>
          <a:solidFill>
            <a:srgbClr val="37ACCD"/>
          </a:solidFill>
          <a:ln w="10478">
            <a:solidFill>
              <a:srgbClr val="FFFFFF"/>
            </a:solidFill>
            <a:prstDash val="solid"/>
          </a:ln>
        </p:spPr>
        <p:txBody>
          <a:bodyPr wrap="none" lIns="38100" tIns="19050" rIns="38100" bIns="19050" anchor="ctr">
            <a:noAutofit/>
          </a:bodyPr>
          <a:lstStyle>
            <a:defPPr algn="ctr">
              <a:defRPr sz="1300" b="1" lang="ko-KR">
                <a:solidFill>
                  <a:srgbClr val="FFFFFF"/>
                </a:solidFill>
                <a:latin typeface="Calibri"/>
                <a:ea typeface="Calibri"/>
                <a:cs typeface="Calibri"/>
              </a:defRPr>
            </a:defPPr>
          </a:lstStyle>
          <a:p>
            <a:pPr algn="ctr">
              <a:lnSpc>
                <a:spcPct val="100000"/>
              </a:lnSpc>
              <a:buNone/>
              <a:defRPr sz="1300" b="1" lang="ko-KR">
                <a:solidFill>
                  <a:srgbClr val="FFFFFF"/>
                </a:solidFill>
                <a:latin typeface="Calibri"/>
                <a:ea typeface="Calibri"/>
                <a:cs typeface="Calibri"/>
              </a:defRPr>
            </a:pPr>
            <a:r>
              <a:rPr sz="1300" b="1" lang="ko-KR">
                <a:solidFill>
                  <a:srgbClr val="FFFFFF"/>
                </a:solidFill>
                <a:latin typeface="Calibri"/>
                <a:ea typeface="Calibri"/>
                <a:cs typeface="Calibri"/>
              </a:rPr>
              <a:t>설계</a:t>
            </a:r>
            <a:endParaRPr lang="ko-KR">
              <a:latin typeface="Calibri"/>
              <a:ea typeface="Calibri"/>
              <a:cs typeface="Calibri"/>
            </a:endParaRPr>
          </a:p>
        </p:txBody>
      </p:sp>
      <p:sp>
        <p:nvSpPr>
          <p:cNvPr id="100" name="nav-3">
            <a:extLst>
              <a:ext uri="{FF2B5EF4-FFF2-40B4-BE49-F238E27FC236}">
                <ns2:creationId id="{B194CBA1-5DAD-4423-9B95-4A9E92BE0FC3}"/>
              </a:ext>
            </a:extLst>
          </p:cNvPr>
          <p:cNvSpPr>
            <a:spLocks noGrp="1"/>
          </p:cNvSpPr>
          <p:nvPr/>
        </p:nvSpPr>
        <p:spPr>
          <a:xfrm>
            <a:off x="15087600" y="266700"/>
            <a:ext cx="1447800" cy="419100"/>
          </a:xfrm>
          <a:prstGeom prst="chevron">
            <a:avLst/>
          </a:prstGeom>
          <a:solidFill>
            <a:srgbClr val="969898"/>
          </a:solidFill>
          <a:ln w="10478">
            <a:solidFill>
              <a:srgbClr val="FFFFFF"/>
            </a:solidFill>
            <a:prstDash val="solid"/>
          </a:ln>
        </p:spPr>
        <p:txBody>
          <a:bodyPr wrap="none" lIns="38100" tIns="19050" rIns="38100" bIns="19050" anchor="ctr">
            <a:noAutofit/>
          </a:bodyPr>
          <a:lstStyle>
            <a:defPPr algn="ctr">
              <a:defRPr sz="1300" b="1" lang="ko-KR">
                <a:solidFill>
                  <a:srgbClr val="FFFFFF"/>
                </a:solidFill>
                <a:latin typeface="Calibri"/>
                <a:ea typeface="Calibri"/>
                <a:cs typeface="Calibri"/>
              </a:defRPr>
            </a:defPPr>
          </a:lstStyle>
          <a:p>
            <a:pPr algn="ctr">
              <a:lnSpc>
                <a:spcPct val="100000"/>
              </a:lnSpc>
              <a:buNone/>
              <a:defRPr sz="1300" b="1" lang="ko-KR">
                <a:solidFill>
                  <a:srgbClr val="FFFFFF"/>
                </a:solidFill>
                <a:latin typeface="Calibri"/>
                <a:ea typeface="Calibri"/>
                <a:cs typeface="Calibri"/>
              </a:defRPr>
            </a:pPr>
            <a:r>
              <a:rPr sz="13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1" name="nav-4">
            <a:extLst>
              <a:ext uri="{FF2B5EF4-FFF2-40B4-BE49-F238E27FC236}">
                <ns2:creationId id="{54DA511A-0D04-45B2-AEBD-D34247538D88}"/>
              </a:ext>
            </a:extLst>
          </p:cNvPr>
          <p:cNvSpPr>
            <a:spLocks noGrp="1"/>
          </p:cNvSpPr>
          <p:nvPr/>
        </p:nvSpPr>
        <p:spPr>
          <a:xfrm>
            <a:off x="16535400" y="266700"/>
            <a:ext cx="1447800" cy="419100"/>
          </a:xfrm>
          <a:prstGeom prst="chevron">
            <a:avLst/>
          </a:prstGeom>
          <a:solidFill>
            <a:srgbClr val="969898"/>
          </a:solidFill>
          <a:ln w="10478">
            <a:solidFill>
              <a:srgbClr val="FFFFFF"/>
            </a:solidFill>
            <a:prstDash val="solid"/>
          </a:ln>
        </p:spPr>
        <p:txBody>
          <a:bodyPr wrap="none" lIns="38100" tIns="19050" rIns="38100" bIns="19050" anchor="ctr">
            <a:noAutofit/>
          </a:bodyPr>
          <a:lstStyle>
            <a:defPPr algn="ctr">
              <a:defRPr sz="1300" b="1" lang="ko-KR">
                <a:solidFill>
                  <a:srgbClr val="FFFFFF"/>
                </a:solidFill>
                <a:latin typeface="Calibri"/>
                <a:ea typeface="Calibri"/>
                <a:cs typeface="Calibri"/>
              </a:defRPr>
            </a:defPPr>
          </a:lstStyle>
          <a:p>
            <a:pPr algn="ctr">
              <a:lnSpc>
                <a:spcPct val="100000"/>
              </a:lnSpc>
              <a:buNone/>
              <a:defRPr sz="1300" b="1" lang="ko-KR">
                <a:solidFill>
                  <a:srgbClr val="FFFFFF"/>
                </a:solidFill>
                <a:latin typeface="Calibri"/>
                <a:ea typeface="Calibri"/>
                <a:cs typeface="Calibri"/>
              </a:defRPr>
            </a:pPr>
            <a:r>
              <a:rPr sz="1300" b="1" lang="ko-KR">
                <a:solidFill>
                  <a:srgbClr val="FFFFFF"/>
                </a:solidFill>
                <a:latin typeface="Calibri"/>
                <a:ea typeface="Calibri"/>
                <a:cs typeface="Calibri"/>
              </a:rPr>
              <a:t>결론</a:t>
            </a:r>
            <a:endParaRPr lang="ko-KR">
              <a:latin typeface="Calibri"/>
              <a:ea typeface="Calibri"/>
              <a:cs typeface="Calibri"/>
            </a:endParaRPr>
          </a:p>
        </p:txBody>
      </p:sp>
      <p:sp>
        <p:nvSpPr>
          <p:cNvPr id="102" name="fr">
            <a:extLst>
              <a:ext uri="{FF2B5EF4-FFF2-40B4-BE49-F238E27FC236}">
                <ns2:creationId id="{D8FF80A4-29A0-4B50-9AC0-BF19E77670F7}"/>
              </a:ext>
            </a:extLst>
          </p:cNvPr>
          <p:cNvSpPr>
            <a:spLocks noGrp="1"/>
          </p:cNvSpPr>
          <p:nvPr/>
        </p:nvSpPr>
        <p:spPr>
          <a:xfrm>
            <a:off x="13716000" y="904875"/>
            <a:ext cx="4438650" cy="228600"/>
          </a:xfrm>
          <a:prstGeom prst="roundRect">
            <a:avLst>
              <a:gd name="adj" fmla="val 33333"/>
            </a:avLst>
          </a:prstGeom>
          <a:solidFill>
            <a:srgbClr val="75AF45"/>
          </a:solidFill>
          <a:ln w="0">
            <a:noFill/>
            <a:prstDash val="solid"/>
          </a:ln>
        </p:spPr>
        <p:txBody>
          <a:bodyPr wrap="none" lIns="38100" tIns="19050" rIns="38100" bIns="19050" anchor="ctr">
            <a:noAutofit/>
          </a:bodyPr>
          <a:lstStyle>
            <a:defPPr algn="ctr">
              <a:defRPr sz="1200" b="0" lang="ko-KR">
                <a:solidFill>
                  <a:srgbClr val="FFFFFF"/>
                </a:solidFill>
                <a:latin typeface="Calibri"/>
                <a:ea typeface="Calibri"/>
                <a:cs typeface="Calibri"/>
              </a:defRPr>
            </a:defPPr>
          </a:lstStyle>
          <a:p>
            <a:pPr algn="ctr">
              <a:lnSpc>
                <a:spcPct val="100000"/>
              </a:lnSpc>
              <a:buNone/>
              <a:defRPr sz="1200" b="0" lang="ko-KR">
                <a:solidFill>
                  <a:srgbClr val="FFFFFF"/>
                </a:solidFill>
                <a:latin typeface="Calibri"/>
                <a:ea typeface="Calibri"/>
                <a:cs typeface="Calibri"/>
              </a:defRPr>
            </a:pPr>
            <a:r>
              <a:rPr sz="1200" b="0" lang="ko-KR">
                <a:solidFill>
                  <a:srgbClr val="FFFFFF"/>
                </a:solidFill>
                <a:latin typeface="Calibri"/>
                <a:ea typeface="Calibri"/>
                <a:cs typeface="Calibri"/>
              </a:rPr>
              <a:t>기능 요구: 사용자 입력과 업무 사건의 연속 처리</a:t>
            </a:r>
            <a:endParaRPr lang="ko-KR">
              <a:latin typeface="Calibri"/>
              <a:ea typeface="Calibri"/>
              <a:cs typeface="Calibri"/>
            </a:endParaRPr>
          </a:p>
        </p:txBody>
      </p:sp>
      <p:sp>
        <p:nvSpPr>
          <p:cNvPr id="103" name="no-qa-tag">
            <a:extLst>
              <a:ext uri="{FF2B5EF4-FFF2-40B4-BE49-F238E27FC236}">
                <ns2:creationId id="{AE133845-BAA9-4AAD-BD2E-2BD677BC98F6}"/>
              </a:ext>
            </a:extLst>
          </p:cNvPr>
          <p:cNvSpPr>
            <a:spLocks noGrp="1"/>
          </p:cNvSpPr>
          <p:nvPr/>
        </p:nvSpPr>
        <p:spPr>
          <a:xfrm>
            <a:off x="12668250" y="1162050"/>
            <a:ext cx="5476875" cy="228600"/>
          </a:xfrm>
          <a:prstGeom prst="rect">
            <a:avLst/>
          </a:prstGeom>
          <a:noFill/>
          <a:ln w="0">
            <a:noFill/>
            <a:prstDash val="solid"/>
          </a:ln>
        </p:spPr>
        <p:txBody>
          <a:bodyPr wrap="none" lIns="38100" tIns="19050" rIns="38100" bIns="19050" anchor="ctr">
            <a:noAutofit/>
          </a:bodyPr>
          <a:lstStyle>
            <a:defPPr algn="r">
              <a:defRPr sz="1200" b="0" lang="ko-KR">
                <a:solidFill>
                  <a:srgbClr val="000000"/>
                </a:solidFill>
                <a:latin typeface="Calibri"/>
                <a:ea typeface="Calibri"/>
                <a:cs typeface="Calibri"/>
              </a:defRPr>
            </a:defPPr>
          </a:lstStyle>
          <a:p>
            <a:pPr algn="r">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QA01~06: A/B 점수 동점으로 비교 행 제외</a:t>
            </a:r>
            <a:endParaRPr lang="ko-KR">
              <a:latin typeface="Calibri"/>
              <a:ea typeface="Calibri"/>
              <a:cs typeface="Calibri"/>
            </a:endParaRPr>
          </a:p>
        </p:txBody>
      </p:sp>
      <p:sp>
        <p:nvSpPr>
          <p:cNvPr id="104" name="legend-title">
            <a:extLst>
              <a:ext uri="{FF2B5EF4-FFF2-40B4-BE49-F238E27FC236}">
                <ns2:creationId id="{6961D752-7C11-4E1C-9C93-B1379D87E1E2}"/>
              </a:ext>
            </a:extLst>
          </p:cNvPr>
          <p:cNvSpPr>
            <a:spLocks noGrp="1"/>
          </p:cNvSpPr>
          <p:nvPr/>
        </p:nvSpPr>
        <p:spPr>
          <a:xfrm>
            <a:off x="152400" y="2505075"/>
            <a:ext cx="838200" cy="247650"/>
          </a:xfrm>
          <a:prstGeom prst="rect">
            <a:avLst/>
          </a:prstGeom>
          <a:noFill/>
          <a:ln w="0">
            <a:noFill/>
            <a:prstDash val="solid"/>
          </a:ln>
        </p:spPr>
        <p:txBody>
          <a:bodyPr wrap="none" lIns="38100" tIns="19050" rIns="38100" bIns="19050" anchor="ctr">
            <a:noAutofit/>
          </a:bodyPr>
          <a:lstStyle>
            <a:defPPr algn="ctr">
              <a:defRPr sz="1300" b="1" lang="ko-KR">
                <a:solidFill>
                  <a:srgbClr val="000000"/>
                </a:solidFill>
                <a:latin typeface="Calibri"/>
                <a:ea typeface="Calibri"/>
                <a:cs typeface="Calibri"/>
              </a:defRPr>
            </a:defPPr>
          </a:lstStyle>
          <a:p>
            <a:pPr algn="ctr">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Legend</a:t>
            </a:r>
            <a:endParaRPr lang="ko-KR">
              <a:latin typeface="Calibri"/>
              <a:ea typeface="Calibri"/>
              <a:cs typeface="Calibri"/>
            </a:endParaRPr>
          </a:p>
        </p:txBody>
      </p:sp>
      <p:sp>
        <p:nvSpPr>
          <p:cNvPr id="105" name="legend-component">
            <a:extLst>
              <a:ext uri="{FF2B5EF4-FFF2-40B4-BE49-F238E27FC236}">
                <ns2:creationId id="{AB799171-BF58-4E05-BEE0-46E3686B17A4}"/>
              </a:ext>
            </a:extLst>
          </p:cNvPr>
          <p:cNvSpPr>
            <a:spLocks noGrp="1"/>
          </p:cNvSpPr>
          <p:nvPr/>
        </p:nvSpPr>
        <p:spPr>
          <a:xfrm>
            <a:off x="209550" y="2905125"/>
            <a:ext cx="723900" cy="371475"/>
          </a:xfrm>
          <a:prstGeom prst="rect">
            <a:avLst/>
          </a:prstGeom>
          <a:solidFill>
            <a:srgbClr val="FFFFFF"/>
          </a:solidFill>
          <a:ln w="10478">
            <a:solidFill>
              <a:srgbClr val="000000"/>
            </a:solidFill>
            <a:prstDash val="solid"/>
          </a:ln>
        </p:spPr>
        <p:txBody>
          <a:bodyPr wrap="none" lIns="38100" tIns="19050" rIns="38100" bIns="19050" anchor="ctr">
            <a:noAutofit/>
          </a:bodyPr>
          <a:lstStyle>
            <a:defPPr algn="ctr">
              <a:defRPr sz="900" b="1" lang="ko-KR">
                <a:solidFill>
                  <a:srgbClr val="000000"/>
                </a:solidFill>
                <a:latin typeface="Calibri"/>
                <a:ea typeface="Calibri"/>
                <a:cs typeface="Calibri"/>
              </a:defRPr>
            </a:defPPr>
          </a:lstStyle>
          <a:p>
            <a:pPr algn="ctr">
              <a:lnSpc>
                <a:spcPct val="100000"/>
              </a:lnSpc>
              <a:buNone/>
              <a:defRPr sz="900" b="1" lang="ko-KR">
                <a:solidFill>
                  <a:srgbClr val="000000"/>
                </a:solidFill>
                <a:latin typeface="Calibri"/>
                <a:ea typeface="Calibri"/>
                <a:cs typeface="Calibri"/>
              </a:defRPr>
            </a:pPr>
            <a:r>
              <a:rPr sz="900" b="1" lang="ko-KR">
                <a:solidFill>
                  <a:srgbClr val="000000"/>
                </a:solidFill>
                <a:latin typeface="Calibri"/>
                <a:ea typeface="Calibri"/>
                <a:cs typeface="Calibri"/>
              </a:rPr>
              <a:t>Component</a:t>
            </a:r>
            <a:endParaRPr lang="ko-KR">
              <a:latin typeface="Calibri"/>
              <a:ea typeface="Calibri"/>
              <a:cs typeface="Calibri"/>
            </a:endParaRPr>
          </a:p>
        </p:txBody>
      </p:sp>
      <p:sp>
        <p:nvSpPr>
          <p:cNvPr id="106" name="legend-module">
            <a:extLst>
              <a:ext uri="{FF2B5EF4-FFF2-40B4-BE49-F238E27FC236}">
                <ns2:creationId id="{FBD2981A-46A9-424F-93D1-68164AFEC7C7}"/>
              </a:ext>
            </a:extLst>
          </p:cNvPr>
          <p:cNvSpPr>
            <a:spLocks noGrp="1"/>
          </p:cNvSpPr>
          <p:nvPr/>
        </p:nvSpPr>
        <p:spPr>
          <a:xfrm>
            <a:off x="209550" y="3476625"/>
            <a:ext cx="723900" cy="371475"/>
          </a:xfrm>
          <a:prstGeom prst="roundRect">
            <a:avLst>
              <a:gd name="adj" fmla="val 20513"/>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Module</a:t>
            </a:r>
            <a:endParaRPr lang="ko-KR">
              <a:latin typeface="Calibri"/>
              <a:ea typeface="Calibri"/>
              <a:cs typeface="Calibri"/>
            </a:endParaRPr>
          </a:p>
        </p:txBody>
      </p:sp>
      <p:sp>
        <p:nvSpPr>
          <p:cNvPr id="107" name="legend-state">
            <a:extLst>
              <a:ext uri="{FF2B5EF4-FFF2-40B4-BE49-F238E27FC236}">
                <ns2:creationId id="{3A0F5A9B-D3EA-4CBA-989E-679C0218FCA9}"/>
              </a:ext>
            </a:extLst>
          </p:cNvPr>
          <p:cNvSpPr>
            <a:spLocks noGrp="1"/>
          </p:cNvSpPr>
          <p:nvPr/>
        </p:nvSpPr>
        <p:spPr>
          <a:xfrm>
            <a:off x="209550" y="4067175"/>
            <a:ext cx="723900" cy="371475"/>
          </a:xfrm>
          <a:prstGeom prst="can">
            <a:avLst>
              <a:gd name="adj" fmla="val 9000"/>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상태</a:t>
            </a:r>
            <a:endParaRPr lang="ko-KR">
              <a:latin typeface="Calibri"/>
              <a:ea typeface="Calibri"/>
              <a:cs typeface="Calibri"/>
            </a:endParaRPr>
          </a:p>
        </p:txBody>
      </p:sp>
      <p:sp>
        <p:nvSpPr>
          <p:cNvPr id="108" name="legend-diff">
            <a:extLst>
              <a:ext uri="{FF2B5EF4-FFF2-40B4-BE49-F238E27FC236}">
                <ns2:creationId id="{AAF6E99E-6852-476E-A336-D26C79174EDF}"/>
              </a:ext>
            </a:extLst>
          </p:cNvPr>
          <p:cNvSpPr>
            <a:spLocks noGrp="1"/>
          </p:cNvSpPr>
          <p:nvPr/>
        </p:nvSpPr>
        <p:spPr>
          <a:xfrm>
            <a:off x="209550" y="4695825"/>
            <a:ext cx="723900" cy="371475"/>
          </a:xfrm>
          <a:prstGeom prst="rect">
            <a:avLst/>
          </a:prstGeom>
          <a:solidFill>
            <a:srgbClr val="FFF4D7"/>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비교 대상</a:t>
            </a:r>
            <a:endParaRPr lang="ko-KR">
              <a:latin typeface="Calibri"/>
              <a:ea typeface="Calibri"/>
              <a:cs typeface="Calibri"/>
            </a:endParaRPr>
          </a:p>
        </p:txBody>
      </p:sp>
      <p:sp>
        <p:nvSpPr>
          <p:cNvPr id="109" name="legend-call-label">
            <a:extLst>
              <a:ext uri="{FF2B5EF4-FFF2-40B4-BE49-F238E27FC236}">
                <ns2:creationId id="{A53DDEE4-1ECB-4D4D-A112-E79A21C0D460}"/>
              </a:ext>
            </a:extLst>
          </p:cNvPr>
          <p:cNvSpPr>
            <a:spLocks noGrp="1"/>
          </p:cNvSpPr>
          <p:nvPr/>
        </p:nvSpPr>
        <p:spPr>
          <a:xfrm>
            <a:off x="152400" y="5438775"/>
            <a:ext cx="838200" cy="333375"/>
          </a:xfrm>
          <a:prstGeom prst="rect">
            <a:avLst/>
          </a:prstGeom>
          <a:noFill/>
          <a:ln w="0">
            <a:no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호출 / 전달</a:t>
            </a:r>
            <a:endParaRPr lang="ko-KR">
              <a:latin typeface="Calibri"/>
              <a:ea typeface="Calibri"/>
              <a:cs typeface="Calibri"/>
            </a:endParaRPr>
          </a:p>
        </p:txBody>
      </p:sp>
      <p:sp>
        <p:nvSpPr>
          <p:cNvPr id="110" name="legend-return-label">
            <a:extLst>
              <a:ext uri="{FF2B5EF4-FFF2-40B4-BE49-F238E27FC236}">
                <ns2:creationId id="{042C78BE-3CB6-484D-970B-9821E532C614}"/>
              </a:ext>
            </a:extLst>
          </p:cNvPr>
          <p:cNvSpPr>
            <a:spLocks noGrp="1"/>
          </p:cNvSpPr>
          <p:nvPr/>
        </p:nvSpPr>
        <p:spPr>
          <a:xfrm>
            <a:off x="152400" y="6000750"/>
            <a:ext cx="838200" cy="333375"/>
          </a:xfrm>
          <a:prstGeom prst="rect">
            <a:avLst/>
          </a:prstGeom>
          <a:noFill/>
          <a:ln w="0">
            <a:no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반환 / 사실</a:t>
            </a:r>
            <a:endParaRPr lang="ko-KR">
              <a:latin typeface="Calibri"/>
              <a:ea typeface="Calibri"/>
              <a:cs typeface="Calibri"/>
            </a:endParaRPr>
          </a:p>
        </p:txBody>
      </p:sp>
      <p:sp>
        <p:nvSpPr>
          <p:cNvPr id="111" name="legend-step">
            <a:extLst>
              <a:ext uri="{FF2B5EF4-FFF2-40B4-BE49-F238E27FC236}">
                <ns2:creationId id="{0E83AC95-EA9B-47D5-BDE2-33C78A37838E}"/>
              </a:ext>
            </a:extLst>
          </p:cNvPr>
          <p:cNvSpPr>
            <a:spLocks noGrp="1"/>
          </p:cNvSpPr>
          <p:nvPr/>
        </p:nvSpPr>
        <p:spPr>
          <a:xfrm>
            <a:off x="400050" y="6572250"/>
            <a:ext cx="266700" cy="247650"/>
          </a:xfrm>
          <a:prstGeom prst="rect">
            <a:avLst/>
          </a:prstGeom>
          <a:solidFill>
            <a:srgbClr val="C6E0B4"/>
          </a:solidFill>
          <a:ln w="10478">
            <a:solidFill>
              <a:srgbClr val="72AD49"/>
            </a:solidFill>
            <a:prstDash val="solid"/>
          </a:ln>
        </p:spPr>
        <p:txBody>
          <a:bodyPr wrap="none" lIns="38100" tIns="19050" rIns="38100" bIns="19050" anchor="ctr">
            <a:noAutofit/>
          </a:bodyPr>
          <a:lstStyle>
            <a:defPPr algn="ctr">
              <a:defRPr sz="1200" b="0" lang="ko-KR">
                <a:solidFill>
                  <a:srgbClr val="000000"/>
                </a:solidFill>
                <a:latin typeface="Calibri"/>
                <a:ea typeface="Calibri"/>
                <a:cs typeface="Calibri"/>
              </a:defRPr>
            </a:defPPr>
          </a:lstStyle>
          <a:p>
            <a:pPr algn="ctr">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1</a:t>
            </a:r>
            <a:endParaRPr lang="ko-KR">
              <a:latin typeface="Calibri"/>
              <a:ea typeface="Calibri"/>
              <a:cs typeface="Calibri"/>
            </a:endParaRPr>
          </a:p>
        </p:txBody>
      </p:sp>
      <p:sp>
        <p:nvSpPr>
          <p:cNvPr id="112" name="trade-none-0">
            <a:extLst>
              <a:ext uri="{FF2B5EF4-FFF2-40B4-BE49-F238E27FC236}">
                <ns2:creationId id="{6684FAB0-02EA-42C5-83F8-C8AC67391047}"/>
              </a:ext>
            </a:extLst>
          </p:cNvPr>
          <p:cNvSpPr>
            <a:spLocks noGrp="1"/>
          </p:cNvSpPr>
          <p:nvPr/>
        </p:nvSpPr>
        <p:spPr>
          <a:xfrm>
            <a:off x="1238250" y="8734425"/>
            <a:ext cx="8134350" cy="1047750"/>
          </a:xfrm>
          <a:prstGeom prst="rect">
            <a:avLst/>
          </a:prstGeom>
          <a:noFill/>
          <a:ln w="0">
            <a:noFill/>
            <a:prstDash val="solid"/>
          </a:ln>
        </p:spPr>
        <p:txBody>
          <a:bodyPr wrap="none" lIns="38100" tIns="19050" rIns="38100" bIns="19050" anchor="ctr">
            <a:noAutofit/>
          </a:bodyPr>
          <a:lstStyle>
            <a:defPPr algn="l">
              <a:defRPr sz="1400" b="0" lang="ko-KR">
                <a:solidFill>
                  <a:srgbClr val="000000"/>
                </a:solidFill>
                <a:latin typeface="Calibri"/>
                <a:ea typeface="Calibri"/>
                <a:cs typeface="Calibri"/>
              </a:defRPr>
            </a:defPPr>
          </a:lstStyle>
          <a:p>
            <a:pPr algn="l">
              <a:lnSpc>
                <a:spcPct val="100000"/>
              </a:lnSpc>
              <a:buNone/>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QA01~06의 A/B 점수가 모두 같아 비교 행에서 제외</a:t>
            </a:r>
            <a:endParaRPr lang="ko-KR">
              <a:latin typeface="Calibri"/>
              <a:ea typeface="Calibri"/>
              <a:cs typeface="Calibri"/>
            </a:endParaRPr>
          </a:p>
          <a:p>
            <a:pPr algn="l">
              <a:lnSpc>
                <a:spcPct val="100000"/>
              </a:lnSpc>
              <a:buNone/>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원값 차이는 원문에 보존하며 점수 차이를 만들어 넣지 않음</a:t>
            </a:r>
            <a:endParaRPr lang="ko-KR">
              <a:latin typeface="Calibri"/>
              <a:ea typeface="Calibri"/>
              <a:cs typeface="Calibri"/>
            </a:endParaRPr>
          </a:p>
        </p:txBody>
      </p:sp>
      <p:sp>
        <p:nvSpPr>
          <p:cNvPr id="113" name="trade-none-1">
            <a:extLst>
              <a:ext uri="{FF2B5EF4-FFF2-40B4-BE49-F238E27FC236}">
                <ns2:creationId id="{7AE81943-CAC0-42C4-9993-A3303DAFB082}"/>
              </a:ext>
            </a:extLst>
          </p:cNvPr>
          <p:cNvSpPr>
            <a:spLocks noGrp="1"/>
          </p:cNvSpPr>
          <p:nvPr/>
        </p:nvSpPr>
        <p:spPr>
          <a:xfrm>
            <a:off x="9810750" y="8734425"/>
            <a:ext cx="8134350" cy="1047750"/>
          </a:xfrm>
          <a:prstGeom prst="rect">
            <a:avLst/>
          </a:prstGeom>
          <a:noFill/>
          <a:ln w="0">
            <a:noFill/>
            <a:prstDash val="solid"/>
          </a:ln>
        </p:spPr>
        <p:txBody>
          <a:bodyPr wrap="none" lIns="38100" tIns="19050" rIns="38100" bIns="19050" anchor="ctr">
            <a:noAutofit/>
          </a:bodyPr>
          <a:lstStyle>
            <a:defPPr algn="l">
              <a:defRPr sz="1400" b="0" lang="ko-KR">
                <a:solidFill>
                  <a:srgbClr val="000000"/>
                </a:solidFill>
                <a:latin typeface="Calibri"/>
                <a:ea typeface="Calibri"/>
                <a:cs typeface="Calibri"/>
              </a:defRPr>
            </a:defPPr>
          </a:lstStyle>
          <a:p>
            <a:pPr algn="l">
              <a:lnSpc>
                <a:spcPct val="100000"/>
              </a:lnSpc>
              <a:buNone/>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QA01~06의 A/B 점수가 모두 같아 비교 행에서 제외</a:t>
            </a:r>
            <a:endParaRPr lang="ko-KR">
              <a:latin typeface="Calibri"/>
              <a:ea typeface="Calibri"/>
              <a:cs typeface="Calibri"/>
            </a:endParaRPr>
          </a:p>
          <a:p>
            <a:pPr algn="l">
              <a:lnSpc>
                <a:spcPct val="100000"/>
              </a:lnSpc>
              <a:buNone/>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원값 차이는 원문에 보존하며 점수 차이를 만들어 넣지 않음</a:t>
            </a:r>
            <a:endParaRPr lang="ko-KR">
              <a:latin typeface="Calibri"/>
              <a:ea typeface="Calibri"/>
              <a:cs typeface="Calibri"/>
            </a:endParaRPr>
          </a:p>
        </p:txBody>
      </p:sp>
      <p:sp>
        <p:nvSpPr>
          <p:cNvPr id="114" name="evidence-status">
            <a:extLst>
              <a:ext uri="{FF2B5EF4-FFF2-40B4-BE49-F238E27FC236}">
                <ns2:creationId id="{1AF670CF-4588-4AEA-984F-56ACEBCA3F50}"/>
              </a:ext>
            </a:extLst>
          </p:cNvPr>
          <p:cNvSpPr>
            <a:spLocks noGrp="1"/>
          </p:cNvSpPr>
          <p:nvPr/>
        </p:nvSpPr>
        <p:spPr>
          <a:xfrm>
            <a:off x="133350" y="10020300"/>
            <a:ext cx="17573625" cy="228600"/>
          </a:xfrm>
          <a:prstGeom prst="rect">
            <a:avLst/>
          </a:prstGeom>
          <a:no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동일 관련 시나리오에 대한 구조 기반 예상값 / 미측정 / A/B 미선정 / ○=0, ◐=1, ●=2 (총 6점)</a:t>
            </a:r>
            <a:endParaRPr lang="ko-KR">
              <a:latin typeface="Calibri"/>
              <a:ea typeface="Calibri"/>
              <a:cs typeface="Calibri"/>
            </a:endParaRPr>
          </a:p>
        </p:txBody>
      </p:sp>
      <p:sp>
        <p:nvSpPr>
          <p:cNvPr id="115" name="page">
            <a:extLst>
              <a:ext uri="{FF2B5EF4-FFF2-40B4-BE49-F238E27FC236}">
                <ns2:creationId id="{259BCFB4-57DC-49F0-861E-40ECDFDD970A}"/>
              </a:ext>
            </a:extLst>
          </p:cNvPr>
          <p:cNvSpPr>
            <a:spLocks noGrp="1"/>
          </p:cNvSpPr>
          <p:nvPr/>
        </p:nvSpPr>
        <p:spPr>
          <a:xfrm>
            <a:off x="16992600" y="10020300"/>
            <a:ext cx="1143000" cy="228600"/>
          </a:xfrm>
          <a:prstGeom prst="rect">
            <a:avLst/>
          </a:prstGeom>
          <a:noFill/>
          <a:ln w="0">
            <a:noFill/>
            <a:prstDash val="solid"/>
          </a:ln>
        </p:spPr>
        <p:txBody>
          <a:bodyPr wrap="none" lIns="38100" tIns="19050" rIns="38100" bIns="19050" anchor="ctr">
            <a:noAutofit/>
          </a:bodyPr>
          <a:lstStyle>
            <a:defPPr algn="r">
              <a:defRPr sz="1100" b="0" lang="ko-KR">
                <a:solidFill>
                  <a:srgbClr val="000000"/>
                </a:solidFill>
                <a:latin typeface="Calibri"/>
                <a:ea typeface="Calibri"/>
                <a:cs typeface="Calibri"/>
              </a:defRPr>
            </a:defPPr>
          </a:lstStyle>
          <a:p>
            <a:pPr algn="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21 / 49</a:t>
            </a:r>
            <a:endParaRPr lang="ko-KR">
              <a:latin typeface="Calibri"/>
              <a:ea typeface="Calibri"/>
              <a:cs typeface="Calibri"/>
            </a:endParaRPr>
          </a:p>
        </p:txBody>
      </p:sp>
      <p:sp>
        <p:nvSpPr>
          <p:cNvPr id="116" name="Ascene">
            <a:extLst>
              <a:ext uri="{FF2B5EF4-FFF2-40B4-BE49-F238E27FC236}">
                <ns2:creationId id="{F09DBDA0-BC8B-4402-8ABA-1C3472FCFF05}"/>
              </a:ext>
            </a:extLst>
          </p:cNvPr>
          <p:cNvSpPr>
            <a:spLocks noGrp="1"/>
          </p:cNvSpPr>
          <p:nvPr/>
        </p:nvSpPr>
        <p:spPr>
          <a:xfrm>
            <a:off x="1123950" y="1971675"/>
            <a:ext cx="8334375" cy="238125"/>
          </a:xfrm>
          <a:prstGeom prst="rect">
            <a:avLst/>
          </a:prstGeom>
          <a:noFill/>
          <a:ln w="0">
            <a:noFill/>
            <a:prstDash val="solid"/>
          </a:ln>
        </p:spPr>
        <p:txBody>
          <a:bodyPr wrap="none" lIns="38100" tIns="19050" rIns="38100" bIns="19050" anchor="ctr">
            <a:noAutofit/>
          </a:bodyPr>
          <a:lstStyle>
            <a:defPPr algn="l">
              <a:defRPr sz="1300" b="0" lang="ko-KR">
                <a:solidFill>
                  <a:srgbClr val="000000"/>
                </a:solidFill>
                <a:latin typeface="Calibri"/>
                <a:ea typeface="Calibri"/>
                <a:cs typeface="Calibri"/>
              </a:defRPr>
            </a:defPPr>
          </a:lstStyle>
          <a:p>
            <a:pPr algn="l">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같은 사건: 응답 준비 중 사용자 정정 u2와 Agent 질문 Q1이 도착</a:t>
            </a:r>
            <a:endParaRPr lang="ko-KR">
              <a:latin typeface="Calibri"/>
              <a:ea typeface="Calibri"/>
              <a:cs typeface="Calibri"/>
            </a:endParaRPr>
          </a:p>
        </p:txBody>
      </p:sp>
      <p:sp>
        <p:nvSpPr>
          <p:cNvPr id="117" name="Alocal">
            <a:extLst>
              <a:ext uri="{FF2B5EF4-FFF2-40B4-BE49-F238E27FC236}">
                <ns2:creationId id="{300B917F-D9C7-409B-A1E7-86A6C32DC37E}"/>
              </a:ext>
            </a:extLst>
          </p:cNvPr>
          <p:cNvSpPr>
            <a:spLocks noGrp="1"/>
          </p:cNvSpPr>
          <p:nvPr/>
        </p:nvSpPr>
        <p:spPr>
          <a:xfrm>
            <a:off x="1257300" y="2562225"/>
            <a:ext cx="2152650" cy="314325"/>
          </a:xfrm>
          <a:prstGeom prst="roundRect">
            <a:avLst>
              <a:gd name="adj" fmla="val 24242"/>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계속 입력 / 즉시 출력 stop</a:t>
            </a:r>
            <a:endParaRPr lang="ko-KR">
              <a:latin typeface="Calibri"/>
              <a:ea typeface="Calibri"/>
              <a:cs typeface="Calibri"/>
            </a:endParaRPr>
          </a:p>
        </p:txBody>
      </p:sp>
      <p:sp>
        <p:nvSpPr>
          <p:cNvPr id="118" name="Aagent">
            <a:extLst>
              <a:ext uri="{FF2B5EF4-FFF2-40B4-BE49-F238E27FC236}">
                <ns2:creationId id="{31CE1DD3-3507-44BB-BB70-D4ACE82324F8}"/>
              </a:ext>
            </a:extLst>
          </p:cNvPr>
          <p:cNvSpPr>
            <a:spLocks noGrp="1"/>
          </p:cNvSpPr>
          <p:nvPr/>
        </p:nvSpPr>
        <p:spPr>
          <a:xfrm>
            <a:off x="7772400" y="2276475"/>
            <a:ext cx="1638300" cy="333375"/>
          </a:xfrm>
          <a:prstGeom prst="rect">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Downstream Agent</a:t>
            </a:r>
            <a:endParaRPr lang="ko-KR">
              <a:latin typeface="Calibri"/>
              <a:ea typeface="Calibri"/>
              <a:cs typeface="Calibri"/>
            </a:endParaRPr>
          </a:p>
        </p:txBody>
      </p:sp>
      <p:sp>
        <p:nvSpPr>
          <p:cNvPr id="119" name="Aag">
            <a:extLst>
              <a:ext uri="{FF2B5EF4-FFF2-40B4-BE49-F238E27FC236}">
                <ns2:creationId id="{E597D7F1-349F-47CA-AC35-32A34C928C60}"/>
              </a:ext>
            </a:extLst>
          </p:cNvPr>
          <p:cNvSpPr>
            <a:spLocks noGrp="1"/>
          </p:cNvSpPr>
          <p:nvPr/>
        </p:nvSpPr>
        <p:spPr>
          <a:xfrm>
            <a:off x="5734050" y="2276475"/>
            <a:ext cx="1647825" cy="333375"/>
          </a:xfrm>
          <a:prstGeom prst="rect">
            <a:avLst/>
          </a:prstGeom>
          <a:solidFill>
            <a:srgbClr val="FFFFFF"/>
          </a:solidFill>
          <a:ln w="10478">
            <a:solidFill>
              <a:srgbClr val="000000"/>
            </a:solidFill>
            <a:prstDash val="solid"/>
          </a:ln>
        </p:spPr>
        <p:txBody>
          <a:bodyPr wrap="none" lIns="38100" tIns="19050" rIns="38100" bIns="19050" anchor="ctr">
            <a:noAutofit/>
          </a:bodyPr>
          <a:lstStyle>
            <a:defPPr algn="ctr">
              <a:defRPr sz="1200" b="0" lang="ko-KR">
                <a:solidFill>
                  <a:srgbClr val="000000"/>
                </a:solidFill>
                <a:latin typeface="Calibri"/>
                <a:ea typeface="Calibri"/>
                <a:cs typeface="Calibri"/>
              </a:defRPr>
            </a:defPPr>
          </a:lstStyle>
          <a:p>
            <a:pPr algn="ctr">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Agent Gateway</a:t>
            </a:r>
            <a:endParaRPr lang="ko-KR">
              <a:latin typeface="Calibri"/>
              <a:ea typeface="Calibri"/>
              <a:cs typeface="Calibri"/>
            </a:endParaRPr>
          </a:p>
        </p:txBody>
      </p:sp>
      <p:sp>
        <p:nvSpPr>
          <p:cNvPr id="120" name="Atm">
            <a:extLst>
              <a:ext uri="{FF2B5EF4-FFF2-40B4-BE49-F238E27FC236}">
                <ns2:creationId id="{58D6B92B-2A59-46E0-879E-33DEBD923194}"/>
              </a:ext>
            </a:extLst>
          </p:cNvPr>
          <p:cNvSpPr>
            <a:spLocks noGrp="1"/>
          </p:cNvSpPr>
          <p:nvPr/>
        </p:nvSpPr>
        <p:spPr>
          <a:xfrm>
            <a:off x="3752850" y="2276475"/>
            <a:ext cx="1619250" cy="333375"/>
          </a:xfrm>
          <a:prstGeom prst="rect">
            <a:avLst/>
          </a:prstGeom>
          <a:solidFill>
            <a:srgbClr val="FFFFFF"/>
          </a:solidFill>
          <a:ln w="10478">
            <a:solidFill>
              <a:srgbClr val="000000"/>
            </a:solidFill>
            <a:prstDash val="solid"/>
          </a:ln>
        </p:spPr>
        <p:txBody>
          <a:bodyPr wrap="none" lIns="38100" tIns="19050" rIns="38100" bIns="19050" anchor="ctr">
            <a:noAutofit/>
          </a:bodyPr>
          <a:lstStyle>
            <a:defPPr algn="ctr">
              <a:defRPr sz="1200" b="0" lang="ko-KR">
                <a:solidFill>
                  <a:srgbClr val="000000"/>
                </a:solidFill>
                <a:latin typeface="Calibri"/>
                <a:ea typeface="Calibri"/>
                <a:cs typeface="Calibri"/>
              </a:defRPr>
            </a:defPPr>
          </a:lstStyle>
          <a:p>
            <a:pPr algn="ctr">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Task Manager</a:t>
            </a:r>
            <a:endParaRPr lang="ko-KR">
              <a:latin typeface="Calibri"/>
              <a:ea typeface="Calibri"/>
              <a:cs typeface="Calibri"/>
            </a:endParaRPr>
          </a:p>
        </p:txBody>
      </p:sp>
      <p:sp>
        <p:nvSpPr>
          <p:cNvPr id="121" name="Afacts">
            <a:extLst>
              <a:ext uri="{FF2B5EF4-FFF2-40B4-BE49-F238E27FC236}">
                <ns2:creationId id="{799B186F-A616-4372-9090-A176F6A1CAB7}"/>
              </a:ext>
            </a:extLst>
          </p:cNvPr>
          <p:cNvSpPr>
            <a:spLocks noGrp="1"/>
          </p:cNvSpPr>
          <p:nvPr/>
        </p:nvSpPr>
        <p:spPr>
          <a:xfrm>
            <a:off x="3752850" y="2676525"/>
            <a:ext cx="5657850" cy="257175"/>
          </a:xfrm>
          <a:prstGeom prst="rect">
            <a:avLst/>
          </a:prstGeom>
          <a:no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업무 사실 확인과 저장 후 대화에 연결 (양안 공통)</a:t>
            </a:r>
            <a:endParaRPr lang="ko-KR">
              <a:latin typeface="Calibri"/>
              <a:ea typeface="Calibri"/>
              <a:cs typeface="Calibri"/>
            </a:endParaRPr>
          </a:p>
        </p:txBody>
      </p:sp>
      <p:sp>
        <p:nvSpPr>
          <p:cNvPr id="122" name="Ainterpret">
            <a:extLst>
              <a:ext uri="{FF2B5EF4-FFF2-40B4-BE49-F238E27FC236}">
                <ns2:creationId id="{88A5AD64-6DC0-44C6-8DB7-949A4A7882B4}"/>
              </a:ext>
            </a:extLst>
          </p:cNvPr>
          <p:cNvSpPr>
            <a:spLocks noGrp="1"/>
          </p:cNvSpPr>
          <p:nvPr/>
        </p:nvSpPr>
        <p:spPr>
          <a:xfrm>
            <a:off x="1257300" y="6705600"/>
            <a:ext cx="3543300" cy="219075"/>
          </a:xfrm>
          <a:prstGeom prst="roundRect">
            <a:avLst>
              <a:gd name="adj" fmla="val 34783"/>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비동기 의미 처리</a:t>
            </a:r>
            <a:endParaRPr lang="ko-KR">
              <a:latin typeface="Calibri"/>
              <a:ea typeface="Calibri"/>
              <a:cs typeface="Calibri"/>
            </a:endParaRPr>
          </a:p>
        </p:txBody>
      </p:sp>
      <p:sp>
        <p:nvSpPr>
          <p:cNvPr id="123" name="Amodel">
            <a:extLst>
              <a:ext uri="{FF2B5EF4-FFF2-40B4-BE49-F238E27FC236}">
                <ns2:creationId id="{C50E6098-2C79-4C96-9969-7EB952B7348D}"/>
              </a:ext>
            </a:extLst>
          </p:cNvPr>
          <p:cNvSpPr>
            <a:spLocks noGrp="1"/>
          </p:cNvSpPr>
          <p:nvPr/>
        </p:nvSpPr>
        <p:spPr>
          <a:xfrm>
            <a:off x="5362575" y="6562725"/>
            <a:ext cx="4048125" cy="400050"/>
          </a:xfrm>
          <a:prstGeom prst="rect">
            <a:avLst/>
          </a:prstGeom>
          <a:no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공통 Model Access: 긴 처리는 비동기</a:t>
            </a:r>
            <a:endParaRPr lang="ko-KR">
              <a:latin typeface="Calibri"/>
              <a:ea typeface="Calibri"/>
              <a:cs typeface="Calibri"/>
            </a:endParaRPr>
          </a:p>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입력과 제어는 계속 수용, 취소 후 늦은 완료도 검사</a:t>
            </a:r>
            <a:endParaRPr lang="ko-KR">
              <a:latin typeface="Calibri"/>
              <a:ea typeface="Calibri"/>
              <a:cs typeface="Calibri"/>
            </a:endParaRPr>
          </a:p>
        </p:txBody>
      </p:sp>
      <p:sp>
        <p:nvSpPr>
          <p:cNvPr id="124" name="Acontrol-q">
            <a:extLst>
              <a:ext uri="{FF2B5EF4-FFF2-40B4-BE49-F238E27FC236}">
                <ns2:creationId id="{51C02089-2751-4C10-B4B3-C3818D96E6E6}"/>
              </a:ext>
            </a:extLst>
          </p:cNvPr>
          <p:cNvSpPr>
            <a:spLocks noGrp="1"/>
          </p:cNvSpPr>
          <p:nvPr/>
        </p:nvSpPr>
        <p:spPr>
          <a:xfrm>
            <a:off x="1295400" y="3714750"/>
            <a:ext cx="1562100" cy="371475"/>
          </a:xfrm>
          <a:prstGeom prst="roundRect">
            <a:avLst>
              <a:gd name="adj" fmla="val 20513"/>
            </a:avLst>
          </a:prstGeom>
          <a:solidFill>
            <a:srgbClr val="FFF4D7"/>
          </a:solidFill>
          <a:ln w="10478">
            <a:solidFill>
              <a:srgbClr val="000000"/>
            </a:solidFill>
            <a:prstDash val="solid"/>
          </a:ln>
        </p:spPr>
        <p:txBody>
          <a:bodyPr wrap="none" lIns="38100" tIns="19050" rIns="38100" bIns="19050" anchor="ctr">
            <a:noAutofit/>
          </a:bodyPr>
          <a:lstStyle>
            <a:defPPr algn="ctr">
              <a:defRPr sz="1200" b="0" lang="ko-KR">
                <a:solidFill>
                  <a:srgbClr val="000000"/>
                </a:solidFill>
                <a:latin typeface="Calibri"/>
                <a:ea typeface="Calibri"/>
                <a:cs typeface="Calibri"/>
              </a:defRPr>
            </a:defPPr>
          </a:lstStyle>
          <a:p>
            <a:pPr algn="ctr">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Control Lane</a:t>
            </a:r>
            <a:endParaRPr lang="ko-KR">
              <a:latin typeface="Calibri"/>
              <a:ea typeface="Calibri"/>
              <a:cs typeface="Calibri"/>
            </a:endParaRPr>
          </a:p>
        </p:txBody>
      </p:sp>
      <p:sp>
        <p:nvSpPr>
          <p:cNvPr id="125" name="Aevent-q">
            <a:extLst>
              <a:ext uri="{FF2B5EF4-FFF2-40B4-BE49-F238E27FC236}">
                <ns2:creationId id="{82C8F00B-10BE-4027-82D8-5CAC0890E61C}"/>
              </a:ext>
            </a:extLst>
          </p:cNvPr>
          <p:cNvSpPr>
            <a:spLocks noGrp="1"/>
          </p:cNvSpPr>
          <p:nvPr/>
        </p:nvSpPr>
        <p:spPr>
          <a:xfrm>
            <a:off x="3105150" y="3714750"/>
            <a:ext cx="1657350" cy="371475"/>
          </a:xfrm>
          <a:prstGeom prst="roundRect">
            <a:avLst>
              <a:gd name="adj" fmla="val 20513"/>
            </a:avLst>
          </a:prstGeom>
          <a:solidFill>
            <a:srgbClr val="FFF4D7"/>
          </a:solidFill>
          <a:ln w="10478">
            <a:solidFill>
              <a:srgbClr val="000000"/>
            </a:solidFill>
            <a:prstDash val="solid"/>
          </a:ln>
        </p:spPr>
        <p:txBody>
          <a:bodyPr wrap="none" lIns="38100" tIns="19050" rIns="38100" bIns="19050" anchor="ctr">
            <a:noAutofit/>
          </a:bodyPr>
          <a:lstStyle>
            <a:defPPr algn="ctr">
              <a:defRPr sz="1200" b="0" lang="ko-KR">
                <a:solidFill>
                  <a:srgbClr val="000000"/>
                </a:solidFill>
                <a:latin typeface="Calibri"/>
                <a:ea typeface="Calibri"/>
                <a:cs typeface="Calibri"/>
              </a:defRPr>
            </a:defPPr>
          </a:lstStyle>
          <a:p>
            <a:pPr algn="ctr">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Event Mailbox</a:t>
            </a:r>
            <a:endParaRPr lang="ko-KR">
              <a:latin typeface="Calibri"/>
              <a:ea typeface="Calibri"/>
              <a:cs typeface="Calibri"/>
            </a:endParaRPr>
          </a:p>
        </p:txBody>
      </p:sp>
      <p:sp>
        <p:nvSpPr>
          <p:cNvPr id="126" name="Adispatcher">
            <a:extLst>
              <a:ext uri="{FF2B5EF4-FFF2-40B4-BE49-F238E27FC236}">
                <ns2:creationId id="{710BD9D3-D953-404B-B0BB-0FBEF1DCF0CF}"/>
              </a:ext>
            </a:extLst>
          </p:cNvPr>
          <p:cNvSpPr>
            <a:spLocks noGrp="1"/>
          </p:cNvSpPr>
          <p:nvPr/>
        </p:nvSpPr>
        <p:spPr>
          <a:xfrm>
            <a:off x="1885950" y="4495800"/>
            <a:ext cx="2333625" cy="447675"/>
          </a:xfrm>
          <a:prstGeom prst="roundRect">
            <a:avLst>
              <a:gd name="adj" fmla="val 17021"/>
            </a:avLst>
          </a:prstGeom>
          <a:solidFill>
            <a:srgbClr val="FFF4D7"/>
          </a:solidFill>
          <a:ln w="10478">
            <a:solidFill>
              <a:srgbClr val="000000"/>
            </a:solidFill>
            <a:prstDash val="solid"/>
          </a:ln>
        </p:spPr>
        <p:txBody>
          <a:bodyPr wrap="none" lIns="38100" tIns="19050" rIns="38100" bIns="19050" anchor="ctr">
            <a:noAutofit/>
          </a:bodyPr>
          <a:lstStyle>
            <a:defPPr algn="ctr">
              <a:defRPr sz="1300" b="0" lang="ko-KR">
                <a:solidFill>
                  <a:srgbClr val="000000"/>
                </a:solidFill>
                <a:latin typeface="Calibri"/>
                <a:ea typeface="Calibri"/>
                <a:cs typeface="Calibri"/>
              </a:defRPr>
            </a:defPPr>
          </a:lstStyle>
          <a:p>
            <a:pPr algn="ctr">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Dialogue Dispatcher</a:t>
            </a:r>
            <a:endParaRPr lang="ko-KR">
              <a:latin typeface="Calibri"/>
              <a:ea typeface="Calibri"/>
              <a:cs typeface="Calibri"/>
            </a:endParaRPr>
          </a:p>
        </p:txBody>
      </p:sp>
      <p:sp>
        <p:nvSpPr>
          <p:cNvPr id="127" name="Aprogress">
            <a:extLst>
              <a:ext uri="{FF2B5EF4-FFF2-40B4-BE49-F238E27FC236}">
                <ns2:creationId id="{925223D5-75A0-465A-B0FC-73E942F7B62E}"/>
              </a:ext>
            </a:extLst>
          </p:cNvPr>
          <p:cNvSpPr>
            <a:spLocks noGrp="1"/>
          </p:cNvSpPr>
          <p:nvPr/>
        </p:nvSpPr>
        <p:spPr>
          <a:xfrm>
            <a:off x="1295400" y="5505450"/>
            <a:ext cx="1657350" cy="428625"/>
          </a:xfrm>
          <a:prstGeom prst="can">
            <a:avLst>
              <a:gd name="adj" fmla="val 9000"/>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Dialogue Progress</a:t>
            </a:r>
            <a:endParaRPr lang="ko-KR">
              <a:latin typeface="Calibri"/>
              <a:ea typeface="Calibri"/>
              <a:cs typeface="Calibri"/>
            </a:endParaRPr>
          </a:p>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State / RAM</a:t>
            </a:r>
            <a:endParaRPr lang="ko-KR">
              <a:latin typeface="Calibri"/>
              <a:ea typeface="Calibri"/>
              <a:cs typeface="Calibri"/>
            </a:endParaRPr>
          </a:p>
        </p:txBody>
      </p:sp>
      <p:sp>
        <p:nvSpPr>
          <p:cNvPr id="128" name="Ajobs">
            <a:extLst>
              <a:ext uri="{FF2B5EF4-FFF2-40B4-BE49-F238E27FC236}">
                <ns2:creationId id="{4CDECBD4-728B-4355-A557-22EAD40D28BF}"/>
              </a:ext>
            </a:extLst>
          </p:cNvPr>
          <p:cNvSpPr>
            <a:spLocks noGrp="1"/>
          </p:cNvSpPr>
          <p:nvPr/>
        </p:nvSpPr>
        <p:spPr>
          <a:xfrm>
            <a:off x="3124200" y="5505450"/>
            <a:ext cx="1638300" cy="428625"/>
          </a:xfrm>
          <a:prstGeom prst="can">
            <a:avLst>
              <a:gd name="adj" fmla="val 9000"/>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Job Index / RAM</a:t>
            </a:r>
            <a:endParaRPr lang="ko-KR">
              <a:latin typeface="Calibri"/>
              <a:ea typeface="Calibri"/>
              <a:cs typeface="Calibri"/>
            </a:endParaRPr>
          </a:p>
        </p:txBody>
      </p:sp>
      <p:sp>
        <p:nvSpPr>
          <p:cNvPr id="129" name="Acomposer">
            <a:extLst>
              <a:ext uri="{FF2B5EF4-FFF2-40B4-BE49-F238E27FC236}">
                <ns2:creationId id="{9CC4B179-3F24-4072-881A-729533443EA8}"/>
              </a:ext>
            </a:extLst>
          </p:cNvPr>
          <p:cNvSpPr>
            <a:spLocks noGrp="1"/>
          </p:cNvSpPr>
          <p:nvPr/>
        </p:nvSpPr>
        <p:spPr>
          <a:xfrm>
            <a:off x="5534025" y="3714750"/>
            <a:ext cx="3657600" cy="409575"/>
          </a:xfrm>
          <a:prstGeom prst="roundRect">
            <a:avLst>
              <a:gd name="adj" fmla="val 18605"/>
            </a:avLst>
          </a:prstGeom>
          <a:solidFill>
            <a:srgbClr val="FFFFFF"/>
          </a:solidFill>
          <a:ln w="10478">
            <a:solidFill>
              <a:srgbClr val="000000"/>
            </a:solidFill>
            <a:prstDash val="solid"/>
          </a:ln>
        </p:spPr>
        <p:txBody>
          <a:bodyPr wrap="none" lIns="38100" tIns="19050" rIns="38100" bIns="19050" anchor="ctr">
            <a:noAutofit/>
          </a:bodyPr>
          <a:lstStyle>
            <a:defPPr algn="ctr">
              <a:defRPr sz="1300" b="0" lang="ko-KR">
                <a:solidFill>
                  <a:srgbClr val="000000"/>
                </a:solidFill>
                <a:latin typeface="Calibri"/>
                <a:ea typeface="Calibri"/>
                <a:cs typeface="Calibri"/>
              </a:defRPr>
            </a:defPPr>
          </a:lstStyle>
          <a:p>
            <a:pPr algn="ctr">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Response Composer</a:t>
            </a:r>
            <a:endParaRPr lang="ko-KR">
              <a:latin typeface="Calibri"/>
              <a:ea typeface="Calibri"/>
              <a:cs typeface="Calibri"/>
            </a:endParaRPr>
          </a:p>
        </p:txBody>
      </p:sp>
      <p:sp>
        <p:nvSpPr>
          <p:cNvPr id="130" name="Acandidate">
            <a:extLst>
              <a:ext uri="{FF2B5EF4-FFF2-40B4-BE49-F238E27FC236}">
                <ns2:creationId id="{0221B76B-BA35-49CF-82C8-005086390FC5}"/>
              </a:ext>
            </a:extLst>
          </p:cNvPr>
          <p:cNvSpPr>
            <a:spLocks noGrp="1"/>
          </p:cNvSpPr>
          <p:nvPr/>
        </p:nvSpPr>
        <p:spPr>
          <a:xfrm>
            <a:off x="5534025" y="4648200"/>
            <a:ext cx="1714500" cy="457200"/>
          </a:xfrm>
          <a:prstGeom prst="can">
            <a:avLst>
              <a:gd name="adj" fmla="val 9000"/>
            </a:avLst>
          </a:prstGeom>
          <a:solidFill>
            <a:srgbClr val="FFFFFF"/>
          </a:solidFill>
          <a:ln w="10478">
            <a:solidFill>
              <a:srgbClr val="000000"/>
            </a:solidFill>
            <a:prstDash val="solid"/>
          </a:ln>
        </p:spPr>
        <p:txBody>
          <a:bodyPr wrap="none" lIns="38100" tIns="19050" rIns="38100" bIns="19050" anchor="ctr">
            <a:noAutofit/>
          </a:bodyPr>
          <a:lstStyle>
            <a:defPPr algn="ctr">
              <a:defRPr sz="1200" b="0" lang="ko-KR">
                <a:solidFill>
                  <a:srgbClr val="000000"/>
                </a:solidFill>
                <a:latin typeface="Calibri"/>
                <a:ea typeface="Calibri"/>
                <a:cs typeface="Calibri"/>
              </a:defRPr>
            </a:defPPr>
          </a:lstStyle>
          <a:p>
            <a:pPr algn="ctr">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Candidate / RAM</a:t>
            </a:r>
            <a:endParaRPr lang="ko-KR">
              <a:latin typeface="Calibri"/>
              <a:ea typeface="Calibri"/>
              <a:cs typeface="Calibri"/>
            </a:endParaRPr>
          </a:p>
        </p:txBody>
      </p:sp>
      <p:sp>
        <p:nvSpPr>
          <p:cNvPr id="131" name="Apublish">
            <a:extLst>
              <a:ext uri="{FF2B5EF4-FFF2-40B4-BE49-F238E27FC236}">
                <ns2:creationId id="{6B164711-2C20-4AC3-8F40-E67606D0398B}"/>
              </a:ext>
            </a:extLst>
          </p:cNvPr>
          <p:cNvSpPr>
            <a:spLocks noGrp="1"/>
          </p:cNvSpPr>
          <p:nvPr/>
        </p:nvSpPr>
        <p:spPr>
          <a:xfrm>
            <a:off x="7467600" y="4648200"/>
            <a:ext cx="1724025" cy="457200"/>
          </a:xfrm>
          <a:prstGeom prst="roundRect">
            <a:avLst>
              <a:gd name="adj" fmla="val 16667"/>
            </a:avLst>
          </a:prstGeom>
          <a:solidFill>
            <a:srgbClr val="FFFFFF"/>
          </a:solidFill>
          <a:ln w="10478">
            <a:solidFill>
              <a:srgbClr val="000000"/>
            </a:solidFill>
            <a:prstDash val="solid"/>
          </a:ln>
        </p:spPr>
        <p:txBody>
          <a:bodyPr wrap="none" lIns="38100" tIns="19050" rIns="38100" bIns="19050" anchor="ctr">
            <a:noAutofit/>
          </a:bodyPr>
          <a:lstStyle>
            <a:defPPr algn="ctr">
              <a:defRPr sz="1200" b="0" lang="ko-KR">
                <a:solidFill>
                  <a:srgbClr val="000000"/>
                </a:solidFill>
                <a:latin typeface="Calibri"/>
                <a:ea typeface="Calibri"/>
                <a:cs typeface="Calibri"/>
              </a:defRPr>
            </a:defPPr>
          </a:lstStyle>
          <a:p>
            <a:pPr algn="ctr">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Publication</a:t>
            </a:r>
            <a:endParaRPr lang="ko-KR">
              <a:latin typeface="Calibri"/>
              <a:ea typeface="Calibri"/>
              <a:cs typeface="Calibri"/>
            </a:endParaRPr>
          </a:p>
          <a:p>
            <a:pPr algn="ctr">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Control</a:t>
            </a:r>
            <a:endParaRPr lang="ko-KR">
              <a:latin typeface="Calibri"/>
              <a:ea typeface="Calibri"/>
              <a:cs typeface="Calibri"/>
            </a:endParaRPr>
          </a:p>
        </p:txBody>
      </p:sp>
      <p:sp>
        <p:nvSpPr>
          <p:cNvPr id="132" name="Aoutbox">
            <a:extLst>
              <a:ext uri="{FF2B5EF4-FFF2-40B4-BE49-F238E27FC236}">
                <ns2:creationId id="{88944429-3ADF-40EE-996F-749AB0706FB8}"/>
              </a:ext>
            </a:extLst>
          </p:cNvPr>
          <p:cNvSpPr>
            <a:spLocks noGrp="1"/>
          </p:cNvSpPr>
          <p:nvPr/>
        </p:nvSpPr>
        <p:spPr>
          <a:xfrm>
            <a:off x="5534025" y="5514975"/>
            <a:ext cx="1714500" cy="419100"/>
          </a:xfrm>
          <a:prstGeom prst="can">
            <a:avLst>
              <a:gd name="adj" fmla="val 9000"/>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Publication Outbox</a:t>
            </a:r>
            <a:endParaRPr lang="ko-KR">
              <a:latin typeface="Calibri"/>
              <a:ea typeface="Calibri"/>
              <a:cs typeface="Calibri"/>
            </a:endParaRPr>
          </a:p>
        </p:txBody>
      </p:sp>
      <p:sp>
        <p:nvSpPr>
          <p:cNvPr id="133" name="Areceipt">
            <a:extLst>
              <a:ext uri="{FF2B5EF4-FFF2-40B4-BE49-F238E27FC236}">
                <ns2:creationId id="{29672DA8-1278-4E82-804E-20B6815AF1C8}"/>
              </a:ext>
            </a:extLst>
          </p:cNvPr>
          <p:cNvSpPr>
            <a:spLocks noGrp="1"/>
          </p:cNvSpPr>
          <p:nvPr/>
        </p:nvSpPr>
        <p:spPr>
          <a:xfrm>
            <a:off x="7467600" y="5514975"/>
            <a:ext cx="1724025" cy="419100"/>
          </a:xfrm>
          <a:prstGeom prst="can">
            <a:avLst>
              <a:gd name="adj" fmla="val 9000"/>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ActualReceipt Ledger</a:t>
            </a:r>
            <a:endParaRPr lang="ko-KR">
              <a:latin typeface="Calibri"/>
              <a:ea typeface="Calibri"/>
              <a:cs typeface="Calibri"/>
            </a:endParaRPr>
          </a:p>
        </p:txBody>
      </p:sp>
      <p:sp>
        <p:nvSpPr>
          <p:cNvPr id="134" name="As1-num">
            <a:extLst>
              <a:ext uri="{FF2B5EF4-FFF2-40B4-BE49-F238E27FC236}">
                <ns2:creationId id="{4A895469-245F-4CFB-B246-3582D47184F0}"/>
              </a:ext>
            </a:extLst>
          </p:cNvPr>
          <p:cNvSpPr>
            <a:spLocks noGrp="1"/>
          </p:cNvSpPr>
          <p:nvPr/>
        </p:nvSpPr>
        <p:spPr>
          <a:xfrm>
            <a:off x="1200150" y="300990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1</a:t>
            </a:r>
            <a:endParaRPr lang="ko-KR">
              <a:latin typeface="Calibri"/>
              <a:ea typeface="Calibri"/>
              <a:cs typeface="Calibri"/>
            </a:endParaRPr>
          </a:p>
        </p:txBody>
      </p:sp>
      <p:sp>
        <p:nvSpPr>
          <p:cNvPr id="135" name="As1-label">
            <a:extLst>
              <a:ext uri="{FF2B5EF4-FFF2-40B4-BE49-F238E27FC236}">
                <ns2:creationId id="{43F01D46-B771-49A2-B7AB-7AEEBCE4E0EB}"/>
              </a:ext>
            </a:extLst>
          </p:cNvPr>
          <p:cNvSpPr>
            <a:spLocks noGrp="1"/>
          </p:cNvSpPr>
          <p:nvPr/>
        </p:nvSpPr>
        <p:spPr>
          <a:xfrm>
            <a:off x="1409700" y="3000375"/>
            <a:ext cx="257175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입력 / 확인된 업무 사건</a:t>
            </a:r>
            <a:endParaRPr lang="ko-KR">
              <a:latin typeface="Calibri"/>
              <a:ea typeface="Calibri"/>
              <a:cs typeface="Calibri"/>
            </a:endParaRPr>
          </a:p>
        </p:txBody>
      </p:sp>
      <p:sp>
        <p:nvSpPr>
          <p:cNvPr id="136" name="As2-num">
            <a:extLst>
              <a:ext uri="{FF2B5EF4-FFF2-40B4-BE49-F238E27FC236}">
                <ns2:creationId id="{5058AF14-3870-4496-9BBF-2141C319FDC9}"/>
              </a:ext>
            </a:extLst>
          </p:cNvPr>
          <p:cNvSpPr>
            <a:spLocks noGrp="1"/>
          </p:cNvSpPr>
          <p:nvPr/>
        </p:nvSpPr>
        <p:spPr>
          <a:xfrm>
            <a:off x="1295400" y="620077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2</a:t>
            </a:r>
            <a:endParaRPr lang="ko-KR">
              <a:latin typeface="Calibri"/>
              <a:ea typeface="Calibri"/>
              <a:cs typeface="Calibri"/>
            </a:endParaRPr>
          </a:p>
        </p:txBody>
      </p:sp>
      <p:sp>
        <p:nvSpPr>
          <p:cNvPr id="137" name="As2-label">
            <a:extLst>
              <a:ext uri="{FF2B5EF4-FFF2-40B4-BE49-F238E27FC236}">
                <ns2:creationId id="{347596C4-919F-4336-BDE3-C43E61C712E7}"/>
              </a:ext>
            </a:extLst>
          </p:cNvPr>
          <p:cNvSpPr>
            <a:spLocks noGrp="1"/>
          </p:cNvSpPr>
          <p:nvPr/>
        </p:nvSpPr>
        <p:spPr>
          <a:xfrm>
            <a:off x="1504950" y="6191250"/>
            <a:ext cx="200025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해석 job 시작</a:t>
            </a:r>
            <a:endParaRPr lang="ko-KR">
              <a:latin typeface="Calibri"/>
              <a:ea typeface="Calibri"/>
              <a:cs typeface="Calibri"/>
            </a:endParaRPr>
          </a:p>
        </p:txBody>
      </p:sp>
      <p:sp>
        <p:nvSpPr>
          <p:cNvPr id="138" name="As3-num">
            <a:extLst>
              <a:ext uri="{FF2B5EF4-FFF2-40B4-BE49-F238E27FC236}">
                <ns2:creationId id="{5D11D20A-5519-41A7-A084-13EB1A5D1B2A}"/>
              </a:ext>
            </a:extLst>
          </p:cNvPr>
          <p:cNvSpPr>
            <a:spLocks noGrp="1"/>
          </p:cNvSpPr>
          <p:nvPr/>
        </p:nvSpPr>
        <p:spPr>
          <a:xfrm>
            <a:off x="5286375" y="424815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3</a:t>
            </a:r>
            <a:endParaRPr lang="ko-KR">
              <a:latin typeface="Calibri"/>
              <a:ea typeface="Calibri"/>
              <a:cs typeface="Calibri"/>
            </a:endParaRPr>
          </a:p>
        </p:txBody>
      </p:sp>
      <p:sp>
        <p:nvSpPr>
          <p:cNvPr id="139" name="As3-label">
            <a:extLst>
              <a:ext uri="{FF2B5EF4-FFF2-40B4-BE49-F238E27FC236}">
                <ns2:creationId id="{EE11B672-17C2-4638-A658-41DBD8635A50}"/>
              </a:ext>
            </a:extLst>
          </p:cNvPr>
          <p:cNvSpPr>
            <a:spLocks noGrp="1"/>
          </p:cNvSpPr>
          <p:nvPr/>
        </p:nvSpPr>
        <p:spPr>
          <a:xfrm>
            <a:off x="5495925" y="4238625"/>
            <a:ext cx="142875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준비 요청</a:t>
            </a:r>
            <a:endParaRPr lang="ko-KR">
              <a:latin typeface="Calibri"/>
              <a:ea typeface="Calibri"/>
              <a:cs typeface="Calibri"/>
            </a:endParaRPr>
          </a:p>
        </p:txBody>
      </p:sp>
      <p:sp>
        <p:nvSpPr>
          <p:cNvPr id="140" name="As4-num">
            <a:extLst>
              <a:ext uri="{FF2B5EF4-FFF2-40B4-BE49-F238E27FC236}">
                <ns2:creationId id="{648113DB-442D-4E4D-9D83-B8C9BF53C71A}"/>
              </a:ext>
            </a:extLst>
          </p:cNvPr>
          <p:cNvSpPr>
            <a:spLocks noGrp="1"/>
          </p:cNvSpPr>
          <p:nvPr/>
        </p:nvSpPr>
        <p:spPr>
          <a:xfrm>
            <a:off x="6791325" y="294322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4</a:t>
            </a:r>
            <a:endParaRPr lang="ko-KR">
              <a:latin typeface="Calibri"/>
              <a:ea typeface="Calibri"/>
              <a:cs typeface="Calibri"/>
            </a:endParaRPr>
          </a:p>
        </p:txBody>
      </p:sp>
      <p:sp>
        <p:nvSpPr>
          <p:cNvPr id="141" name="As4-label">
            <a:extLst>
              <a:ext uri="{FF2B5EF4-FFF2-40B4-BE49-F238E27FC236}">
                <ns2:creationId id="{DBA7EFD7-6D67-45FA-8003-1AA3C10DB9B7}"/>
              </a:ext>
            </a:extLst>
          </p:cNvPr>
          <p:cNvSpPr>
            <a:spLocks noGrp="1"/>
          </p:cNvSpPr>
          <p:nvPr/>
        </p:nvSpPr>
        <p:spPr>
          <a:xfrm>
            <a:off x="7000875" y="2933700"/>
            <a:ext cx="238125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완료는 Mailbox로 회수</a:t>
            </a:r>
            <a:endParaRPr lang="ko-KR">
              <a:latin typeface="Calibri"/>
              <a:ea typeface="Calibri"/>
              <a:cs typeface="Calibri"/>
            </a:endParaRPr>
          </a:p>
        </p:txBody>
      </p:sp>
      <p:sp>
        <p:nvSpPr>
          <p:cNvPr id="142" name="As5-num">
            <a:extLst>
              <a:ext uri="{FF2B5EF4-FFF2-40B4-BE49-F238E27FC236}">
                <ns2:creationId id="{FD2BE253-8221-4AE9-9A33-E830F2F80AD2}"/>
              </a:ext>
            </a:extLst>
          </p:cNvPr>
          <p:cNvSpPr>
            <a:spLocks noGrp="1"/>
          </p:cNvSpPr>
          <p:nvPr/>
        </p:nvSpPr>
        <p:spPr>
          <a:xfrm>
            <a:off x="5543550" y="523875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5</a:t>
            </a:r>
            <a:endParaRPr lang="ko-KR">
              <a:latin typeface="Calibri"/>
              <a:ea typeface="Calibri"/>
              <a:cs typeface="Calibri"/>
            </a:endParaRPr>
          </a:p>
        </p:txBody>
      </p:sp>
      <p:sp>
        <p:nvSpPr>
          <p:cNvPr id="143" name="As5-label">
            <a:extLst>
              <a:ext uri="{FF2B5EF4-FFF2-40B4-BE49-F238E27FC236}">
                <ns2:creationId id="{69AE8640-E731-460C-9CC5-3FCCABB2B775}"/>
              </a:ext>
            </a:extLst>
          </p:cNvPr>
          <p:cNvSpPr>
            <a:spLocks noGrp="1"/>
          </p:cNvSpPr>
          <p:nvPr/>
        </p:nvSpPr>
        <p:spPr>
          <a:xfrm>
            <a:off x="5753100" y="5229225"/>
            <a:ext cx="257175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현재성 / 권한 검사 후 게시</a:t>
            </a:r>
            <a:endParaRPr lang="ko-KR">
              <a:latin typeface="Calibri"/>
              <a:ea typeface="Calibri"/>
              <a:cs typeface="Calibri"/>
            </a:endParaRPr>
          </a:p>
        </p:txBody>
      </p:sp>
      <p:sp>
        <p:nvSpPr>
          <p:cNvPr id="144" name="As6-num">
            <a:extLst>
              <a:ext uri="{FF2B5EF4-FFF2-40B4-BE49-F238E27FC236}">
                <ns2:creationId id="{2FDDBFDF-9489-4175-8EE6-938565624D81}"/>
              </a:ext>
            </a:extLst>
          </p:cNvPr>
          <p:cNvSpPr>
            <a:spLocks noGrp="1"/>
          </p:cNvSpPr>
          <p:nvPr/>
        </p:nvSpPr>
        <p:spPr>
          <a:xfrm>
            <a:off x="5553075" y="619125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6</a:t>
            </a:r>
            <a:endParaRPr lang="ko-KR">
              <a:latin typeface="Calibri"/>
              <a:ea typeface="Calibri"/>
              <a:cs typeface="Calibri"/>
            </a:endParaRPr>
          </a:p>
        </p:txBody>
      </p:sp>
      <p:sp>
        <p:nvSpPr>
          <p:cNvPr id="145" name="As6-label">
            <a:extLst>
              <a:ext uri="{FF2B5EF4-FFF2-40B4-BE49-F238E27FC236}">
                <ns2:creationId id="{38DF2104-B39B-4B14-A80E-36CCDA450E54}"/>
              </a:ext>
            </a:extLst>
          </p:cNvPr>
          <p:cNvSpPr>
            <a:spLocks noGrp="1"/>
          </p:cNvSpPr>
          <p:nvPr/>
        </p:nvSpPr>
        <p:spPr>
          <a:xfrm>
            <a:off x="5762625" y="6181725"/>
            <a:ext cx="2809875"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실제 전달 receipt → 진행 반영</a:t>
            </a:r>
            <a:endParaRPr lang="ko-KR">
              <a:latin typeface="Calibri"/>
              <a:ea typeface="Calibri"/>
              <a:cs typeface="Calibri"/>
            </a:endParaRPr>
          </a:p>
        </p:txBody>
      </p:sp>
      <p:sp>
        <p:nvSpPr>
          <p:cNvPr id="146" name="Bscene">
            <a:extLst>
              <a:ext uri="{FF2B5EF4-FFF2-40B4-BE49-F238E27FC236}">
                <ns2:creationId id="{222294ED-003D-49CA-BD0C-10EFE81F5ABF}"/>
              </a:ext>
            </a:extLst>
          </p:cNvPr>
          <p:cNvSpPr>
            <a:spLocks noGrp="1"/>
          </p:cNvSpPr>
          <p:nvPr/>
        </p:nvSpPr>
        <p:spPr>
          <a:xfrm>
            <a:off x="9696450" y="1971675"/>
            <a:ext cx="8334375" cy="238125"/>
          </a:xfrm>
          <a:prstGeom prst="rect">
            <a:avLst/>
          </a:prstGeom>
          <a:noFill/>
          <a:ln w="0">
            <a:noFill/>
            <a:prstDash val="solid"/>
          </a:ln>
        </p:spPr>
        <p:txBody>
          <a:bodyPr wrap="none" lIns="38100" tIns="19050" rIns="38100" bIns="19050" anchor="ctr">
            <a:noAutofit/>
          </a:bodyPr>
          <a:lstStyle>
            <a:defPPr algn="l">
              <a:defRPr sz="1300" b="0" lang="ko-KR">
                <a:solidFill>
                  <a:srgbClr val="000000"/>
                </a:solidFill>
                <a:latin typeface="Calibri"/>
                <a:ea typeface="Calibri"/>
                <a:cs typeface="Calibri"/>
              </a:defRPr>
            </a:defPPr>
          </a:lstStyle>
          <a:p>
            <a:pPr algn="l">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같은 사건: 응답 준비 중 사용자 정정 u2와 Agent 질문 Q1이 도착</a:t>
            </a:r>
            <a:endParaRPr lang="ko-KR">
              <a:latin typeface="Calibri"/>
              <a:ea typeface="Calibri"/>
              <a:cs typeface="Calibri"/>
            </a:endParaRPr>
          </a:p>
        </p:txBody>
      </p:sp>
      <p:sp>
        <p:nvSpPr>
          <p:cNvPr id="147" name="Blocal">
            <a:extLst>
              <a:ext uri="{FF2B5EF4-FFF2-40B4-BE49-F238E27FC236}">
                <ns2:creationId id="{85B6F088-63FE-4EF6-B046-29A00CA3F126}"/>
              </a:ext>
            </a:extLst>
          </p:cNvPr>
          <p:cNvSpPr>
            <a:spLocks noGrp="1"/>
          </p:cNvSpPr>
          <p:nvPr/>
        </p:nvSpPr>
        <p:spPr>
          <a:xfrm>
            <a:off x="9829800" y="2562225"/>
            <a:ext cx="2152650" cy="314325"/>
          </a:xfrm>
          <a:prstGeom prst="roundRect">
            <a:avLst>
              <a:gd name="adj" fmla="val 24242"/>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계속 입력 / 즉시 출력 stop</a:t>
            </a:r>
            <a:endParaRPr lang="ko-KR">
              <a:latin typeface="Calibri"/>
              <a:ea typeface="Calibri"/>
              <a:cs typeface="Calibri"/>
            </a:endParaRPr>
          </a:p>
        </p:txBody>
      </p:sp>
      <p:sp>
        <p:nvSpPr>
          <p:cNvPr id="148" name="Bagent">
            <a:extLst>
              <a:ext uri="{FF2B5EF4-FFF2-40B4-BE49-F238E27FC236}">
                <ns2:creationId id="{BB8DADB4-DFC3-4AE5-98FC-5A94CF49AD9B}"/>
              </a:ext>
            </a:extLst>
          </p:cNvPr>
          <p:cNvSpPr>
            <a:spLocks noGrp="1"/>
          </p:cNvSpPr>
          <p:nvPr/>
        </p:nvSpPr>
        <p:spPr>
          <a:xfrm>
            <a:off x="16344900" y="2276475"/>
            <a:ext cx="1638300" cy="333375"/>
          </a:xfrm>
          <a:prstGeom prst="rect">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Downstream Agent</a:t>
            </a:r>
            <a:endParaRPr lang="ko-KR">
              <a:latin typeface="Calibri"/>
              <a:ea typeface="Calibri"/>
              <a:cs typeface="Calibri"/>
            </a:endParaRPr>
          </a:p>
        </p:txBody>
      </p:sp>
      <p:sp>
        <p:nvSpPr>
          <p:cNvPr id="149" name="Bag">
            <a:extLst>
              <a:ext uri="{FF2B5EF4-FFF2-40B4-BE49-F238E27FC236}">
                <ns2:creationId id="{43C75A05-864C-4944-9C83-6A17297F4A19}"/>
              </a:ext>
            </a:extLst>
          </p:cNvPr>
          <p:cNvSpPr>
            <a:spLocks noGrp="1"/>
          </p:cNvSpPr>
          <p:nvPr/>
        </p:nvSpPr>
        <p:spPr>
          <a:xfrm>
            <a:off x="14306550" y="2276475"/>
            <a:ext cx="1647825" cy="333375"/>
          </a:xfrm>
          <a:prstGeom prst="rect">
            <a:avLst/>
          </a:prstGeom>
          <a:solidFill>
            <a:srgbClr val="FFFFFF"/>
          </a:solidFill>
          <a:ln w="10478">
            <a:solidFill>
              <a:srgbClr val="000000"/>
            </a:solidFill>
            <a:prstDash val="solid"/>
          </a:ln>
        </p:spPr>
        <p:txBody>
          <a:bodyPr wrap="none" lIns="38100" tIns="19050" rIns="38100" bIns="19050" anchor="ctr">
            <a:noAutofit/>
          </a:bodyPr>
          <a:lstStyle>
            <a:defPPr algn="ctr">
              <a:defRPr sz="1200" b="0" lang="ko-KR">
                <a:solidFill>
                  <a:srgbClr val="000000"/>
                </a:solidFill>
                <a:latin typeface="Calibri"/>
                <a:ea typeface="Calibri"/>
                <a:cs typeface="Calibri"/>
              </a:defRPr>
            </a:defPPr>
          </a:lstStyle>
          <a:p>
            <a:pPr algn="ctr">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Agent Gateway</a:t>
            </a:r>
            <a:endParaRPr lang="ko-KR">
              <a:latin typeface="Calibri"/>
              <a:ea typeface="Calibri"/>
              <a:cs typeface="Calibri"/>
            </a:endParaRPr>
          </a:p>
        </p:txBody>
      </p:sp>
      <p:sp>
        <p:nvSpPr>
          <p:cNvPr id="150" name="Btm">
            <a:extLst>
              <a:ext uri="{FF2B5EF4-FFF2-40B4-BE49-F238E27FC236}">
                <ns2:creationId id="{4F75C950-E717-411D-A81D-7D972D0D9C03}"/>
              </a:ext>
            </a:extLst>
          </p:cNvPr>
          <p:cNvSpPr>
            <a:spLocks noGrp="1"/>
          </p:cNvSpPr>
          <p:nvPr/>
        </p:nvSpPr>
        <p:spPr>
          <a:xfrm>
            <a:off x="12325350" y="2276475"/>
            <a:ext cx="1619250" cy="333375"/>
          </a:xfrm>
          <a:prstGeom prst="rect">
            <a:avLst/>
          </a:prstGeom>
          <a:solidFill>
            <a:srgbClr val="FFFFFF"/>
          </a:solidFill>
          <a:ln w="10478">
            <a:solidFill>
              <a:srgbClr val="000000"/>
            </a:solidFill>
            <a:prstDash val="solid"/>
          </a:ln>
        </p:spPr>
        <p:txBody>
          <a:bodyPr wrap="none" lIns="38100" tIns="19050" rIns="38100" bIns="19050" anchor="ctr">
            <a:noAutofit/>
          </a:bodyPr>
          <a:lstStyle>
            <a:defPPr algn="ctr">
              <a:defRPr sz="1200" b="0" lang="ko-KR">
                <a:solidFill>
                  <a:srgbClr val="000000"/>
                </a:solidFill>
                <a:latin typeface="Calibri"/>
                <a:ea typeface="Calibri"/>
                <a:cs typeface="Calibri"/>
              </a:defRPr>
            </a:defPPr>
          </a:lstStyle>
          <a:p>
            <a:pPr algn="ctr">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Task Manager</a:t>
            </a:r>
            <a:endParaRPr lang="ko-KR">
              <a:latin typeface="Calibri"/>
              <a:ea typeface="Calibri"/>
              <a:cs typeface="Calibri"/>
            </a:endParaRPr>
          </a:p>
        </p:txBody>
      </p:sp>
      <p:sp>
        <p:nvSpPr>
          <p:cNvPr id="151" name="Bfacts">
            <a:extLst>
              <a:ext uri="{FF2B5EF4-FFF2-40B4-BE49-F238E27FC236}">
                <ns2:creationId id="{7B2508C5-1C43-4721-B26A-0391DE8C7531}"/>
              </a:ext>
            </a:extLst>
          </p:cNvPr>
          <p:cNvSpPr>
            <a:spLocks noGrp="1"/>
          </p:cNvSpPr>
          <p:nvPr/>
        </p:nvSpPr>
        <p:spPr>
          <a:xfrm>
            <a:off x="12325350" y="2676525"/>
            <a:ext cx="5657850" cy="257175"/>
          </a:xfrm>
          <a:prstGeom prst="rect">
            <a:avLst/>
          </a:prstGeom>
          <a:no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업무 사실 확인과 저장 후 대화에 연결 (양안 공통)</a:t>
            </a:r>
            <a:endParaRPr lang="ko-KR">
              <a:latin typeface="Calibri"/>
              <a:ea typeface="Calibri"/>
              <a:cs typeface="Calibri"/>
            </a:endParaRPr>
          </a:p>
        </p:txBody>
      </p:sp>
      <p:sp>
        <p:nvSpPr>
          <p:cNvPr id="152" name="Binterpret">
            <a:extLst>
              <a:ext uri="{FF2B5EF4-FFF2-40B4-BE49-F238E27FC236}">
                <ns2:creationId id="{DE9F2301-5078-4F89-B2CD-B0D39A588C08}"/>
              </a:ext>
            </a:extLst>
          </p:cNvPr>
          <p:cNvSpPr>
            <a:spLocks noGrp="1"/>
          </p:cNvSpPr>
          <p:nvPr/>
        </p:nvSpPr>
        <p:spPr>
          <a:xfrm>
            <a:off x="9829800" y="6705600"/>
            <a:ext cx="3543300" cy="219075"/>
          </a:xfrm>
          <a:prstGeom prst="roundRect">
            <a:avLst>
              <a:gd name="adj" fmla="val 34783"/>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비동기 의미 처리</a:t>
            </a:r>
            <a:endParaRPr lang="ko-KR">
              <a:latin typeface="Calibri"/>
              <a:ea typeface="Calibri"/>
              <a:cs typeface="Calibri"/>
            </a:endParaRPr>
          </a:p>
        </p:txBody>
      </p:sp>
      <p:sp>
        <p:nvSpPr>
          <p:cNvPr id="153" name="Bmodel">
            <a:extLst>
              <a:ext uri="{FF2B5EF4-FFF2-40B4-BE49-F238E27FC236}">
                <ns2:creationId id="{D481E972-0C06-4B08-80BC-5B96B46DC7A6}"/>
              </a:ext>
            </a:extLst>
          </p:cNvPr>
          <p:cNvSpPr>
            <a:spLocks noGrp="1"/>
          </p:cNvSpPr>
          <p:nvPr/>
        </p:nvSpPr>
        <p:spPr>
          <a:xfrm>
            <a:off x="13935075" y="6562725"/>
            <a:ext cx="4048125" cy="400050"/>
          </a:xfrm>
          <a:prstGeom prst="rect">
            <a:avLst/>
          </a:prstGeom>
          <a:no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공통 Model Access: 긴 처리는 비동기</a:t>
            </a:r>
            <a:endParaRPr lang="ko-KR">
              <a:latin typeface="Calibri"/>
              <a:ea typeface="Calibri"/>
              <a:cs typeface="Calibri"/>
            </a:endParaRPr>
          </a:p>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입력과 제어는 계속 수용, 취소 후 늦은 완료도 검사</a:t>
            </a:r>
            <a:endParaRPr lang="ko-KR">
              <a:latin typeface="Calibri"/>
              <a:ea typeface="Calibri"/>
              <a:cs typeface="Calibri"/>
            </a:endParaRPr>
          </a:p>
        </p:txBody>
      </p:sp>
      <p:sp>
        <p:nvSpPr>
          <p:cNvPr id="154" name="Bqueue0">
            <a:extLst>
              <a:ext uri="{FF2B5EF4-FFF2-40B4-BE49-F238E27FC236}">
                <ns2:creationId id="{F9C62B88-22BE-49CB-ACE9-35518D27E5A5}"/>
              </a:ext>
            </a:extLst>
          </p:cNvPr>
          <p:cNvSpPr>
            <a:spLocks noGrp="1"/>
          </p:cNvSpPr>
          <p:nvPr/>
        </p:nvSpPr>
        <p:spPr>
          <a:xfrm>
            <a:off x="9934575" y="4276725"/>
            <a:ext cx="1514475" cy="352425"/>
          </a:xfrm>
          <a:prstGeom prst="roundRect">
            <a:avLst>
              <a:gd name="adj" fmla="val 21622"/>
            </a:avLst>
          </a:prstGeom>
          <a:solidFill>
            <a:srgbClr val="FFF4D7"/>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입력 / 완료 / 제어 큐</a:t>
            </a:r>
            <a:endParaRPr lang="ko-KR">
              <a:latin typeface="Calibri"/>
              <a:ea typeface="Calibri"/>
              <a:cs typeface="Calibri"/>
            </a:endParaRPr>
          </a:p>
        </p:txBody>
      </p:sp>
      <p:sp>
        <p:nvSpPr>
          <p:cNvPr id="155" name="Bpump0">
            <a:extLst>
              <a:ext uri="{FF2B5EF4-FFF2-40B4-BE49-F238E27FC236}">
                <ns2:creationId id="{55B15B03-76D5-4AFD-81C5-A2E41346729D}"/>
              </a:ext>
            </a:extLst>
          </p:cNvPr>
          <p:cNvSpPr>
            <a:spLocks noGrp="1"/>
          </p:cNvSpPr>
          <p:nvPr/>
        </p:nvSpPr>
        <p:spPr>
          <a:xfrm>
            <a:off x="9934575" y="4981575"/>
            <a:ext cx="1514475" cy="314325"/>
          </a:xfrm>
          <a:prstGeom prst="roundRect">
            <a:avLst>
              <a:gd name="adj" fmla="val 24242"/>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Pump / Done</a:t>
            </a:r>
            <a:endParaRPr lang="ko-KR">
              <a:latin typeface="Calibri"/>
              <a:ea typeface="Calibri"/>
              <a:cs typeface="Calibri"/>
            </a:endParaRPr>
          </a:p>
        </p:txBody>
      </p:sp>
      <p:sp>
        <p:nvSpPr>
          <p:cNvPr id="156" name="Bwindow0">
            <a:extLst>
              <a:ext uri="{FF2B5EF4-FFF2-40B4-BE49-F238E27FC236}">
                <ns2:creationId id="{C8168106-00F4-42EF-9420-937CCFCA332C}"/>
              </a:ext>
            </a:extLst>
          </p:cNvPr>
          <p:cNvSpPr>
            <a:spLocks noGrp="1"/>
          </p:cNvSpPr>
          <p:nvPr/>
        </p:nvSpPr>
        <p:spPr>
          <a:xfrm>
            <a:off x="9934575" y="5514975"/>
            <a:ext cx="1514475" cy="276225"/>
          </a:xfrm>
          <a:prstGeom prst="can">
            <a:avLst>
              <a:gd name="adj" fmla="val 9000"/>
            </a:avLst>
          </a:prstGeom>
          <a:solidFill>
            <a:srgbClr val="FFF4D7"/>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Input Window</a:t>
            </a:r>
            <a:endParaRPr lang="ko-KR">
              <a:latin typeface="Calibri"/>
              <a:ea typeface="Calibri"/>
              <a:cs typeface="Calibri"/>
            </a:endParaRPr>
          </a:p>
        </p:txBody>
      </p:sp>
      <p:sp>
        <p:nvSpPr>
          <p:cNvPr id="157" name="Bqueue1">
            <a:extLst>
              <a:ext uri="{FF2B5EF4-FFF2-40B4-BE49-F238E27FC236}">
                <ns2:creationId id="{9252B867-9EC4-4E06-8BB8-08BF5EAE65AA}"/>
              </a:ext>
            </a:extLst>
          </p:cNvPr>
          <p:cNvSpPr>
            <a:spLocks noGrp="1"/>
          </p:cNvSpPr>
          <p:nvPr/>
        </p:nvSpPr>
        <p:spPr>
          <a:xfrm>
            <a:off x="11744325" y="4276725"/>
            <a:ext cx="1514475" cy="352425"/>
          </a:xfrm>
          <a:prstGeom prst="roundRect">
            <a:avLst>
              <a:gd name="adj" fmla="val 21622"/>
            </a:avLst>
          </a:prstGeom>
          <a:solidFill>
            <a:srgbClr val="FFF4D7"/>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입력 / 완료 / 제어 큐</a:t>
            </a:r>
            <a:endParaRPr lang="ko-KR">
              <a:latin typeface="Calibri"/>
              <a:ea typeface="Calibri"/>
              <a:cs typeface="Calibri"/>
            </a:endParaRPr>
          </a:p>
        </p:txBody>
      </p:sp>
      <p:sp>
        <p:nvSpPr>
          <p:cNvPr id="158" name="Bpump1">
            <a:extLst>
              <a:ext uri="{FF2B5EF4-FFF2-40B4-BE49-F238E27FC236}">
                <ns2:creationId id="{3F145DD4-7B99-4938-9B4E-17B11C04D4FE}"/>
              </a:ext>
            </a:extLst>
          </p:cNvPr>
          <p:cNvSpPr>
            <a:spLocks noGrp="1"/>
          </p:cNvSpPr>
          <p:nvPr/>
        </p:nvSpPr>
        <p:spPr>
          <a:xfrm>
            <a:off x="11744325" y="4981575"/>
            <a:ext cx="1514475" cy="314325"/>
          </a:xfrm>
          <a:prstGeom prst="roundRect">
            <a:avLst>
              <a:gd name="adj" fmla="val 24242"/>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Pump / Done</a:t>
            </a:r>
            <a:endParaRPr lang="ko-KR">
              <a:latin typeface="Calibri"/>
              <a:ea typeface="Calibri"/>
              <a:cs typeface="Calibri"/>
            </a:endParaRPr>
          </a:p>
        </p:txBody>
      </p:sp>
      <p:sp>
        <p:nvSpPr>
          <p:cNvPr id="159" name="Bwindow1">
            <a:extLst>
              <a:ext uri="{FF2B5EF4-FFF2-40B4-BE49-F238E27FC236}">
                <ns2:creationId id="{5BC730E1-7383-4F29-80CD-0D3D970756AF}"/>
              </a:ext>
            </a:extLst>
          </p:cNvPr>
          <p:cNvSpPr>
            <a:spLocks noGrp="1"/>
          </p:cNvSpPr>
          <p:nvPr/>
        </p:nvSpPr>
        <p:spPr>
          <a:xfrm>
            <a:off x="11744325" y="5514975"/>
            <a:ext cx="1514475" cy="276225"/>
          </a:xfrm>
          <a:prstGeom prst="can">
            <a:avLst>
              <a:gd name="adj" fmla="val 9000"/>
            </a:avLst>
          </a:prstGeom>
          <a:solidFill>
            <a:srgbClr val="FFF4D7"/>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Notice Window</a:t>
            </a:r>
            <a:endParaRPr lang="ko-KR">
              <a:latin typeface="Calibri"/>
              <a:ea typeface="Calibri"/>
              <a:cs typeface="Calibri"/>
            </a:endParaRPr>
          </a:p>
        </p:txBody>
      </p:sp>
      <p:sp>
        <p:nvSpPr>
          <p:cNvPr id="160" name="Bcomposer-queue">
            <a:extLst>
              <a:ext uri="{FF2B5EF4-FFF2-40B4-BE49-F238E27FC236}">
                <ns2:creationId id="{2F7FDD82-EA00-4887-8EE9-83709501AF69}"/>
              </a:ext>
            </a:extLst>
          </p:cNvPr>
          <p:cNvSpPr>
            <a:spLocks noGrp="1"/>
          </p:cNvSpPr>
          <p:nvPr/>
        </p:nvSpPr>
        <p:spPr>
          <a:xfrm>
            <a:off x="14220825" y="4114800"/>
            <a:ext cx="1666875" cy="409575"/>
          </a:xfrm>
          <a:prstGeom prst="roundRect">
            <a:avLst>
              <a:gd name="adj" fmla="val 18605"/>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입력 / 완료 / 제어 큐</a:t>
            </a:r>
            <a:endParaRPr lang="ko-KR">
              <a:latin typeface="Calibri"/>
              <a:ea typeface="Calibri"/>
              <a:cs typeface="Calibri"/>
            </a:endParaRPr>
          </a:p>
        </p:txBody>
      </p:sp>
      <p:sp>
        <p:nvSpPr>
          <p:cNvPr id="161" name="Bcomposer-pump">
            <a:extLst>
              <a:ext uri="{FF2B5EF4-FFF2-40B4-BE49-F238E27FC236}">
                <ns2:creationId id="{5D734A59-85D9-4F97-BDD6-7BBA8D772FAF}"/>
              </a:ext>
            </a:extLst>
          </p:cNvPr>
          <p:cNvSpPr>
            <a:spLocks noGrp="1"/>
          </p:cNvSpPr>
          <p:nvPr/>
        </p:nvSpPr>
        <p:spPr>
          <a:xfrm>
            <a:off x="16078200" y="4114800"/>
            <a:ext cx="1571625" cy="409575"/>
          </a:xfrm>
          <a:prstGeom prst="roundRect">
            <a:avLst>
              <a:gd name="adj" fmla="val 18605"/>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Pump / Done</a:t>
            </a:r>
            <a:endParaRPr lang="ko-KR">
              <a:latin typeface="Calibri"/>
              <a:ea typeface="Calibri"/>
              <a:cs typeface="Calibri"/>
            </a:endParaRPr>
          </a:p>
        </p:txBody>
      </p:sp>
      <p:sp>
        <p:nvSpPr>
          <p:cNvPr id="162" name="Bjoin">
            <a:extLst>
              <a:ext uri="{FF2B5EF4-FFF2-40B4-BE49-F238E27FC236}">
                <ns2:creationId id="{0C8D8CE0-AED1-488D-9B89-3BE5DE792BF6}"/>
              </a:ext>
            </a:extLst>
          </p:cNvPr>
          <p:cNvSpPr>
            <a:spLocks noGrp="1"/>
          </p:cNvSpPr>
          <p:nvPr/>
        </p:nvSpPr>
        <p:spPr>
          <a:xfrm>
            <a:off x="14106525" y="5067300"/>
            <a:ext cx="1714500" cy="400050"/>
          </a:xfrm>
          <a:prstGeom prst="roundRect">
            <a:avLst>
              <a:gd name="adj" fmla="val 19048"/>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Publication Join</a:t>
            </a:r>
            <a:endParaRPr lang="ko-KR">
              <a:latin typeface="Calibri"/>
              <a:ea typeface="Calibri"/>
              <a:cs typeface="Calibri"/>
            </a:endParaRPr>
          </a:p>
        </p:txBody>
      </p:sp>
      <p:sp>
        <p:nvSpPr>
          <p:cNvPr id="163" name="Bpub">
            <a:extLst>
              <a:ext uri="{FF2B5EF4-FFF2-40B4-BE49-F238E27FC236}">
                <ns2:creationId id="{942507AD-37CB-4A4C-B795-5FF13B0471BA}"/>
              </a:ext>
            </a:extLst>
          </p:cNvPr>
          <p:cNvSpPr>
            <a:spLocks noGrp="1"/>
          </p:cNvSpPr>
          <p:nvPr/>
        </p:nvSpPr>
        <p:spPr>
          <a:xfrm>
            <a:off x="16040100" y="5067300"/>
            <a:ext cx="1724025" cy="400050"/>
          </a:xfrm>
          <a:prstGeom prst="roundRect">
            <a:avLst>
              <a:gd name="adj" fmla="val 19048"/>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Publication Control</a:t>
            </a:r>
            <a:endParaRPr lang="ko-KR">
              <a:latin typeface="Calibri"/>
              <a:ea typeface="Calibri"/>
              <a:cs typeface="Calibri"/>
            </a:endParaRPr>
          </a:p>
        </p:txBody>
      </p:sp>
      <p:sp>
        <p:nvSpPr>
          <p:cNvPr id="164" name="Bpublication-window">
            <a:extLst>
              <a:ext uri="{FF2B5EF4-FFF2-40B4-BE49-F238E27FC236}">
                <ns2:creationId id="{7F3C6D6D-92E8-4D2D-8277-255987E53626}"/>
              </a:ext>
            </a:extLst>
          </p:cNvPr>
          <p:cNvSpPr>
            <a:spLocks noGrp="1"/>
          </p:cNvSpPr>
          <p:nvPr/>
        </p:nvSpPr>
        <p:spPr>
          <a:xfrm>
            <a:off x="14106525" y="5715000"/>
            <a:ext cx="1714500" cy="285750"/>
          </a:xfrm>
          <a:prstGeom prst="can">
            <a:avLst>
              <a:gd name="adj" fmla="val 9000"/>
            </a:avLst>
          </a:prstGeom>
          <a:solidFill>
            <a:srgbClr val="FFF4D7"/>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Publication Window</a:t>
            </a:r>
            <a:endParaRPr lang="ko-KR">
              <a:latin typeface="Calibri"/>
              <a:ea typeface="Calibri"/>
              <a:cs typeface="Calibri"/>
            </a:endParaRPr>
          </a:p>
        </p:txBody>
      </p:sp>
      <p:sp>
        <p:nvSpPr>
          <p:cNvPr id="165" name="Bactual">
            <a:extLst>
              <a:ext uri="{FF2B5EF4-FFF2-40B4-BE49-F238E27FC236}">
                <ns2:creationId id="{1CA5E65A-E40F-4E0C-9760-4BE26D970510}"/>
              </a:ext>
            </a:extLst>
          </p:cNvPr>
          <p:cNvSpPr>
            <a:spLocks noGrp="1"/>
          </p:cNvSpPr>
          <p:nvPr/>
        </p:nvSpPr>
        <p:spPr>
          <a:xfrm>
            <a:off x="16040100" y="5715000"/>
            <a:ext cx="1724025" cy="285750"/>
          </a:xfrm>
          <a:prstGeom prst="can">
            <a:avLst>
              <a:gd name="adj" fmla="val 9000"/>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실제 전달 원장</a:t>
            </a:r>
            <a:endParaRPr lang="ko-KR">
              <a:latin typeface="Calibri"/>
              <a:ea typeface="Calibri"/>
              <a:cs typeface="Calibri"/>
            </a:endParaRPr>
          </a:p>
        </p:txBody>
      </p:sp>
      <p:sp>
        <p:nvSpPr>
          <p:cNvPr id="166" name="Bs1-num">
            <a:extLst>
              <a:ext uri="{FF2B5EF4-FFF2-40B4-BE49-F238E27FC236}">
                <ns2:creationId id="{A44DC2BB-3BD9-4666-9B4C-A7D5AED49234}"/>
              </a:ext>
            </a:extLst>
          </p:cNvPr>
          <p:cNvSpPr>
            <a:spLocks noGrp="1"/>
          </p:cNvSpPr>
          <p:nvPr/>
        </p:nvSpPr>
        <p:spPr>
          <a:xfrm>
            <a:off x="9867900" y="302895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1</a:t>
            </a:r>
            <a:endParaRPr lang="ko-KR">
              <a:latin typeface="Calibri"/>
              <a:ea typeface="Calibri"/>
              <a:cs typeface="Calibri"/>
            </a:endParaRPr>
          </a:p>
        </p:txBody>
      </p:sp>
      <p:sp>
        <p:nvSpPr>
          <p:cNvPr id="167" name="Bs1-label">
            <a:extLst>
              <a:ext uri="{FF2B5EF4-FFF2-40B4-BE49-F238E27FC236}">
                <ns2:creationId id="{D6C13BF9-56A4-4161-85A1-6C9501A4DAA5}"/>
              </a:ext>
            </a:extLst>
          </p:cNvPr>
          <p:cNvSpPr>
            <a:spLocks noGrp="1"/>
          </p:cNvSpPr>
          <p:nvPr/>
        </p:nvSpPr>
        <p:spPr>
          <a:xfrm>
            <a:off x="10077450" y="3019425"/>
            <a:ext cx="285750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입력 / 업무 알림을 각 Stage로</a:t>
            </a:r>
            <a:endParaRPr lang="ko-KR">
              <a:latin typeface="Calibri"/>
              <a:ea typeface="Calibri"/>
              <a:cs typeface="Calibri"/>
            </a:endParaRPr>
          </a:p>
        </p:txBody>
      </p:sp>
      <p:sp>
        <p:nvSpPr>
          <p:cNvPr id="168" name="Bs2-num">
            <a:extLst>
              <a:ext uri="{FF2B5EF4-FFF2-40B4-BE49-F238E27FC236}">
                <ns2:creationId id="{8FFA48D0-44D5-4B8F-B2CA-EDF71CC80CE3}"/>
              </a:ext>
            </a:extLst>
          </p:cNvPr>
          <p:cNvSpPr>
            <a:spLocks noGrp="1"/>
          </p:cNvSpPr>
          <p:nvPr/>
        </p:nvSpPr>
        <p:spPr>
          <a:xfrm>
            <a:off x="9867900" y="620077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2</a:t>
            </a:r>
            <a:endParaRPr lang="ko-KR">
              <a:latin typeface="Calibri"/>
              <a:ea typeface="Calibri"/>
              <a:cs typeface="Calibri"/>
            </a:endParaRPr>
          </a:p>
        </p:txBody>
      </p:sp>
      <p:sp>
        <p:nvSpPr>
          <p:cNvPr id="169" name="Bs2-label">
            <a:extLst>
              <a:ext uri="{FF2B5EF4-FFF2-40B4-BE49-F238E27FC236}">
                <ns2:creationId id="{C6390E1B-956A-437C-8D54-45D032EDFAC8}"/>
              </a:ext>
            </a:extLst>
          </p:cNvPr>
          <p:cNvSpPr>
            <a:spLocks noGrp="1"/>
          </p:cNvSpPr>
          <p:nvPr/>
        </p:nvSpPr>
        <p:spPr>
          <a:xfrm>
            <a:off x="10077450" y="6191250"/>
            <a:ext cx="2714625"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각 Stage가 작업과 완료 처리</a:t>
            </a:r>
            <a:endParaRPr lang="ko-KR">
              <a:latin typeface="Calibri"/>
              <a:ea typeface="Calibri"/>
              <a:cs typeface="Calibri"/>
            </a:endParaRPr>
          </a:p>
        </p:txBody>
      </p:sp>
      <p:sp>
        <p:nvSpPr>
          <p:cNvPr id="170" name="Bs3-num">
            <a:extLst>
              <a:ext uri="{FF2B5EF4-FFF2-40B4-BE49-F238E27FC236}">
                <ns2:creationId id="{B2109EDF-1A0E-4F8A-BE23-CEB17E7C8CFC}"/>
              </a:ext>
            </a:extLst>
          </p:cNvPr>
          <p:cNvSpPr>
            <a:spLocks noGrp="1"/>
          </p:cNvSpPr>
          <p:nvPr/>
        </p:nvSpPr>
        <p:spPr>
          <a:xfrm>
            <a:off x="13858875" y="475297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3</a:t>
            </a:r>
            <a:endParaRPr lang="ko-KR">
              <a:latin typeface="Calibri"/>
              <a:ea typeface="Calibri"/>
              <a:cs typeface="Calibri"/>
            </a:endParaRPr>
          </a:p>
        </p:txBody>
      </p:sp>
      <p:sp>
        <p:nvSpPr>
          <p:cNvPr id="171" name="Bs3-label">
            <a:extLst>
              <a:ext uri="{FF2B5EF4-FFF2-40B4-BE49-F238E27FC236}">
                <ns2:creationId id="{23CADF98-3E52-4875-9189-66708EDEEBD3}"/>
              </a:ext>
            </a:extLst>
          </p:cNvPr>
          <p:cNvSpPr>
            <a:spLocks noGrp="1"/>
          </p:cNvSpPr>
          <p:nvPr/>
        </p:nvSpPr>
        <p:spPr>
          <a:xfrm>
            <a:off x="14068425" y="4743450"/>
            <a:ext cx="295275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채택 의미 / Notice 직접 전달</a:t>
            </a:r>
            <a:endParaRPr lang="ko-KR">
              <a:latin typeface="Calibri"/>
              <a:ea typeface="Calibri"/>
              <a:cs typeface="Calibri"/>
            </a:endParaRPr>
          </a:p>
        </p:txBody>
      </p:sp>
      <p:sp>
        <p:nvSpPr>
          <p:cNvPr id="172" name="Bs4-num">
            <a:extLst>
              <a:ext uri="{FF2B5EF4-FFF2-40B4-BE49-F238E27FC236}">
                <ns2:creationId id="{CD210146-992D-4430-BE18-C897AD2A7F0B}"/>
              </a:ext>
            </a:extLst>
          </p:cNvPr>
          <p:cNvSpPr>
            <a:spLocks noGrp="1"/>
          </p:cNvSpPr>
          <p:nvPr/>
        </p:nvSpPr>
        <p:spPr>
          <a:xfrm>
            <a:off x="11601450" y="589597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4</a:t>
            </a:r>
            <a:endParaRPr lang="ko-KR">
              <a:latin typeface="Calibri"/>
              <a:ea typeface="Calibri"/>
              <a:cs typeface="Calibri"/>
            </a:endParaRPr>
          </a:p>
        </p:txBody>
      </p:sp>
      <p:sp>
        <p:nvSpPr>
          <p:cNvPr id="173" name="Bs4-label">
            <a:extLst>
              <a:ext uri="{FF2B5EF4-FFF2-40B4-BE49-F238E27FC236}">
                <ns2:creationId id="{82CE539F-ECE3-4FC7-8E2C-951E6610D639}"/>
              </a:ext>
            </a:extLst>
          </p:cNvPr>
          <p:cNvSpPr>
            <a:spLocks noGrp="1"/>
          </p:cNvSpPr>
          <p:nvPr/>
        </p:nvSpPr>
        <p:spPr>
          <a:xfrm>
            <a:off x="11811000" y="5886450"/>
            <a:ext cx="247650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후보 + admission + 유효성</a:t>
            </a:r>
            <a:endParaRPr lang="ko-KR">
              <a:latin typeface="Calibri"/>
              <a:ea typeface="Calibri"/>
              <a:cs typeface="Calibri"/>
            </a:endParaRPr>
          </a:p>
        </p:txBody>
      </p:sp>
      <p:sp>
        <p:nvSpPr>
          <p:cNvPr id="174" name="Bs5-num">
            <a:extLst>
              <a:ext uri="{FF2B5EF4-FFF2-40B4-BE49-F238E27FC236}">
                <ns2:creationId id="{017EFD8F-243B-420F-9673-7D6A495AB127}"/>
              </a:ext>
            </a:extLst>
          </p:cNvPr>
          <p:cNvSpPr>
            <a:spLocks noGrp="1"/>
          </p:cNvSpPr>
          <p:nvPr/>
        </p:nvSpPr>
        <p:spPr>
          <a:xfrm>
            <a:off x="15982950" y="481012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5</a:t>
            </a:r>
            <a:endParaRPr lang="ko-KR">
              <a:latin typeface="Calibri"/>
              <a:ea typeface="Calibri"/>
              <a:cs typeface="Calibri"/>
            </a:endParaRPr>
          </a:p>
        </p:txBody>
      </p:sp>
      <p:sp>
        <p:nvSpPr>
          <p:cNvPr id="175" name="Bs5-label">
            <a:extLst>
              <a:ext uri="{FF2B5EF4-FFF2-40B4-BE49-F238E27FC236}">
                <ns2:creationId id="{0ABF7050-6E63-4D84-8EA0-11E5E1790C25}"/>
              </a:ext>
            </a:extLst>
          </p:cNvPr>
          <p:cNvSpPr>
            <a:spLocks noGrp="1"/>
          </p:cNvSpPr>
          <p:nvPr/>
        </p:nvSpPr>
        <p:spPr>
          <a:xfrm>
            <a:off x="16192500" y="4800600"/>
            <a:ext cx="1381125"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게시 검사</a:t>
            </a:r>
            <a:endParaRPr lang="ko-KR">
              <a:latin typeface="Calibri"/>
              <a:ea typeface="Calibri"/>
              <a:cs typeface="Calibri"/>
            </a:endParaRPr>
          </a:p>
        </p:txBody>
      </p:sp>
      <p:sp>
        <p:nvSpPr>
          <p:cNvPr id="176" name="Bs6-num">
            <a:extLst>
              <a:ext uri="{FF2B5EF4-FFF2-40B4-BE49-F238E27FC236}">
                <ns2:creationId id="{64854D11-C53A-4AD9-A6C4-4BD879E22BD1}"/>
              </a:ext>
            </a:extLst>
          </p:cNvPr>
          <p:cNvSpPr>
            <a:spLocks noGrp="1"/>
          </p:cNvSpPr>
          <p:nvPr/>
        </p:nvSpPr>
        <p:spPr>
          <a:xfrm>
            <a:off x="14125575" y="619125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6</a:t>
            </a:r>
            <a:endParaRPr lang="ko-KR">
              <a:latin typeface="Calibri"/>
              <a:ea typeface="Calibri"/>
              <a:cs typeface="Calibri"/>
            </a:endParaRPr>
          </a:p>
        </p:txBody>
      </p:sp>
      <p:sp>
        <p:nvSpPr>
          <p:cNvPr id="177" name="Bs6-label">
            <a:extLst>
              <a:ext uri="{FF2B5EF4-FFF2-40B4-BE49-F238E27FC236}">
                <ns2:creationId id="{E6EA535A-EE94-47A1-A436-55D820493201}"/>
              </a:ext>
            </a:extLst>
          </p:cNvPr>
          <p:cNvSpPr>
            <a:spLocks noGrp="1"/>
          </p:cNvSpPr>
          <p:nvPr/>
        </p:nvSpPr>
        <p:spPr>
          <a:xfrm>
            <a:off x="14335125" y="6181725"/>
            <a:ext cx="266700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실제 전달과 다음 조건 갱신</a:t>
            </a:r>
            <a:endParaRPr lang="ko-KR">
              <a:latin typeface="Calibri"/>
              <a:ea typeface="Calibri"/>
              <a:cs typeface="Calibri"/>
            </a:endParaRPr>
          </a:p>
        </p:txBody>
      </p:sp>
      <p:sp>
        <p:nvSpPr>
          <p:cNvPr id="178" name="Bcancel-label">
            <a:extLst>
              <a:ext uri="{FF2B5EF4-FFF2-40B4-BE49-F238E27FC236}">
                <ns2:creationId id="{FB8867B1-FAB4-4339-BFF5-FB9F7D5E9E5D}"/>
              </a:ext>
            </a:extLst>
          </p:cNvPr>
          <p:cNvSpPr>
            <a:spLocks noGrp="1"/>
          </p:cNvSpPr>
          <p:nvPr/>
        </p:nvSpPr>
        <p:spPr>
          <a:xfrm>
            <a:off x="14554200" y="3009900"/>
            <a:ext cx="3333750" cy="228600"/>
          </a:xfrm>
          <a:prstGeom prst="rect">
            <a:avLst/>
          </a:prstGeom>
          <a:noFill/>
          <a:ln w="0">
            <a:noFill/>
            <a:prstDash val="solid"/>
          </a:ln>
        </p:spPr>
        <p:txBody>
          <a:bodyPr wrap="none" lIns="38100" tIns="19050" rIns="38100" bIns="19050" anchor="ctr">
            <a:noAutofit/>
          </a:bodyPr>
          <a:lstStyle>
            <a:defPPr algn="l">
              <a:defRPr sz="1000" b="0" lang="ko-KR">
                <a:solidFill>
                  <a:srgbClr val="C62525"/>
                </a:solidFill>
                <a:latin typeface="Calibri"/>
                <a:ea typeface="Calibri"/>
                <a:cs typeface="Calibri"/>
              </a:defRPr>
            </a:defPPr>
          </a:lstStyle>
          <a:p>
            <a:pPr algn="l">
              <a:lnSpc>
                <a:spcPct val="100000"/>
              </a:lnSpc>
              <a:buNone/>
              <a:defRPr sz="1000" b="0" lang="ko-KR">
                <a:solidFill>
                  <a:srgbClr val="C62525"/>
                </a:solidFill>
                <a:latin typeface="Calibri"/>
                <a:ea typeface="Calibri"/>
                <a:cs typeface="Calibri"/>
              </a:defRPr>
            </a:pPr>
            <a:r>
              <a:rPr sz="1000" b="0" lang="ko-KR">
                <a:solidFill>
                  <a:srgbClr val="C62525"/>
                </a:solidFill>
                <a:latin typeface="Calibri"/>
                <a:ea typeface="Calibri"/>
                <a:cs typeface="Calibri"/>
              </a:rPr>
              <a:t>정정 / 제어는 Stage별 큐로 전달</a:t>
            </a:r>
            <a:endParaRPr lang="ko-KR">
              <a:latin typeface="Calibri"/>
              <a:ea typeface="Calibri"/>
              <a:cs typeface="Calibri"/>
            </a:endParaRPr>
          </a:p>
        </p:txBody>
      </p:sp>
    </p:spTree>
    <p:extLst>
      <p:ext uri="{BB962C8B-B14F-4D97-AF65-F5344CB8AC3E}">
        <p14:creationId val="1793918535"/>
      </p:ext>
    </p:extLst>
  </p:cSld>
</p:sld>
</file>

<file path=ppt/slides/v17_reference_slide2.xml><?xml version="1.0" encoding="utf-8"?>
<p:sld xmlns:a="http://schemas.openxmlformats.org/drawingml/2006/main" xmlns:ns2="http://schemas.microsoft.com/office/drawing/2014/main" xmlns:p="http://schemas.openxmlformats.org/presentationml/2006/main" xmlns:p14="http://schemas.microsoft.com/office/powerpoint/2010/main">
  <p:cSld name="dp47-reference-comparison-v17">
    <p:bg>
      <p:bgPr>
        <a:solidFill>
          <a:srgbClr val="FFFFFF"/>
        </a:solidFill>
      </p:bgPr>
    </p:bg>
    <p:spTree>
      <p:nvGrpSpPr>
        <p:cNvPr id="1" name=""/>
        <p:cNvGrpSpPr/>
        <p:nvPr/>
      </p:nvGrpSpPr>
      <p:grpSpPr>
        <a:xfrm/>
      </p:grpSpPr>
      <p:graphicFrame>
        <p:nvGraphicFramePr>
          <p:cNvPr id="174" name="">
            <a:extLst>
              <a:ext uri="{FF2B5EF4-FFF2-40B4-BE49-F238E27FC236}">
                <ns2:creationId id="{FC72E694-754D-46ED-B0F5-3ED8CF631F55}"/>
              </a:ext>
            </a:extLst>
          </p:cNvPr>
          <p:cNvGraphicFramePr/>
          <p:nvPr/>
        </p:nvGraphicFramePr>
        <p:xfrm>
          <a:off x="114300" y="1466850"/>
          <a:ext cx="18059400" cy="8515350"/>
        </p:xfrm>
        <a:graphic>
          <a:graphicData uri="http://schemas.openxmlformats.org/drawingml/2006/table">
            <a:tbl>
              <a:tblPr firstRow="0" firstCol="0" bandRow="0"/>
              <a:tblGrid>
                <a:gridCol w="914400"/>
                <a:gridCol w="8572500"/>
                <a:gridCol w="8572500"/>
              </a:tblGrid>
              <a:tr h="438150">
                <a:tc>
                  <a:txBody>
                    <a:bodyPr wrap="none" lIns="114300" tIns="76200" rIns="76200" bIns="57150">
                      <a:noAutofit/>
                    </a:bodyPr>
                    <a:lstStyle/>
                    <a:p>
                      <a:pPr algn="ctr">
                        <a:lnSpc>
                          <a:spcPct val="110000"/>
                        </a:lnSpc>
                        <a:buNone/>
                        <a:defRPr lang="ko-KR">
                          <a:latin typeface="Calibri"/>
                          <a:ea typeface="Calibri"/>
                          <a:cs typeface="Calibri"/>
                        </a:defRPr>
                      </a:pPr>
                      <a:r>
                        <a:rPr sz="1900" b="1" lang="ko-KR">
                          <a:solidFill>
                            <a:srgbClr val="000000"/>
                          </a:solidFill>
                          <a:latin typeface="Calibri"/>
                          <a:ea typeface="Calibri"/>
                          <a:cs typeface="Calibri"/>
                        </a:rPr>
                        <a:t>설계안</a:t>
                      </a:r>
                      <a:endParaRPr lang="ko-KR">
                        <a:latin typeface="Calibri"/>
                        <a:ea typeface="Calibri"/>
                        <a:cs typeface="Calibri"/>
                      </a:endParaRPr>
                    </a:p>
                  </a:txBody>
                  <a:tcPr marL="91440" marR="91440" marT="45720" marB="45720" anchor="ctr">
                    <a:lnL w="12383">
                      <a:solidFill>
                        <a:srgbClr val="BFBFBF"/>
                      </a:solidFill>
                      <a:prstDash val="solid"/>
                    </a:lnL>
                    <a:lnR w="12383">
                      <a:solidFill>
                        <a:srgbClr val="BFBFBF"/>
                      </a:solidFill>
                      <a:prstDash val="solid"/>
                    </a:lnR>
                    <a:lnT w="12383">
                      <a:solidFill>
                        <a:srgbClr val="BFBFBF"/>
                      </a:solidFill>
                      <a:prstDash val="solid"/>
                    </a:lnT>
                    <a:lnB w="12383">
                      <a:solidFill>
                        <a:srgbClr val="BFBFBF"/>
                      </a:solidFill>
                      <a:prstDash val="solid"/>
                    </a:lnB>
                    <a:solidFill>
                      <a:srgbClr val="C6E0B4"/>
                    </a:solidFill>
                  </a:tcPr>
                </a:tc>
                <a:tc>
                  <a:txBody>
                    <a:bodyPr wrap="none" lIns="114300" tIns="76200" rIns="76200" bIns="57150">
                      <a:noAutofit/>
                    </a:bodyPr>
                    <a:lstStyle/>
                    <a:p>
                      <a:pPr algn="ctr">
                        <a:lnSpc>
                          <a:spcPct val="110000"/>
                        </a:lnSpc>
                        <a:buNone/>
                        <a:defRPr lang="ko-KR">
                          <a:latin typeface="Calibri"/>
                          <a:ea typeface="Calibri"/>
                          <a:cs typeface="Calibri"/>
                        </a:defRPr>
                      </a:pPr>
                      <a:r>
                        <a:rPr sz="1900" b="1" lang="ko-KR">
                          <a:solidFill>
                            <a:srgbClr val="000000"/>
                          </a:solidFill>
                          <a:latin typeface="Calibri"/>
                          <a:ea typeface="Calibri"/>
                          <a:cs typeface="Calibri"/>
                        </a:rPr>
                        <a:t>(방안 A) 원본 공동 해석</a:t>
                      </a:r>
                      <a:endParaRPr lang="ko-KR">
                        <a:latin typeface="Calibri"/>
                        <a:ea typeface="Calibri"/>
                        <a:cs typeface="Calibri"/>
                      </a:endParaRPr>
                    </a:p>
                  </a:txBody>
                  <a:tcPr marL="91440" marR="91440" marT="45720" marB="45720" anchor="ctr">
                    <a:lnR w="12383">
                      <a:solidFill>
                        <a:srgbClr val="BFBFBF"/>
                      </a:solidFill>
                      <a:prstDash val="solid"/>
                    </a:lnR>
                    <a:lnT w="12383">
                      <a:solidFill>
                        <a:srgbClr val="BFBFBF"/>
                      </a:solidFill>
                      <a:prstDash val="solid"/>
                    </a:lnT>
                    <a:lnB w="12383">
                      <a:solidFill>
                        <a:srgbClr val="BFBFBF"/>
                      </a:solidFill>
                      <a:prstDash val="solid"/>
                    </a:lnB>
                    <a:solidFill>
                      <a:srgbClr val="C6E0B4"/>
                    </a:solidFill>
                  </a:tcPr>
                </a:tc>
                <a:tc>
                  <a:txBody>
                    <a:bodyPr wrap="none" lIns="114300" tIns="76200" rIns="76200" bIns="57150">
                      <a:noAutofit/>
                    </a:bodyPr>
                    <a:lstStyle/>
                    <a:p>
                      <a:pPr algn="ctr">
                        <a:lnSpc>
                          <a:spcPct val="110000"/>
                        </a:lnSpc>
                        <a:buNone/>
                        <a:defRPr lang="ko-KR">
                          <a:latin typeface="Calibri"/>
                          <a:ea typeface="Calibri"/>
                          <a:cs typeface="Calibri"/>
                        </a:defRPr>
                      </a:pPr>
                      <a:r>
                        <a:rPr sz="1900" b="1" lang="ko-KR">
                          <a:solidFill>
                            <a:srgbClr val="000000"/>
                          </a:solidFill>
                          <a:latin typeface="Calibri"/>
                          <a:ea typeface="Calibri"/>
                          <a:cs typeface="Calibri"/>
                        </a:rPr>
                        <a:t>(방안 B) 생산자별 후보 교환과 결합</a:t>
                      </a:r>
                      <a:endParaRPr lang="ko-KR">
                        <a:latin typeface="Calibri"/>
                        <a:ea typeface="Calibri"/>
                        <a:cs typeface="Calibri"/>
                      </a:endParaRPr>
                    </a:p>
                  </a:txBody>
                  <a:tcPr marL="91440" marR="91440" marT="45720" marB="45720" anchor="ctr">
                    <a:lnR w="12383">
                      <a:solidFill>
                        <a:srgbClr val="BFBFBF"/>
                      </a:solidFill>
                      <a:prstDash val="solid"/>
                    </a:lnR>
                    <a:lnT w="12383">
                      <a:solidFill>
                        <a:srgbClr val="BFBFBF"/>
                      </a:solidFill>
                      <a:prstDash val="solid"/>
                    </a:lnT>
                    <a:lnB w="12383">
                      <a:solidFill>
                        <a:srgbClr val="BFBFBF"/>
                      </a:solidFill>
                      <a:prstDash val="solid"/>
                    </a:lnB>
                    <a:solidFill>
                      <a:srgbClr val="C6E0B4"/>
                    </a:solidFill>
                  </a:tcPr>
                </a:tc>
              </a:tr>
              <a:tr h="5181600">
                <a:tc>
                  <a:txBody>
                    <a:bodyPr wrap="none" lIns="114300" tIns="76200" rIns="76200" bIns="57150">
                      <a:noAutofit/>
                    </a:bodyPr>
                    <a:lstStyle/>
                    <a:p>
                      <a:pPr algn="ctr">
                        <a:lnSpc>
                          <a:spcPct val="110000"/>
                        </a:lnSpc>
                        <a:buNone/>
                        <a:defRPr lang="ko-KR">
                          <a:latin typeface="Calibri"/>
                          <a:ea typeface="Calibri"/>
                          <a:cs typeface="Calibri"/>
                        </a:defRPr>
                      </a:pPr>
                      <a:r>
                        <a:rPr sz="1500" b="1" lang="ko-KR">
                          <a:solidFill>
                            <a:srgbClr val="000000"/>
                          </a:solidFill>
                          <a:latin typeface="Calibri"/>
                          <a:ea typeface="Calibri"/>
                          <a:cs typeface="Calibri"/>
                        </a:rPr>
                        <a:t>구조</a:t>
                      </a:r>
                      <a:endParaRPr lang="ko-KR">
                        <a:latin typeface="Calibri"/>
                        <a:ea typeface="Calibri"/>
                        <a:cs typeface="Calibri"/>
                      </a:endParaRPr>
                    </a:p>
                  </a:txBody>
                  <a:tcPr marL="91440" marR="91440" marT="45720" marB="45720" anchor="t">
                    <a:lnL w="12383">
                      <a:solidFill>
                        <a:srgbClr val="BFBFBF"/>
                      </a:solidFill>
                      <a:prstDash val="solid"/>
                    </a:lnL>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defRPr lang="ko-KR">
                          <a:latin typeface="Calibri"/>
                          <a:ea typeface="Calibri"/>
                          <a:cs typeface="Calibri"/>
                        </a:defRPr>
                      </a:pPr>
                      <a:r>
                        <a:rPr sz="1400" b="0" lang="ko-KR">
                          <a:solidFill>
                            <a:srgbClr val="000000"/>
                          </a:solidFill>
                          <a:latin typeface="Calibri"/>
                          <a:ea typeface="Calibri"/>
                          <a:cs typeface="Calibri"/>
                        </a:rPr>
                        <a:t/>
                      </a:r>
                      <a:endParaRPr lang="ko-KR">
                        <a:latin typeface="Calibri"/>
                        <a:ea typeface="Calibri"/>
                        <a:cs typeface="Calibri"/>
                      </a:endParaRPr>
                    </a:p>
                  </a:txBody>
                  <a:tcPr marL="91440" marR="91440" marT="45720" marB="45720" anchor="t">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defRPr lang="ko-KR">
                          <a:latin typeface="Calibri"/>
                          <a:ea typeface="Calibri"/>
                          <a:cs typeface="Calibri"/>
                        </a:defRPr>
                      </a:pPr>
                      <a:r>
                        <a:rPr sz="1400" b="0" lang="ko-KR">
                          <a:solidFill>
                            <a:srgbClr val="000000"/>
                          </a:solidFill>
                          <a:latin typeface="Calibri"/>
                          <a:ea typeface="Calibri"/>
                          <a:cs typeface="Calibri"/>
                        </a:rPr>
                        <a:t/>
                      </a:r>
                      <a:endParaRPr lang="ko-KR">
                        <a:latin typeface="Calibri"/>
                        <a:ea typeface="Calibri"/>
                        <a:cs typeface="Calibri"/>
                      </a:endParaRPr>
                    </a:p>
                  </a:txBody>
                  <a:tcPr marL="91440" marR="91440" marT="45720" marB="45720" anchor="t">
                    <a:lnR w="12383">
                      <a:solidFill>
                        <a:srgbClr val="BFBFBF"/>
                      </a:solidFill>
                      <a:prstDash val="solid"/>
                    </a:lnR>
                    <a:lnB w="12383">
                      <a:solidFill>
                        <a:srgbClr val="BFBFBF"/>
                      </a:solidFill>
                      <a:prstDash val="solid"/>
                    </a:lnB>
                    <a:solidFill>
                      <a:srgbClr val="FFFFFF"/>
                    </a:solidFill>
                  </a:tcPr>
                </a:tc>
              </a:tr>
              <a:tr h="742950">
                <a:tc>
                  <a:txBody>
                    <a:bodyPr wrap="none" lIns="114300" tIns="76200" rIns="76200" bIns="57150">
                      <a:noAutofit/>
                    </a:bodyPr>
                    <a:lstStyle/>
                    <a:p>
                      <a:pPr algn="ctr">
                        <a:lnSpc>
                          <a:spcPct val="110000"/>
                        </a:lnSpc>
                        <a:buNone/>
                        <a:defRPr lang="ko-KR">
                          <a:latin typeface="Calibri"/>
                          <a:ea typeface="Calibri"/>
                          <a:cs typeface="Calibri"/>
                        </a:defRPr>
                      </a:pPr>
                      <a:r>
                        <a:rPr sz="1500" b="1" lang="ko-KR">
                          <a:solidFill>
                            <a:srgbClr val="000000"/>
                          </a:solidFill>
                          <a:latin typeface="Calibri"/>
                          <a:ea typeface="Calibri"/>
                          <a:cs typeface="Calibri"/>
                        </a:rPr>
                        <a:t>장점</a:t>
                      </a:r>
                      <a:endParaRPr lang="ko-KR">
                        <a:latin typeface="Calibri"/>
                        <a:ea typeface="Calibri"/>
                        <a:cs typeface="Calibri"/>
                      </a:endParaRPr>
                    </a:p>
                  </a:txBody>
                  <a:tcPr marL="91440" marR="91440" marT="45720" marB="45720" anchor="ctr">
                    <a:lnL w="12383">
                      <a:solidFill>
                        <a:srgbClr val="BFBFBF"/>
                      </a:solidFill>
                      <a:prstDash val="solid"/>
                    </a:lnL>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원본의 교차 단서를 함께 판단해 순차 의존을 줄임 </a:t>
                      </a:r>
                      <a:r>
                        <a:rPr sz="1400" b="0" lang="ko-KR">
                          <a:solidFill>
                            <a:srgbClr val="C62525"/>
                          </a:solidFill>
                          <a:latin typeface="Calibri"/>
                          <a:ea typeface="Calibri"/>
                          <a:cs typeface="Calibri"/>
                        </a:rPr>
                        <a:t>(QA01↑)</a:t>
                      </a:r>
                      <a:endParaRPr lang="ko-KR">
                        <a:latin typeface="Calibri"/>
                        <a:ea typeface="Calibri"/>
                        <a:cs typeface="Calibri"/>
                      </a:endParaRPr>
                    </a:p>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후보 생산 계약이 적어 변경 파급이 작음 </a:t>
                      </a:r>
                      <a:r>
                        <a:rPr sz="1400" b="0" lang="ko-KR">
                          <a:solidFill>
                            <a:srgbClr val="C62525"/>
                          </a:solidFill>
                          <a:latin typeface="Calibri"/>
                          <a:ea typeface="Calibri"/>
                          <a:cs typeface="Calibri"/>
                        </a:rPr>
                        <a:t>(QA04↑)</a:t>
                      </a:r>
                      <a:endParaRPr lang="ko-KR">
                        <a:latin typeface="Calibri"/>
                        <a:ea typeface="Calibri"/>
                        <a:cs typeface="Calibri"/>
                      </a:endParaRPr>
                    </a:p>
                  </a:txBody>
                  <a:tcPr marL="91440" marR="91440" marT="45720" marB="45720" anchor="ctr">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생산자별 후보와 원본 근거를 보존해 부분 재판단 범위를 명시</a:t>
                      </a:r>
                      <a:endParaRPr lang="ko-KR">
                        <a:latin typeface="Calibri"/>
                        <a:ea typeface="Calibri"/>
                        <a:cs typeface="Calibri"/>
                      </a:endParaRPr>
                    </a:p>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후보 재사용과 오류 추적에 유리한 조건이 있음 (미측정)</a:t>
                      </a:r>
                      <a:endParaRPr lang="ko-KR">
                        <a:latin typeface="Calibri"/>
                        <a:ea typeface="Calibri"/>
                        <a:cs typeface="Calibri"/>
                      </a:endParaRPr>
                    </a:p>
                  </a:txBody>
                  <a:tcPr marL="91440" marR="91440" marT="45720" marB="45720" anchor="ctr">
                    <a:lnR w="12383">
                      <a:solidFill>
                        <a:srgbClr val="BFBFBF"/>
                      </a:solidFill>
                      <a:prstDash val="solid"/>
                    </a:lnR>
                    <a:lnB w="12383">
                      <a:solidFill>
                        <a:srgbClr val="BFBFBF"/>
                      </a:solidFill>
                      <a:prstDash val="solid"/>
                    </a:lnB>
                    <a:solidFill>
                      <a:srgbClr val="FFFFFF"/>
                    </a:solidFill>
                  </a:tcPr>
                </a:tc>
              </a:tr>
              <a:tr h="742950">
                <a:tc>
                  <a:txBody>
                    <a:bodyPr wrap="none" lIns="114300" tIns="76200" rIns="76200" bIns="57150">
                      <a:noAutofit/>
                    </a:bodyPr>
                    <a:lstStyle/>
                    <a:p>
                      <a:pPr algn="ctr">
                        <a:lnSpc>
                          <a:spcPct val="110000"/>
                        </a:lnSpc>
                        <a:buNone/>
                        <a:defRPr lang="ko-KR">
                          <a:latin typeface="Calibri"/>
                          <a:ea typeface="Calibri"/>
                          <a:cs typeface="Calibri"/>
                        </a:defRPr>
                      </a:pPr>
                      <a:r>
                        <a:rPr sz="1500" b="1" lang="ko-KR">
                          <a:solidFill>
                            <a:srgbClr val="000000"/>
                          </a:solidFill>
                          <a:latin typeface="Calibri"/>
                          <a:ea typeface="Calibri"/>
                          <a:cs typeface="Calibri"/>
                        </a:rPr>
                        <a:t>단점</a:t>
                      </a:r>
                      <a:endParaRPr lang="ko-KR">
                        <a:latin typeface="Calibri"/>
                        <a:ea typeface="Calibri"/>
                        <a:cs typeface="Calibri"/>
                      </a:endParaRPr>
                    </a:p>
                  </a:txBody>
                  <a:tcPr marL="91440" marR="91440" marT="45720" marB="45720" anchor="ctr">
                    <a:lnL w="12383">
                      <a:solidFill>
                        <a:srgbClr val="BFBFBF"/>
                      </a:solidFill>
                      <a:prstDash val="solid"/>
                    </a:lnL>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복잡한 원본을 함께 읽어야 하며 공동 해석의 재판단 부담이 남음</a:t>
                      </a:r>
                      <a:endParaRPr lang="ko-KR">
                        <a:latin typeface="Calibri"/>
                        <a:ea typeface="Calibri"/>
                        <a:cs typeface="Calibri"/>
                      </a:endParaRPr>
                    </a:p>
                  </a:txBody>
                  <a:tcPr marL="91440" marR="91440" marT="45720" marB="45720" anchor="ctr">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후보 생산 후 결합하며 부족한 후보는 재생산 </a:t>
                      </a:r>
                      <a:r>
                        <a:rPr sz="1400" b="0" lang="ko-KR">
                          <a:solidFill>
                            <a:srgbClr val="C62525"/>
                          </a:solidFill>
                          <a:latin typeface="Calibri"/>
                          <a:ea typeface="Calibri"/>
                          <a:cs typeface="Calibri"/>
                        </a:rPr>
                        <a:t>(QA01↓)</a:t>
                      </a:r>
                      <a:endParaRPr lang="ko-KR">
                        <a:latin typeface="Calibri"/>
                        <a:ea typeface="Calibri"/>
                        <a:cs typeface="Calibri"/>
                      </a:endParaRPr>
                    </a:p>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후보화 누락 위험과 생산자 / 결합부의 동반 변경 </a:t>
                      </a:r>
                      <a:r>
                        <a:rPr sz="1400" b="0" lang="ko-KR">
                          <a:solidFill>
                            <a:srgbClr val="C62525"/>
                          </a:solidFill>
                          <a:latin typeface="Calibri"/>
                          <a:ea typeface="Calibri"/>
                          <a:cs typeface="Calibri"/>
                        </a:rPr>
                        <a:t>(QA02↓, QA04↓)</a:t>
                      </a:r>
                      <a:endParaRPr lang="ko-KR">
                        <a:latin typeface="Calibri"/>
                        <a:ea typeface="Calibri"/>
                        <a:cs typeface="Calibri"/>
                      </a:endParaRPr>
                    </a:p>
                  </a:txBody>
                  <a:tcPr marL="91440" marR="91440" marT="45720" marB="45720" anchor="ctr">
                    <a:lnR w="12383">
                      <a:solidFill>
                        <a:srgbClr val="BFBFBF"/>
                      </a:solidFill>
                      <a:prstDash val="solid"/>
                    </a:lnR>
                    <a:lnB w="12383">
                      <a:solidFill>
                        <a:srgbClr val="BFBFBF"/>
                      </a:solidFill>
                      <a:prstDash val="solid"/>
                    </a:lnB>
                    <a:solidFill>
                      <a:srgbClr val="FFFFFF"/>
                    </a:solidFill>
                  </a:tcPr>
                </a:tc>
              </a:tr>
              <a:tr h="1409700">
                <a:tc>
                  <a:txBody>
                    <a:bodyPr wrap="none" lIns="114300" tIns="76200" rIns="76200" bIns="57150">
                      <a:noAutofit/>
                    </a:bodyPr>
                    <a:lstStyle/>
                    <a:p>
                      <a:pPr algn="ctr">
                        <a:lnSpc>
                          <a:spcPct val="110000"/>
                        </a:lnSpc>
                        <a:buNone/>
                        <a:defRPr lang="ko-KR">
                          <a:latin typeface="Calibri"/>
                          <a:ea typeface="Calibri"/>
                          <a:cs typeface="Calibri"/>
                        </a:defRPr>
                      </a:pPr>
                      <a:r>
                        <a:rPr sz="1500" b="1" lang="ko-KR">
                          <a:solidFill>
                            <a:srgbClr val="000000"/>
                          </a:solidFill>
                          <a:latin typeface="Calibri"/>
                          <a:ea typeface="Calibri"/>
                          <a:cs typeface="Calibri"/>
                        </a:rPr>
                        <a:t>Trade</a:t>
                      </a:r>
                      <a:endParaRPr lang="ko-KR">
                        <a:latin typeface="Calibri"/>
                        <a:ea typeface="Calibri"/>
                        <a:cs typeface="Calibri"/>
                      </a:endParaRPr>
                    </a:p>
                    <a:p>
                      <a:pPr algn="ctr">
                        <a:lnSpc>
                          <a:spcPct val="110000"/>
                        </a:lnSpc>
                        <a:buNone/>
                        <a:defRPr lang="ko-KR">
                          <a:latin typeface="Calibri"/>
                          <a:ea typeface="Calibri"/>
                          <a:cs typeface="Calibri"/>
                        </a:defRPr>
                      </a:pPr>
                      <a:r>
                        <a:rPr sz="1500" b="1" lang="ko-KR">
                          <a:solidFill>
                            <a:srgbClr val="000000"/>
                          </a:solidFill>
                          <a:latin typeface="Calibri"/>
                          <a:ea typeface="Calibri"/>
                          <a:cs typeface="Calibri"/>
                        </a:rPr>
                        <a:t>Off</a:t>
                      </a:r>
                      <a:endParaRPr lang="ko-KR">
                        <a:latin typeface="Calibri"/>
                        <a:ea typeface="Calibri"/>
                        <a:cs typeface="Calibri"/>
                      </a:endParaRPr>
                    </a:p>
                  </a:txBody>
                  <a:tcPr marL="91440" marR="91440" marT="45720" marB="45720" anchor="ctr">
                    <a:lnL w="12383">
                      <a:solidFill>
                        <a:srgbClr val="BFBFBF"/>
                      </a:solidFill>
                      <a:prstDash val="solid"/>
                    </a:lnL>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defRPr lang="ko-KR">
                          <a:latin typeface="Calibri"/>
                          <a:ea typeface="Calibri"/>
                          <a:cs typeface="Calibri"/>
                        </a:defRPr>
                      </a:pPr>
                      <a:r>
                        <a:rPr sz="1400" b="0" lang="ko-KR">
                          <a:solidFill>
                            <a:srgbClr val="000000"/>
                          </a:solidFill>
                          <a:latin typeface="Calibri"/>
                          <a:ea typeface="Calibri"/>
                          <a:cs typeface="Calibri"/>
                        </a:rPr>
                        <a:t/>
                      </a:r>
                      <a:endParaRPr lang="ko-KR">
                        <a:latin typeface="Calibri"/>
                        <a:ea typeface="Calibri"/>
                        <a:cs typeface="Calibri"/>
                      </a:endParaRPr>
                    </a:p>
                  </a:txBody>
                  <a:tcPr marL="91440" marR="91440" marT="45720" marB="45720" anchor="ctr">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defRPr lang="ko-KR">
                          <a:latin typeface="Calibri"/>
                          <a:ea typeface="Calibri"/>
                          <a:cs typeface="Calibri"/>
                        </a:defRPr>
                      </a:pPr>
                      <a:r>
                        <a:rPr sz="1400" b="0" lang="ko-KR">
                          <a:solidFill>
                            <a:srgbClr val="000000"/>
                          </a:solidFill>
                          <a:latin typeface="Calibri"/>
                          <a:ea typeface="Calibri"/>
                          <a:cs typeface="Calibri"/>
                        </a:rPr>
                        <a:t/>
                      </a:r>
                      <a:endParaRPr lang="ko-KR">
                        <a:latin typeface="Calibri"/>
                        <a:ea typeface="Calibri"/>
                        <a:cs typeface="Calibri"/>
                      </a:endParaRPr>
                    </a:p>
                  </a:txBody>
                  <a:tcPr marL="91440" marR="91440" marT="45720" marB="45720" anchor="ctr">
                    <a:lnR w="12383">
                      <a:solidFill>
                        <a:srgbClr val="BFBFBF"/>
                      </a:solidFill>
                      <a:prstDash val="solid"/>
                    </a:lnR>
                    <a:lnB w="12383">
                      <a:solidFill>
                        <a:srgbClr val="BFBFBF"/>
                      </a:solidFill>
                      <a:prstDash val="solid"/>
                    </a:lnB>
                    <a:solidFill>
                      <a:srgbClr val="FFFFFF"/>
                    </a:solidFill>
                  </a:tcPr>
                </a:tc>
              </a:tr>
            </a:tbl>
          </a:graphicData>
        </a:graphic>
      </p:graphicFrame>
      <p:sp>
        <p:nvSpPr>
          <p:cNvPr id="2" name="Aim">
            <a:extLst>
              <a:ext uri="{FF2B5EF4-FFF2-40B4-BE49-F238E27FC236}">
                <ns2:creationId id="{EEBED1E1-1FE1-484D-8E4A-7BDFD6EE412F}"/>
              </a:ext>
            </a:extLst>
          </p:cNvPr>
          <p:cNvSpPr>
            <a:spLocks noGrp="1"/>
          </p:cNvSpPr>
          <p:nvPr/>
        </p:nvSpPr>
        <p:spPr>
          <a:xfrm>
            <a:off x="1123950" y="2276475"/>
            <a:ext cx="2571750" cy="628650"/>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Interaction Manager</a:t>
            </a:r>
            <a:endParaRPr lang="ko-KR">
              <a:latin typeface="Calibri"/>
              <a:ea typeface="Calibri"/>
              <a:cs typeface="Calibri"/>
            </a:endParaRPr>
          </a:p>
        </p:txBody>
      </p:sp>
      <p:sp>
        <p:nvSpPr>
          <p:cNvPr id="3" name="Arc">
            <a:extLst>
              <a:ext uri="{FF2B5EF4-FFF2-40B4-BE49-F238E27FC236}">
                <ns2:creationId id="{CAD09213-BE15-4ED4-83CB-A16A14564280}"/>
              </a:ext>
            </a:extLst>
          </p:cNvPr>
          <p:cNvSpPr>
            <a:spLocks noGrp="1"/>
          </p:cNvSpPr>
          <p:nvPr/>
        </p:nvSpPr>
        <p:spPr>
          <a:xfrm>
            <a:off x="4076700" y="2276475"/>
            <a:ext cx="2476500" cy="628650"/>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Controller</a:t>
            </a:r>
            <a:endParaRPr lang="ko-KR">
              <a:latin typeface="Calibri"/>
              <a:ea typeface="Calibri"/>
              <a:cs typeface="Calibri"/>
            </a:endParaRPr>
          </a:p>
        </p:txBody>
      </p:sp>
      <p:sp>
        <p:nvSpPr>
          <p:cNvPr id="4" name="Ama">
            <a:extLst>
              <a:ext uri="{FF2B5EF4-FFF2-40B4-BE49-F238E27FC236}">
                <ns2:creationId id="{98640319-C3C8-4725-A3D1-A9A4184F6442}"/>
              </a:ext>
            </a:extLst>
          </p:cNvPr>
          <p:cNvSpPr>
            <a:spLocks noGrp="1"/>
          </p:cNvSpPr>
          <p:nvPr/>
        </p:nvSpPr>
        <p:spPr>
          <a:xfrm>
            <a:off x="6934200" y="2276475"/>
            <a:ext cx="2476500" cy="628650"/>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Model Access</a:t>
            </a:r>
            <a:endParaRPr lang="ko-KR">
              <a:latin typeface="Calibri"/>
              <a:ea typeface="Calibri"/>
              <a:cs typeface="Calibri"/>
            </a:endParaRPr>
          </a:p>
        </p:txBody>
      </p:sp>
      <p:sp>
        <p:nvSpPr>
          <p:cNvPr id="5" name="Ari">
            <a:extLst>
              <a:ext uri="{FF2B5EF4-FFF2-40B4-BE49-F238E27FC236}">
                <ns2:creationId id="{B3503104-FC3E-4A4A-A3AB-66CD6574DE5E}"/>
              </a:ext>
            </a:extLst>
          </p:cNvPr>
          <p:cNvSpPr>
            <a:spLocks noGrp="1"/>
          </p:cNvSpPr>
          <p:nvPr/>
        </p:nvSpPr>
        <p:spPr>
          <a:xfrm>
            <a:off x="1123950" y="3162300"/>
            <a:ext cx="8286750" cy="3076575"/>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latin typeface="Calibri"/>
              <a:ea typeface="Calibri"/>
              <a:cs typeface="Calibri"/>
            </a:endParaRPr>
          </a:p>
        </p:txBody>
      </p:sp>
      <p:sp>
        <p:nvSpPr>
          <p:cNvPr id="6" name="Bim">
            <a:extLst>
              <a:ext uri="{FF2B5EF4-FFF2-40B4-BE49-F238E27FC236}">
                <ns2:creationId id="{38F4C52D-2214-446D-A286-BDD410199AEF}"/>
              </a:ext>
            </a:extLst>
          </p:cNvPr>
          <p:cNvSpPr>
            <a:spLocks noGrp="1"/>
          </p:cNvSpPr>
          <p:nvPr/>
        </p:nvSpPr>
        <p:spPr>
          <a:xfrm>
            <a:off x="9696450" y="2276475"/>
            <a:ext cx="2571750" cy="628650"/>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Interaction Manager</a:t>
            </a:r>
            <a:endParaRPr lang="ko-KR">
              <a:latin typeface="Calibri"/>
              <a:ea typeface="Calibri"/>
              <a:cs typeface="Calibri"/>
            </a:endParaRPr>
          </a:p>
        </p:txBody>
      </p:sp>
      <p:sp>
        <p:nvSpPr>
          <p:cNvPr id="7" name="Brc">
            <a:extLst>
              <a:ext uri="{FF2B5EF4-FFF2-40B4-BE49-F238E27FC236}">
                <ns2:creationId id="{3861AF0F-AF97-4475-917C-95FD5FF5814A}"/>
              </a:ext>
            </a:extLst>
          </p:cNvPr>
          <p:cNvSpPr>
            <a:spLocks noGrp="1"/>
          </p:cNvSpPr>
          <p:nvPr/>
        </p:nvSpPr>
        <p:spPr>
          <a:xfrm>
            <a:off x="12649200" y="2276475"/>
            <a:ext cx="2476500" cy="628650"/>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Controller</a:t>
            </a:r>
            <a:endParaRPr lang="ko-KR">
              <a:latin typeface="Calibri"/>
              <a:ea typeface="Calibri"/>
              <a:cs typeface="Calibri"/>
            </a:endParaRPr>
          </a:p>
        </p:txBody>
      </p:sp>
      <p:sp>
        <p:nvSpPr>
          <p:cNvPr id="8" name="Bma">
            <a:extLst>
              <a:ext uri="{FF2B5EF4-FFF2-40B4-BE49-F238E27FC236}">
                <ns2:creationId id="{CD321E55-6189-4241-AE39-9EFF51ECF03F}"/>
              </a:ext>
            </a:extLst>
          </p:cNvPr>
          <p:cNvSpPr>
            <a:spLocks noGrp="1"/>
          </p:cNvSpPr>
          <p:nvPr/>
        </p:nvSpPr>
        <p:spPr>
          <a:xfrm>
            <a:off x="15506700" y="2276475"/>
            <a:ext cx="2476500" cy="628650"/>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Model Access</a:t>
            </a:r>
            <a:endParaRPr lang="ko-KR">
              <a:latin typeface="Calibri"/>
              <a:ea typeface="Calibri"/>
              <a:cs typeface="Calibri"/>
            </a:endParaRPr>
          </a:p>
        </p:txBody>
      </p:sp>
      <p:sp>
        <p:nvSpPr>
          <p:cNvPr id="9" name="Bri">
            <a:extLst>
              <a:ext uri="{FF2B5EF4-FFF2-40B4-BE49-F238E27FC236}">
                <ns2:creationId id="{BD69D292-77ED-48BB-AAB0-01CC828193DC}"/>
              </a:ext>
            </a:extLst>
          </p:cNvPr>
          <p:cNvSpPr>
            <a:spLocks noGrp="1"/>
          </p:cNvSpPr>
          <p:nvPr/>
        </p:nvSpPr>
        <p:spPr>
          <a:xfrm>
            <a:off x="9696450" y="3162300"/>
            <a:ext cx="8286750" cy="3076575"/>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latin typeface="Calibri"/>
              <a:ea typeface="Calibri"/>
              <a:cs typeface="Calibri"/>
            </a:endParaRPr>
          </a:p>
        </p:txBody>
      </p:sp>
      <p:sp>
        <p:nvSpPr>
          <p:cNvPr id="10" name="Bspeech">
            <a:extLst>
              <a:ext uri="{FF2B5EF4-FFF2-40B4-BE49-F238E27FC236}">
                <ns2:creationId id="{01A9C599-EBF3-4605-83EC-012197C4ADBD}"/>
              </a:ext>
            </a:extLst>
          </p:cNvPr>
          <p:cNvSpPr>
            <a:spLocks noGrp="1"/>
          </p:cNvSpPr>
          <p:nvPr/>
        </p:nvSpPr>
        <p:spPr>
          <a:xfrm>
            <a:off x="12382500" y="4019550"/>
            <a:ext cx="2381250" cy="1343025"/>
          </a:xfrm>
          <a:prstGeom prst="rect">
            <a:avLst/>
          </a:prstGeom>
          <a:solidFill>
            <a:srgbClr val="FFF4D7"/>
          </a:solidFill>
          <a:ln w="10478">
            <a:solidFill>
              <a:srgbClr val="000000"/>
            </a:solidFill>
            <a:prstDash val="solid"/>
          </a:ln>
        </p:spPr>
        <p:txBody>
          <a:bodyPr wrap="none" lIns="76200" tIns="38100" rIns="19050" bIns="0" anchor="t">
            <a:noAutofit/>
          </a:bodyPr>
          <a:lstStyle>
            <a:defPPr algn="l">
              <a:defRPr sz="1100" b="1" lang="ko-KR">
                <a:solidFill>
                  <a:srgbClr val="000000"/>
                </a:solidFill>
                <a:latin typeface="Calibri"/>
                <a:ea typeface="Calibri"/>
                <a:cs typeface="Calibri"/>
              </a:defRPr>
            </a:defPPr>
          </a:lstStyle>
          <a:p>
            <a:pPr algn="l">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Speech Reference Producer</a:t>
            </a:r>
            <a:endParaRPr lang="ko-KR">
              <a:latin typeface="Calibri"/>
              <a:ea typeface="Calibri"/>
              <a:cs typeface="Calibri"/>
            </a:endParaRPr>
          </a:p>
        </p:txBody>
      </p:sp>
      <p:sp>
        <p:nvSpPr>
          <p:cNvPr id="11" name="Bscreen">
            <a:extLst>
              <a:ext uri="{FF2B5EF4-FFF2-40B4-BE49-F238E27FC236}">
                <ns2:creationId id="{A171FAD6-F3FF-4238-9FB2-F8755BC9C43F}"/>
              </a:ext>
            </a:extLst>
          </p:cNvPr>
          <p:cNvSpPr>
            <a:spLocks noGrp="1"/>
          </p:cNvSpPr>
          <p:nvPr/>
        </p:nvSpPr>
        <p:spPr>
          <a:xfrm>
            <a:off x="15211425" y="4019550"/>
            <a:ext cx="2533650" cy="1343025"/>
          </a:xfrm>
          <a:prstGeom prst="rect">
            <a:avLst/>
          </a:prstGeom>
          <a:solidFill>
            <a:srgbClr val="FFF4D7"/>
          </a:solidFill>
          <a:ln w="10478">
            <a:solidFill>
              <a:srgbClr val="000000"/>
            </a:solidFill>
            <a:prstDash val="solid"/>
          </a:ln>
        </p:spPr>
        <p:txBody>
          <a:bodyPr wrap="none" lIns="76200" tIns="38100" rIns="19050" bIns="0" anchor="t">
            <a:noAutofit/>
          </a:bodyPr>
          <a:lstStyle>
            <a:defPPr algn="l">
              <a:defRPr sz="1200" b="1" lang="ko-KR">
                <a:solidFill>
                  <a:srgbClr val="000000"/>
                </a:solidFill>
                <a:latin typeface="Calibri"/>
                <a:ea typeface="Calibri"/>
                <a:cs typeface="Calibri"/>
              </a:defRPr>
            </a:defPPr>
          </a:lstStyle>
          <a:p>
            <a:pPr algn="l">
              <a:lnSpc>
                <a:spcPct val="100000"/>
              </a:lnSpc>
              <a:buNone/>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Screen Target Producer</a:t>
            </a:r>
            <a:endParaRPr lang="ko-KR">
              <a:latin typeface="Calibri"/>
              <a:ea typeface="Calibri"/>
              <a:cs typeface="Calibri"/>
            </a:endParaRPr>
          </a:p>
        </p:txBody>
      </p:sp>
      <p:sp>
        <p:nvSpPr>
          <p:cNvPr id="12" name="title-rule">
            <a:extLst>
              <a:ext uri="{FF2B5EF4-FFF2-40B4-BE49-F238E27FC236}">
                <ns2:creationId id="{A7838148-C85A-46FA-9DFE-58C644769131}"/>
              </a:ext>
            </a:extLst>
          </p:cNvPr>
          <p:cNvSpPr>
            <a:spLocks noGrp="1"/>
          </p:cNvSpPr>
          <p:nvPr/>
        </p:nvSpPr>
        <p:spPr>
          <a:xfrm>
            <a:off x="571500" y="847725"/>
            <a:ext cx="17335500" cy="953"/>
          </a:xfrm>
          <a:custGeom>
            <a:pathLst>
              <a:path w="17335500" h="953">
                <a:moveTo>
                  <a:pt x="0" y="0"/>
                </a:moveTo>
                <a:lnTo>
                  <a:pt x="17335500" y="0"/>
                </a:lnTo>
              </a:path>
            </a:pathLst>
          </a:custGeom>
          <a:noFill/>
          <a:ln w="19050">
            <a:solidFill>
              <a:srgbClr val="A8A8A8"/>
            </a:solidFill>
            <a:prstDash val="solid"/>
          </a:ln>
        </p:spPr>
      </p:sp>
      <p:sp>
        <p:nvSpPr>
          <p:cNvPr id="13" name="legend-call">
            <a:extLst>
              <a:ext uri="{FF2B5EF4-FFF2-40B4-BE49-F238E27FC236}">
                <ns2:creationId id="{920DFC06-EFC8-437B-B36B-32480BCF5A4D}"/>
              </a:ext>
            </a:extLst>
          </p:cNvPr>
          <p:cNvSpPr>
            <a:spLocks noGrp="1"/>
          </p:cNvSpPr>
          <p:nvPr/>
        </p:nvSpPr>
        <p:spPr>
          <a:xfrm>
            <a:off x="228600" y="5362575"/>
            <a:ext cx="666750" cy="953"/>
          </a:xfrm>
          <a:custGeom>
            <a:pathLst>
              <a:path w="666750" h="953">
                <a:moveTo>
                  <a:pt x="0" y="0"/>
                </a:moveTo>
                <a:lnTo>
                  <a:pt x="666750" y="0"/>
                </a:lnTo>
              </a:path>
            </a:pathLst>
          </a:custGeom>
          <a:noFill/>
          <a:ln w="12383">
            <a:solidFill>
              <a:srgbClr val="000000"/>
            </a:solidFill>
            <a:prstDash val="solid"/>
          </a:ln>
        </p:spPr>
      </p:sp>
      <p:sp>
        <p:nvSpPr>
          <p:cNvPr id="14" name="legend-call-arrow">
            <a:extLst>
              <a:ext uri="{FF2B5EF4-FFF2-40B4-BE49-F238E27FC236}">
                <ns2:creationId id="{F8F5CE35-42D2-4000-938A-E4030A6AAA94}"/>
              </a:ext>
            </a:extLst>
          </p:cNvPr>
          <p:cNvSpPr>
            <a:spLocks noGrp="1"/>
          </p:cNvSpPr>
          <p:nvPr/>
        </p:nvSpPr>
        <p:spPr>
          <a:xfrm>
            <a:off x="826736" y="5329431"/>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15" name="legend-return">
            <a:extLst>
              <a:ext uri="{FF2B5EF4-FFF2-40B4-BE49-F238E27FC236}">
                <ns2:creationId id="{90D238BC-68F7-40FB-BE30-027F549A9146}"/>
              </a:ext>
            </a:extLst>
          </p:cNvPr>
          <p:cNvSpPr>
            <a:spLocks noGrp="1"/>
          </p:cNvSpPr>
          <p:nvPr/>
        </p:nvSpPr>
        <p:spPr>
          <a:xfrm>
            <a:off x="228600" y="5924550"/>
            <a:ext cx="666750" cy="953"/>
          </a:xfrm>
          <a:custGeom>
            <a:pathLst>
              <a:path w="666750" h="953">
                <a:moveTo>
                  <a:pt x="0" y="0"/>
                </a:moveTo>
                <a:lnTo>
                  <a:pt x="666750" y="0"/>
                </a:lnTo>
              </a:path>
            </a:pathLst>
          </a:custGeom>
          <a:noFill/>
          <a:ln w="12383">
            <a:solidFill>
              <a:srgbClr val="000000"/>
            </a:solidFill>
            <a:prstDash val="dash"/>
          </a:ln>
        </p:spPr>
      </p:sp>
      <p:sp>
        <p:nvSpPr>
          <p:cNvPr id="16" name="legend-return-arrow">
            <a:extLst>
              <a:ext uri="{FF2B5EF4-FFF2-40B4-BE49-F238E27FC236}">
                <ns2:creationId id="{F81438E9-CCFF-4064-8CD1-7A984F0F453B}"/>
              </a:ext>
            </a:extLst>
          </p:cNvPr>
          <p:cNvSpPr>
            <a:spLocks noGrp="1"/>
          </p:cNvSpPr>
          <p:nvPr/>
        </p:nvSpPr>
        <p:spPr>
          <a:xfrm>
            <a:off x="826736" y="5891406"/>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17" name="Ainput">
            <a:extLst>
              <a:ext uri="{FF2B5EF4-FFF2-40B4-BE49-F238E27FC236}">
                <ns2:creationId id="{117DA85A-E996-493E-82BA-44AA267C9D2F}"/>
              </a:ext>
            </a:extLst>
          </p:cNvPr>
          <p:cNvSpPr>
            <a:spLocks noGrp="1"/>
          </p:cNvSpPr>
          <p:nvPr/>
        </p:nvSpPr>
        <p:spPr>
          <a:xfrm>
            <a:off x="2457450" y="2905125"/>
            <a:ext cx="2857500" cy="571500"/>
          </a:xfrm>
          <a:custGeom>
            <a:pathLst>
              <a:path w="2857500" h="571500">
                <a:moveTo>
                  <a:pt x="2857500" y="0"/>
                </a:moveTo>
                <a:lnTo>
                  <a:pt x="2857500" y="238125"/>
                </a:lnTo>
                <a:lnTo>
                  <a:pt x="0" y="238125"/>
                </a:lnTo>
                <a:lnTo>
                  <a:pt x="0" y="571500"/>
                </a:lnTo>
              </a:path>
            </a:pathLst>
          </a:custGeom>
          <a:noFill/>
          <a:ln w="12383">
            <a:solidFill>
              <a:srgbClr val="000000"/>
            </a:solidFill>
            <a:prstDash val="solid"/>
          </a:ln>
        </p:spPr>
      </p:sp>
      <p:sp>
        <p:nvSpPr>
          <p:cNvPr id="18" name="Ainput-arrow">
            <a:extLst>
              <a:ext uri="{FF2B5EF4-FFF2-40B4-BE49-F238E27FC236}">
                <ns2:creationId id="{7107E3BF-2A8B-4EDE-B984-7E26641B6281}"/>
              </a:ext>
            </a:extLst>
          </p:cNvPr>
          <p:cNvSpPr>
            <a:spLocks noGrp="1"/>
          </p:cNvSpPr>
          <p:nvPr/>
        </p:nvSpPr>
        <p:spPr>
          <a:xfrm>
            <a:off x="2424306" y="3408011"/>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19" name="Aport-inbox">
            <a:extLst>
              <a:ext uri="{FF2B5EF4-FFF2-40B4-BE49-F238E27FC236}">
                <ns2:creationId id="{A83755CD-AAD2-43A2-959B-BA1C3360FF08}"/>
              </a:ext>
            </a:extLst>
          </p:cNvPr>
          <p:cNvSpPr>
            <a:spLocks noGrp="1"/>
          </p:cNvSpPr>
          <p:nvPr/>
        </p:nvSpPr>
        <p:spPr>
          <a:xfrm>
            <a:off x="3714750" y="3648075"/>
            <a:ext cx="4267200" cy="276225"/>
          </a:xfrm>
          <a:custGeom>
            <a:pathLst>
              <a:path w="4267200" h="276225">
                <a:moveTo>
                  <a:pt x="0" y="0"/>
                </a:moveTo>
                <a:lnTo>
                  <a:pt x="142875" y="0"/>
                </a:lnTo>
                <a:lnTo>
                  <a:pt x="142875" y="276225"/>
                </a:lnTo>
                <a:lnTo>
                  <a:pt x="4267200" y="276225"/>
                </a:lnTo>
                <a:lnTo>
                  <a:pt x="4267200" y="171450"/>
                </a:lnTo>
              </a:path>
            </a:pathLst>
          </a:custGeom>
          <a:noFill/>
          <a:ln w="12383">
            <a:solidFill>
              <a:srgbClr val="000000"/>
            </a:solidFill>
            <a:prstDash val="solid"/>
          </a:ln>
        </p:spPr>
      </p:sp>
      <p:sp>
        <p:nvSpPr>
          <p:cNvPr id="20" name="Aport-inbox-arrow">
            <a:extLst>
              <a:ext uri="{FF2B5EF4-FFF2-40B4-BE49-F238E27FC236}">
                <ns2:creationId id="{879F8101-90C7-465F-9AA0-9F08E7964856}"/>
              </a:ext>
            </a:extLst>
          </p:cNvPr>
          <p:cNvSpPr>
            <a:spLocks noGrp="1"/>
          </p:cNvSpPr>
          <p:nvPr/>
        </p:nvSpPr>
        <p:spPr>
          <a:xfrm>
            <a:off x="7948806" y="3819525"/>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21" name="Ainbox-control">
            <a:extLst>
              <a:ext uri="{FF2B5EF4-FFF2-40B4-BE49-F238E27FC236}">
                <ns2:creationId id="{589AA469-6449-4B41-A1CE-3B069509DC32}"/>
              </a:ext>
            </a:extLst>
          </p:cNvPr>
          <p:cNvSpPr>
            <a:spLocks noGrp="1"/>
          </p:cNvSpPr>
          <p:nvPr/>
        </p:nvSpPr>
        <p:spPr>
          <a:xfrm>
            <a:off x="2409825" y="3648075"/>
            <a:ext cx="4333875" cy="447675"/>
          </a:xfrm>
          <a:custGeom>
            <a:pathLst>
              <a:path w="4333875" h="447675">
                <a:moveTo>
                  <a:pt x="4333875" y="0"/>
                </a:moveTo>
                <a:lnTo>
                  <a:pt x="4238625" y="0"/>
                </a:lnTo>
                <a:lnTo>
                  <a:pt x="4238625" y="295275"/>
                </a:lnTo>
                <a:lnTo>
                  <a:pt x="0" y="295275"/>
                </a:lnTo>
                <a:lnTo>
                  <a:pt x="0" y="447675"/>
                </a:lnTo>
              </a:path>
            </a:pathLst>
          </a:custGeom>
          <a:noFill/>
          <a:ln w="12383">
            <a:solidFill>
              <a:srgbClr val="000000"/>
            </a:solidFill>
            <a:prstDash val="solid"/>
          </a:ln>
        </p:spPr>
      </p:sp>
      <p:sp>
        <p:nvSpPr>
          <p:cNvPr id="22" name="Ainbox-control-arrow">
            <a:extLst>
              <a:ext uri="{FF2B5EF4-FFF2-40B4-BE49-F238E27FC236}">
                <ns2:creationId id="{BA6D7115-A665-4F32-BF75-340B4675A62E}"/>
              </a:ext>
            </a:extLst>
          </p:cNvPr>
          <p:cNvSpPr>
            <a:spLocks noGrp="1"/>
          </p:cNvSpPr>
          <p:nvPr/>
        </p:nvSpPr>
        <p:spPr>
          <a:xfrm>
            <a:off x="2376681" y="402713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23" name="Ajob">
            <a:extLst>
              <a:ext uri="{FF2B5EF4-FFF2-40B4-BE49-F238E27FC236}">
                <ns2:creationId id="{6B0D86B4-C373-434C-AF85-4E20AF237919}"/>
              </a:ext>
            </a:extLst>
          </p:cNvPr>
          <p:cNvSpPr>
            <a:spLocks noGrp="1"/>
          </p:cNvSpPr>
          <p:nvPr/>
        </p:nvSpPr>
        <p:spPr>
          <a:xfrm>
            <a:off x="3533775" y="4324350"/>
            <a:ext cx="352425" cy="953"/>
          </a:xfrm>
          <a:custGeom>
            <a:pathLst>
              <a:path w="352425" h="953">
                <a:moveTo>
                  <a:pt x="0" y="0"/>
                </a:moveTo>
                <a:lnTo>
                  <a:pt x="352425" y="0"/>
                </a:lnTo>
              </a:path>
            </a:pathLst>
          </a:custGeom>
          <a:noFill/>
          <a:ln w="12383">
            <a:solidFill>
              <a:srgbClr val="000000"/>
            </a:solidFill>
            <a:prstDash val="solid"/>
          </a:ln>
        </p:spPr>
      </p:sp>
      <p:sp>
        <p:nvSpPr>
          <p:cNvPr id="24" name="Ajob-arrow">
            <a:extLst>
              <a:ext uri="{FF2B5EF4-FFF2-40B4-BE49-F238E27FC236}">
                <ns2:creationId id="{EB88DCB8-1EEF-4C9D-AE26-3FF6C1D5C2DD}"/>
              </a:ext>
            </a:extLst>
          </p:cNvPr>
          <p:cNvSpPr>
            <a:spLocks noGrp="1"/>
          </p:cNvSpPr>
          <p:nvPr/>
        </p:nvSpPr>
        <p:spPr>
          <a:xfrm>
            <a:off x="3817586" y="4291206"/>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25" name="Apop">
            <a:extLst>
              <a:ext uri="{FF2B5EF4-FFF2-40B4-BE49-F238E27FC236}">
                <ns2:creationId id="{195A476C-D741-4147-B11B-DFDAF37DEB94}"/>
              </a:ext>
            </a:extLst>
          </p:cNvPr>
          <p:cNvSpPr>
            <a:spLocks noGrp="1"/>
          </p:cNvSpPr>
          <p:nvPr/>
        </p:nvSpPr>
        <p:spPr>
          <a:xfrm>
            <a:off x="6029325" y="4324350"/>
            <a:ext cx="523875" cy="953"/>
          </a:xfrm>
          <a:custGeom>
            <a:pathLst>
              <a:path w="523875" h="953">
                <a:moveTo>
                  <a:pt x="0" y="0"/>
                </a:moveTo>
                <a:lnTo>
                  <a:pt x="523875" y="0"/>
                </a:lnTo>
              </a:path>
            </a:pathLst>
          </a:custGeom>
          <a:noFill/>
          <a:ln w="12383">
            <a:solidFill>
              <a:srgbClr val="000000"/>
            </a:solidFill>
            <a:prstDash val="solid"/>
          </a:ln>
        </p:spPr>
      </p:sp>
      <p:sp>
        <p:nvSpPr>
          <p:cNvPr id="26" name="Apop-arrow">
            <a:extLst>
              <a:ext uri="{FF2B5EF4-FFF2-40B4-BE49-F238E27FC236}">
                <ns2:creationId id="{801B048B-4F43-4E0E-92FA-85F175106573}"/>
              </a:ext>
            </a:extLst>
          </p:cNvPr>
          <p:cNvSpPr>
            <a:spLocks noGrp="1"/>
          </p:cNvSpPr>
          <p:nvPr/>
        </p:nvSpPr>
        <p:spPr>
          <a:xfrm>
            <a:off x="6484586" y="4291206"/>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27" name="Aapply">
            <a:extLst>
              <a:ext uri="{FF2B5EF4-FFF2-40B4-BE49-F238E27FC236}">
                <ns2:creationId id="{6C533B43-5AB6-474C-B514-8CAFD5DEE8AC}"/>
              </a:ext>
            </a:extLst>
          </p:cNvPr>
          <p:cNvSpPr>
            <a:spLocks noGrp="1"/>
          </p:cNvSpPr>
          <p:nvPr/>
        </p:nvSpPr>
        <p:spPr>
          <a:xfrm>
            <a:off x="7867650" y="4591050"/>
            <a:ext cx="953" cy="571500"/>
          </a:xfrm>
          <a:custGeom>
            <a:pathLst>
              <a:path w="953" h="571500">
                <a:moveTo>
                  <a:pt x="0" y="0"/>
                </a:moveTo>
                <a:lnTo>
                  <a:pt x="0" y="571500"/>
                </a:lnTo>
              </a:path>
            </a:pathLst>
          </a:custGeom>
          <a:noFill/>
          <a:ln w="12383">
            <a:solidFill>
              <a:srgbClr val="000000"/>
            </a:solidFill>
            <a:prstDash val="solid"/>
          </a:ln>
        </p:spPr>
      </p:sp>
      <p:sp>
        <p:nvSpPr>
          <p:cNvPr id="28" name="Aapply-arrow">
            <a:extLst>
              <a:ext uri="{FF2B5EF4-FFF2-40B4-BE49-F238E27FC236}">
                <ns2:creationId id="{FDA56FB2-7EDD-477F-B037-F9C76C8719D9}"/>
              </a:ext>
            </a:extLst>
          </p:cNvPr>
          <p:cNvSpPr>
            <a:spLocks noGrp="1"/>
          </p:cNvSpPr>
          <p:nvPr/>
        </p:nvSpPr>
        <p:spPr>
          <a:xfrm>
            <a:off x="7834506" y="509393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29" name="Adone">
            <a:extLst>
              <a:ext uri="{FF2B5EF4-FFF2-40B4-BE49-F238E27FC236}">
                <ns2:creationId id="{FFA42B92-18EF-49AE-8A3F-E2108CB9D6F6}"/>
              </a:ext>
            </a:extLst>
          </p:cNvPr>
          <p:cNvSpPr>
            <a:spLocks noGrp="1"/>
          </p:cNvSpPr>
          <p:nvPr/>
        </p:nvSpPr>
        <p:spPr>
          <a:xfrm>
            <a:off x="9124950" y="3667125"/>
            <a:ext cx="142875" cy="381000"/>
          </a:xfrm>
          <a:custGeom>
            <a:pathLst>
              <a:path w="142875" h="381000">
                <a:moveTo>
                  <a:pt x="0" y="381000"/>
                </a:moveTo>
                <a:lnTo>
                  <a:pt x="142875" y="381000"/>
                </a:lnTo>
                <a:lnTo>
                  <a:pt x="142875" y="0"/>
                </a:lnTo>
                <a:lnTo>
                  <a:pt x="47625" y="0"/>
                </a:lnTo>
              </a:path>
            </a:pathLst>
          </a:custGeom>
          <a:noFill/>
          <a:ln w="12383">
            <a:solidFill>
              <a:srgbClr val="000000"/>
            </a:solidFill>
            <a:prstDash val="dash"/>
          </a:ln>
        </p:spPr>
      </p:sp>
      <p:sp>
        <p:nvSpPr>
          <p:cNvPr id="30" name="Adone-arrow">
            <a:extLst>
              <a:ext uri="{FF2B5EF4-FFF2-40B4-BE49-F238E27FC236}">
                <ns2:creationId id="{085F70E7-47B8-4B89-8557-4EFD0EEF311A}"/>
              </a:ext>
            </a:extLst>
          </p:cNvPr>
          <p:cNvSpPr>
            <a:spLocks noGrp="1"/>
          </p:cNvSpPr>
          <p:nvPr/>
        </p:nvSpPr>
        <p:spPr>
          <a:xfrm>
            <a:off x="9172575" y="3633981"/>
            <a:ext cx="68614" cy="66289"/>
          </a:xfrm>
          <a:custGeom>
            <a:pathLst>
              <a:path w="68614" h="66289">
                <a:moveTo>
                  <a:pt x="68614" y="0"/>
                </a:moveTo>
                <a:lnTo>
                  <a:pt x="0" y="33144"/>
                </a:lnTo>
                <a:lnTo>
                  <a:pt x="68614" y="66289"/>
                </a:lnTo>
              </a:path>
            </a:pathLst>
          </a:custGeom>
          <a:noFill/>
          <a:ln w="12383">
            <a:solidFill>
              <a:srgbClr val="000000"/>
            </a:solidFill>
            <a:prstDash val="solid"/>
          </a:ln>
        </p:spPr>
      </p:sp>
      <p:sp>
        <p:nvSpPr>
          <p:cNvPr id="31" name="Areturn">
            <a:extLst>
              <a:ext uri="{FF2B5EF4-FFF2-40B4-BE49-F238E27FC236}">
                <ns2:creationId id="{5274D5EB-69C4-42C4-9765-8F56BF1B1134}"/>
              </a:ext>
            </a:extLst>
          </p:cNvPr>
          <p:cNvSpPr>
            <a:spLocks noGrp="1"/>
          </p:cNvSpPr>
          <p:nvPr/>
        </p:nvSpPr>
        <p:spPr>
          <a:xfrm>
            <a:off x="2409825" y="3781425"/>
            <a:ext cx="4333875" cy="1190625"/>
          </a:xfrm>
          <a:custGeom>
            <a:pathLst>
              <a:path w="4333875" h="1190625">
                <a:moveTo>
                  <a:pt x="4333875" y="0"/>
                </a:moveTo>
                <a:lnTo>
                  <a:pt x="4086225" y="0"/>
                </a:lnTo>
                <a:lnTo>
                  <a:pt x="4086225" y="1190625"/>
                </a:lnTo>
                <a:lnTo>
                  <a:pt x="0" y="1190625"/>
                </a:lnTo>
                <a:lnTo>
                  <a:pt x="0" y="781050"/>
                </a:lnTo>
              </a:path>
            </a:pathLst>
          </a:custGeom>
          <a:noFill/>
          <a:ln w="12383">
            <a:solidFill>
              <a:srgbClr val="000000"/>
            </a:solidFill>
            <a:prstDash val="dash"/>
          </a:ln>
        </p:spPr>
      </p:sp>
      <p:sp>
        <p:nvSpPr>
          <p:cNvPr id="32" name="Areturn-arrow">
            <a:extLst>
              <a:ext uri="{FF2B5EF4-FFF2-40B4-BE49-F238E27FC236}">
                <ns2:creationId id="{51A42465-5950-4EDB-B4EA-93CC2833CF19}"/>
              </a:ext>
            </a:extLst>
          </p:cNvPr>
          <p:cNvSpPr>
            <a:spLocks noGrp="1"/>
          </p:cNvSpPr>
          <p:nvPr/>
        </p:nvSpPr>
        <p:spPr>
          <a:xfrm>
            <a:off x="2376681" y="4562475"/>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33" name="Aproposal">
            <a:extLst>
              <a:ext uri="{FF2B5EF4-FFF2-40B4-BE49-F238E27FC236}">
                <ns2:creationId id="{21438731-B3D3-4FBA-BC45-0FFD2B0ACC96}"/>
              </a:ext>
            </a:extLst>
          </p:cNvPr>
          <p:cNvSpPr>
            <a:spLocks noGrp="1"/>
          </p:cNvSpPr>
          <p:nvPr/>
        </p:nvSpPr>
        <p:spPr>
          <a:xfrm>
            <a:off x="2409825" y="4562475"/>
            <a:ext cx="4000500" cy="2200275"/>
          </a:xfrm>
          <a:custGeom>
            <a:pathLst>
              <a:path w="4000500" h="2200275">
                <a:moveTo>
                  <a:pt x="0" y="0"/>
                </a:moveTo>
                <a:lnTo>
                  <a:pt x="0" y="895350"/>
                </a:lnTo>
                <a:lnTo>
                  <a:pt x="4000500" y="895350"/>
                </a:lnTo>
                <a:lnTo>
                  <a:pt x="4000500" y="2162175"/>
                </a:lnTo>
                <a:lnTo>
                  <a:pt x="2762250" y="2162175"/>
                </a:lnTo>
                <a:lnTo>
                  <a:pt x="2762250" y="2200275"/>
                </a:lnTo>
              </a:path>
            </a:pathLst>
          </a:custGeom>
          <a:noFill/>
          <a:ln w="12383">
            <a:solidFill>
              <a:srgbClr val="000000"/>
            </a:solidFill>
            <a:prstDash val="solid"/>
          </a:ln>
        </p:spPr>
      </p:sp>
      <p:sp>
        <p:nvSpPr>
          <p:cNvPr id="34" name="Aproposal-arrow">
            <a:extLst>
              <a:ext uri="{FF2B5EF4-FFF2-40B4-BE49-F238E27FC236}">
                <ns2:creationId id="{0FC33CA5-03AE-415A-BBE0-391E367EBD1D}"/>
              </a:ext>
            </a:extLst>
          </p:cNvPr>
          <p:cNvSpPr>
            <a:spLocks noGrp="1"/>
          </p:cNvSpPr>
          <p:nvPr/>
        </p:nvSpPr>
        <p:spPr>
          <a:xfrm>
            <a:off x="5138931" y="669413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35" name="Binput">
            <a:extLst>
              <a:ext uri="{FF2B5EF4-FFF2-40B4-BE49-F238E27FC236}">
                <ns2:creationId id="{997E1F59-21AB-4776-AE1D-5F675E5D2F47}"/>
              </a:ext>
            </a:extLst>
          </p:cNvPr>
          <p:cNvSpPr>
            <a:spLocks noGrp="1"/>
          </p:cNvSpPr>
          <p:nvPr/>
        </p:nvSpPr>
        <p:spPr>
          <a:xfrm>
            <a:off x="11029950" y="2905125"/>
            <a:ext cx="2857500" cy="571500"/>
          </a:xfrm>
          <a:custGeom>
            <a:pathLst>
              <a:path w="2857500" h="571500">
                <a:moveTo>
                  <a:pt x="2857500" y="0"/>
                </a:moveTo>
                <a:lnTo>
                  <a:pt x="2857500" y="238125"/>
                </a:lnTo>
                <a:lnTo>
                  <a:pt x="0" y="238125"/>
                </a:lnTo>
                <a:lnTo>
                  <a:pt x="0" y="571500"/>
                </a:lnTo>
              </a:path>
            </a:pathLst>
          </a:custGeom>
          <a:noFill/>
          <a:ln w="12383">
            <a:solidFill>
              <a:srgbClr val="000000"/>
            </a:solidFill>
            <a:prstDash val="solid"/>
          </a:ln>
        </p:spPr>
      </p:sp>
      <p:sp>
        <p:nvSpPr>
          <p:cNvPr id="36" name="Binput-arrow">
            <a:extLst>
              <a:ext uri="{FF2B5EF4-FFF2-40B4-BE49-F238E27FC236}">
                <ns2:creationId id="{A1C8F7EF-4662-4764-8EDF-5133F8A1F754}"/>
              </a:ext>
            </a:extLst>
          </p:cNvPr>
          <p:cNvSpPr>
            <a:spLocks noGrp="1"/>
          </p:cNvSpPr>
          <p:nvPr/>
        </p:nvSpPr>
        <p:spPr>
          <a:xfrm>
            <a:off x="10996806" y="3408011"/>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37" name="Bport-inbox">
            <a:extLst>
              <a:ext uri="{FF2B5EF4-FFF2-40B4-BE49-F238E27FC236}">
                <ns2:creationId id="{34DEE37A-052E-47CA-A206-4CE0F9EE0E08}"/>
              </a:ext>
            </a:extLst>
          </p:cNvPr>
          <p:cNvSpPr>
            <a:spLocks noGrp="1"/>
          </p:cNvSpPr>
          <p:nvPr/>
        </p:nvSpPr>
        <p:spPr>
          <a:xfrm>
            <a:off x="12287250" y="3648075"/>
            <a:ext cx="4267200" cy="238125"/>
          </a:xfrm>
          <a:custGeom>
            <a:pathLst>
              <a:path w="4267200" h="238125">
                <a:moveTo>
                  <a:pt x="0" y="0"/>
                </a:moveTo>
                <a:lnTo>
                  <a:pt x="142875" y="0"/>
                </a:lnTo>
                <a:lnTo>
                  <a:pt x="142875" y="238125"/>
                </a:lnTo>
                <a:lnTo>
                  <a:pt x="4267200" y="238125"/>
                </a:lnTo>
                <a:lnTo>
                  <a:pt x="4267200" y="171450"/>
                </a:lnTo>
              </a:path>
            </a:pathLst>
          </a:custGeom>
          <a:noFill/>
          <a:ln w="12383">
            <a:solidFill>
              <a:srgbClr val="000000"/>
            </a:solidFill>
            <a:prstDash val="solid"/>
          </a:ln>
        </p:spPr>
      </p:sp>
      <p:sp>
        <p:nvSpPr>
          <p:cNvPr id="38" name="Bport-inbox-arrow">
            <a:extLst>
              <a:ext uri="{FF2B5EF4-FFF2-40B4-BE49-F238E27FC236}">
                <ns2:creationId id="{F0F62B78-6921-4B2F-913C-6A06CB61851D}"/>
              </a:ext>
            </a:extLst>
          </p:cNvPr>
          <p:cNvSpPr>
            <a:spLocks noGrp="1"/>
          </p:cNvSpPr>
          <p:nvPr/>
        </p:nvSpPr>
        <p:spPr>
          <a:xfrm>
            <a:off x="16521306" y="3819525"/>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39" name="Bcontrol">
            <a:extLst>
              <a:ext uri="{FF2B5EF4-FFF2-40B4-BE49-F238E27FC236}">
                <ns2:creationId id="{51C67ABD-B8B1-44C4-9CE2-179560F44D26}"/>
              </a:ext>
            </a:extLst>
          </p:cNvPr>
          <p:cNvSpPr>
            <a:spLocks noGrp="1"/>
          </p:cNvSpPr>
          <p:nvPr/>
        </p:nvSpPr>
        <p:spPr>
          <a:xfrm>
            <a:off x="11029950" y="3705225"/>
            <a:ext cx="4286250" cy="409575"/>
          </a:xfrm>
          <a:custGeom>
            <a:pathLst>
              <a:path w="4286250" h="409575">
                <a:moveTo>
                  <a:pt x="4286250" y="0"/>
                </a:moveTo>
                <a:lnTo>
                  <a:pt x="4105275" y="0"/>
                </a:lnTo>
                <a:lnTo>
                  <a:pt x="4105275" y="266700"/>
                </a:lnTo>
                <a:lnTo>
                  <a:pt x="0" y="266700"/>
                </a:lnTo>
                <a:lnTo>
                  <a:pt x="0" y="409575"/>
                </a:lnTo>
              </a:path>
            </a:pathLst>
          </a:custGeom>
          <a:noFill/>
          <a:ln w="12383">
            <a:solidFill>
              <a:srgbClr val="000000"/>
            </a:solidFill>
            <a:prstDash val="solid"/>
          </a:ln>
        </p:spPr>
      </p:sp>
      <p:sp>
        <p:nvSpPr>
          <p:cNvPr id="40" name="Bcontrol-arrow">
            <a:extLst>
              <a:ext uri="{FF2B5EF4-FFF2-40B4-BE49-F238E27FC236}">
                <ns2:creationId id="{72A74D27-F560-4A39-896C-E9FEFD7BEC94}"/>
              </a:ext>
            </a:extLst>
          </p:cNvPr>
          <p:cNvSpPr>
            <a:spLocks noGrp="1"/>
          </p:cNvSpPr>
          <p:nvPr/>
        </p:nvSpPr>
        <p:spPr>
          <a:xfrm>
            <a:off x="10996806" y="404618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41" name="Bfork">
            <a:extLst>
              <a:ext uri="{FF2B5EF4-FFF2-40B4-BE49-F238E27FC236}">
                <ns2:creationId id="{AE2D94FA-0339-42D8-879E-67232ED1F475}"/>
              </a:ext>
            </a:extLst>
          </p:cNvPr>
          <p:cNvSpPr>
            <a:spLocks noGrp="1"/>
          </p:cNvSpPr>
          <p:nvPr/>
        </p:nvSpPr>
        <p:spPr>
          <a:xfrm>
            <a:off x="12058650" y="3924300"/>
            <a:ext cx="4400550" cy="438150"/>
          </a:xfrm>
          <a:custGeom>
            <a:pathLst>
              <a:path w="4400550" h="438150">
                <a:moveTo>
                  <a:pt x="0" y="400050"/>
                </a:moveTo>
                <a:lnTo>
                  <a:pt x="161925" y="400050"/>
                </a:lnTo>
                <a:lnTo>
                  <a:pt x="161925" y="0"/>
                </a:lnTo>
                <a:lnTo>
                  <a:pt x="4400550" y="0"/>
                </a:lnTo>
                <a:lnTo>
                  <a:pt x="4400550" y="438150"/>
                </a:lnTo>
              </a:path>
            </a:pathLst>
          </a:custGeom>
          <a:noFill/>
          <a:ln w="12383">
            <a:solidFill>
              <a:srgbClr val="000000"/>
            </a:solidFill>
            <a:prstDash val="solid"/>
          </a:ln>
        </p:spPr>
      </p:sp>
      <p:sp>
        <p:nvSpPr>
          <p:cNvPr id="42" name="Bfork-arrow">
            <a:extLst>
              <a:ext uri="{FF2B5EF4-FFF2-40B4-BE49-F238E27FC236}">
                <ns2:creationId id="{5F217E09-C436-4650-BA1D-7ACACAF132AF}"/>
              </a:ext>
            </a:extLst>
          </p:cNvPr>
          <p:cNvSpPr>
            <a:spLocks noGrp="1"/>
          </p:cNvSpPr>
          <p:nvPr/>
        </p:nvSpPr>
        <p:spPr>
          <a:xfrm>
            <a:off x="16426056" y="429383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43" name="Bfork2">
            <a:extLst>
              <a:ext uri="{FF2B5EF4-FFF2-40B4-BE49-F238E27FC236}">
                <ns2:creationId id="{0CA8F22D-2370-4009-BAAC-15C57881722E}"/>
              </a:ext>
            </a:extLst>
          </p:cNvPr>
          <p:cNvSpPr>
            <a:spLocks noGrp="1"/>
          </p:cNvSpPr>
          <p:nvPr/>
        </p:nvSpPr>
        <p:spPr>
          <a:xfrm>
            <a:off x="13573125" y="3924300"/>
            <a:ext cx="953" cy="438150"/>
          </a:xfrm>
          <a:custGeom>
            <a:pathLst>
              <a:path w="953" h="438150">
                <a:moveTo>
                  <a:pt x="0" y="0"/>
                </a:moveTo>
                <a:lnTo>
                  <a:pt x="0" y="438150"/>
                </a:lnTo>
              </a:path>
            </a:pathLst>
          </a:custGeom>
          <a:noFill/>
          <a:ln w="12383">
            <a:solidFill>
              <a:srgbClr val="000000"/>
            </a:solidFill>
            <a:prstDash val="solid"/>
          </a:ln>
        </p:spPr>
      </p:sp>
      <p:sp>
        <p:nvSpPr>
          <p:cNvPr id="44" name="Bfork2-arrow">
            <a:extLst>
              <a:ext uri="{FF2B5EF4-FFF2-40B4-BE49-F238E27FC236}">
                <ns2:creationId id="{77166C37-9101-4D90-AEC5-1AA58EA3A5BC}"/>
              </a:ext>
            </a:extLst>
          </p:cNvPr>
          <p:cNvSpPr>
            <a:spLocks noGrp="1"/>
          </p:cNvSpPr>
          <p:nvPr/>
        </p:nvSpPr>
        <p:spPr>
          <a:xfrm>
            <a:off x="13539981" y="429383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45" name="Bsjob">
            <a:extLst>
              <a:ext uri="{FF2B5EF4-FFF2-40B4-BE49-F238E27FC236}">
                <ns2:creationId id="{5AE8FCAF-5F52-47A0-B19A-9C841AE30DB8}"/>
              </a:ext>
            </a:extLst>
          </p:cNvPr>
          <p:cNvSpPr>
            <a:spLocks noGrp="1"/>
          </p:cNvSpPr>
          <p:nvPr/>
        </p:nvSpPr>
        <p:spPr>
          <a:xfrm>
            <a:off x="13573125" y="4638675"/>
            <a:ext cx="953" cy="266700"/>
          </a:xfrm>
          <a:custGeom>
            <a:pathLst>
              <a:path w="953" h="266700">
                <a:moveTo>
                  <a:pt x="0" y="0"/>
                </a:moveTo>
                <a:lnTo>
                  <a:pt x="0" y="266700"/>
                </a:lnTo>
              </a:path>
            </a:pathLst>
          </a:custGeom>
          <a:noFill/>
          <a:ln w="12383">
            <a:solidFill>
              <a:srgbClr val="000000"/>
            </a:solidFill>
            <a:prstDash val="solid"/>
          </a:ln>
        </p:spPr>
      </p:sp>
      <p:sp>
        <p:nvSpPr>
          <p:cNvPr id="46" name="Bsjob-arrow">
            <a:extLst>
              <a:ext uri="{FF2B5EF4-FFF2-40B4-BE49-F238E27FC236}">
                <ns2:creationId id="{EB356C0E-B040-48BA-955A-FB57BFE53D1F}"/>
              </a:ext>
            </a:extLst>
          </p:cNvPr>
          <p:cNvSpPr>
            <a:spLocks noGrp="1"/>
          </p:cNvSpPr>
          <p:nvPr/>
        </p:nvSpPr>
        <p:spPr>
          <a:xfrm>
            <a:off x="13539981" y="4836761"/>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47" name="Bcjob">
            <a:extLst>
              <a:ext uri="{FF2B5EF4-FFF2-40B4-BE49-F238E27FC236}">
                <ns2:creationId id="{26231B44-1898-4F72-A9DE-4C16F4F90C7F}"/>
              </a:ext>
            </a:extLst>
          </p:cNvPr>
          <p:cNvSpPr>
            <a:spLocks noGrp="1"/>
          </p:cNvSpPr>
          <p:nvPr/>
        </p:nvSpPr>
        <p:spPr>
          <a:xfrm>
            <a:off x="16478250" y="4638675"/>
            <a:ext cx="953" cy="266700"/>
          </a:xfrm>
          <a:custGeom>
            <a:pathLst>
              <a:path w="953" h="266700">
                <a:moveTo>
                  <a:pt x="0" y="0"/>
                </a:moveTo>
                <a:lnTo>
                  <a:pt x="0" y="266700"/>
                </a:lnTo>
              </a:path>
            </a:pathLst>
          </a:custGeom>
          <a:noFill/>
          <a:ln w="12383">
            <a:solidFill>
              <a:srgbClr val="000000"/>
            </a:solidFill>
            <a:prstDash val="solid"/>
          </a:ln>
        </p:spPr>
      </p:sp>
      <p:sp>
        <p:nvSpPr>
          <p:cNvPr id="48" name="Bcjob-arrow">
            <a:extLst>
              <a:ext uri="{FF2B5EF4-FFF2-40B4-BE49-F238E27FC236}">
                <ns2:creationId id="{A04C5443-4643-40B3-B9FE-DFDB14B73477}"/>
              </a:ext>
            </a:extLst>
          </p:cNvPr>
          <p:cNvSpPr>
            <a:spLocks noGrp="1"/>
          </p:cNvSpPr>
          <p:nvPr/>
        </p:nvSpPr>
        <p:spPr>
          <a:xfrm>
            <a:off x="16445106" y="4836761"/>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49" name="Bpublish1">
            <a:extLst>
              <a:ext uri="{FF2B5EF4-FFF2-40B4-BE49-F238E27FC236}">
                <ns2:creationId id="{BF345647-CA9F-4265-94BE-DC564D14A44B}"/>
              </a:ext>
            </a:extLst>
          </p:cNvPr>
          <p:cNvSpPr>
            <a:spLocks noGrp="1"/>
          </p:cNvSpPr>
          <p:nvPr/>
        </p:nvSpPr>
        <p:spPr>
          <a:xfrm>
            <a:off x="13573125" y="5191125"/>
            <a:ext cx="953" cy="466725"/>
          </a:xfrm>
          <a:custGeom>
            <a:pathLst>
              <a:path w="953" h="466725">
                <a:moveTo>
                  <a:pt x="0" y="0"/>
                </a:moveTo>
                <a:lnTo>
                  <a:pt x="0" y="466725"/>
                </a:lnTo>
              </a:path>
            </a:pathLst>
          </a:custGeom>
          <a:noFill/>
          <a:ln w="12383">
            <a:solidFill>
              <a:srgbClr val="000000"/>
            </a:solidFill>
            <a:prstDash val="solid"/>
          </a:ln>
        </p:spPr>
      </p:sp>
      <p:sp>
        <p:nvSpPr>
          <p:cNvPr id="50" name="Bpublish1-arrow">
            <a:extLst>
              <a:ext uri="{FF2B5EF4-FFF2-40B4-BE49-F238E27FC236}">
                <ns2:creationId id="{806E264B-4AEC-46F8-83B0-A43B1971F88E}"/>
              </a:ext>
            </a:extLst>
          </p:cNvPr>
          <p:cNvSpPr>
            <a:spLocks noGrp="1"/>
          </p:cNvSpPr>
          <p:nvPr/>
        </p:nvSpPr>
        <p:spPr>
          <a:xfrm>
            <a:off x="13539981" y="558923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51" name="Bpublish2">
            <a:extLst>
              <a:ext uri="{FF2B5EF4-FFF2-40B4-BE49-F238E27FC236}">
                <ns2:creationId id="{9BE80229-C4BB-45F8-BBC3-D2E8C3DBFF43}"/>
              </a:ext>
            </a:extLst>
          </p:cNvPr>
          <p:cNvSpPr>
            <a:spLocks noGrp="1"/>
          </p:cNvSpPr>
          <p:nvPr/>
        </p:nvSpPr>
        <p:spPr>
          <a:xfrm>
            <a:off x="16478250" y="5191125"/>
            <a:ext cx="953" cy="466725"/>
          </a:xfrm>
          <a:custGeom>
            <a:pathLst>
              <a:path w="953" h="466725">
                <a:moveTo>
                  <a:pt x="0" y="0"/>
                </a:moveTo>
                <a:lnTo>
                  <a:pt x="0" y="466725"/>
                </a:lnTo>
              </a:path>
            </a:pathLst>
          </a:custGeom>
          <a:noFill/>
          <a:ln w="12383">
            <a:solidFill>
              <a:srgbClr val="000000"/>
            </a:solidFill>
            <a:prstDash val="solid"/>
          </a:ln>
        </p:spPr>
      </p:sp>
      <p:sp>
        <p:nvSpPr>
          <p:cNvPr id="52" name="Bpublish2-arrow">
            <a:extLst>
              <a:ext uri="{FF2B5EF4-FFF2-40B4-BE49-F238E27FC236}">
                <ns2:creationId id="{BB9996A5-27A6-4EE5-85D9-9F2FEC72EACC}"/>
              </a:ext>
            </a:extLst>
          </p:cNvPr>
          <p:cNvSpPr>
            <a:spLocks noGrp="1"/>
          </p:cNvSpPr>
          <p:nvPr/>
        </p:nvSpPr>
        <p:spPr>
          <a:xfrm>
            <a:off x="16445106" y="558923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53" name="Bspeech-done">
            <a:extLst>
              <a:ext uri="{FF2B5EF4-FFF2-40B4-BE49-F238E27FC236}">
                <ns2:creationId id="{C159B442-C6AF-4704-8CB9-0B4016DB646E}"/>
              </a:ext>
            </a:extLst>
          </p:cNvPr>
          <p:cNvSpPr>
            <a:spLocks noGrp="1"/>
          </p:cNvSpPr>
          <p:nvPr/>
        </p:nvSpPr>
        <p:spPr>
          <a:xfrm>
            <a:off x="14620875" y="3819525"/>
            <a:ext cx="1933575" cy="1228725"/>
          </a:xfrm>
          <a:custGeom>
            <a:pathLst>
              <a:path w="1933575" h="1228725">
                <a:moveTo>
                  <a:pt x="0" y="1228725"/>
                </a:moveTo>
                <a:lnTo>
                  <a:pt x="295275" y="1228725"/>
                </a:lnTo>
                <a:lnTo>
                  <a:pt x="295275" y="66675"/>
                </a:lnTo>
                <a:lnTo>
                  <a:pt x="1933575" y="66675"/>
                </a:lnTo>
                <a:lnTo>
                  <a:pt x="1933575" y="0"/>
                </a:lnTo>
              </a:path>
            </a:pathLst>
          </a:custGeom>
          <a:noFill/>
          <a:ln w="12383">
            <a:solidFill>
              <a:srgbClr val="000000"/>
            </a:solidFill>
            <a:prstDash val="dash"/>
          </a:ln>
        </p:spPr>
      </p:sp>
      <p:sp>
        <p:nvSpPr>
          <p:cNvPr id="54" name="Bspeech-done-arrow">
            <a:extLst>
              <a:ext uri="{FF2B5EF4-FFF2-40B4-BE49-F238E27FC236}">
                <ns2:creationId id="{8EFF6449-C13D-4F36-8093-654C1D1EAC8C}"/>
              </a:ext>
            </a:extLst>
          </p:cNvPr>
          <p:cNvSpPr>
            <a:spLocks noGrp="1"/>
          </p:cNvSpPr>
          <p:nvPr/>
        </p:nvSpPr>
        <p:spPr>
          <a:xfrm>
            <a:off x="16521306" y="3819525"/>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55" name="Bscreen-done">
            <a:extLst>
              <a:ext uri="{FF2B5EF4-FFF2-40B4-BE49-F238E27FC236}">
                <ns2:creationId id="{770BC771-F83A-4B04-ACA6-4EBCB65E7E5B}"/>
              </a:ext>
            </a:extLst>
          </p:cNvPr>
          <p:cNvSpPr>
            <a:spLocks noGrp="1"/>
          </p:cNvSpPr>
          <p:nvPr/>
        </p:nvSpPr>
        <p:spPr>
          <a:xfrm>
            <a:off x="17602200" y="3648075"/>
            <a:ext cx="257175" cy="1400175"/>
          </a:xfrm>
          <a:custGeom>
            <a:pathLst>
              <a:path w="257175" h="1400175">
                <a:moveTo>
                  <a:pt x="0" y="1400175"/>
                </a:moveTo>
                <a:lnTo>
                  <a:pt x="257175" y="1400175"/>
                </a:lnTo>
                <a:lnTo>
                  <a:pt x="257175" y="0"/>
                </a:lnTo>
                <a:lnTo>
                  <a:pt x="142875" y="0"/>
                </a:lnTo>
              </a:path>
            </a:pathLst>
          </a:custGeom>
          <a:noFill/>
          <a:ln w="12383">
            <a:solidFill>
              <a:srgbClr val="000000"/>
            </a:solidFill>
            <a:prstDash val="dash"/>
          </a:ln>
        </p:spPr>
      </p:sp>
      <p:sp>
        <p:nvSpPr>
          <p:cNvPr id="56" name="Bscreen-done-arrow">
            <a:extLst>
              <a:ext uri="{FF2B5EF4-FFF2-40B4-BE49-F238E27FC236}">
                <ns2:creationId id="{4828F9A6-A350-41F0-A6B3-B347D940A8D0}"/>
              </a:ext>
            </a:extLst>
          </p:cNvPr>
          <p:cNvSpPr>
            <a:spLocks noGrp="1"/>
          </p:cNvSpPr>
          <p:nvPr/>
        </p:nvSpPr>
        <p:spPr>
          <a:xfrm>
            <a:off x="17745075" y="3614931"/>
            <a:ext cx="68614" cy="66289"/>
          </a:xfrm>
          <a:custGeom>
            <a:pathLst>
              <a:path w="68614" h="66289">
                <a:moveTo>
                  <a:pt x="68614" y="0"/>
                </a:moveTo>
                <a:lnTo>
                  <a:pt x="0" y="33144"/>
                </a:lnTo>
                <a:lnTo>
                  <a:pt x="68614" y="66289"/>
                </a:lnTo>
              </a:path>
            </a:pathLst>
          </a:custGeom>
          <a:noFill/>
          <a:ln w="12383">
            <a:solidFill>
              <a:srgbClr val="000000"/>
            </a:solidFill>
            <a:prstDash val="solid"/>
          </a:ln>
        </p:spPr>
      </p:sp>
      <p:sp>
        <p:nvSpPr>
          <p:cNvPr id="57" name="Bsnap">
            <a:extLst>
              <a:ext uri="{FF2B5EF4-FFF2-40B4-BE49-F238E27FC236}">
                <ns2:creationId id="{9BD3782B-7333-4A14-95D2-4D7DDEB45EF1}"/>
              </a:ext>
            </a:extLst>
          </p:cNvPr>
          <p:cNvSpPr>
            <a:spLocks noGrp="1"/>
          </p:cNvSpPr>
          <p:nvPr/>
        </p:nvSpPr>
        <p:spPr>
          <a:xfrm>
            <a:off x="11934825" y="4552950"/>
            <a:ext cx="447675" cy="1304925"/>
          </a:xfrm>
          <a:custGeom>
            <a:pathLst>
              <a:path w="447675" h="1304925">
                <a:moveTo>
                  <a:pt x="447675" y="1304925"/>
                </a:moveTo>
                <a:lnTo>
                  <a:pt x="276225" y="1304925"/>
                </a:lnTo>
                <a:lnTo>
                  <a:pt x="276225" y="114300"/>
                </a:lnTo>
                <a:lnTo>
                  <a:pt x="0" y="114300"/>
                </a:lnTo>
                <a:lnTo>
                  <a:pt x="0" y="0"/>
                </a:lnTo>
              </a:path>
            </a:pathLst>
          </a:custGeom>
          <a:noFill/>
          <a:ln w="12383">
            <a:solidFill>
              <a:srgbClr val="000000"/>
            </a:solidFill>
            <a:prstDash val="dash"/>
          </a:ln>
        </p:spPr>
      </p:sp>
      <p:sp>
        <p:nvSpPr>
          <p:cNvPr id="58" name="Bsnap-arrow">
            <a:extLst>
              <a:ext uri="{FF2B5EF4-FFF2-40B4-BE49-F238E27FC236}">
                <ns2:creationId id="{DC74FD64-72F5-447E-A271-E93A0EB60689}"/>
              </a:ext>
            </a:extLst>
          </p:cNvPr>
          <p:cNvSpPr>
            <a:spLocks noGrp="1"/>
          </p:cNvSpPr>
          <p:nvPr/>
        </p:nvSpPr>
        <p:spPr>
          <a:xfrm>
            <a:off x="11901681" y="4552950"/>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59" name="Bread2">
            <a:extLst>
              <a:ext uri="{FF2B5EF4-FFF2-40B4-BE49-F238E27FC236}">
                <ns2:creationId id="{7046E2C6-A936-47DF-AF6C-7BD7A7023314}"/>
              </a:ext>
            </a:extLst>
          </p:cNvPr>
          <p:cNvSpPr>
            <a:spLocks noGrp="1"/>
          </p:cNvSpPr>
          <p:nvPr/>
        </p:nvSpPr>
        <p:spPr>
          <a:xfrm>
            <a:off x="12211050" y="5857875"/>
            <a:ext cx="3000375" cy="238125"/>
          </a:xfrm>
          <a:custGeom>
            <a:pathLst>
              <a:path w="3000375" h="238125">
                <a:moveTo>
                  <a:pt x="3000375" y="0"/>
                </a:moveTo>
                <a:lnTo>
                  <a:pt x="2819400" y="0"/>
                </a:lnTo>
                <a:lnTo>
                  <a:pt x="2819400" y="238125"/>
                </a:lnTo>
                <a:lnTo>
                  <a:pt x="0" y="238125"/>
                </a:lnTo>
                <a:lnTo>
                  <a:pt x="0" y="0"/>
                </a:lnTo>
              </a:path>
            </a:pathLst>
          </a:custGeom>
          <a:noFill/>
          <a:ln w="12383">
            <a:solidFill>
              <a:srgbClr val="000000"/>
            </a:solidFill>
            <a:prstDash val="dash"/>
          </a:ln>
        </p:spPr>
      </p:sp>
      <p:sp>
        <p:nvSpPr>
          <p:cNvPr id="60" name="Bread2-arrow">
            <a:extLst>
              <a:ext uri="{FF2B5EF4-FFF2-40B4-BE49-F238E27FC236}">
                <ns2:creationId id="{45E5DC58-1C58-46EB-B4DC-640C5BC0444C}"/>
              </a:ext>
            </a:extLst>
          </p:cNvPr>
          <p:cNvSpPr>
            <a:spLocks noGrp="1"/>
          </p:cNvSpPr>
          <p:nvPr/>
        </p:nvSpPr>
        <p:spPr>
          <a:xfrm>
            <a:off x="12177906" y="5857875"/>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61" name="Bbinding-job">
            <a:extLst>
              <a:ext uri="{FF2B5EF4-FFF2-40B4-BE49-F238E27FC236}">
                <ns2:creationId id="{35061685-EB4E-4980-B90B-FA3F8C25B432}"/>
              </a:ext>
            </a:extLst>
          </p:cNvPr>
          <p:cNvSpPr>
            <a:spLocks noGrp="1"/>
          </p:cNvSpPr>
          <p:nvPr/>
        </p:nvSpPr>
        <p:spPr>
          <a:xfrm>
            <a:off x="10953750" y="4552950"/>
            <a:ext cx="953" cy="371475"/>
          </a:xfrm>
          <a:custGeom>
            <a:pathLst>
              <a:path w="953" h="371475">
                <a:moveTo>
                  <a:pt x="0" y="0"/>
                </a:moveTo>
                <a:lnTo>
                  <a:pt x="0" y="371475"/>
                </a:lnTo>
              </a:path>
            </a:pathLst>
          </a:custGeom>
          <a:noFill/>
          <a:ln w="12383">
            <a:solidFill>
              <a:srgbClr val="000000"/>
            </a:solidFill>
            <a:prstDash val="solid"/>
          </a:ln>
        </p:spPr>
      </p:sp>
      <p:sp>
        <p:nvSpPr>
          <p:cNvPr id="62" name="Bbinding-job-arrow">
            <a:extLst>
              <a:ext uri="{FF2B5EF4-FFF2-40B4-BE49-F238E27FC236}">
                <ns2:creationId id="{C3532222-0C47-4BF4-B539-81868F850FC9}"/>
              </a:ext>
            </a:extLst>
          </p:cNvPr>
          <p:cNvSpPr>
            <a:spLocks noGrp="1"/>
          </p:cNvSpPr>
          <p:nvPr/>
        </p:nvSpPr>
        <p:spPr>
          <a:xfrm>
            <a:off x="10920606" y="4855811"/>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63" name="Bbind">
            <a:extLst>
              <a:ext uri="{FF2B5EF4-FFF2-40B4-BE49-F238E27FC236}">
                <ns2:creationId id="{B1BF74E8-9E13-480E-96E2-A1A2EDFCFD6F}"/>
              </a:ext>
            </a:extLst>
          </p:cNvPr>
          <p:cNvSpPr>
            <a:spLocks noGrp="1"/>
          </p:cNvSpPr>
          <p:nvPr/>
        </p:nvSpPr>
        <p:spPr>
          <a:xfrm>
            <a:off x="10953750" y="5219700"/>
            <a:ext cx="953" cy="142875"/>
          </a:xfrm>
          <a:custGeom>
            <a:pathLst>
              <a:path w="953" h="142875">
                <a:moveTo>
                  <a:pt x="0" y="0"/>
                </a:moveTo>
                <a:lnTo>
                  <a:pt x="0" y="142875"/>
                </a:lnTo>
              </a:path>
            </a:pathLst>
          </a:custGeom>
          <a:noFill/>
          <a:ln w="12383">
            <a:solidFill>
              <a:srgbClr val="000000"/>
            </a:solidFill>
            <a:prstDash val="solid"/>
          </a:ln>
        </p:spPr>
      </p:sp>
      <p:sp>
        <p:nvSpPr>
          <p:cNvPr id="64" name="Bbind-arrow">
            <a:extLst>
              <a:ext uri="{FF2B5EF4-FFF2-40B4-BE49-F238E27FC236}">
                <ns2:creationId id="{BDF0ED24-4808-4458-AD7C-E37001BB9743}"/>
              </a:ext>
            </a:extLst>
          </p:cNvPr>
          <p:cNvSpPr>
            <a:spLocks noGrp="1"/>
          </p:cNvSpPr>
          <p:nvPr/>
        </p:nvSpPr>
        <p:spPr>
          <a:xfrm>
            <a:off x="10920606" y="5293961"/>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65" name="Bbinding-store">
            <a:extLst>
              <a:ext uri="{FF2B5EF4-FFF2-40B4-BE49-F238E27FC236}">
                <ns2:creationId id="{A9B7BA32-BF2A-4FB0-B474-AC3D70B05585}"/>
              </a:ext>
            </a:extLst>
          </p:cNvPr>
          <p:cNvSpPr>
            <a:spLocks noGrp="1"/>
          </p:cNvSpPr>
          <p:nvPr/>
        </p:nvSpPr>
        <p:spPr>
          <a:xfrm>
            <a:off x="10953750" y="5762625"/>
            <a:ext cx="953" cy="114300"/>
          </a:xfrm>
          <a:custGeom>
            <a:pathLst>
              <a:path w="953" h="114300">
                <a:moveTo>
                  <a:pt x="0" y="0"/>
                </a:moveTo>
                <a:lnTo>
                  <a:pt x="0" y="114300"/>
                </a:lnTo>
              </a:path>
            </a:pathLst>
          </a:custGeom>
          <a:noFill/>
          <a:ln w="12383">
            <a:solidFill>
              <a:srgbClr val="000000"/>
            </a:solidFill>
            <a:prstDash val="solid"/>
          </a:ln>
        </p:spPr>
      </p:sp>
      <p:sp>
        <p:nvSpPr>
          <p:cNvPr id="66" name="Bbinding-store-arrow">
            <a:extLst>
              <a:ext uri="{FF2B5EF4-FFF2-40B4-BE49-F238E27FC236}">
                <ns2:creationId id="{8FB99870-0895-45E0-843E-CCB7A3CD947D}"/>
              </a:ext>
            </a:extLst>
          </p:cNvPr>
          <p:cNvSpPr>
            <a:spLocks noGrp="1"/>
          </p:cNvSpPr>
          <p:nvPr/>
        </p:nvSpPr>
        <p:spPr>
          <a:xfrm>
            <a:off x="10920606" y="5808311"/>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67" name="Brejudge">
            <a:extLst>
              <a:ext uri="{FF2B5EF4-FFF2-40B4-BE49-F238E27FC236}">
                <ns2:creationId id="{BEC45571-D9A4-41AD-AF71-F0AC20FA88C8}"/>
              </a:ext>
            </a:extLst>
          </p:cNvPr>
          <p:cNvSpPr>
            <a:spLocks noGrp="1"/>
          </p:cNvSpPr>
          <p:nvPr/>
        </p:nvSpPr>
        <p:spPr>
          <a:xfrm>
            <a:off x="9772650" y="3819525"/>
            <a:ext cx="6781800" cy="1752600"/>
          </a:xfrm>
          <a:custGeom>
            <a:pathLst>
              <a:path w="6781800" h="1752600">
                <a:moveTo>
                  <a:pt x="95250" y="1752600"/>
                </a:moveTo>
                <a:lnTo>
                  <a:pt x="0" y="1752600"/>
                </a:lnTo>
                <a:lnTo>
                  <a:pt x="0" y="85725"/>
                </a:lnTo>
                <a:lnTo>
                  <a:pt x="6781800" y="85725"/>
                </a:lnTo>
                <a:lnTo>
                  <a:pt x="6781800" y="0"/>
                </a:lnTo>
              </a:path>
            </a:pathLst>
          </a:custGeom>
          <a:noFill/>
          <a:ln w="12383">
            <a:solidFill>
              <a:srgbClr val="C62525"/>
            </a:solidFill>
            <a:prstDash val="dash"/>
          </a:ln>
        </p:spPr>
      </p:sp>
      <p:sp>
        <p:nvSpPr>
          <p:cNvPr id="68" name="Brejudge-arrow">
            <a:extLst>
              <a:ext uri="{FF2B5EF4-FFF2-40B4-BE49-F238E27FC236}">
                <ns2:creationId id="{7063FBE4-A926-42B7-B717-1D3DF5C11DC4}"/>
              </a:ext>
            </a:extLst>
          </p:cNvPr>
          <p:cNvSpPr>
            <a:spLocks noGrp="1"/>
          </p:cNvSpPr>
          <p:nvPr/>
        </p:nvSpPr>
        <p:spPr>
          <a:xfrm>
            <a:off x="16521306" y="3819525"/>
            <a:ext cx="66289" cy="68614"/>
          </a:xfrm>
          <a:custGeom>
            <a:pathLst>
              <a:path w="66289" h="68614">
                <a:moveTo>
                  <a:pt x="66289" y="68614"/>
                </a:moveTo>
                <a:lnTo>
                  <a:pt x="33144" y="0"/>
                </a:lnTo>
                <a:lnTo>
                  <a:pt x="0" y="68614"/>
                </a:lnTo>
              </a:path>
            </a:pathLst>
          </a:custGeom>
          <a:noFill/>
          <a:ln w="12383">
            <a:solidFill>
              <a:srgbClr val="C62525"/>
            </a:solidFill>
            <a:prstDash val="solid"/>
          </a:ln>
        </p:spPr>
      </p:sp>
      <p:sp>
        <p:nvSpPr>
          <p:cNvPr id="69" name="Bproposal">
            <a:extLst>
              <a:ext uri="{FF2B5EF4-FFF2-40B4-BE49-F238E27FC236}">
                <ns2:creationId id="{8DC13C1C-2CEB-4D9C-B648-95C107C9DA57}"/>
              </a:ext>
            </a:extLst>
          </p:cNvPr>
          <p:cNvSpPr>
            <a:spLocks noGrp="1"/>
          </p:cNvSpPr>
          <p:nvPr/>
        </p:nvSpPr>
        <p:spPr>
          <a:xfrm>
            <a:off x="10963275" y="6115050"/>
            <a:ext cx="2781300" cy="647700"/>
          </a:xfrm>
          <a:custGeom>
            <a:pathLst>
              <a:path w="2781300" h="647700">
                <a:moveTo>
                  <a:pt x="0" y="0"/>
                </a:moveTo>
                <a:lnTo>
                  <a:pt x="0" y="609600"/>
                </a:lnTo>
                <a:lnTo>
                  <a:pt x="2781300" y="609600"/>
                </a:lnTo>
                <a:lnTo>
                  <a:pt x="2781300" y="647700"/>
                </a:lnTo>
              </a:path>
            </a:pathLst>
          </a:custGeom>
          <a:noFill/>
          <a:ln w="12383">
            <a:solidFill>
              <a:srgbClr val="000000"/>
            </a:solidFill>
            <a:prstDash val="solid"/>
          </a:ln>
        </p:spPr>
      </p:sp>
      <p:sp>
        <p:nvSpPr>
          <p:cNvPr id="70" name="Bproposal-arrow">
            <a:extLst>
              <a:ext uri="{FF2B5EF4-FFF2-40B4-BE49-F238E27FC236}">
                <ns2:creationId id="{096769D2-47B6-4242-87B7-20773AE275D7}"/>
              </a:ext>
            </a:extLst>
          </p:cNvPr>
          <p:cNvSpPr>
            <a:spLocks noGrp="1"/>
          </p:cNvSpPr>
          <p:nvPr/>
        </p:nvSpPr>
        <p:spPr>
          <a:xfrm>
            <a:off x="13711431" y="669413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71" name="title">
            <a:extLst>
              <a:ext uri="{FF2B5EF4-FFF2-40B4-BE49-F238E27FC236}">
                <ns2:creationId id="{E7C56097-07F1-4B6D-8AB0-41C0AB2D378F}"/>
              </a:ext>
            </a:extLst>
          </p:cNvPr>
          <p:cNvSpPr>
            <a:spLocks noGrp="1"/>
          </p:cNvSpPr>
          <p:nvPr/>
        </p:nvSpPr>
        <p:spPr>
          <a:xfrm>
            <a:off x="609600" y="276225"/>
            <a:ext cx="10096500" cy="552450"/>
          </a:xfrm>
          <a:prstGeom prst="rect">
            <a:avLst/>
          </a:prstGeom>
          <a:noFill/>
          <a:ln w="0">
            <a:noFill/>
            <a:prstDash val="solid"/>
          </a:ln>
        </p:spPr>
        <p:txBody>
          <a:bodyPr wrap="none" lIns="38100" tIns="19050" rIns="38100" bIns="19050" anchor="ctr">
            <a:noAutofit/>
          </a:bodyPr>
          <a:lstStyle>
            <a:defPPr algn="l">
              <a:defRPr sz="3000" b="1" lang="ko-KR">
                <a:solidFill>
                  <a:srgbClr val="000000"/>
                </a:solidFill>
                <a:latin typeface="Calibri"/>
                <a:ea typeface="Calibri"/>
                <a:cs typeface="Calibri"/>
              </a:defRPr>
            </a:defPPr>
          </a:lstStyle>
          <a:p>
            <a:pPr algn="l">
              <a:lnSpc>
                <a:spcPct val="100000"/>
              </a:lnSpc>
              <a:buNone/>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DP-47. 화면과 음성의 지칭 해석</a:t>
            </a:r>
            <a:endParaRPr lang="ko-KR">
              <a:latin typeface="Calibri"/>
              <a:ea typeface="Calibri"/>
              <a:cs typeface="Calibri"/>
            </a:endParaRPr>
          </a:p>
        </p:txBody>
      </p:sp>
      <p:sp>
        <p:nvSpPr>
          <p:cNvPr id="72" name="nav-0">
            <a:extLst>
              <a:ext uri="{FF2B5EF4-FFF2-40B4-BE49-F238E27FC236}">
                <ns2:creationId id="{E2F00052-1212-439D-BBFE-9BD2EA624AFC}"/>
              </a:ext>
            </a:extLst>
          </p:cNvPr>
          <p:cNvSpPr>
            <a:spLocks noGrp="1"/>
          </p:cNvSpPr>
          <p:nvPr/>
        </p:nvSpPr>
        <p:spPr>
          <a:xfrm>
            <a:off x="10744200" y="266700"/>
            <a:ext cx="1447800" cy="419100"/>
          </a:xfrm>
          <a:prstGeom prst="rect">
            <a:avLst/>
          </a:prstGeom>
          <a:solidFill>
            <a:srgbClr val="969898"/>
          </a:solidFill>
          <a:ln w="10478">
            <a:solidFill>
              <a:srgbClr val="FFFFFF"/>
            </a:solidFill>
            <a:prstDash val="solid"/>
          </a:ln>
        </p:spPr>
        <p:txBody>
          <a:bodyPr wrap="none" lIns="38100" tIns="19050" rIns="38100" bIns="19050" anchor="ctr">
            <a:noAutofit/>
          </a:bodyPr>
          <a:lstStyle>
            <a:defPPr algn="ctr">
              <a:defRPr sz="1300" b="1" lang="ko-KR">
                <a:solidFill>
                  <a:srgbClr val="FFFFFF"/>
                </a:solidFill>
                <a:latin typeface="Calibri"/>
                <a:ea typeface="Calibri"/>
                <a:cs typeface="Calibri"/>
              </a:defRPr>
            </a:defPPr>
          </a:lstStyle>
          <a:p>
            <a:pPr algn="ctr">
              <a:lnSpc>
                <a:spcPct val="100000"/>
              </a:lnSpc>
              <a:buNone/>
              <a:defRPr sz="1300" b="1" lang="ko-KR">
                <a:solidFill>
                  <a:srgbClr val="FFFFFF"/>
                </a:solidFill>
                <a:latin typeface="Calibri"/>
                <a:ea typeface="Calibri"/>
                <a:cs typeface="Calibri"/>
              </a:defRPr>
            </a:pPr>
            <a:r>
              <a:rPr sz="1300" b="1" lang="ko-KR">
                <a:solidFill>
                  <a:srgbClr val="FFFFFF"/>
                </a:solidFill>
                <a:latin typeface="Calibri"/>
                <a:ea typeface="Calibri"/>
                <a:cs typeface="Calibri"/>
              </a:rPr>
              <a:t>과제 소개</a:t>
            </a:r>
            <a:endParaRPr lang="ko-KR">
              <a:latin typeface="Calibri"/>
              <a:ea typeface="Calibri"/>
              <a:cs typeface="Calibri"/>
            </a:endParaRPr>
          </a:p>
        </p:txBody>
      </p:sp>
      <p:sp>
        <p:nvSpPr>
          <p:cNvPr id="73" name="nav-1">
            <a:extLst>
              <a:ext uri="{FF2B5EF4-FFF2-40B4-BE49-F238E27FC236}">
                <ns2:creationId id="{BC8B1ECE-7015-4500-969C-3519CEF662EB}"/>
              </a:ext>
            </a:extLst>
          </p:cNvPr>
          <p:cNvSpPr>
            <a:spLocks noGrp="1"/>
          </p:cNvSpPr>
          <p:nvPr/>
        </p:nvSpPr>
        <p:spPr>
          <a:xfrm>
            <a:off x="12192000" y="266700"/>
            <a:ext cx="1447800" cy="419100"/>
          </a:xfrm>
          <a:prstGeom prst="chevron">
            <a:avLst/>
          </a:prstGeom>
          <a:solidFill>
            <a:srgbClr val="969898"/>
          </a:solidFill>
          <a:ln w="10478">
            <a:solidFill>
              <a:srgbClr val="FFFFFF"/>
            </a:solidFill>
            <a:prstDash val="solid"/>
          </a:ln>
        </p:spPr>
        <p:txBody>
          <a:bodyPr wrap="none" lIns="38100" tIns="19050" rIns="38100" bIns="19050" anchor="ctr">
            <a:noAutofit/>
          </a:bodyPr>
          <a:lstStyle>
            <a:defPPr algn="ctr">
              <a:defRPr sz="1300" b="1" lang="ko-KR">
                <a:solidFill>
                  <a:srgbClr val="FFFFFF"/>
                </a:solidFill>
                <a:latin typeface="Calibri"/>
                <a:ea typeface="Calibri"/>
                <a:cs typeface="Calibri"/>
              </a:defRPr>
            </a:defPPr>
          </a:lstStyle>
          <a:p>
            <a:pPr algn="ctr">
              <a:lnSpc>
                <a:spcPct val="100000"/>
              </a:lnSpc>
              <a:buNone/>
              <a:defRPr sz="1300" b="1" lang="ko-KR">
                <a:solidFill>
                  <a:srgbClr val="FFFFFF"/>
                </a:solidFill>
                <a:latin typeface="Calibri"/>
                <a:ea typeface="Calibri"/>
                <a:cs typeface="Calibri"/>
              </a:defRPr>
            </a:pPr>
            <a:r>
              <a:rPr sz="13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4" name="nav-2">
            <a:extLst>
              <a:ext uri="{FF2B5EF4-FFF2-40B4-BE49-F238E27FC236}">
                <ns2:creationId id="{5F86A7BC-6D04-42EB-B0CC-3435F1EED6BE}"/>
              </a:ext>
            </a:extLst>
          </p:cNvPr>
          <p:cNvSpPr>
            <a:spLocks noGrp="1"/>
          </p:cNvSpPr>
          <p:nvPr/>
        </p:nvSpPr>
        <p:spPr>
          <a:xfrm>
            <a:off x="13639800" y="266700"/>
            <a:ext cx="1447800" cy="419100"/>
          </a:xfrm>
          <a:prstGeom prst="chevron">
            <a:avLst/>
          </a:prstGeom>
          <a:solidFill>
            <a:srgbClr val="37ACCD"/>
          </a:solidFill>
          <a:ln w="10478">
            <a:solidFill>
              <a:srgbClr val="FFFFFF"/>
            </a:solidFill>
            <a:prstDash val="solid"/>
          </a:ln>
        </p:spPr>
        <p:txBody>
          <a:bodyPr wrap="none" lIns="38100" tIns="19050" rIns="38100" bIns="19050" anchor="ctr">
            <a:noAutofit/>
          </a:bodyPr>
          <a:lstStyle>
            <a:defPPr algn="ctr">
              <a:defRPr sz="1300" b="1" lang="ko-KR">
                <a:solidFill>
                  <a:srgbClr val="FFFFFF"/>
                </a:solidFill>
                <a:latin typeface="Calibri"/>
                <a:ea typeface="Calibri"/>
                <a:cs typeface="Calibri"/>
              </a:defRPr>
            </a:defPPr>
          </a:lstStyle>
          <a:p>
            <a:pPr algn="ctr">
              <a:lnSpc>
                <a:spcPct val="100000"/>
              </a:lnSpc>
              <a:buNone/>
              <a:defRPr sz="1300" b="1" lang="ko-KR">
                <a:solidFill>
                  <a:srgbClr val="FFFFFF"/>
                </a:solidFill>
                <a:latin typeface="Calibri"/>
                <a:ea typeface="Calibri"/>
                <a:cs typeface="Calibri"/>
              </a:defRPr>
            </a:pPr>
            <a:r>
              <a:rPr sz="1300" b="1" lang="ko-KR">
                <a:solidFill>
                  <a:srgbClr val="FFFFFF"/>
                </a:solidFill>
                <a:latin typeface="Calibri"/>
                <a:ea typeface="Calibri"/>
                <a:cs typeface="Calibri"/>
              </a:rPr>
              <a:t>설계</a:t>
            </a:r>
            <a:endParaRPr lang="ko-KR">
              <a:latin typeface="Calibri"/>
              <a:ea typeface="Calibri"/>
              <a:cs typeface="Calibri"/>
            </a:endParaRPr>
          </a:p>
        </p:txBody>
      </p:sp>
      <p:sp>
        <p:nvSpPr>
          <p:cNvPr id="75" name="nav-3">
            <a:extLst>
              <a:ext uri="{FF2B5EF4-FFF2-40B4-BE49-F238E27FC236}">
                <ns2:creationId id="{5925BC02-FDB9-42A6-BACA-C79EAFDE2339}"/>
              </a:ext>
            </a:extLst>
          </p:cNvPr>
          <p:cNvSpPr>
            <a:spLocks noGrp="1"/>
          </p:cNvSpPr>
          <p:nvPr/>
        </p:nvSpPr>
        <p:spPr>
          <a:xfrm>
            <a:off x="15087600" y="266700"/>
            <a:ext cx="1447800" cy="419100"/>
          </a:xfrm>
          <a:prstGeom prst="chevron">
            <a:avLst/>
          </a:prstGeom>
          <a:solidFill>
            <a:srgbClr val="969898"/>
          </a:solidFill>
          <a:ln w="10478">
            <a:solidFill>
              <a:srgbClr val="FFFFFF"/>
            </a:solidFill>
            <a:prstDash val="solid"/>
          </a:ln>
        </p:spPr>
        <p:txBody>
          <a:bodyPr wrap="none" lIns="38100" tIns="19050" rIns="38100" bIns="19050" anchor="ctr">
            <a:noAutofit/>
          </a:bodyPr>
          <a:lstStyle>
            <a:defPPr algn="ctr">
              <a:defRPr sz="1300" b="1" lang="ko-KR">
                <a:solidFill>
                  <a:srgbClr val="FFFFFF"/>
                </a:solidFill>
                <a:latin typeface="Calibri"/>
                <a:ea typeface="Calibri"/>
                <a:cs typeface="Calibri"/>
              </a:defRPr>
            </a:defPPr>
          </a:lstStyle>
          <a:p>
            <a:pPr algn="ctr">
              <a:lnSpc>
                <a:spcPct val="100000"/>
              </a:lnSpc>
              <a:buNone/>
              <a:defRPr sz="1300" b="1" lang="ko-KR">
                <a:solidFill>
                  <a:srgbClr val="FFFFFF"/>
                </a:solidFill>
                <a:latin typeface="Calibri"/>
                <a:ea typeface="Calibri"/>
                <a:cs typeface="Calibri"/>
              </a:defRPr>
            </a:pPr>
            <a:r>
              <a:rPr sz="13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76" name="nav-4">
            <a:extLst>
              <a:ext uri="{FF2B5EF4-FFF2-40B4-BE49-F238E27FC236}">
                <ns2:creationId id="{00C14933-5B22-484B-9E09-5B1CB90EE922}"/>
              </a:ext>
            </a:extLst>
          </p:cNvPr>
          <p:cNvSpPr>
            <a:spLocks noGrp="1"/>
          </p:cNvSpPr>
          <p:nvPr/>
        </p:nvSpPr>
        <p:spPr>
          <a:xfrm>
            <a:off x="16535400" y="266700"/>
            <a:ext cx="1447800" cy="419100"/>
          </a:xfrm>
          <a:prstGeom prst="chevron">
            <a:avLst/>
          </a:prstGeom>
          <a:solidFill>
            <a:srgbClr val="969898"/>
          </a:solidFill>
          <a:ln w="10478">
            <a:solidFill>
              <a:srgbClr val="FFFFFF"/>
            </a:solidFill>
            <a:prstDash val="solid"/>
          </a:ln>
        </p:spPr>
        <p:txBody>
          <a:bodyPr wrap="none" lIns="38100" tIns="19050" rIns="38100" bIns="19050" anchor="ctr">
            <a:noAutofit/>
          </a:bodyPr>
          <a:lstStyle>
            <a:defPPr algn="ctr">
              <a:defRPr sz="1300" b="1" lang="ko-KR">
                <a:solidFill>
                  <a:srgbClr val="FFFFFF"/>
                </a:solidFill>
                <a:latin typeface="Calibri"/>
                <a:ea typeface="Calibri"/>
                <a:cs typeface="Calibri"/>
              </a:defRPr>
            </a:defPPr>
          </a:lstStyle>
          <a:p>
            <a:pPr algn="ctr">
              <a:lnSpc>
                <a:spcPct val="100000"/>
              </a:lnSpc>
              <a:buNone/>
              <a:defRPr sz="1300" b="1" lang="ko-KR">
                <a:solidFill>
                  <a:srgbClr val="FFFFFF"/>
                </a:solidFill>
                <a:latin typeface="Calibri"/>
                <a:ea typeface="Calibri"/>
                <a:cs typeface="Calibri"/>
              </a:defRPr>
            </a:pPr>
            <a:r>
              <a:rPr sz="1300" b="1" lang="ko-KR">
                <a:solidFill>
                  <a:srgbClr val="FFFFFF"/>
                </a:solidFill>
                <a:latin typeface="Calibri"/>
                <a:ea typeface="Calibri"/>
                <a:cs typeface="Calibri"/>
              </a:rPr>
              <a:t>결론</a:t>
            </a:r>
            <a:endParaRPr lang="ko-KR">
              <a:latin typeface="Calibri"/>
              <a:ea typeface="Calibri"/>
              <a:cs typeface="Calibri"/>
            </a:endParaRPr>
          </a:p>
        </p:txBody>
      </p:sp>
      <p:sp>
        <p:nvSpPr>
          <p:cNvPr id="77" name="fr">
            <a:extLst>
              <a:ext uri="{FF2B5EF4-FFF2-40B4-BE49-F238E27FC236}">
                <ns2:creationId id="{A8371E80-C37B-4A6C-BCD9-3F06839C3134}"/>
              </a:ext>
            </a:extLst>
          </p:cNvPr>
          <p:cNvSpPr>
            <a:spLocks noGrp="1"/>
          </p:cNvSpPr>
          <p:nvPr/>
        </p:nvSpPr>
        <p:spPr>
          <a:xfrm>
            <a:off x="13716000" y="904875"/>
            <a:ext cx="4438650" cy="228600"/>
          </a:xfrm>
          <a:prstGeom prst="roundRect">
            <a:avLst>
              <a:gd name="adj" fmla="val 33333"/>
            </a:avLst>
          </a:prstGeom>
          <a:solidFill>
            <a:srgbClr val="75AF45"/>
          </a:solidFill>
          <a:ln w="0">
            <a:noFill/>
            <a:prstDash val="solid"/>
          </a:ln>
        </p:spPr>
        <p:txBody>
          <a:bodyPr wrap="none" lIns="38100" tIns="19050" rIns="38100" bIns="19050" anchor="ctr">
            <a:noAutofit/>
          </a:bodyPr>
          <a:lstStyle>
            <a:defPPr algn="ctr">
              <a:defRPr sz="1200" b="0" lang="ko-KR">
                <a:solidFill>
                  <a:srgbClr val="FFFFFF"/>
                </a:solidFill>
                <a:latin typeface="Calibri"/>
                <a:ea typeface="Calibri"/>
                <a:cs typeface="Calibri"/>
              </a:defRPr>
            </a:defPPr>
          </a:lstStyle>
          <a:p>
            <a:pPr algn="ctr">
              <a:lnSpc>
                <a:spcPct val="100000"/>
              </a:lnSpc>
              <a:buNone/>
              <a:defRPr sz="1200" b="0" lang="ko-KR">
                <a:solidFill>
                  <a:srgbClr val="FFFFFF"/>
                </a:solidFill>
                <a:latin typeface="Calibri"/>
                <a:ea typeface="Calibri"/>
                <a:cs typeface="Calibri"/>
              </a:defRPr>
            </a:pPr>
            <a:r>
              <a:rPr sz="1200" b="0" lang="ko-KR">
                <a:solidFill>
                  <a:srgbClr val="FFFFFF"/>
                </a:solidFill>
                <a:latin typeface="Calibri"/>
                <a:ea typeface="Calibri"/>
                <a:cs typeface="Calibri"/>
              </a:rPr>
              <a:t>기능 요구: 화면 조작과 발화의 지칭 대상 연결</a:t>
            </a:r>
            <a:endParaRPr lang="ko-KR">
              <a:latin typeface="Calibri"/>
              <a:ea typeface="Calibri"/>
              <a:cs typeface="Calibri"/>
            </a:endParaRPr>
          </a:p>
        </p:txBody>
      </p:sp>
      <p:sp>
        <p:nvSpPr>
          <p:cNvPr id="78" name="qa-tag-QA01">
            <a:extLst>
              <a:ext uri="{FF2B5EF4-FFF2-40B4-BE49-F238E27FC236}">
                <ns2:creationId id="{9F4B1503-7BDC-431A-923B-016ED367E70D}"/>
              </a:ext>
            </a:extLst>
          </p:cNvPr>
          <p:cNvSpPr>
            <a:spLocks noGrp="1"/>
          </p:cNvSpPr>
          <p:nvPr/>
        </p:nvSpPr>
        <p:spPr>
          <a:xfrm>
            <a:off x="9582150" y="1171575"/>
            <a:ext cx="2790825" cy="219075"/>
          </a:xfrm>
          <a:prstGeom prst="roundRect">
            <a:avLst>
              <a:gd name="adj" fmla="val 34783"/>
            </a:avLst>
          </a:prstGeom>
          <a:solidFill>
            <a:srgbClr val="376CB5"/>
          </a:solidFill>
          <a:ln w="0">
            <a:noFill/>
            <a:prstDash val="solid"/>
          </a:ln>
        </p:spPr>
        <p:txBody>
          <a:bodyPr wrap="none" lIns="38100" tIns="19050" rIns="38100" bIns="19050" anchor="ctr">
            <a:noAutofit/>
          </a:bodyPr>
          <a:lstStyle>
            <a:defPPr algn="ctr">
              <a:defRPr sz="1100" b="0" lang="ko-KR">
                <a:solidFill>
                  <a:srgbClr val="FFFFFF"/>
                </a:solidFill>
                <a:latin typeface="Calibri"/>
                <a:ea typeface="Calibri"/>
                <a:cs typeface="Calibri"/>
              </a:defRPr>
            </a:defPPr>
          </a:lstStyle>
          <a:p>
            <a:pPr algn="ctr">
              <a:lnSpc>
                <a:spcPct val="100000"/>
              </a:lnSpc>
              <a:buNone/>
              <a:defRPr sz="1100" b="0" lang="ko-KR">
                <a:solidFill>
                  <a:srgbClr val="FFFFFF"/>
                </a:solidFill>
                <a:latin typeface="Calibri"/>
                <a:ea typeface="Calibri"/>
                <a:cs typeface="Calibri"/>
              </a:defRPr>
            </a:pPr>
            <a:r>
              <a:rPr sz="1100" b="0" lang="ko-KR">
                <a:solidFill>
                  <a:srgbClr val="FFFFFF"/>
                </a:solidFill>
                <a:latin typeface="Calibri"/>
                <a:ea typeface="Calibri"/>
                <a:cs typeface="Calibri"/>
              </a:rPr>
              <a:t>QA01. 첫 응답 지연시간</a:t>
            </a:r>
            <a:endParaRPr lang="ko-KR">
              <a:latin typeface="Calibri"/>
              <a:ea typeface="Calibri"/>
              <a:cs typeface="Calibri"/>
            </a:endParaRPr>
          </a:p>
        </p:txBody>
      </p:sp>
      <p:sp>
        <p:nvSpPr>
          <p:cNvPr id="79" name="qa-tag-QA02">
            <a:extLst>
              <a:ext uri="{FF2B5EF4-FFF2-40B4-BE49-F238E27FC236}">
                <ns2:creationId id="{9A8F097F-2946-494A-8AF6-8439378D1130}"/>
              </a:ext>
            </a:extLst>
          </p:cNvPr>
          <p:cNvSpPr>
            <a:spLocks noGrp="1"/>
          </p:cNvSpPr>
          <p:nvPr/>
        </p:nvSpPr>
        <p:spPr>
          <a:xfrm>
            <a:off x="12439650" y="1171575"/>
            <a:ext cx="2790825" cy="219075"/>
          </a:xfrm>
          <a:prstGeom prst="roundRect">
            <a:avLst>
              <a:gd name="adj" fmla="val 34783"/>
            </a:avLst>
          </a:prstGeom>
          <a:solidFill>
            <a:srgbClr val="376CB5"/>
          </a:solidFill>
          <a:ln w="0">
            <a:noFill/>
            <a:prstDash val="solid"/>
          </a:ln>
        </p:spPr>
        <p:txBody>
          <a:bodyPr wrap="none" lIns="38100" tIns="19050" rIns="38100" bIns="19050" anchor="ctr">
            <a:noAutofit/>
          </a:bodyPr>
          <a:lstStyle>
            <a:defPPr algn="ctr">
              <a:defRPr sz="1100" b="0" lang="ko-KR">
                <a:solidFill>
                  <a:srgbClr val="FFFFFF"/>
                </a:solidFill>
                <a:latin typeface="Calibri"/>
                <a:ea typeface="Calibri"/>
                <a:cs typeface="Calibri"/>
              </a:defRPr>
            </a:defPPr>
          </a:lstStyle>
          <a:p>
            <a:pPr algn="ctr">
              <a:lnSpc>
                <a:spcPct val="100000"/>
              </a:lnSpc>
              <a:buNone/>
              <a:defRPr sz="1100" b="0" lang="ko-KR">
                <a:solidFill>
                  <a:srgbClr val="FFFFFF"/>
                </a:solidFill>
                <a:latin typeface="Calibri"/>
                <a:ea typeface="Calibri"/>
                <a:cs typeface="Calibri"/>
              </a:defRPr>
            </a:pPr>
            <a:r>
              <a:rPr sz="1100" b="0" lang="ko-KR">
                <a:solidFill>
                  <a:srgbClr val="FFFFFF"/>
                </a:solidFill>
                <a:latin typeface="Calibri"/>
                <a:ea typeface="Calibri"/>
                <a:cs typeface="Calibri"/>
              </a:rPr>
              <a:t>QA02. 지칭 대상 식별 정확도</a:t>
            </a:r>
            <a:endParaRPr lang="ko-KR">
              <a:latin typeface="Calibri"/>
              <a:ea typeface="Calibri"/>
              <a:cs typeface="Calibri"/>
            </a:endParaRPr>
          </a:p>
        </p:txBody>
      </p:sp>
      <p:sp>
        <p:nvSpPr>
          <p:cNvPr id="80" name="qa-tag-QA04">
            <a:extLst>
              <a:ext uri="{FF2B5EF4-FFF2-40B4-BE49-F238E27FC236}">
                <ns2:creationId id="{36957CF8-E724-4349-B536-117249551ABD}"/>
              </a:ext>
            </a:extLst>
          </p:cNvPr>
          <p:cNvSpPr>
            <a:spLocks noGrp="1"/>
          </p:cNvSpPr>
          <p:nvPr/>
        </p:nvSpPr>
        <p:spPr>
          <a:xfrm>
            <a:off x="15297150" y="1171575"/>
            <a:ext cx="2790825" cy="219075"/>
          </a:xfrm>
          <a:prstGeom prst="roundRect">
            <a:avLst>
              <a:gd name="adj" fmla="val 34783"/>
            </a:avLst>
          </a:prstGeom>
          <a:solidFill>
            <a:srgbClr val="376CB5"/>
          </a:solidFill>
          <a:ln w="0">
            <a:noFill/>
            <a:prstDash val="solid"/>
          </a:ln>
        </p:spPr>
        <p:txBody>
          <a:bodyPr wrap="none" lIns="38100" tIns="19050" rIns="38100" bIns="19050" anchor="ctr">
            <a:noAutofit/>
          </a:bodyPr>
          <a:lstStyle>
            <a:defPPr algn="ctr">
              <a:defRPr sz="1100" b="0" lang="ko-KR">
                <a:solidFill>
                  <a:srgbClr val="FFFFFF"/>
                </a:solidFill>
                <a:latin typeface="Calibri"/>
                <a:ea typeface="Calibri"/>
                <a:cs typeface="Calibri"/>
              </a:defRPr>
            </a:defPPr>
          </a:lstStyle>
          <a:p>
            <a:pPr algn="ctr">
              <a:lnSpc>
                <a:spcPct val="100000"/>
              </a:lnSpc>
              <a:buNone/>
              <a:defRPr sz="1100" b="0" lang="ko-KR">
                <a:solidFill>
                  <a:srgbClr val="FFFFFF"/>
                </a:solidFill>
                <a:latin typeface="Calibri"/>
                <a:ea typeface="Calibri"/>
                <a:cs typeface="Calibri"/>
              </a:defRPr>
            </a:pPr>
            <a:r>
              <a:rPr sz="1100" b="0" lang="ko-KR">
                <a:solidFill>
                  <a:srgbClr val="FFFFFF"/>
                </a:solidFill>
                <a:latin typeface="Calibri"/>
                <a:ea typeface="Calibri"/>
                <a:cs typeface="Calibri"/>
              </a:rPr>
              <a:t>QA04. 변경 범위</a:t>
            </a:r>
            <a:endParaRPr lang="ko-KR">
              <a:latin typeface="Calibri"/>
              <a:ea typeface="Calibri"/>
              <a:cs typeface="Calibri"/>
            </a:endParaRPr>
          </a:p>
        </p:txBody>
      </p:sp>
      <p:sp>
        <p:nvSpPr>
          <p:cNvPr id="81" name="legend-title">
            <a:extLst>
              <a:ext uri="{FF2B5EF4-FFF2-40B4-BE49-F238E27FC236}">
                <ns2:creationId id="{295BD89C-FA6F-4FEE-922E-A164B3B6D835}"/>
              </a:ext>
            </a:extLst>
          </p:cNvPr>
          <p:cNvSpPr>
            <a:spLocks noGrp="1"/>
          </p:cNvSpPr>
          <p:nvPr/>
        </p:nvSpPr>
        <p:spPr>
          <a:xfrm>
            <a:off x="152400" y="2505075"/>
            <a:ext cx="838200" cy="247650"/>
          </a:xfrm>
          <a:prstGeom prst="rect">
            <a:avLst/>
          </a:prstGeom>
          <a:noFill/>
          <a:ln w="0">
            <a:noFill/>
            <a:prstDash val="solid"/>
          </a:ln>
        </p:spPr>
        <p:txBody>
          <a:bodyPr wrap="none" lIns="38100" tIns="19050" rIns="38100" bIns="19050" anchor="ctr">
            <a:noAutofit/>
          </a:bodyPr>
          <a:lstStyle>
            <a:defPPr algn="ctr">
              <a:defRPr sz="1300" b="1" lang="ko-KR">
                <a:solidFill>
                  <a:srgbClr val="000000"/>
                </a:solidFill>
                <a:latin typeface="Calibri"/>
                <a:ea typeface="Calibri"/>
                <a:cs typeface="Calibri"/>
              </a:defRPr>
            </a:defPPr>
          </a:lstStyle>
          <a:p>
            <a:pPr algn="ctr">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Legend</a:t>
            </a:r>
            <a:endParaRPr lang="ko-KR">
              <a:latin typeface="Calibri"/>
              <a:ea typeface="Calibri"/>
              <a:cs typeface="Calibri"/>
            </a:endParaRPr>
          </a:p>
        </p:txBody>
      </p:sp>
      <p:sp>
        <p:nvSpPr>
          <p:cNvPr id="82" name="legend-component">
            <a:extLst>
              <a:ext uri="{FF2B5EF4-FFF2-40B4-BE49-F238E27FC236}">
                <ns2:creationId id="{7F38F008-B96B-408F-811E-442E8EE0EE9C}"/>
              </a:ext>
            </a:extLst>
          </p:cNvPr>
          <p:cNvSpPr>
            <a:spLocks noGrp="1"/>
          </p:cNvSpPr>
          <p:nvPr/>
        </p:nvSpPr>
        <p:spPr>
          <a:xfrm>
            <a:off x="209550" y="2905125"/>
            <a:ext cx="723900" cy="371475"/>
          </a:xfrm>
          <a:prstGeom prst="rect">
            <a:avLst/>
          </a:prstGeom>
          <a:solidFill>
            <a:srgbClr val="FFFFFF"/>
          </a:solidFill>
          <a:ln w="10478">
            <a:solidFill>
              <a:srgbClr val="000000"/>
            </a:solidFill>
            <a:prstDash val="solid"/>
          </a:ln>
        </p:spPr>
        <p:txBody>
          <a:bodyPr wrap="none" lIns="38100" tIns="19050" rIns="38100" bIns="19050" anchor="ctr">
            <a:noAutofit/>
          </a:bodyPr>
          <a:lstStyle>
            <a:defPPr algn="ctr">
              <a:defRPr sz="900" b="1" lang="ko-KR">
                <a:solidFill>
                  <a:srgbClr val="000000"/>
                </a:solidFill>
                <a:latin typeface="Calibri"/>
                <a:ea typeface="Calibri"/>
                <a:cs typeface="Calibri"/>
              </a:defRPr>
            </a:defPPr>
          </a:lstStyle>
          <a:p>
            <a:pPr algn="ctr">
              <a:lnSpc>
                <a:spcPct val="100000"/>
              </a:lnSpc>
              <a:buNone/>
              <a:defRPr sz="900" b="1" lang="ko-KR">
                <a:solidFill>
                  <a:srgbClr val="000000"/>
                </a:solidFill>
                <a:latin typeface="Calibri"/>
                <a:ea typeface="Calibri"/>
                <a:cs typeface="Calibri"/>
              </a:defRPr>
            </a:pPr>
            <a:r>
              <a:rPr sz="900" b="1" lang="ko-KR">
                <a:solidFill>
                  <a:srgbClr val="000000"/>
                </a:solidFill>
                <a:latin typeface="Calibri"/>
                <a:ea typeface="Calibri"/>
                <a:cs typeface="Calibri"/>
              </a:rPr>
              <a:t>Component</a:t>
            </a:r>
            <a:endParaRPr lang="ko-KR">
              <a:latin typeface="Calibri"/>
              <a:ea typeface="Calibri"/>
              <a:cs typeface="Calibri"/>
            </a:endParaRPr>
          </a:p>
        </p:txBody>
      </p:sp>
      <p:sp>
        <p:nvSpPr>
          <p:cNvPr id="83" name="legend-module">
            <a:extLst>
              <a:ext uri="{FF2B5EF4-FFF2-40B4-BE49-F238E27FC236}">
                <ns2:creationId id="{E022C2C3-1C87-4693-B74D-44B35715E9C3}"/>
              </a:ext>
            </a:extLst>
          </p:cNvPr>
          <p:cNvSpPr>
            <a:spLocks noGrp="1"/>
          </p:cNvSpPr>
          <p:nvPr/>
        </p:nvSpPr>
        <p:spPr>
          <a:xfrm>
            <a:off x="209550" y="3476625"/>
            <a:ext cx="723900" cy="371475"/>
          </a:xfrm>
          <a:prstGeom prst="roundRect">
            <a:avLst>
              <a:gd name="adj" fmla="val 20513"/>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Module</a:t>
            </a:r>
            <a:endParaRPr lang="ko-KR">
              <a:latin typeface="Calibri"/>
              <a:ea typeface="Calibri"/>
              <a:cs typeface="Calibri"/>
            </a:endParaRPr>
          </a:p>
        </p:txBody>
      </p:sp>
      <p:sp>
        <p:nvSpPr>
          <p:cNvPr id="84" name="legend-state">
            <a:extLst>
              <a:ext uri="{FF2B5EF4-FFF2-40B4-BE49-F238E27FC236}">
                <ns2:creationId id="{947F15F1-66EA-4A7D-99C0-A9393128130B}"/>
              </a:ext>
            </a:extLst>
          </p:cNvPr>
          <p:cNvSpPr>
            <a:spLocks noGrp="1"/>
          </p:cNvSpPr>
          <p:nvPr/>
        </p:nvSpPr>
        <p:spPr>
          <a:xfrm>
            <a:off x="209550" y="4067175"/>
            <a:ext cx="723900" cy="371475"/>
          </a:xfrm>
          <a:prstGeom prst="can">
            <a:avLst>
              <a:gd name="adj" fmla="val 9000"/>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상태</a:t>
            </a:r>
            <a:endParaRPr lang="ko-KR">
              <a:latin typeface="Calibri"/>
              <a:ea typeface="Calibri"/>
              <a:cs typeface="Calibri"/>
            </a:endParaRPr>
          </a:p>
        </p:txBody>
      </p:sp>
      <p:sp>
        <p:nvSpPr>
          <p:cNvPr id="85" name="legend-diff">
            <a:extLst>
              <a:ext uri="{FF2B5EF4-FFF2-40B4-BE49-F238E27FC236}">
                <ns2:creationId id="{0F1DE743-F9B9-4613-B2CF-5FD71406719C}"/>
              </a:ext>
            </a:extLst>
          </p:cNvPr>
          <p:cNvSpPr>
            <a:spLocks noGrp="1"/>
          </p:cNvSpPr>
          <p:nvPr/>
        </p:nvSpPr>
        <p:spPr>
          <a:xfrm>
            <a:off x="209550" y="4695825"/>
            <a:ext cx="723900" cy="371475"/>
          </a:xfrm>
          <a:prstGeom prst="rect">
            <a:avLst/>
          </a:prstGeom>
          <a:solidFill>
            <a:srgbClr val="FFF4D7"/>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비교 대상</a:t>
            </a:r>
            <a:endParaRPr lang="ko-KR">
              <a:latin typeface="Calibri"/>
              <a:ea typeface="Calibri"/>
              <a:cs typeface="Calibri"/>
            </a:endParaRPr>
          </a:p>
        </p:txBody>
      </p:sp>
      <p:sp>
        <p:nvSpPr>
          <p:cNvPr id="86" name="legend-call-label">
            <a:extLst>
              <a:ext uri="{FF2B5EF4-FFF2-40B4-BE49-F238E27FC236}">
                <ns2:creationId id="{9554F704-51AE-4EFB-859E-EF4822DCF3F2}"/>
              </a:ext>
            </a:extLst>
          </p:cNvPr>
          <p:cNvSpPr>
            <a:spLocks noGrp="1"/>
          </p:cNvSpPr>
          <p:nvPr/>
        </p:nvSpPr>
        <p:spPr>
          <a:xfrm>
            <a:off x="152400" y="5438775"/>
            <a:ext cx="838200" cy="333375"/>
          </a:xfrm>
          <a:prstGeom prst="rect">
            <a:avLst/>
          </a:prstGeom>
          <a:noFill/>
          <a:ln w="0">
            <a:no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호출 / 전달</a:t>
            </a:r>
            <a:endParaRPr lang="ko-KR">
              <a:latin typeface="Calibri"/>
              <a:ea typeface="Calibri"/>
              <a:cs typeface="Calibri"/>
            </a:endParaRPr>
          </a:p>
        </p:txBody>
      </p:sp>
      <p:sp>
        <p:nvSpPr>
          <p:cNvPr id="87" name="legend-return-label">
            <a:extLst>
              <a:ext uri="{FF2B5EF4-FFF2-40B4-BE49-F238E27FC236}">
                <ns2:creationId id="{1184A2D5-705D-4A53-B3C2-7B89CC77088F}"/>
              </a:ext>
            </a:extLst>
          </p:cNvPr>
          <p:cNvSpPr>
            <a:spLocks noGrp="1"/>
          </p:cNvSpPr>
          <p:nvPr/>
        </p:nvSpPr>
        <p:spPr>
          <a:xfrm>
            <a:off x="152400" y="6000750"/>
            <a:ext cx="838200" cy="333375"/>
          </a:xfrm>
          <a:prstGeom prst="rect">
            <a:avLst/>
          </a:prstGeom>
          <a:noFill/>
          <a:ln w="0">
            <a:no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반환 / 사실</a:t>
            </a:r>
            <a:endParaRPr lang="ko-KR">
              <a:latin typeface="Calibri"/>
              <a:ea typeface="Calibri"/>
              <a:cs typeface="Calibri"/>
            </a:endParaRPr>
          </a:p>
        </p:txBody>
      </p:sp>
      <p:sp>
        <p:nvSpPr>
          <p:cNvPr id="88" name="legend-step">
            <a:extLst>
              <a:ext uri="{FF2B5EF4-FFF2-40B4-BE49-F238E27FC236}">
                <ns2:creationId id="{193DEA99-D32B-4EFC-B677-E035903D19CF}"/>
              </a:ext>
            </a:extLst>
          </p:cNvPr>
          <p:cNvSpPr>
            <a:spLocks noGrp="1"/>
          </p:cNvSpPr>
          <p:nvPr/>
        </p:nvSpPr>
        <p:spPr>
          <a:xfrm>
            <a:off x="400050" y="6572250"/>
            <a:ext cx="266700" cy="247650"/>
          </a:xfrm>
          <a:prstGeom prst="rect">
            <a:avLst/>
          </a:prstGeom>
          <a:solidFill>
            <a:srgbClr val="C6E0B4"/>
          </a:solidFill>
          <a:ln w="10478">
            <a:solidFill>
              <a:srgbClr val="72AD49"/>
            </a:solidFill>
            <a:prstDash val="solid"/>
          </a:ln>
        </p:spPr>
        <p:txBody>
          <a:bodyPr wrap="none" lIns="38100" tIns="19050" rIns="38100" bIns="19050" anchor="ctr">
            <a:noAutofit/>
          </a:bodyPr>
          <a:lstStyle>
            <a:defPPr algn="ctr">
              <a:defRPr sz="1200" b="0" lang="ko-KR">
                <a:solidFill>
                  <a:srgbClr val="000000"/>
                </a:solidFill>
                <a:latin typeface="Calibri"/>
                <a:ea typeface="Calibri"/>
                <a:cs typeface="Calibri"/>
              </a:defRPr>
            </a:defPPr>
          </a:lstStyle>
          <a:p>
            <a:pPr algn="ctr">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1</a:t>
            </a:r>
            <a:endParaRPr lang="ko-KR">
              <a:latin typeface="Calibri"/>
              <a:ea typeface="Calibri"/>
              <a:cs typeface="Calibri"/>
            </a:endParaRPr>
          </a:p>
        </p:txBody>
      </p:sp>
      <p:sp>
        <p:nvSpPr>
          <p:cNvPr id="89" name="metric-QA01-A">
            <a:extLst>
              <a:ext uri="{FF2B5EF4-FFF2-40B4-BE49-F238E27FC236}">
                <ns2:creationId id="{1708424C-F5F9-4327-9F09-ADE0E5F1B5EB}"/>
              </a:ext>
            </a:extLst>
          </p:cNvPr>
          <p:cNvSpPr>
            <a:spLocks noGrp="1"/>
          </p:cNvSpPr>
          <p:nvPr/>
        </p:nvSpPr>
        <p:spPr>
          <a:xfrm>
            <a:off x="1190625" y="8834438"/>
            <a:ext cx="2781300" cy="276225"/>
          </a:xfrm>
          <a:prstGeom prst="rect">
            <a:avLst/>
          </a:prstGeom>
          <a:noFill/>
          <a:ln w="0">
            <a:noFill/>
            <a:prstDash val="solid"/>
          </a:ln>
        </p:spPr>
        <p:txBody>
          <a:bodyPr wrap="none" lIns="38100" tIns="19050" rIns="38100" bIns="19050" anchor="ctr">
            <a:noAutofit/>
          </a:bodyPr>
          <a:lstStyle>
            <a:defPPr algn="l">
              <a:defRPr sz="1300" b="0" lang="ko-KR">
                <a:solidFill>
                  <a:srgbClr val="000000"/>
                </a:solidFill>
                <a:latin typeface="Calibri"/>
                <a:ea typeface="Calibri"/>
                <a:cs typeface="Calibri"/>
              </a:defRPr>
            </a:defPPr>
          </a:lstStyle>
          <a:p>
            <a:pPr algn="l">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QA01 첫 응답 지연시간</a:t>
            </a:r>
            <a:endParaRPr lang="ko-KR">
              <a:latin typeface="Calibri"/>
              <a:ea typeface="Calibri"/>
              <a:cs typeface="Calibri"/>
            </a:endParaRPr>
          </a:p>
        </p:txBody>
      </p:sp>
      <p:sp>
        <p:nvSpPr>
          <p:cNvPr id="90" name="score-QA01-A">
            <a:extLst>
              <a:ext uri="{FF2B5EF4-FFF2-40B4-BE49-F238E27FC236}">
                <ns2:creationId id="{18CFD349-7780-4E2F-870C-80573548F1A9}"/>
              </a:ext>
            </a:extLst>
          </p:cNvPr>
          <p:cNvSpPr>
            <a:spLocks noGrp="1"/>
          </p:cNvSpPr>
          <p:nvPr/>
        </p:nvSpPr>
        <p:spPr>
          <a:xfrm>
            <a:off x="3990975" y="8834438"/>
            <a:ext cx="1104900" cy="276225"/>
          </a:xfrm>
          <a:prstGeom prst="rect">
            <a:avLst/>
          </a:prstGeom>
          <a:noFill/>
          <a:ln w="0">
            <a:noFill/>
            <a:prstDash val="solid"/>
          </a:ln>
        </p:spPr>
        <p:txBody>
          <a:bodyPr wrap="none" lIns="38100" tIns="19050" rIns="38100" bIns="19050" anchor="ctr">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 2/6</a:t>
            </a:r>
            <a:endParaRPr lang="ko-KR">
              <a:latin typeface="Calibri"/>
              <a:ea typeface="Calibri"/>
              <a:cs typeface="Calibri"/>
            </a:endParaRPr>
          </a:p>
        </p:txBody>
      </p:sp>
      <p:sp>
        <p:nvSpPr>
          <p:cNvPr id="91" name="value-QA01-A">
            <a:extLst>
              <a:ext uri="{FF2B5EF4-FFF2-40B4-BE49-F238E27FC236}">
                <ns2:creationId id="{63C5723E-71DC-4215-A9F2-73B577F5AA09}"/>
              </a:ext>
            </a:extLst>
          </p:cNvPr>
          <p:cNvSpPr>
            <a:spLocks noGrp="1"/>
          </p:cNvSpPr>
          <p:nvPr/>
        </p:nvSpPr>
        <p:spPr>
          <a:xfrm>
            <a:off x="5162550" y="8834438"/>
            <a:ext cx="4191000" cy="276225"/>
          </a:xfrm>
          <a:prstGeom prst="rect">
            <a:avLst/>
          </a:prstGeom>
          <a:noFill/>
          <a:ln w="0">
            <a:noFill/>
            <a:prstDash val="solid"/>
          </a:ln>
        </p:spPr>
        <p:txBody>
          <a:bodyPr wrap="none" lIns="38100" tIns="19050" rIns="38100" bIns="19050" anchor="ctr">
            <a:noAutofit/>
          </a:bodyPr>
          <a:lstStyle>
            <a:defPPr algn="l">
              <a:defRPr sz="1200" b="0" lang="ko-KR">
                <a:solidFill>
                  <a:srgbClr val="000000"/>
                </a:solidFill>
                <a:latin typeface="Calibri"/>
                <a:ea typeface="Calibri"/>
                <a:cs typeface="Calibri"/>
              </a:defRPr>
            </a:defPPr>
          </a:lstStyle>
          <a:p>
            <a:pPr algn="l">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0.7921 s [원본 직접 해석]</a:t>
            </a:r>
            <a:endParaRPr lang="ko-KR">
              <a:latin typeface="Calibri"/>
              <a:ea typeface="Calibri"/>
              <a:cs typeface="Calibri"/>
            </a:endParaRPr>
          </a:p>
        </p:txBody>
      </p:sp>
      <p:sp>
        <p:nvSpPr>
          <p:cNvPr id="92" name="metric-QA01-B">
            <a:extLst>
              <a:ext uri="{FF2B5EF4-FFF2-40B4-BE49-F238E27FC236}">
                <ns2:creationId id="{DF971316-32A5-4D25-A549-1732A83CEC98}"/>
              </a:ext>
            </a:extLst>
          </p:cNvPr>
          <p:cNvSpPr>
            <a:spLocks noGrp="1"/>
          </p:cNvSpPr>
          <p:nvPr/>
        </p:nvSpPr>
        <p:spPr>
          <a:xfrm>
            <a:off x="9763125" y="8834438"/>
            <a:ext cx="2781300" cy="276225"/>
          </a:xfrm>
          <a:prstGeom prst="rect">
            <a:avLst/>
          </a:prstGeom>
          <a:noFill/>
          <a:ln w="0">
            <a:noFill/>
            <a:prstDash val="solid"/>
          </a:ln>
        </p:spPr>
        <p:txBody>
          <a:bodyPr wrap="none" lIns="38100" tIns="19050" rIns="38100" bIns="19050" anchor="ctr">
            <a:noAutofit/>
          </a:bodyPr>
          <a:lstStyle>
            <a:defPPr algn="l">
              <a:defRPr sz="1300" b="0" lang="ko-KR">
                <a:solidFill>
                  <a:srgbClr val="000000"/>
                </a:solidFill>
                <a:latin typeface="Calibri"/>
                <a:ea typeface="Calibri"/>
                <a:cs typeface="Calibri"/>
              </a:defRPr>
            </a:defPPr>
          </a:lstStyle>
          <a:p>
            <a:pPr algn="l">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QA01 첫 응답 지연시간</a:t>
            </a:r>
            <a:endParaRPr lang="ko-KR">
              <a:latin typeface="Calibri"/>
              <a:ea typeface="Calibri"/>
              <a:cs typeface="Calibri"/>
            </a:endParaRPr>
          </a:p>
        </p:txBody>
      </p:sp>
      <p:sp>
        <p:nvSpPr>
          <p:cNvPr id="93" name="score-QA01-B">
            <a:extLst>
              <a:ext uri="{FF2B5EF4-FFF2-40B4-BE49-F238E27FC236}">
                <ns2:creationId id="{FF5E8A71-EF35-404A-A5EF-3786713433BC}"/>
              </a:ext>
            </a:extLst>
          </p:cNvPr>
          <p:cNvSpPr>
            <a:spLocks noGrp="1"/>
          </p:cNvSpPr>
          <p:nvPr/>
        </p:nvSpPr>
        <p:spPr>
          <a:xfrm>
            <a:off x="12563475" y="8834438"/>
            <a:ext cx="1104900" cy="276225"/>
          </a:xfrm>
          <a:prstGeom prst="rect">
            <a:avLst/>
          </a:prstGeom>
          <a:noFill/>
          <a:ln w="0">
            <a:noFill/>
            <a:prstDash val="solid"/>
          </a:ln>
        </p:spPr>
        <p:txBody>
          <a:bodyPr wrap="none" lIns="38100" tIns="19050" rIns="38100" bIns="19050" anchor="ctr">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 0/6</a:t>
            </a:r>
            <a:endParaRPr lang="ko-KR">
              <a:latin typeface="Calibri"/>
              <a:ea typeface="Calibri"/>
              <a:cs typeface="Calibri"/>
            </a:endParaRPr>
          </a:p>
        </p:txBody>
      </p:sp>
      <p:sp>
        <p:nvSpPr>
          <p:cNvPr id="94" name="value-QA01-B">
            <a:extLst>
              <a:ext uri="{FF2B5EF4-FFF2-40B4-BE49-F238E27FC236}">
                <ns2:creationId id="{4BC51391-DF23-40D4-8FCE-21277AD3FB49}"/>
              </a:ext>
            </a:extLst>
          </p:cNvPr>
          <p:cNvSpPr>
            <a:spLocks noGrp="1"/>
          </p:cNvSpPr>
          <p:nvPr/>
        </p:nvSpPr>
        <p:spPr>
          <a:xfrm>
            <a:off x="13735050" y="8834438"/>
            <a:ext cx="4191000" cy="276225"/>
          </a:xfrm>
          <a:prstGeom prst="rect">
            <a:avLst/>
          </a:prstGeom>
          <a:noFill/>
          <a:ln w="0">
            <a:noFill/>
            <a:prstDash val="solid"/>
          </a:ln>
        </p:spPr>
        <p:txBody>
          <a:bodyPr wrap="none" lIns="38100" tIns="19050" rIns="38100" bIns="19050" anchor="ctr">
            <a:noAutofit/>
          </a:bodyPr>
          <a:lstStyle>
            <a:defPPr algn="l">
              <a:defRPr sz="1200" b="0" lang="ko-KR">
                <a:solidFill>
                  <a:srgbClr val="000000"/>
                </a:solidFill>
                <a:latin typeface="Calibri"/>
                <a:ea typeface="Calibri"/>
                <a:cs typeface="Calibri"/>
              </a:defRPr>
            </a:defPPr>
          </a:lstStyle>
          <a:p>
            <a:pPr algn="l">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1.1737 s [생산 후 결합]</a:t>
            </a:r>
            <a:endParaRPr lang="ko-KR">
              <a:latin typeface="Calibri"/>
              <a:ea typeface="Calibri"/>
              <a:cs typeface="Calibri"/>
            </a:endParaRPr>
          </a:p>
        </p:txBody>
      </p:sp>
      <p:sp>
        <p:nvSpPr>
          <p:cNvPr id="95" name="metric-QA02-A">
            <a:extLst>
              <a:ext uri="{FF2B5EF4-FFF2-40B4-BE49-F238E27FC236}">
                <ns2:creationId id="{5DD60B7A-C109-402C-AF68-58991E5BE9C4}"/>
              </a:ext>
            </a:extLst>
          </p:cNvPr>
          <p:cNvSpPr>
            <a:spLocks noGrp="1"/>
          </p:cNvSpPr>
          <p:nvPr/>
        </p:nvSpPr>
        <p:spPr>
          <a:xfrm>
            <a:off x="1190625" y="9129713"/>
            <a:ext cx="2781300" cy="276225"/>
          </a:xfrm>
          <a:prstGeom prst="rect">
            <a:avLst/>
          </a:prstGeom>
          <a:noFill/>
          <a:ln w="0">
            <a:noFill/>
            <a:prstDash val="solid"/>
          </a:ln>
        </p:spPr>
        <p:txBody>
          <a:bodyPr wrap="none" lIns="38100" tIns="19050" rIns="38100" bIns="19050" anchor="ctr">
            <a:noAutofit/>
          </a:bodyPr>
          <a:lstStyle>
            <a:defPPr algn="l">
              <a:defRPr sz="1300" b="0" lang="ko-KR">
                <a:solidFill>
                  <a:srgbClr val="000000"/>
                </a:solidFill>
                <a:latin typeface="Calibri"/>
                <a:ea typeface="Calibri"/>
                <a:cs typeface="Calibri"/>
              </a:defRPr>
            </a:defPPr>
          </a:lstStyle>
          <a:p>
            <a:pPr algn="l">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QA02 지칭 대상 식별 정확도</a:t>
            </a:r>
            <a:endParaRPr lang="ko-KR">
              <a:latin typeface="Calibri"/>
              <a:ea typeface="Calibri"/>
              <a:cs typeface="Calibri"/>
            </a:endParaRPr>
          </a:p>
        </p:txBody>
      </p:sp>
      <p:sp>
        <p:nvSpPr>
          <p:cNvPr id="96" name="score-QA02-A">
            <a:extLst>
              <a:ext uri="{FF2B5EF4-FFF2-40B4-BE49-F238E27FC236}">
                <ns2:creationId id="{23C165CB-C7F9-4626-B89F-7A2CB0ADD23D}"/>
              </a:ext>
            </a:extLst>
          </p:cNvPr>
          <p:cNvSpPr>
            <a:spLocks noGrp="1"/>
          </p:cNvSpPr>
          <p:nvPr/>
        </p:nvSpPr>
        <p:spPr>
          <a:xfrm>
            <a:off x="3990975" y="9129713"/>
            <a:ext cx="1104900" cy="276225"/>
          </a:xfrm>
          <a:prstGeom prst="rect">
            <a:avLst/>
          </a:prstGeom>
          <a:noFill/>
          <a:ln w="0">
            <a:noFill/>
            <a:prstDash val="solid"/>
          </a:ln>
        </p:spPr>
        <p:txBody>
          <a:bodyPr wrap="none" lIns="38100" tIns="19050" rIns="38100" bIns="19050" anchor="ctr">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 4/6</a:t>
            </a:r>
            <a:endParaRPr lang="ko-KR">
              <a:latin typeface="Calibri"/>
              <a:ea typeface="Calibri"/>
              <a:cs typeface="Calibri"/>
            </a:endParaRPr>
          </a:p>
        </p:txBody>
      </p:sp>
      <p:sp>
        <p:nvSpPr>
          <p:cNvPr id="97" name="value-QA02-A">
            <a:extLst>
              <a:ext uri="{FF2B5EF4-FFF2-40B4-BE49-F238E27FC236}">
                <ns2:creationId id="{B7F0A76F-908E-4967-9153-F575386FC55B}"/>
              </a:ext>
            </a:extLst>
          </p:cNvPr>
          <p:cNvSpPr>
            <a:spLocks noGrp="1"/>
          </p:cNvSpPr>
          <p:nvPr/>
        </p:nvSpPr>
        <p:spPr>
          <a:xfrm>
            <a:off x="5162550" y="9129713"/>
            <a:ext cx="4191000" cy="276225"/>
          </a:xfrm>
          <a:prstGeom prst="rect">
            <a:avLst/>
          </a:prstGeom>
          <a:noFill/>
          <a:ln w="0">
            <a:noFill/>
            <a:prstDash val="solid"/>
          </a:ln>
        </p:spPr>
        <p:txBody>
          <a:bodyPr wrap="none" lIns="38100" tIns="19050" rIns="38100" bIns="19050" anchor="ctr">
            <a:noAutofit/>
          </a:bodyPr>
          <a:lstStyle>
            <a:defPPr algn="l">
              <a:defRPr sz="1200" b="0" lang="ko-KR">
                <a:solidFill>
                  <a:srgbClr val="000000"/>
                </a:solidFill>
                <a:latin typeface="Calibri"/>
                <a:ea typeface="Calibri"/>
                <a:cs typeface="Calibri"/>
              </a:defRPr>
            </a:defPPr>
          </a:lstStyle>
          <a:p>
            <a:pPr algn="l">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97.85% [교차 단서 유지]</a:t>
            </a:r>
            <a:endParaRPr lang="ko-KR">
              <a:latin typeface="Calibri"/>
              <a:ea typeface="Calibri"/>
              <a:cs typeface="Calibri"/>
            </a:endParaRPr>
          </a:p>
        </p:txBody>
      </p:sp>
      <p:sp>
        <p:nvSpPr>
          <p:cNvPr id="98" name="metric-QA02-B">
            <a:extLst>
              <a:ext uri="{FF2B5EF4-FFF2-40B4-BE49-F238E27FC236}">
                <ns2:creationId id="{738491A9-F09E-4274-9563-B24DC917A7D1}"/>
              </a:ext>
            </a:extLst>
          </p:cNvPr>
          <p:cNvSpPr>
            <a:spLocks noGrp="1"/>
          </p:cNvSpPr>
          <p:nvPr/>
        </p:nvSpPr>
        <p:spPr>
          <a:xfrm>
            <a:off x="9763125" y="9129713"/>
            <a:ext cx="2781300" cy="276225"/>
          </a:xfrm>
          <a:prstGeom prst="rect">
            <a:avLst/>
          </a:prstGeom>
          <a:noFill/>
          <a:ln w="0">
            <a:noFill/>
            <a:prstDash val="solid"/>
          </a:ln>
        </p:spPr>
        <p:txBody>
          <a:bodyPr wrap="none" lIns="38100" tIns="19050" rIns="38100" bIns="19050" anchor="ctr">
            <a:noAutofit/>
          </a:bodyPr>
          <a:lstStyle>
            <a:defPPr algn="l">
              <a:defRPr sz="1300" b="0" lang="ko-KR">
                <a:solidFill>
                  <a:srgbClr val="000000"/>
                </a:solidFill>
                <a:latin typeface="Calibri"/>
                <a:ea typeface="Calibri"/>
                <a:cs typeface="Calibri"/>
              </a:defRPr>
            </a:defPPr>
          </a:lstStyle>
          <a:p>
            <a:pPr algn="l">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QA02 지칭 대상 식별 정확도</a:t>
            </a:r>
            <a:endParaRPr lang="ko-KR">
              <a:latin typeface="Calibri"/>
              <a:ea typeface="Calibri"/>
              <a:cs typeface="Calibri"/>
            </a:endParaRPr>
          </a:p>
        </p:txBody>
      </p:sp>
      <p:sp>
        <p:nvSpPr>
          <p:cNvPr id="99" name="score-QA02-B">
            <a:extLst>
              <a:ext uri="{FF2B5EF4-FFF2-40B4-BE49-F238E27FC236}">
                <ns2:creationId id="{5B03649C-D757-4978-AB44-9046A2AC4FC1}"/>
              </a:ext>
            </a:extLst>
          </p:cNvPr>
          <p:cNvSpPr>
            <a:spLocks noGrp="1"/>
          </p:cNvSpPr>
          <p:nvPr/>
        </p:nvSpPr>
        <p:spPr>
          <a:xfrm>
            <a:off x="12563475" y="9129713"/>
            <a:ext cx="1104900" cy="276225"/>
          </a:xfrm>
          <a:prstGeom prst="rect">
            <a:avLst/>
          </a:prstGeom>
          <a:noFill/>
          <a:ln w="0">
            <a:noFill/>
            <a:prstDash val="solid"/>
          </a:ln>
        </p:spPr>
        <p:txBody>
          <a:bodyPr wrap="none" lIns="38100" tIns="19050" rIns="38100" bIns="19050" anchor="ctr">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 3/6</a:t>
            </a:r>
            <a:endParaRPr lang="ko-KR">
              <a:latin typeface="Calibri"/>
              <a:ea typeface="Calibri"/>
              <a:cs typeface="Calibri"/>
            </a:endParaRPr>
          </a:p>
        </p:txBody>
      </p:sp>
      <p:sp>
        <p:nvSpPr>
          <p:cNvPr id="100" name="value-QA02-B">
            <a:extLst>
              <a:ext uri="{FF2B5EF4-FFF2-40B4-BE49-F238E27FC236}">
                <ns2:creationId id="{2785F200-F816-45C5-8EA8-F54A0EFA05C8}"/>
              </a:ext>
            </a:extLst>
          </p:cNvPr>
          <p:cNvSpPr>
            <a:spLocks noGrp="1"/>
          </p:cNvSpPr>
          <p:nvPr/>
        </p:nvSpPr>
        <p:spPr>
          <a:xfrm>
            <a:off x="13735050" y="9129713"/>
            <a:ext cx="4191000" cy="276225"/>
          </a:xfrm>
          <a:prstGeom prst="rect">
            <a:avLst/>
          </a:prstGeom>
          <a:noFill/>
          <a:ln w="0">
            <a:noFill/>
            <a:prstDash val="solid"/>
          </a:ln>
        </p:spPr>
        <p:txBody>
          <a:bodyPr wrap="none" lIns="38100" tIns="19050" rIns="38100" bIns="19050" anchor="ctr">
            <a:noAutofit/>
          </a:bodyPr>
          <a:lstStyle>
            <a:defPPr algn="l">
              <a:defRPr sz="1200" b="0" lang="ko-KR">
                <a:solidFill>
                  <a:srgbClr val="000000"/>
                </a:solidFill>
                <a:latin typeface="Calibri"/>
                <a:ea typeface="Calibri"/>
                <a:cs typeface="Calibri"/>
              </a:defRPr>
            </a:defPPr>
          </a:lstStyle>
          <a:p>
            <a:pPr algn="l">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96.275% [후보 누락 위험]</a:t>
            </a:r>
            <a:endParaRPr lang="ko-KR">
              <a:latin typeface="Calibri"/>
              <a:ea typeface="Calibri"/>
              <a:cs typeface="Calibri"/>
            </a:endParaRPr>
          </a:p>
        </p:txBody>
      </p:sp>
      <p:sp>
        <p:nvSpPr>
          <p:cNvPr id="101" name="metric-QA04-A">
            <a:extLst>
              <a:ext uri="{FF2B5EF4-FFF2-40B4-BE49-F238E27FC236}">
                <ns2:creationId id="{FA3B6CE2-E8EA-4FF1-98FE-1E076F60B912}"/>
              </a:ext>
            </a:extLst>
          </p:cNvPr>
          <p:cNvSpPr>
            <a:spLocks noGrp="1"/>
          </p:cNvSpPr>
          <p:nvPr/>
        </p:nvSpPr>
        <p:spPr>
          <a:xfrm>
            <a:off x="1190625" y="9424988"/>
            <a:ext cx="2781300" cy="276225"/>
          </a:xfrm>
          <a:prstGeom prst="rect">
            <a:avLst/>
          </a:prstGeom>
          <a:noFill/>
          <a:ln w="0">
            <a:noFill/>
            <a:prstDash val="solid"/>
          </a:ln>
        </p:spPr>
        <p:txBody>
          <a:bodyPr wrap="none" lIns="38100" tIns="19050" rIns="38100" bIns="19050" anchor="ctr">
            <a:noAutofit/>
          </a:bodyPr>
          <a:lstStyle>
            <a:defPPr algn="l">
              <a:defRPr sz="1300" b="0" lang="ko-KR">
                <a:solidFill>
                  <a:srgbClr val="000000"/>
                </a:solidFill>
                <a:latin typeface="Calibri"/>
                <a:ea typeface="Calibri"/>
                <a:cs typeface="Calibri"/>
              </a:defRPr>
            </a:defPPr>
          </a:lstStyle>
          <a:p>
            <a:pPr algn="l">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QA04 변경 범위</a:t>
            </a:r>
            <a:endParaRPr lang="ko-KR">
              <a:latin typeface="Calibri"/>
              <a:ea typeface="Calibri"/>
              <a:cs typeface="Calibri"/>
            </a:endParaRPr>
          </a:p>
        </p:txBody>
      </p:sp>
      <p:sp>
        <p:nvSpPr>
          <p:cNvPr id="102" name="score-QA04-A">
            <a:extLst>
              <a:ext uri="{FF2B5EF4-FFF2-40B4-BE49-F238E27FC236}">
                <ns2:creationId id="{30A30419-09AA-4714-BCCB-2471FA9CC4E7}"/>
              </a:ext>
            </a:extLst>
          </p:cNvPr>
          <p:cNvSpPr>
            <a:spLocks noGrp="1"/>
          </p:cNvSpPr>
          <p:nvPr/>
        </p:nvSpPr>
        <p:spPr>
          <a:xfrm>
            <a:off x="3990975" y="9424988"/>
            <a:ext cx="1104900" cy="276225"/>
          </a:xfrm>
          <a:prstGeom prst="rect">
            <a:avLst/>
          </a:prstGeom>
          <a:noFill/>
          <a:ln w="0">
            <a:noFill/>
            <a:prstDash val="solid"/>
          </a:ln>
        </p:spPr>
        <p:txBody>
          <a:bodyPr wrap="none" lIns="38100" tIns="19050" rIns="38100" bIns="19050" anchor="ctr">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 1/6</a:t>
            </a:r>
            <a:endParaRPr lang="ko-KR">
              <a:latin typeface="Calibri"/>
              <a:ea typeface="Calibri"/>
              <a:cs typeface="Calibri"/>
            </a:endParaRPr>
          </a:p>
        </p:txBody>
      </p:sp>
      <p:sp>
        <p:nvSpPr>
          <p:cNvPr id="103" name="value-QA04-A">
            <a:extLst>
              <a:ext uri="{FF2B5EF4-FFF2-40B4-BE49-F238E27FC236}">
                <ns2:creationId id="{09BA7CE7-B51A-4013-8C58-C1F8D4521614}"/>
              </a:ext>
            </a:extLst>
          </p:cNvPr>
          <p:cNvSpPr>
            <a:spLocks noGrp="1"/>
          </p:cNvSpPr>
          <p:nvPr/>
        </p:nvSpPr>
        <p:spPr>
          <a:xfrm>
            <a:off x="5162550" y="9424988"/>
            <a:ext cx="4191000" cy="276225"/>
          </a:xfrm>
          <a:prstGeom prst="rect">
            <a:avLst/>
          </a:prstGeom>
          <a:noFill/>
          <a:ln w="0">
            <a:noFill/>
            <a:prstDash val="solid"/>
          </a:ln>
        </p:spPr>
        <p:txBody>
          <a:bodyPr wrap="none" lIns="38100" tIns="19050" rIns="38100" bIns="19050" anchor="ctr">
            <a:noAutofit/>
          </a:bodyPr>
          <a:lstStyle>
            <a:defPPr algn="l">
              <a:defRPr sz="1200" b="0" lang="ko-KR">
                <a:solidFill>
                  <a:srgbClr val="000000"/>
                </a:solidFill>
                <a:latin typeface="Calibri"/>
                <a:ea typeface="Calibri"/>
                <a:cs typeface="Calibri"/>
              </a:defRPr>
            </a:defPPr>
          </a:lstStyle>
          <a:p>
            <a:pPr algn="l">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3 모듈 / 변경 [공동 해석부 중심]</a:t>
            </a:r>
            <a:endParaRPr lang="ko-KR">
              <a:latin typeface="Calibri"/>
              <a:ea typeface="Calibri"/>
              <a:cs typeface="Calibri"/>
            </a:endParaRPr>
          </a:p>
        </p:txBody>
      </p:sp>
      <p:sp>
        <p:nvSpPr>
          <p:cNvPr id="104" name="metric-QA04-B">
            <a:extLst>
              <a:ext uri="{FF2B5EF4-FFF2-40B4-BE49-F238E27FC236}">
                <ns2:creationId id="{8728039D-EFAF-4FF0-9608-F64B81A444EE}"/>
              </a:ext>
            </a:extLst>
          </p:cNvPr>
          <p:cNvSpPr>
            <a:spLocks noGrp="1"/>
          </p:cNvSpPr>
          <p:nvPr/>
        </p:nvSpPr>
        <p:spPr>
          <a:xfrm>
            <a:off x="9763125" y="9424988"/>
            <a:ext cx="2781300" cy="276225"/>
          </a:xfrm>
          <a:prstGeom prst="rect">
            <a:avLst/>
          </a:prstGeom>
          <a:noFill/>
          <a:ln w="0">
            <a:noFill/>
            <a:prstDash val="solid"/>
          </a:ln>
        </p:spPr>
        <p:txBody>
          <a:bodyPr wrap="none" lIns="38100" tIns="19050" rIns="38100" bIns="19050" anchor="ctr">
            <a:noAutofit/>
          </a:bodyPr>
          <a:lstStyle>
            <a:defPPr algn="l">
              <a:defRPr sz="1300" b="0" lang="ko-KR">
                <a:solidFill>
                  <a:srgbClr val="000000"/>
                </a:solidFill>
                <a:latin typeface="Calibri"/>
                <a:ea typeface="Calibri"/>
                <a:cs typeface="Calibri"/>
              </a:defRPr>
            </a:defPPr>
          </a:lstStyle>
          <a:p>
            <a:pPr algn="l">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QA04 변경 범위</a:t>
            </a:r>
            <a:endParaRPr lang="ko-KR">
              <a:latin typeface="Calibri"/>
              <a:ea typeface="Calibri"/>
              <a:cs typeface="Calibri"/>
            </a:endParaRPr>
          </a:p>
        </p:txBody>
      </p:sp>
      <p:sp>
        <p:nvSpPr>
          <p:cNvPr id="105" name="score-QA04-B">
            <a:extLst>
              <a:ext uri="{FF2B5EF4-FFF2-40B4-BE49-F238E27FC236}">
                <ns2:creationId id="{4413221E-5E74-4E7C-AE6C-1AB116DB7059}"/>
              </a:ext>
            </a:extLst>
          </p:cNvPr>
          <p:cNvSpPr>
            <a:spLocks noGrp="1"/>
          </p:cNvSpPr>
          <p:nvPr/>
        </p:nvSpPr>
        <p:spPr>
          <a:xfrm>
            <a:off x="12563475" y="9424988"/>
            <a:ext cx="1104900" cy="276225"/>
          </a:xfrm>
          <a:prstGeom prst="rect">
            <a:avLst/>
          </a:prstGeom>
          <a:noFill/>
          <a:ln w="0">
            <a:noFill/>
            <a:prstDash val="solid"/>
          </a:ln>
        </p:spPr>
        <p:txBody>
          <a:bodyPr wrap="none" lIns="38100" tIns="19050" rIns="38100" bIns="19050" anchor="ctr">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 0/6</a:t>
            </a:r>
            <a:endParaRPr lang="ko-KR">
              <a:latin typeface="Calibri"/>
              <a:ea typeface="Calibri"/>
              <a:cs typeface="Calibri"/>
            </a:endParaRPr>
          </a:p>
        </p:txBody>
      </p:sp>
      <p:sp>
        <p:nvSpPr>
          <p:cNvPr id="106" name="value-QA04-B">
            <a:extLst>
              <a:ext uri="{FF2B5EF4-FFF2-40B4-BE49-F238E27FC236}">
                <ns2:creationId id="{EB4F635B-69EB-4FB3-AA60-1BF29400B61E}"/>
              </a:ext>
            </a:extLst>
          </p:cNvPr>
          <p:cNvSpPr>
            <a:spLocks noGrp="1"/>
          </p:cNvSpPr>
          <p:nvPr/>
        </p:nvSpPr>
        <p:spPr>
          <a:xfrm>
            <a:off x="13735050" y="9424988"/>
            <a:ext cx="4191000" cy="276225"/>
          </a:xfrm>
          <a:prstGeom prst="rect">
            <a:avLst/>
          </a:prstGeom>
          <a:noFill/>
          <a:ln w="0">
            <a:noFill/>
            <a:prstDash val="solid"/>
          </a:ln>
        </p:spPr>
        <p:txBody>
          <a:bodyPr wrap="none" lIns="38100" tIns="19050" rIns="38100" bIns="19050" anchor="ctr">
            <a:noAutofit/>
          </a:bodyPr>
          <a:lstStyle>
            <a:defPPr algn="l">
              <a:defRPr sz="1200" b="0" lang="ko-KR">
                <a:solidFill>
                  <a:srgbClr val="000000"/>
                </a:solidFill>
                <a:latin typeface="Calibri"/>
                <a:ea typeface="Calibri"/>
                <a:cs typeface="Calibri"/>
              </a:defRPr>
            </a:defPPr>
          </a:lstStyle>
          <a:p>
            <a:pPr algn="l">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4.5 모듈 / 변경 [생산자와 결합부]</a:t>
            </a:r>
            <a:endParaRPr lang="ko-KR">
              <a:latin typeface="Calibri"/>
              <a:ea typeface="Calibri"/>
              <a:cs typeface="Calibri"/>
            </a:endParaRPr>
          </a:p>
        </p:txBody>
      </p:sp>
      <p:sp>
        <p:nvSpPr>
          <p:cNvPr id="107" name="evidence-status">
            <a:extLst>
              <a:ext uri="{FF2B5EF4-FFF2-40B4-BE49-F238E27FC236}">
                <ns2:creationId id="{86C40A5F-7A0D-4DCC-A4E4-AF0CEEBC54DA}"/>
              </a:ext>
            </a:extLst>
          </p:cNvPr>
          <p:cNvSpPr>
            <a:spLocks noGrp="1"/>
          </p:cNvSpPr>
          <p:nvPr/>
        </p:nvSpPr>
        <p:spPr>
          <a:xfrm>
            <a:off x="133350" y="10020300"/>
            <a:ext cx="17573625" cy="228600"/>
          </a:xfrm>
          <a:prstGeom prst="rect">
            <a:avLst/>
          </a:prstGeom>
          <a:no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동일 관련 시나리오에 대한 구조 기반 예상값 / 미측정 / A/B 미선정 / ○=0, ◐=1, ●=2 (총 6점)</a:t>
            </a:r>
            <a:endParaRPr lang="ko-KR">
              <a:latin typeface="Calibri"/>
              <a:ea typeface="Calibri"/>
              <a:cs typeface="Calibri"/>
            </a:endParaRPr>
          </a:p>
        </p:txBody>
      </p:sp>
      <p:sp>
        <p:nvSpPr>
          <p:cNvPr id="108" name="page">
            <a:extLst>
              <a:ext uri="{FF2B5EF4-FFF2-40B4-BE49-F238E27FC236}">
                <ns2:creationId id="{5B86628A-C458-42FD-8153-F113E833D700}"/>
              </a:ext>
            </a:extLst>
          </p:cNvPr>
          <p:cNvSpPr>
            <a:spLocks noGrp="1"/>
          </p:cNvSpPr>
          <p:nvPr/>
        </p:nvSpPr>
        <p:spPr>
          <a:xfrm>
            <a:off x="16992600" y="10020300"/>
            <a:ext cx="1143000" cy="228600"/>
          </a:xfrm>
          <a:prstGeom prst="rect">
            <a:avLst/>
          </a:prstGeom>
          <a:noFill/>
          <a:ln w="0">
            <a:noFill/>
            <a:prstDash val="solid"/>
          </a:ln>
        </p:spPr>
        <p:txBody>
          <a:bodyPr wrap="none" lIns="38100" tIns="19050" rIns="38100" bIns="19050" anchor="ctr">
            <a:noAutofit/>
          </a:bodyPr>
          <a:lstStyle>
            <a:defPPr algn="r">
              <a:defRPr sz="1100" b="0" lang="ko-KR">
                <a:solidFill>
                  <a:srgbClr val="000000"/>
                </a:solidFill>
                <a:latin typeface="Calibri"/>
                <a:ea typeface="Calibri"/>
                <a:cs typeface="Calibri"/>
              </a:defRPr>
            </a:defPPr>
          </a:lstStyle>
          <a:p>
            <a:pPr algn="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22 / 49</a:t>
            </a:r>
            <a:endParaRPr lang="ko-KR">
              <a:latin typeface="Calibri"/>
              <a:ea typeface="Calibri"/>
              <a:cs typeface="Calibri"/>
            </a:endParaRPr>
          </a:p>
        </p:txBody>
      </p:sp>
      <p:sp>
        <p:nvSpPr>
          <p:cNvPr id="109" name="Ascene">
            <a:extLst>
              <a:ext uri="{FF2B5EF4-FFF2-40B4-BE49-F238E27FC236}">
                <ns2:creationId id="{DA40F93D-39CF-4028-8E74-3EAA38EE3A27}"/>
              </a:ext>
            </a:extLst>
          </p:cNvPr>
          <p:cNvSpPr>
            <a:spLocks noGrp="1"/>
          </p:cNvSpPr>
          <p:nvPr/>
        </p:nvSpPr>
        <p:spPr>
          <a:xfrm>
            <a:off x="1123950" y="1971675"/>
            <a:ext cx="8334375" cy="238125"/>
          </a:xfrm>
          <a:prstGeom prst="rect">
            <a:avLst/>
          </a:prstGeom>
          <a:noFill/>
          <a:ln w="0">
            <a:noFill/>
            <a:prstDash val="solid"/>
          </a:ln>
        </p:spPr>
        <p:txBody>
          <a:bodyPr wrap="none" lIns="38100" tIns="19050" rIns="38100" bIns="19050" anchor="ctr">
            <a:noAutofit/>
          </a:bodyPr>
          <a:lstStyle>
            <a:defPPr algn="l">
              <a:defRPr sz="1300" b="0" lang="ko-KR">
                <a:solidFill>
                  <a:srgbClr val="000000"/>
                </a:solidFill>
                <a:latin typeface="Calibri"/>
                <a:ea typeface="Calibri"/>
                <a:cs typeface="Calibri"/>
              </a:defRPr>
            </a:defPPr>
          </a:lstStyle>
          <a:p>
            <a:pPr algn="l">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같은 입력: 두 그래프 지칭 후 “아래 것만, 처음 범위는 그대로”</a:t>
            </a:r>
            <a:endParaRPr lang="ko-KR">
              <a:latin typeface="Calibri"/>
              <a:ea typeface="Calibri"/>
              <a:cs typeface="Calibri"/>
            </a:endParaRPr>
          </a:p>
        </p:txBody>
      </p:sp>
      <p:sp>
        <p:nvSpPr>
          <p:cNvPr id="110" name="Acapture">
            <a:extLst>
              <a:ext uri="{FF2B5EF4-FFF2-40B4-BE49-F238E27FC236}">
                <ns2:creationId id="{A2D34EF7-0CF1-4911-9963-1AAB54A90762}"/>
              </a:ext>
            </a:extLst>
          </p:cNvPr>
          <p:cNvSpPr>
            <a:spLocks noGrp="1"/>
          </p:cNvSpPr>
          <p:nvPr/>
        </p:nvSpPr>
        <p:spPr>
          <a:xfrm>
            <a:off x="1219200" y="2581275"/>
            <a:ext cx="2381250" cy="257175"/>
          </a:xfrm>
          <a:prstGeom prst="roundRect">
            <a:avLst>
              <a:gd name="adj" fmla="val 29630"/>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R: Timeline &amp; Buffer / Evidence Read Port</a:t>
            </a:r>
            <a:endParaRPr lang="ko-KR">
              <a:latin typeface="Calibri"/>
              <a:ea typeface="Calibri"/>
              <a:cs typeface="Calibri"/>
            </a:endParaRPr>
          </a:p>
        </p:txBody>
      </p:sp>
      <p:sp>
        <p:nvSpPr>
          <p:cNvPr id="111" name="Arev">
            <a:extLst>
              <a:ext uri="{FF2B5EF4-FFF2-40B4-BE49-F238E27FC236}">
                <ns2:creationId id="{39EE782A-9E89-4C51-8A40-5181B2273BB7}"/>
              </a:ext>
            </a:extLst>
          </p:cNvPr>
          <p:cNvSpPr>
            <a:spLocks noGrp="1"/>
          </p:cNvSpPr>
          <p:nvPr/>
        </p:nvSpPr>
        <p:spPr>
          <a:xfrm>
            <a:off x="4171950" y="2581275"/>
            <a:ext cx="2286000" cy="257175"/>
          </a:xfrm>
          <a:prstGeom prst="roundRect">
            <a:avLst>
              <a:gd name="adj" fmla="val 29630"/>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 Revision Control</a:t>
            </a:r>
            <a:endParaRPr lang="ko-KR">
              <a:latin typeface="Calibri"/>
              <a:ea typeface="Calibri"/>
              <a:cs typeface="Calibri"/>
            </a:endParaRPr>
          </a:p>
        </p:txBody>
      </p:sp>
      <p:sp>
        <p:nvSpPr>
          <p:cNvPr id="112" name="Aapi">
            <a:extLst>
              <a:ext uri="{FF2B5EF4-FFF2-40B4-BE49-F238E27FC236}">
                <ns2:creationId id="{360A512B-630D-48D3-8857-DE1E881B8DC9}"/>
              </a:ext>
            </a:extLst>
          </p:cNvPr>
          <p:cNvSpPr>
            <a:spLocks noGrp="1"/>
          </p:cNvSpPr>
          <p:nvPr/>
        </p:nvSpPr>
        <p:spPr>
          <a:xfrm>
            <a:off x="7029450" y="2581275"/>
            <a:ext cx="2286000" cy="257175"/>
          </a:xfrm>
          <a:prstGeom prst="roundRect">
            <a:avLst>
              <a:gd name="adj" fmla="val 29630"/>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M: Semantic API Client</a:t>
            </a:r>
            <a:endParaRPr lang="ko-KR">
              <a:latin typeface="Calibri"/>
              <a:ea typeface="Calibri"/>
              <a:cs typeface="Calibri"/>
            </a:endParaRPr>
          </a:p>
        </p:txBody>
      </p:sp>
      <p:sp>
        <p:nvSpPr>
          <p:cNvPr id="113" name="Aport">
            <a:extLst>
              <a:ext uri="{FF2B5EF4-FFF2-40B4-BE49-F238E27FC236}">
                <ns2:creationId id="{A2BEB09A-147A-49A9-A18D-7315B071006A}"/>
              </a:ext>
            </a:extLst>
          </p:cNvPr>
          <p:cNvSpPr>
            <a:spLocks noGrp="1"/>
          </p:cNvSpPr>
          <p:nvPr/>
        </p:nvSpPr>
        <p:spPr>
          <a:xfrm>
            <a:off x="1238250" y="3476625"/>
            <a:ext cx="2476500" cy="342900"/>
          </a:xfrm>
          <a:prstGeom prst="roundRect">
            <a:avLst>
              <a:gd name="adj" fmla="val 22222"/>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Grounding Session Port</a:t>
            </a:r>
            <a:endParaRPr lang="ko-KR">
              <a:latin typeface="Calibri"/>
              <a:ea typeface="Calibri"/>
              <a:cs typeface="Calibri"/>
            </a:endParaRPr>
          </a:p>
        </p:txBody>
      </p:sp>
      <p:sp>
        <p:nvSpPr>
          <p:cNvPr id="114" name="Aregistry">
            <a:extLst>
              <a:ext uri="{FF2B5EF4-FFF2-40B4-BE49-F238E27FC236}">
                <ns2:creationId id="{3809511E-B2D2-4E3D-BC8D-B5A343090ACC}"/>
              </a:ext>
            </a:extLst>
          </p:cNvPr>
          <p:cNvSpPr>
            <a:spLocks noGrp="1"/>
          </p:cNvSpPr>
          <p:nvPr/>
        </p:nvSpPr>
        <p:spPr>
          <a:xfrm>
            <a:off x="4019550" y="3486150"/>
            <a:ext cx="2428875" cy="333375"/>
          </a:xfrm>
          <a:prstGeom prst="can">
            <a:avLst>
              <a:gd name="adj" fmla="val 9000"/>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Grounding Attempt Registry</a:t>
            </a:r>
            <a:endParaRPr lang="ko-KR">
              <a:latin typeface="Calibri"/>
              <a:ea typeface="Calibri"/>
              <a:cs typeface="Calibri"/>
            </a:endParaRPr>
          </a:p>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RevisionGate / RAM</a:t>
            </a:r>
            <a:endParaRPr lang="ko-KR">
              <a:latin typeface="Calibri"/>
              <a:ea typeface="Calibri"/>
              <a:cs typeface="Calibri"/>
            </a:endParaRPr>
          </a:p>
        </p:txBody>
      </p:sp>
      <p:sp>
        <p:nvSpPr>
          <p:cNvPr id="115" name="Aadopt">
            <a:extLst>
              <a:ext uri="{FF2B5EF4-FFF2-40B4-BE49-F238E27FC236}">
                <ns2:creationId id="{5BDE354C-153C-4E0A-AD03-035BEEA551EE}"/>
              </a:ext>
            </a:extLst>
          </p:cNvPr>
          <p:cNvSpPr>
            <a:spLocks noGrp="1"/>
          </p:cNvSpPr>
          <p:nvPr/>
        </p:nvSpPr>
        <p:spPr>
          <a:xfrm>
            <a:off x="1266825" y="6762750"/>
            <a:ext cx="7858125" cy="257175"/>
          </a:xfrm>
          <a:prstGeom prst="roundRect">
            <a:avLst>
              <a:gd name="adj" fmla="val 29630"/>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Request Controller / Adoption Control → State Store</a:t>
            </a:r>
            <a:endParaRPr lang="ko-KR">
              <a:latin typeface="Calibri"/>
              <a:ea typeface="Calibri"/>
              <a:cs typeface="Calibri"/>
            </a:endParaRPr>
          </a:p>
        </p:txBody>
      </p:sp>
      <p:sp>
        <p:nvSpPr>
          <p:cNvPr id="116" name="Aports">
            <a:extLst>
              <a:ext uri="{FF2B5EF4-FFF2-40B4-BE49-F238E27FC236}">
                <ns2:creationId id="{0886F36B-FA77-463A-AE0C-BCA906A51746}"/>
              </a:ext>
            </a:extLst>
          </p:cNvPr>
          <p:cNvSpPr>
            <a:spLocks noGrp="1"/>
          </p:cNvSpPr>
          <p:nvPr/>
        </p:nvSpPr>
        <p:spPr>
          <a:xfrm>
            <a:off x="1219200" y="6505575"/>
            <a:ext cx="5191125" cy="219075"/>
          </a:xfrm>
          <a:prstGeom prst="rect">
            <a:avLst/>
          </a:prstGeom>
          <a:noFill/>
          <a:ln w="0">
            <a:noFill/>
            <a:prstDash val="solid"/>
          </a:ln>
        </p:spPr>
        <p:txBody>
          <a:bodyPr wrap="none" lIns="38100" tIns="19050" rIns="38100" bIns="19050" anchor="ctr">
            <a:noAutofit/>
          </a:bodyPr>
          <a:lstStyle>
            <a:defPPr algn="l">
              <a:defRPr sz="1000" b="0" lang="ko-KR">
                <a:solidFill>
                  <a:srgbClr val="000000"/>
                </a:solidFill>
                <a:latin typeface="Calibri"/>
                <a:ea typeface="Calibri"/>
                <a:cs typeface="Calibri"/>
              </a:defRPr>
            </a:defPPr>
          </a:lstStyle>
          <a:p>
            <a:pPr algn="l">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공동 해석기가 R / M 사용. 유효 부분 재사용과 원본 확대 지원</a:t>
            </a:r>
            <a:endParaRPr lang="ko-KR">
              <a:latin typeface="Calibri"/>
              <a:ea typeface="Calibri"/>
              <a:cs typeface="Calibri"/>
            </a:endParaRPr>
          </a:p>
        </p:txBody>
      </p:sp>
      <p:sp>
        <p:nvSpPr>
          <p:cNvPr id="117" name="As1-num">
            <a:extLst>
              <a:ext uri="{FF2B5EF4-FFF2-40B4-BE49-F238E27FC236}">
                <ns2:creationId id="{09BC59C7-9745-4CB2-ACA9-FC4864331969}"/>
              </a:ext>
            </a:extLst>
          </p:cNvPr>
          <p:cNvSpPr>
            <a:spLocks noGrp="1"/>
          </p:cNvSpPr>
          <p:nvPr/>
        </p:nvSpPr>
        <p:spPr>
          <a:xfrm>
            <a:off x="1238250" y="294322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1</a:t>
            </a:r>
            <a:endParaRPr lang="ko-KR">
              <a:latin typeface="Calibri"/>
              <a:ea typeface="Calibri"/>
              <a:cs typeface="Calibri"/>
            </a:endParaRPr>
          </a:p>
        </p:txBody>
      </p:sp>
      <p:sp>
        <p:nvSpPr>
          <p:cNvPr id="118" name="As1-label">
            <a:extLst>
              <a:ext uri="{FF2B5EF4-FFF2-40B4-BE49-F238E27FC236}">
                <ns2:creationId id="{0CB37141-D67A-470C-8E06-E3AA0E36C1D0}"/>
              </a:ext>
            </a:extLst>
          </p:cNvPr>
          <p:cNvSpPr>
            <a:spLocks noGrp="1"/>
          </p:cNvSpPr>
          <p:nvPr/>
        </p:nvSpPr>
        <p:spPr>
          <a:xfrm>
            <a:off x="1447800" y="2933700"/>
            <a:ext cx="228600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입력 revision 먼저 등록</a:t>
            </a:r>
            <a:endParaRPr lang="ko-KR">
              <a:latin typeface="Calibri"/>
              <a:ea typeface="Calibri"/>
              <a:cs typeface="Calibri"/>
            </a:endParaRPr>
          </a:p>
        </p:txBody>
      </p:sp>
      <p:sp>
        <p:nvSpPr>
          <p:cNvPr id="119" name="Araw">
            <a:extLst>
              <a:ext uri="{FF2B5EF4-FFF2-40B4-BE49-F238E27FC236}">
                <ns2:creationId id="{7ED2E527-795C-4F58-981E-E879AC1F1A65}"/>
              </a:ext>
            </a:extLst>
          </p:cNvPr>
          <p:cNvSpPr>
            <a:spLocks noGrp="1"/>
          </p:cNvSpPr>
          <p:nvPr/>
        </p:nvSpPr>
        <p:spPr>
          <a:xfrm>
            <a:off x="4133850" y="2933700"/>
            <a:ext cx="5238750" cy="209550"/>
          </a:xfrm>
          <a:prstGeom prst="rect">
            <a:avLst/>
          </a:prstGeom>
          <a:noFill/>
          <a:ln w="0">
            <a:noFill/>
            <a:prstDash val="solid"/>
          </a:ln>
        </p:spPr>
        <p:txBody>
          <a:bodyPr wrap="none" lIns="38100" tIns="19050" rIns="38100" bIns="19050" anchor="ctr">
            <a:noAutofit/>
          </a:bodyPr>
          <a:lstStyle>
            <a:defPPr algn="l">
              <a:defRPr sz="1000" b="0" lang="ko-KR">
                <a:solidFill>
                  <a:srgbClr val="000000"/>
                </a:solidFill>
                <a:latin typeface="Calibri"/>
                <a:ea typeface="Calibri"/>
                <a:cs typeface="Calibri"/>
              </a:defRPr>
            </a:defPPr>
          </a:lstStyle>
          <a:p>
            <a:pPr algn="l">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원본: 음성 / 화면 / 포인터 경로 / native 선택 범위</a:t>
            </a:r>
            <a:endParaRPr lang="ko-KR">
              <a:latin typeface="Calibri"/>
              <a:ea typeface="Calibri"/>
              <a:cs typeface="Calibri"/>
            </a:endParaRPr>
          </a:p>
        </p:txBody>
      </p:sp>
      <p:sp>
        <p:nvSpPr>
          <p:cNvPr id="120" name="Areader-port">
            <a:extLst>
              <a:ext uri="{FF2B5EF4-FFF2-40B4-BE49-F238E27FC236}">
                <ns2:creationId id="{C23E85D1-FA5E-43A9-8558-EE168B94DCF1}"/>
              </a:ext>
            </a:extLst>
          </p:cNvPr>
          <p:cNvSpPr>
            <a:spLocks noGrp="1"/>
          </p:cNvSpPr>
          <p:nvPr/>
        </p:nvSpPr>
        <p:spPr>
          <a:xfrm>
            <a:off x="1257300" y="6286500"/>
            <a:ext cx="4048125" cy="190500"/>
          </a:xfrm>
          <a:prstGeom prst="roundRect">
            <a:avLst>
              <a:gd name="adj" fmla="val 40000"/>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R: Grounding Evidence Reader → Interaction Manager</a:t>
            </a:r>
            <a:endParaRPr lang="ko-KR">
              <a:latin typeface="Calibri"/>
              <a:ea typeface="Calibri"/>
              <a:cs typeface="Calibri"/>
            </a:endParaRPr>
          </a:p>
        </p:txBody>
      </p:sp>
      <p:sp>
        <p:nvSpPr>
          <p:cNvPr id="121" name="Amodel-port">
            <a:extLst>
              <a:ext uri="{FF2B5EF4-FFF2-40B4-BE49-F238E27FC236}">
                <ns2:creationId id="{87927BF1-2C6F-4C9E-971D-30EA1A47AA1E}"/>
              </a:ext>
            </a:extLst>
          </p:cNvPr>
          <p:cNvSpPr>
            <a:spLocks noGrp="1"/>
          </p:cNvSpPr>
          <p:nvPr/>
        </p:nvSpPr>
        <p:spPr>
          <a:xfrm>
            <a:off x="5410200" y="6286500"/>
            <a:ext cx="3857625" cy="190500"/>
          </a:xfrm>
          <a:prstGeom prst="roundRect">
            <a:avLst>
              <a:gd name="adj" fmla="val 40000"/>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M: Grounding Model Port → Model Access</a:t>
            </a:r>
            <a:endParaRPr lang="ko-KR">
              <a:latin typeface="Calibri"/>
              <a:ea typeface="Calibri"/>
              <a:cs typeface="Calibri"/>
            </a:endParaRPr>
          </a:p>
        </p:txBody>
      </p:sp>
      <p:sp>
        <p:nvSpPr>
          <p:cNvPr id="122" name="As6-num">
            <a:extLst>
              <a:ext uri="{FF2B5EF4-FFF2-40B4-BE49-F238E27FC236}">
                <ns2:creationId id="{1A3F61F3-F332-4F34-8D3C-AEA86C50C84E}"/>
              </a:ext>
            </a:extLst>
          </p:cNvPr>
          <p:cNvSpPr>
            <a:spLocks noGrp="1"/>
          </p:cNvSpPr>
          <p:nvPr/>
        </p:nvSpPr>
        <p:spPr>
          <a:xfrm>
            <a:off x="6600825" y="652462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6</a:t>
            </a:r>
            <a:endParaRPr lang="ko-KR">
              <a:latin typeface="Calibri"/>
              <a:ea typeface="Calibri"/>
              <a:cs typeface="Calibri"/>
            </a:endParaRPr>
          </a:p>
        </p:txBody>
      </p:sp>
      <p:sp>
        <p:nvSpPr>
          <p:cNvPr id="123" name="As6-label">
            <a:extLst>
              <a:ext uri="{FF2B5EF4-FFF2-40B4-BE49-F238E27FC236}">
                <ns2:creationId id="{BD27D9FE-5885-41F6-BBE4-DBC05DD57592}"/>
              </a:ext>
            </a:extLst>
          </p:cNvPr>
          <p:cNvSpPr>
            <a:spLocks noGrp="1"/>
          </p:cNvSpPr>
          <p:nvPr/>
        </p:nvSpPr>
        <p:spPr>
          <a:xfrm>
            <a:off x="6810375" y="6515100"/>
            <a:ext cx="209550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현재성 검사 후 채택</a:t>
            </a:r>
            <a:endParaRPr lang="ko-KR">
              <a:latin typeface="Calibri"/>
              <a:ea typeface="Calibri"/>
              <a:cs typeface="Calibri"/>
            </a:endParaRPr>
          </a:p>
        </p:txBody>
      </p:sp>
      <p:sp>
        <p:nvSpPr>
          <p:cNvPr id="124" name="Acontrol">
            <a:extLst>
              <a:ext uri="{FF2B5EF4-FFF2-40B4-BE49-F238E27FC236}">
                <ns2:creationId id="{0429EF42-EB0D-4D2D-8C73-73428C0F85D6}"/>
              </a:ext>
            </a:extLst>
          </p:cNvPr>
          <p:cNvSpPr>
            <a:spLocks noGrp="1"/>
          </p:cNvSpPr>
          <p:nvPr/>
        </p:nvSpPr>
        <p:spPr>
          <a:xfrm>
            <a:off x="1295400" y="4095750"/>
            <a:ext cx="2238375" cy="466725"/>
          </a:xfrm>
          <a:prstGeom prst="roundRect">
            <a:avLst>
              <a:gd name="adj" fmla="val 16327"/>
            </a:avLst>
          </a:prstGeom>
          <a:solidFill>
            <a:srgbClr val="FFF4D7"/>
          </a:solidFill>
          <a:ln w="10478">
            <a:solidFill>
              <a:srgbClr val="000000"/>
            </a:solidFill>
            <a:prstDash val="solid"/>
          </a:ln>
        </p:spPr>
        <p:txBody>
          <a:bodyPr wrap="none" lIns="38100" tIns="19050" rIns="38100" bIns="19050" anchor="ctr">
            <a:noAutofit/>
          </a:bodyPr>
          <a:lstStyle>
            <a:defPPr algn="ctr">
              <a:defRPr sz="1200" b="0" lang="ko-KR">
                <a:solidFill>
                  <a:srgbClr val="000000"/>
                </a:solidFill>
                <a:latin typeface="Calibri"/>
                <a:ea typeface="Calibri"/>
                <a:cs typeface="Calibri"/>
              </a:defRPr>
            </a:defPPr>
          </a:lstStyle>
          <a:p>
            <a:pPr algn="ctr">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Grounding Attempt</a:t>
            </a:r>
            <a:endParaRPr lang="ko-KR">
              <a:latin typeface="Calibri"/>
              <a:ea typeface="Calibri"/>
              <a:cs typeface="Calibri"/>
            </a:endParaRPr>
          </a:p>
          <a:p>
            <a:pPr algn="ctr">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Control</a:t>
            </a:r>
            <a:endParaRPr lang="ko-KR">
              <a:latin typeface="Calibri"/>
              <a:ea typeface="Calibri"/>
              <a:cs typeface="Calibri"/>
            </a:endParaRPr>
          </a:p>
        </p:txBody>
      </p:sp>
      <p:sp>
        <p:nvSpPr>
          <p:cNvPr id="125" name="Ainbox">
            <a:extLst>
              <a:ext uri="{FF2B5EF4-FFF2-40B4-BE49-F238E27FC236}">
                <ns2:creationId id="{22526657-CE2B-4BFB-96A6-E346030F1AC1}"/>
              </a:ext>
            </a:extLst>
          </p:cNvPr>
          <p:cNvSpPr>
            <a:spLocks noGrp="1"/>
          </p:cNvSpPr>
          <p:nvPr/>
        </p:nvSpPr>
        <p:spPr>
          <a:xfrm>
            <a:off x="6743700" y="3486150"/>
            <a:ext cx="2428875" cy="333375"/>
          </a:xfrm>
          <a:prstGeom prst="can">
            <a:avLst>
              <a:gd name="adj" fmla="val 9000"/>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Control / Completion Inbox</a:t>
            </a:r>
            <a:endParaRPr lang="ko-KR">
              <a:latin typeface="Calibri"/>
              <a:ea typeface="Calibri"/>
              <a:cs typeface="Calibri"/>
            </a:endParaRPr>
          </a:p>
        </p:txBody>
      </p:sp>
      <p:sp>
        <p:nvSpPr>
          <p:cNvPr id="126" name="Aqueue">
            <a:extLst>
              <a:ext uri="{FF2B5EF4-FFF2-40B4-BE49-F238E27FC236}">
                <ns2:creationId id="{8328EB7A-9998-4CA4-BB1B-1B32FC1F40E8}"/>
              </a:ext>
            </a:extLst>
          </p:cNvPr>
          <p:cNvSpPr>
            <a:spLocks noGrp="1"/>
          </p:cNvSpPr>
          <p:nvPr/>
        </p:nvSpPr>
        <p:spPr>
          <a:xfrm>
            <a:off x="3886200" y="4124325"/>
            <a:ext cx="2143125" cy="390525"/>
          </a:xfrm>
          <a:prstGeom prst="roundRect">
            <a:avLst>
              <a:gd name="adj" fmla="val 19512"/>
            </a:avLst>
          </a:prstGeom>
          <a:solidFill>
            <a:srgbClr val="FFF4D7"/>
          </a:solidFill>
          <a:ln w="10478">
            <a:solidFill>
              <a:srgbClr val="000000"/>
            </a:solidFill>
            <a:prstDash val="solid"/>
          </a:ln>
        </p:spPr>
        <p:txBody>
          <a:bodyPr wrap="none" lIns="38100" tIns="19050" rIns="38100" bIns="19050" anchor="ctr">
            <a:noAutofit/>
          </a:bodyPr>
          <a:lstStyle>
            <a:defPPr algn="ctr">
              <a:defRPr sz="1200" b="0" lang="ko-KR">
                <a:solidFill>
                  <a:srgbClr val="000000"/>
                </a:solidFill>
                <a:latin typeface="Calibri"/>
                <a:ea typeface="Calibri"/>
                <a:cs typeface="Calibri"/>
              </a:defRPr>
            </a:defPPr>
          </a:lstStyle>
          <a:p>
            <a:pPr algn="ctr">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Joint Work Queue</a:t>
            </a:r>
            <a:endParaRPr lang="ko-KR">
              <a:latin typeface="Calibri"/>
              <a:ea typeface="Calibri"/>
              <a:cs typeface="Calibri"/>
            </a:endParaRPr>
          </a:p>
        </p:txBody>
      </p:sp>
      <p:sp>
        <p:nvSpPr>
          <p:cNvPr id="127" name="Aworker">
            <a:extLst>
              <a:ext uri="{FF2B5EF4-FFF2-40B4-BE49-F238E27FC236}">
                <ns2:creationId id="{67B66FA2-893A-405C-8954-77D85C28C513}"/>
              </a:ext>
            </a:extLst>
          </p:cNvPr>
          <p:cNvSpPr>
            <a:spLocks noGrp="1"/>
          </p:cNvSpPr>
          <p:nvPr/>
        </p:nvSpPr>
        <p:spPr>
          <a:xfrm>
            <a:off x="6553200" y="4048125"/>
            <a:ext cx="2619375" cy="542925"/>
          </a:xfrm>
          <a:prstGeom prst="roundRect">
            <a:avLst>
              <a:gd name="adj" fmla="val 14035"/>
            </a:avLst>
          </a:prstGeom>
          <a:solidFill>
            <a:srgbClr val="FFF4D7"/>
          </a:solidFill>
          <a:ln w="10478">
            <a:solidFill>
              <a:srgbClr val="000000"/>
            </a:solidFill>
            <a:prstDash val="solid"/>
          </a:ln>
        </p:spPr>
        <p:txBody>
          <a:bodyPr wrap="none" lIns="38100" tIns="19050" rIns="38100" bIns="19050" anchor="ctr">
            <a:noAutofit/>
          </a:bodyPr>
          <a:lstStyle>
            <a:defPPr algn="ctr">
              <a:defRPr sz="1300" b="0" lang="ko-KR">
                <a:solidFill>
                  <a:srgbClr val="000000"/>
                </a:solidFill>
                <a:latin typeface="Calibri"/>
                <a:ea typeface="Calibri"/>
                <a:cs typeface="Calibri"/>
              </a:defRPr>
            </a:defPPr>
          </a:lstStyle>
          <a:p>
            <a:pPr algn="ctr">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Joint Grounding</a:t>
            </a:r>
            <a:endParaRPr lang="ko-KR">
              <a:latin typeface="Calibri"/>
              <a:ea typeface="Calibri"/>
              <a:cs typeface="Calibri"/>
            </a:endParaRPr>
          </a:p>
          <a:p>
            <a:pPr algn="ctr">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Interpreter</a:t>
            </a:r>
            <a:endParaRPr lang="ko-KR">
              <a:latin typeface="Calibri"/>
              <a:ea typeface="Calibri"/>
              <a:cs typeface="Calibri"/>
            </a:endParaRPr>
          </a:p>
        </p:txBody>
      </p:sp>
      <p:sp>
        <p:nvSpPr>
          <p:cNvPr id="128" name="Astate">
            <a:extLst>
              <a:ext uri="{FF2B5EF4-FFF2-40B4-BE49-F238E27FC236}">
                <ns2:creationId id="{AB3D62F5-D249-4F53-9BFE-9AD7C5686A8E}"/>
              </a:ext>
            </a:extLst>
          </p:cNvPr>
          <p:cNvSpPr>
            <a:spLocks noGrp="1"/>
          </p:cNvSpPr>
          <p:nvPr/>
        </p:nvSpPr>
        <p:spPr>
          <a:xfrm>
            <a:off x="6553200" y="5162550"/>
            <a:ext cx="2619375" cy="533400"/>
          </a:xfrm>
          <a:prstGeom prst="can">
            <a:avLst>
              <a:gd name="adj" fmla="val 9000"/>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Joint Grounding State</a:t>
            </a:r>
            <a:endParaRPr lang="ko-KR">
              <a:latin typeface="Calibri"/>
              <a:ea typeface="Calibri"/>
              <a:cs typeface="Calibri"/>
            </a:endParaRPr>
          </a:p>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RAM: binding + 원본 dependency</a:t>
            </a:r>
            <a:endParaRPr lang="ko-KR">
              <a:latin typeface="Calibri"/>
              <a:ea typeface="Calibri"/>
              <a:cs typeface="Calibri"/>
            </a:endParaRPr>
          </a:p>
        </p:txBody>
      </p:sp>
      <p:sp>
        <p:nvSpPr>
          <p:cNvPr id="129" name="Apatch">
            <a:extLst>
              <a:ext uri="{FF2B5EF4-FFF2-40B4-BE49-F238E27FC236}">
                <ns2:creationId id="{81CFEA1B-3AD4-4FE2-8BE4-B487FFEBA2DA}"/>
              </a:ext>
            </a:extLst>
          </p:cNvPr>
          <p:cNvSpPr>
            <a:spLocks noGrp="1"/>
          </p:cNvSpPr>
          <p:nvPr/>
        </p:nvSpPr>
        <p:spPr>
          <a:xfrm>
            <a:off x="1362075" y="5705475"/>
            <a:ext cx="4762500" cy="371475"/>
          </a:xfrm>
          <a:prstGeom prst="rect">
            <a:avLst/>
          </a:prstGeom>
          <a:noFill/>
          <a:ln w="0">
            <a:noFill/>
            <a:prstDash val="solid"/>
          </a:ln>
        </p:spPr>
        <p:txBody>
          <a:bodyPr wrap="none" lIns="38100" tIns="19050" rIns="38100" bIns="19050" anchor="ctr">
            <a:noAutofit/>
          </a:bodyPr>
          <a:lstStyle>
            <a:defPPr algn="l">
              <a:defRPr sz="1200" b="0" lang="ko-KR">
                <a:solidFill>
                  <a:srgbClr val="000000"/>
                </a:solidFill>
                <a:latin typeface="Calibri"/>
                <a:ea typeface="Calibri"/>
                <a:cs typeface="Calibri"/>
              </a:defRPr>
            </a:defPPr>
          </a:lstStyle>
          <a:p>
            <a:pPr algn="l">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원본에서 대상과 binding 직접 생산</a:t>
            </a:r>
            <a:endParaRPr lang="ko-KR">
              <a:latin typeface="Calibri"/>
              <a:ea typeface="Calibri"/>
              <a:cs typeface="Calibri"/>
            </a:endParaRPr>
          </a:p>
          <a:p>
            <a:pPr algn="l">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유효 범위 재사용, 일부만 patch</a:t>
            </a:r>
            <a:endParaRPr lang="ko-KR">
              <a:latin typeface="Calibri"/>
              <a:ea typeface="Calibri"/>
              <a:cs typeface="Calibri"/>
            </a:endParaRPr>
          </a:p>
        </p:txBody>
      </p:sp>
      <p:sp>
        <p:nvSpPr>
          <p:cNvPr id="130" name="As2-num">
            <a:extLst>
              <a:ext uri="{FF2B5EF4-FFF2-40B4-BE49-F238E27FC236}">
                <ns2:creationId id="{8A4EF8FF-FF76-4D0A-BEFD-E861B46F1A02}"/>
              </a:ext>
            </a:extLst>
          </p:cNvPr>
          <p:cNvSpPr>
            <a:spLocks noGrp="1"/>
          </p:cNvSpPr>
          <p:nvPr/>
        </p:nvSpPr>
        <p:spPr>
          <a:xfrm>
            <a:off x="3790950" y="385762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2</a:t>
            </a:r>
            <a:endParaRPr lang="ko-KR">
              <a:latin typeface="Calibri"/>
              <a:ea typeface="Calibri"/>
              <a:cs typeface="Calibri"/>
            </a:endParaRPr>
          </a:p>
        </p:txBody>
      </p:sp>
      <p:sp>
        <p:nvSpPr>
          <p:cNvPr id="131" name="As2-label">
            <a:extLst>
              <a:ext uri="{FF2B5EF4-FFF2-40B4-BE49-F238E27FC236}">
                <ns2:creationId id="{0BA7D85F-EB5F-4A42-9639-9DC6FB41A8C8}"/>
              </a:ext>
            </a:extLst>
          </p:cNvPr>
          <p:cNvSpPr>
            <a:spLocks noGrp="1"/>
          </p:cNvSpPr>
          <p:nvPr/>
        </p:nvSpPr>
        <p:spPr>
          <a:xfrm>
            <a:off x="4000500" y="3848100"/>
            <a:ext cx="123825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JointJob</a:t>
            </a:r>
            <a:endParaRPr lang="ko-KR">
              <a:latin typeface="Calibri"/>
              <a:ea typeface="Calibri"/>
              <a:cs typeface="Calibri"/>
            </a:endParaRPr>
          </a:p>
        </p:txBody>
      </p:sp>
      <p:sp>
        <p:nvSpPr>
          <p:cNvPr id="132" name="As3-num">
            <a:extLst>
              <a:ext uri="{FF2B5EF4-FFF2-40B4-BE49-F238E27FC236}">
                <ns2:creationId id="{AFD0949B-317C-4838-BAF0-10EF59ECB4EB}"/>
              </a:ext>
            </a:extLst>
          </p:cNvPr>
          <p:cNvSpPr>
            <a:spLocks noGrp="1"/>
          </p:cNvSpPr>
          <p:nvPr/>
        </p:nvSpPr>
        <p:spPr>
          <a:xfrm>
            <a:off x="6743700" y="471487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3</a:t>
            </a:r>
            <a:endParaRPr lang="ko-KR">
              <a:latin typeface="Calibri"/>
              <a:ea typeface="Calibri"/>
              <a:cs typeface="Calibri"/>
            </a:endParaRPr>
          </a:p>
        </p:txBody>
      </p:sp>
      <p:sp>
        <p:nvSpPr>
          <p:cNvPr id="133" name="As3-label">
            <a:extLst>
              <a:ext uri="{FF2B5EF4-FFF2-40B4-BE49-F238E27FC236}">
                <ns2:creationId id="{3FDCE48D-0D11-4B83-AFB8-3C1C23026AE3}"/>
              </a:ext>
            </a:extLst>
          </p:cNvPr>
          <p:cNvSpPr>
            <a:spLocks noGrp="1"/>
          </p:cNvSpPr>
          <p:nvPr/>
        </p:nvSpPr>
        <p:spPr>
          <a:xfrm>
            <a:off x="6953250" y="4705350"/>
            <a:ext cx="219075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R / M 원본 공동 해석</a:t>
            </a:r>
            <a:endParaRPr lang="ko-KR">
              <a:latin typeface="Calibri"/>
              <a:ea typeface="Calibri"/>
              <a:cs typeface="Calibri"/>
            </a:endParaRPr>
          </a:p>
        </p:txBody>
      </p:sp>
      <p:sp>
        <p:nvSpPr>
          <p:cNvPr id="134" name="As4-num">
            <a:extLst>
              <a:ext uri="{FF2B5EF4-FFF2-40B4-BE49-F238E27FC236}">
                <ns2:creationId id="{F1D8D7A1-08D1-4AA7-A2A5-5C0BD7567C48}"/>
              </a:ext>
            </a:extLst>
          </p:cNvPr>
          <p:cNvSpPr>
            <a:spLocks noGrp="1"/>
          </p:cNvSpPr>
          <p:nvPr/>
        </p:nvSpPr>
        <p:spPr>
          <a:xfrm>
            <a:off x="6743700" y="493395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4</a:t>
            </a:r>
            <a:endParaRPr lang="ko-KR">
              <a:latin typeface="Calibri"/>
              <a:ea typeface="Calibri"/>
              <a:cs typeface="Calibri"/>
            </a:endParaRPr>
          </a:p>
        </p:txBody>
      </p:sp>
      <p:sp>
        <p:nvSpPr>
          <p:cNvPr id="135" name="As4-label">
            <a:extLst>
              <a:ext uri="{FF2B5EF4-FFF2-40B4-BE49-F238E27FC236}">
                <ns2:creationId id="{6410F9C9-4EAF-4868-867D-E3C46FBF6C11}"/>
              </a:ext>
            </a:extLst>
          </p:cNvPr>
          <p:cNvSpPr>
            <a:spLocks noGrp="1"/>
          </p:cNvSpPr>
          <p:nvPr/>
        </p:nvSpPr>
        <p:spPr>
          <a:xfrm>
            <a:off x="6953250" y="4924425"/>
            <a:ext cx="171450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조건부 patch</a:t>
            </a:r>
            <a:endParaRPr lang="ko-KR">
              <a:latin typeface="Calibri"/>
              <a:ea typeface="Calibri"/>
              <a:cs typeface="Calibri"/>
            </a:endParaRPr>
          </a:p>
        </p:txBody>
      </p:sp>
      <p:sp>
        <p:nvSpPr>
          <p:cNvPr id="136" name="As5-num">
            <a:extLst>
              <a:ext uri="{FF2B5EF4-FFF2-40B4-BE49-F238E27FC236}">
                <ns2:creationId id="{973F0512-EF76-4EF7-99AA-5BB4AE7DCDA2}"/>
              </a:ext>
            </a:extLst>
          </p:cNvPr>
          <p:cNvSpPr>
            <a:spLocks noGrp="1"/>
          </p:cNvSpPr>
          <p:nvPr/>
        </p:nvSpPr>
        <p:spPr>
          <a:xfrm>
            <a:off x="3743325" y="468630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5</a:t>
            </a:r>
            <a:endParaRPr lang="ko-KR">
              <a:latin typeface="Calibri"/>
              <a:ea typeface="Calibri"/>
              <a:cs typeface="Calibri"/>
            </a:endParaRPr>
          </a:p>
        </p:txBody>
      </p:sp>
      <p:sp>
        <p:nvSpPr>
          <p:cNvPr id="137" name="As5-label">
            <a:extLst>
              <a:ext uri="{FF2B5EF4-FFF2-40B4-BE49-F238E27FC236}">
                <ns2:creationId id="{0201532F-C962-4106-BCAD-8E527F22EB13}"/>
              </a:ext>
            </a:extLst>
          </p:cNvPr>
          <p:cNvSpPr>
            <a:spLocks noGrp="1"/>
          </p:cNvSpPr>
          <p:nvPr/>
        </p:nvSpPr>
        <p:spPr>
          <a:xfrm>
            <a:off x="3952875" y="4676775"/>
            <a:ext cx="257175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완료 회수, 필요 시 원본 확대</a:t>
            </a:r>
            <a:endParaRPr lang="ko-KR">
              <a:latin typeface="Calibri"/>
              <a:ea typeface="Calibri"/>
              <a:cs typeface="Calibri"/>
            </a:endParaRPr>
          </a:p>
        </p:txBody>
      </p:sp>
      <p:sp>
        <p:nvSpPr>
          <p:cNvPr id="138" name="Bscene">
            <a:extLst>
              <a:ext uri="{FF2B5EF4-FFF2-40B4-BE49-F238E27FC236}">
                <ns2:creationId id="{05F18D46-516D-47C7-90AF-0E5754C5BD5B}"/>
              </a:ext>
            </a:extLst>
          </p:cNvPr>
          <p:cNvSpPr>
            <a:spLocks noGrp="1"/>
          </p:cNvSpPr>
          <p:nvPr/>
        </p:nvSpPr>
        <p:spPr>
          <a:xfrm>
            <a:off x="9696450" y="1971675"/>
            <a:ext cx="8334375" cy="238125"/>
          </a:xfrm>
          <a:prstGeom prst="rect">
            <a:avLst/>
          </a:prstGeom>
          <a:noFill/>
          <a:ln w="0">
            <a:noFill/>
            <a:prstDash val="solid"/>
          </a:ln>
        </p:spPr>
        <p:txBody>
          <a:bodyPr wrap="none" lIns="38100" tIns="19050" rIns="38100" bIns="19050" anchor="ctr">
            <a:noAutofit/>
          </a:bodyPr>
          <a:lstStyle>
            <a:defPPr algn="l">
              <a:defRPr sz="1300" b="0" lang="ko-KR">
                <a:solidFill>
                  <a:srgbClr val="000000"/>
                </a:solidFill>
                <a:latin typeface="Calibri"/>
                <a:ea typeface="Calibri"/>
                <a:cs typeface="Calibri"/>
              </a:defRPr>
            </a:defPPr>
          </a:lstStyle>
          <a:p>
            <a:pPr algn="l">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같은 입력: 두 그래프 지칭 후 “아래 것만, 처음 범위는 그대로”</a:t>
            </a:r>
            <a:endParaRPr lang="ko-KR">
              <a:latin typeface="Calibri"/>
              <a:ea typeface="Calibri"/>
              <a:cs typeface="Calibri"/>
            </a:endParaRPr>
          </a:p>
        </p:txBody>
      </p:sp>
      <p:sp>
        <p:nvSpPr>
          <p:cNvPr id="139" name="Bcapture">
            <a:extLst>
              <a:ext uri="{FF2B5EF4-FFF2-40B4-BE49-F238E27FC236}">
                <ns2:creationId id="{EA6F5F7D-15A9-41DF-BAD2-1A554E5E9C84}"/>
              </a:ext>
            </a:extLst>
          </p:cNvPr>
          <p:cNvSpPr>
            <a:spLocks noGrp="1"/>
          </p:cNvSpPr>
          <p:nvPr/>
        </p:nvSpPr>
        <p:spPr>
          <a:xfrm>
            <a:off x="9791700" y="2581275"/>
            <a:ext cx="2381250" cy="257175"/>
          </a:xfrm>
          <a:prstGeom prst="roundRect">
            <a:avLst>
              <a:gd name="adj" fmla="val 29630"/>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R: Timeline &amp; Buffer / Evidence Read Port</a:t>
            </a:r>
            <a:endParaRPr lang="ko-KR">
              <a:latin typeface="Calibri"/>
              <a:ea typeface="Calibri"/>
              <a:cs typeface="Calibri"/>
            </a:endParaRPr>
          </a:p>
        </p:txBody>
      </p:sp>
      <p:sp>
        <p:nvSpPr>
          <p:cNvPr id="140" name="Brev">
            <a:extLst>
              <a:ext uri="{FF2B5EF4-FFF2-40B4-BE49-F238E27FC236}">
                <ns2:creationId id="{E3C9940E-881B-4786-B09E-C4BE3BBEFBD1}"/>
              </a:ext>
            </a:extLst>
          </p:cNvPr>
          <p:cNvSpPr>
            <a:spLocks noGrp="1"/>
          </p:cNvSpPr>
          <p:nvPr/>
        </p:nvSpPr>
        <p:spPr>
          <a:xfrm>
            <a:off x="12744450" y="2581275"/>
            <a:ext cx="2286000" cy="257175"/>
          </a:xfrm>
          <a:prstGeom prst="roundRect">
            <a:avLst>
              <a:gd name="adj" fmla="val 29630"/>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 Revision Control</a:t>
            </a:r>
            <a:endParaRPr lang="ko-KR">
              <a:latin typeface="Calibri"/>
              <a:ea typeface="Calibri"/>
              <a:cs typeface="Calibri"/>
            </a:endParaRPr>
          </a:p>
        </p:txBody>
      </p:sp>
      <p:sp>
        <p:nvSpPr>
          <p:cNvPr id="141" name="Bapi">
            <a:extLst>
              <a:ext uri="{FF2B5EF4-FFF2-40B4-BE49-F238E27FC236}">
                <ns2:creationId id="{AE585EFC-C23C-45C2-887F-1498D836FA34}"/>
              </a:ext>
            </a:extLst>
          </p:cNvPr>
          <p:cNvSpPr>
            <a:spLocks noGrp="1"/>
          </p:cNvSpPr>
          <p:nvPr/>
        </p:nvSpPr>
        <p:spPr>
          <a:xfrm>
            <a:off x="15601950" y="2581275"/>
            <a:ext cx="2286000" cy="257175"/>
          </a:xfrm>
          <a:prstGeom prst="roundRect">
            <a:avLst>
              <a:gd name="adj" fmla="val 29630"/>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M: Semantic API Client</a:t>
            </a:r>
            <a:endParaRPr lang="ko-KR">
              <a:latin typeface="Calibri"/>
              <a:ea typeface="Calibri"/>
              <a:cs typeface="Calibri"/>
            </a:endParaRPr>
          </a:p>
        </p:txBody>
      </p:sp>
      <p:sp>
        <p:nvSpPr>
          <p:cNvPr id="142" name="Bport">
            <a:extLst>
              <a:ext uri="{FF2B5EF4-FFF2-40B4-BE49-F238E27FC236}">
                <ns2:creationId id="{75FF2726-1922-47CF-9815-FBA3DEB3827D}"/>
              </a:ext>
            </a:extLst>
          </p:cNvPr>
          <p:cNvSpPr>
            <a:spLocks noGrp="1"/>
          </p:cNvSpPr>
          <p:nvPr/>
        </p:nvSpPr>
        <p:spPr>
          <a:xfrm>
            <a:off x="9810750" y="3476625"/>
            <a:ext cx="2476500" cy="342900"/>
          </a:xfrm>
          <a:prstGeom prst="roundRect">
            <a:avLst>
              <a:gd name="adj" fmla="val 22222"/>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Grounding Session Port</a:t>
            </a:r>
            <a:endParaRPr lang="ko-KR">
              <a:latin typeface="Calibri"/>
              <a:ea typeface="Calibri"/>
              <a:cs typeface="Calibri"/>
            </a:endParaRPr>
          </a:p>
        </p:txBody>
      </p:sp>
      <p:sp>
        <p:nvSpPr>
          <p:cNvPr id="143" name="Bregistry">
            <a:extLst>
              <a:ext uri="{FF2B5EF4-FFF2-40B4-BE49-F238E27FC236}">
                <ns2:creationId id="{85F7B92D-9FC3-4575-B590-B85D686F958D}"/>
              </a:ext>
            </a:extLst>
          </p:cNvPr>
          <p:cNvSpPr>
            <a:spLocks noGrp="1"/>
          </p:cNvSpPr>
          <p:nvPr/>
        </p:nvSpPr>
        <p:spPr>
          <a:xfrm>
            <a:off x="12592050" y="3486150"/>
            <a:ext cx="2428875" cy="333375"/>
          </a:xfrm>
          <a:prstGeom prst="can">
            <a:avLst>
              <a:gd name="adj" fmla="val 9000"/>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Grounding Attempt Registry</a:t>
            </a:r>
            <a:endParaRPr lang="ko-KR">
              <a:latin typeface="Calibri"/>
              <a:ea typeface="Calibri"/>
              <a:cs typeface="Calibri"/>
            </a:endParaRPr>
          </a:p>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RevisionGate / RAM</a:t>
            </a:r>
            <a:endParaRPr lang="ko-KR">
              <a:latin typeface="Calibri"/>
              <a:ea typeface="Calibri"/>
              <a:cs typeface="Calibri"/>
            </a:endParaRPr>
          </a:p>
        </p:txBody>
      </p:sp>
      <p:sp>
        <p:nvSpPr>
          <p:cNvPr id="144" name="Badopt">
            <a:extLst>
              <a:ext uri="{FF2B5EF4-FFF2-40B4-BE49-F238E27FC236}">
                <ns2:creationId id="{4C0D57C9-0DFE-443F-9475-1EB8A7D4FECD}"/>
              </a:ext>
            </a:extLst>
          </p:cNvPr>
          <p:cNvSpPr>
            <a:spLocks noGrp="1"/>
          </p:cNvSpPr>
          <p:nvPr/>
        </p:nvSpPr>
        <p:spPr>
          <a:xfrm>
            <a:off x="9839325" y="6762750"/>
            <a:ext cx="7858125" cy="257175"/>
          </a:xfrm>
          <a:prstGeom prst="roundRect">
            <a:avLst>
              <a:gd name="adj" fmla="val 29630"/>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Request Controller / Adoption Control → State Store</a:t>
            </a:r>
            <a:endParaRPr lang="ko-KR">
              <a:latin typeface="Calibri"/>
              <a:ea typeface="Calibri"/>
              <a:cs typeface="Calibri"/>
            </a:endParaRPr>
          </a:p>
        </p:txBody>
      </p:sp>
      <p:sp>
        <p:nvSpPr>
          <p:cNvPr id="145" name="Bports">
            <a:extLst>
              <a:ext uri="{FF2B5EF4-FFF2-40B4-BE49-F238E27FC236}">
                <ns2:creationId id="{52DA64A3-6AA5-4235-9D37-824A93A5E277}"/>
              </a:ext>
            </a:extLst>
          </p:cNvPr>
          <p:cNvSpPr>
            <a:spLocks noGrp="1"/>
          </p:cNvSpPr>
          <p:nvPr/>
        </p:nvSpPr>
        <p:spPr>
          <a:xfrm>
            <a:off x="9791700" y="6505575"/>
            <a:ext cx="5191125" cy="219075"/>
          </a:xfrm>
          <a:prstGeom prst="rect">
            <a:avLst/>
          </a:prstGeom>
          <a:noFill/>
          <a:ln w="0">
            <a:noFill/>
            <a:prstDash val="solid"/>
          </a:ln>
        </p:spPr>
        <p:txBody>
          <a:bodyPr wrap="none" lIns="38100" tIns="19050" rIns="38100" bIns="19050" anchor="ctr">
            <a:noAutofit/>
          </a:bodyPr>
          <a:lstStyle>
            <a:defPPr algn="l">
              <a:defRPr sz="1000" b="0" lang="ko-KR">
                <a:solidFill>
                  <a:srgbClr val="000000"/>
                </a:solidFill>
                <a:latin typeface="Calibri"/>
                <a:ea typeface="Calibri"/>
                <a:cs typeface="Calibri"/>
              </a:defRPr>
            </a:defPPr>
          </a:lstStyle>
          <a:p>
            <a:pPr algn="l">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결합부는 게시 후보와 M 사용. 원본 재확장은 원 생산자가 수행</a:t>
            </a:r>
            <a:endParaRPr lang="ko-KR">
              <a:latin typeface="Calibri"/>
              <a:ea typeface="Calibri"/>
              <a:cs typeface="Calibri"/>
            </a:endParaRPr>
          </a:p>
        </p:txBody>
      </p:sp>
      <p:sp>
        <p:nvSpPr>
          <p:cNvPr id="146" name="Bs1-num">
            <a:extLst>
              <a:ext uri="{FF2B5EF4-FFF2-40B4-BE49-F238E27FC236}">
                <ns2:creationId id="{44330238-64C4-4EEF-9D53-9B8159883112}"/>
              </a:ext>
            </a:extLst>
          </p:cNvPr>
          <p:cNvSpPr>
            <a:spLocks noGrp="1"/>
          </p:cNvSpPr>
          <p:nvPr/>
        </p:nvSpPr>
        <p:spPr>
          <a:xfrm>
            <a:off x="9810750" y="294322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1</a:t>
            </a:r>
            <a:endParaRPr lang="ko-KR">
              <a:latin typeface="Calibri"/>
              <a:ea typeface="Calibri"/>
              <a:cs typeface="Calibri"/>
            </a:endParaRPr>
          </a:p>
        </p:txBody>
      </p:sp>
      <p:sp>
        <p:nvSpPr>
          <p:cNvPr id="147" name="Bs1-label">
            <a:extLst>
              <a:ext uri="{FF2B5EF4-FFF2-40B4-BE49-F238E27FC236}">
                <ns2:creationId id="{10497E99-5C4E-4BA5-954E-823B0B6C10CE}"/>
              </a:ext>
            </a:extLst>
          </p:cNvPr>
          <p:cNvSpPr>
            <a:spLocks noGrp="1"/>
          </p:cNvSpPr>
          <p:nvPr/>
        </p:nvSpPr>
        <p:spPr>
          <a:xfrm>
            <a:off x="10020300" y="2933700"/>
            <a:ext cx="228600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입력 revision 먼저 등록</a:t>
            </a:r>
            <a:endParaRPr lang="ko-KR">
              <a:latin typeface="Calibri"/>
              <a:ea typeface="Calibri"/>
              <a:cs typeface="Calibri"/>
            </a:endParaRPr>
          </a:p>
        </p:txBody>
      </p:sp>
      <p:sp>
        <p:nvSpPr>
          <p:cNvPr id="148" name="Braw">
            <a:extLst>
              <a:ext uri="{FF2B5EF4-FFF2-40B4-BE49-F238E27FC236}">
                <ns2:creationId id="{784A300C-515E-4EF4-83ED-2C2016D9022E}"/>
              </a:ext>
            </a:extLst>
          </p:cNvPr>
          <p:cNvSpPr>
            <a:spLocks noGrp="1"/>
          </p:cNvSpPr>
          <p:nvPr/>
        </p:nvSpPr>
        <p:spPr>
          <a:xfrm>
            <a:off x="12706350" y="2933700"/>
            <a:ext cx="5238750" cy="209550"/>
          </a:xfrm>
          <a:prstGeom prst="rect">
            <a:avLst/>
          </a:prstGeom>
          <a:noFill/>
          <a:ln w="0">
            <a:noFill/>
            <a:prstDash val="solid"/>
          </a:ln>
        </p:spPr>
        <p:txBody>
          <a:bodyPr wrap="none" lIns="38100" tIns="19050" rIns="38100" bIns="19050" anchor="ctr">
            <a:noAutofit/>
          </a:bodyPr>
          <a:lstStyle>
            <a:defPPr algn="l">
              <a:defRPr sz="1000" b="0" lang="ko-KR">
                <a:solidFill>
                  <a:srgbClr val="000000"/>
                </a:solidFill>
                <a:latin typeface="Calibri"/>
                <a:ea typeface="Calibri"/>
                <a:cs typeface="Calibri"/>
              </a:defRPr>
            </a:defPPr>
          </a:lstStyle>
          <a:p>
            <a:pPr algn="l">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원본: 음성 / 화면 / 포인터 경로 / native 선택 범위</a:t>
            </a:r>
            <a:endParaRPr lang="ko-KR">
              <a:latin typeface="Calibri"/>
              <a:ea typeface="Calibri"/>
              <a:cs typeface="Calibri"/>
            </a:endParaRPr>
          </a:p>
        </p:txBody>
      </p:sp>
      <p:sp>
        <p:nvSpPr>
          <p:cNvPr id="149" name="Breader-port">
            <a:extLst>
              <a:ext uri="{FF2B5EF4-FFF2-40B4-BE49-F238E27FC236}">
                <ns2:creationId id="{B1AABE34-3433-4C3E-9451-D2F83C086067}"/>
              </a:ext>
            </a:extLst>
          </p:cNvPr>
          <p:cNvSpPr>
            <a:spLocks noGrp="1"/>
          </p:cNvSpPr>
          <p:nvPr/>
        </p:nvSpPr>
        <p:spPr>
          <a:xfrm>
            <a:off x="9829800" y="6286500"/>
            <a:ext cx="4048125" cy="190500"/>
          </a:xfrm>
          <a:prstGeom prst="roundRect">
            <a:avLst>
              <a:gd name="adj" fmla="val 40000"/>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R: Grounding Evidence Reader → Interaction Manager</a:t>
            </a:r>
            <a:endParaRPr lang="ko-KR">
              <a:latin typeface="Calibri"/>
              <a:ea typeface="Calibri"/>
              <a:cs typeface="Calibri"/>
            </a:endParaRPr>
          </a:p>
        </p:txBody>
      </p:sp>
      <p:sp>
        <p:nvSpPr>
          <p:cNvPr id="150" name="Bmodel-port">
            <a:extLst>
              <a:ext uri="{FF2B5EF4-FFF2-40B4-BE49-F238E27FC236}">
                <ns2:creationId id="{FBE323A9-6649-4501-9615-0E2CC8F53276}"/>
              </a:ext>
            </a:extLst>
          </p:cNvPr>
          <p:cNvSpPr>
            <a:spLocks noGrp="1"/>
          </p:cNvSpPr>
          <p:nvPr/>
        </p:nvSpPr>
        <p:spPr>
          <a:xfrm>
            <a:off x="13982700" y="6286500"/>
            <a:ext cx="3857625" cy="190500"/>
          </a:xfrm>
          <a:prstGeom prst="roundRect">
            <a:avLst>
              <a:gd name="adj" fmla="val 40000"/>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M: Grounding Model Port → Model Access</a:t>
            </a:r>
            <a:endParaRPr lang="ko-KR">
              <a:latin typeface="Calibri"/>
              <a:ea typeface="Calibri"/>
              <a:cs typeface="Calibri"/>
            </a:endParaRPr>
          </a:p>
        </p:txBody>
      </p:sp>
      <p:sp>
        <p:nvSpPr>
          <p:cNvPr id="151" name="Bs6-num">
            <a:extLst>
              <a:ext uri="{FF2B5EF4-FFF2-40B4-BE49-F238E27FC236}">
                <ns2:creationId id="{3A216F20-7BBD-4D94-AA51-FE9B4CA1FD9A}"/>
              </a:ext>
            </a:extLst>
          </p:cNvPr>
          <p:cNvSpPr>
            <a:spLocks noGrp="1"/>
          </p:cNvSpPr>
          <p:nvPr/>
        </p:nvSpPr>
        <p:spPr>
          <a:xfrm>
            <a:off x="15173325" y="652462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6</a:t>
            </a:r>
            <a:endParaRPr lang="ko-KR">
              <a:latin typeface="Calibri"/>
              <a:ea typeface="Calibri"/>
              <a:cs typeface="Calibri"/>
            </a:endParaRPr>
          </a:p>
        </p:txBody>
      </p:sp>
      <p:sp>
        <p:nvSpPr>
          <p:cNvPr id="152" name="Bs6-label">
            <a:extLst>
              <a:ext uri="{FF2B5EF4-FFF2-40B4-BE49-F238E27FC236}">
                <ns2:creationId id="{EAEC0837-6BB1-4548-ACB7-1656DCA6BA1D}"/>
              </a:ext>
            </a:extLst>
          </p:cNvPr>
          <p:cNvSpPr>
            <a:spLocks noGrp="1"/>
          </p:cNvSpPr>
          <p:nvPr/>
        </p:nvSpPr>
        <p:spPr>
          <a:xfrm>
            <a:off x="15382875" y="6515100"/>
            <a:ext cx="209550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현재성 검사 후 채택</a:t>
            </a:r>
            <a:endParaRPr lang="ko-KR">
              <a:latin typeface="Calibri"/>
              <a:ea typeface="Calibri"/>
              <a:cs typeface="Calibri"/>
            </a:endParaRPr>
          </a:p>
        </p:txBody>
      </p:sp>
      <p:sp>
        <p:nvSpPr>
          <p:cNvPr id="153" name="Bcoord">
            <a:extLst>
              <a:ext uri="{FF2B5EF4-FFF2-40B4-BE49-F238E27FC236}">
                <ns2:creationId id="{8C5A9B30-9958-47FC-A8BA-16C11DB33814}"/>
              </a:ext>
            </a:extLst>
          </p:cNvPr>
          <p:cNvSpPr>
            <a:spLocks noGrp="1"/>
          </p:cNvSpPr>
          <p:nvPr/>
        </p:nvSpPr>
        <p:spPr>
          <a:xfrm>
            <a:off x="9867900" y="4114800"/>
            <a:ext cx="2190750" cy="438150"/>
          </a:xfrm>
          <a:prstGeom prst="roundRect">
            <a:avLst>
              <a:gd name="adj" fmla="val 17391"/>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Grounding Coordinator</a:t>
            </a:r>
            <a:endParaRPr lang="ko-KR">
              <a:latin typeface="Calibri"/>
              <a:ea typeface="Calibri"/>
              <a:cs typeface="Calibri"/>
            </a:endParaRPr>
          </a:p>
        </p:txBody>
      </p:sp>
      <p:sp>
        <p:nvSpPr>
          <p:cNvPr id="154" name="Binbox">
            <a:extLst>
              <a:ext uri="{FF2B5EF4-FFF2-40B4-BE49-F238E27FC236}">
                <ns2:creationId id="{412AA3B5-5FA9-4AFD-AB26-8B6C86B4758E}"/>
              </a:ext>
            </a:extLst>
          </p:cNvPr>
          <p:cNvSpPr>
            <a:spLocks noGrp="1"/>
          </p:cNvSpPr>
          <p:nvPr/>
        </p:nvSpPr>
        <p:spPr>
          <a:xfrm>
            <a:off x="15316200" y="3486150"/>
            <a:ext cx="2428875" cy="333375"/>
          </a:xfrm>
          <a:prstGeom prst="can">
            <a:avLst>
              <a:gd name="adj" fmla="val 9000"/>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Control / Completion Inbox</a:t>
            </a:r>
            <a:endParaRPr lang="ko-KR">
              <a:latin typeface="Calibri"/>
              <a:ea typeface="Calibri"/>
              <a:cs typeface="Calibri"/>
            </a:endParaRPr>
          </a:p>
        </p:txBody>
      </p:sp>
      <p:sp>
        <p:nvSpPr>
          <p:cNvPr id="155" name="Bsq">
            <a:extLst>
              <a:ext uri="{FF2B5EF4-FFF2-40B4-BE49-F238E27FC236}">
                <ns2:creationId id="{E2DD2F14-FB94-4B8E-9EF4-1E3EFE863C9A}"/>
              </a:ext>
            </a:extLst>
          </p:cNvPr>
          <p:cNvSpPr>
            <a:spLocks noGrp="1"/>
          </p:cNvSpPr>
          <p:nvPr/>
        </p:nvSpPr>
        <p:spPr>
          <a:xfrm>
            <a:off x="12525375" y="4362450"/>
            <a:ext cx="2095500" cy="276225"/>
          </a:xfrm>
          <a:prstGeom prst="roundRect">
            <a:avLst>
              <a:gd name="adj" fmla="val 27586"/>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Speech Work Queue</a:t>
            </a:r>
            <a:endParaRPr lang="ko-KR">
              <a:latin typeface="Calibri"/>
              <a:ea typeface="Calibri"/>
              <a:cs typeface="Calibri"/>
            </a:endParaRPr>
          </a:p>
        </p:txBody>
      </p:sp>
      <p:sp>
        <p:nvSpPr>
          <p:cNvPr id="156" name="Bsw">
            <a:extLst>
              <a:ext uri="{FF2B5EF4-FFF2-40B4-BE49-F238E27FC236}">
                <ns2:creationId id="{FF1C2412-D6EC-49D5-87CE-938CB187BEB7}"/>
              </a:ext>
            </a:extLst>
          </p:cNvPr>
          <p:cNvSpPr>
            <a:spLocks noGrp="1"/>
          </p:cNvSpPr>
          <p:nvPr/>
        </p:nvSpPr>
        <p:spPr>
          <a:xfrm>
            <a:off x="12525375" y="4905375"/>
            <a:ext cx="2095500" cy="285750"/>
          </a:xfrm>
          <a:prstGeom prst="roundRect">
            <a:avLst>
              <a:gd name="adj" fmla="val 26667"/>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Speech Worker</a:t>
            </a:r>
            <a:endParaRPr lang="ko-KR">
              <a:latin typeface="Calibri"/>
              <a:ea typeface="Calibri"/>
              <a:cs typeface="Calibri"/>
            </a:endParaRPr>
          </a:p>
        </p:txBody>
      </p:sp>
      <p:sp>
        <p:nvSpPr>
          <p:cNvPr id="157" name="Bcq">
            <a:extLst>
              <a:ext uri="{FF2B5EF4-FFF2-40B4-BE49-F238E27FC236}">
                <ns2:creationId id="{F0A5FDB6-F5C2-4D34-A71A-18FDEA26E034}"/>
              </a:ext>
            </a:extLst>
          </p:cNvPr>
          <p:cNvSpPr>
            <a:spLocks noGrp="1"/>
          </p:cNvSpPr>
          <p:nvPr/>
        </p:nvSpPr>
        <p:spPr>
          <a:xfrm>
            <a:off x="15354300" y="4362450"/>
            <a:ext cx="2247900" cy="276225"/>
          </a:xfrm>
          <a:prstGeom prst="roundRect">
            <a:avLst>
              <a:gd name="adj" fmla="val 27586"/>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Screen Work Queue</a:t>
            </a:r>
            <a:endParaRPr lang="ko-KR">
              <a:latin typeface="Calibri"/>
              <a:ea typeface="Calibri"/>
              <a:cs typeface="Calibri"/>
            </a:endParaRPr>
          </a:p>
        </p:txBody>
      </p:sp>
      <p:sp>
        <p:nvSpPr>
          <p:cNvPr id="158" name="Bcw">
            <a:extLst>
              <a:ext uri="{FF2B5EF4-FFF2-40B4-BE49-F238E27FC236}">
                <ns2:creationId id="{AAEF73D1-B7C1-498F-9427-77F72F5994E7}"/>
              </a:ext>
            </a:extLst>
          </p:cNvPr>
          <p:cNvSpPr>
            <a:spLocks noGrp="1"/>
          </p:cNvSpPr>
          <p:nvPr/>
        </p:nvSpPr>
        <p:spPr>
          <a:xfrm>
            <a:off x="15354300" y="4905375"/>
            <a:ext cx="2247900" cy="285750"/>
          </a:xfrm>
          <a:prstGeom prst="roundRect">
            <a:avLst>
              <a:gd name="adj" fmla="val 26667"/>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Screen Worker</a:t>
            </a:r>
            <a:endParaRPr lang="ko-KR">
              <a:latin typeface="Calibri"/>
              <a:ea typeface="Calibri"/>
              <a:cs typeface="Calibri"/>
            </a:endParaRPr>
          </a:p>
        </p:txBody>
      </p:sp>
      <p:sp>
        <p:nvSpPr>
          <p:cNvPr id="159" name="Bspeech-rev">
            <a:extLst>
              <a:ext uri="{FF2B5EF4-FFF2-40B4-BE49-F238E27FC236}">
                <ns2:creationId id="{9452CFF2-E493-4FBD-964F-172C3658BD91}"/>
              </a:ext>
            </a:extLst>
          </p:cNvPr>
          <p:cNvSpPr>
            <a:spLocks noGrp="1"/>
          </p:cNvSpPr>
          <p:nvPr/>
        </p:nvSpPr>
        <p:spPr>
          <a:xfrm>
            <a:off x="12382500" y="5657850"/>
            <a:ext cx="2381250" cy="400050"/>
          </a:xfrm>
          <a:prstGeom prst="can">
            <a:avLst>
              <a:gd name="adj" fmla="val 9000"/>
            </a:avLst>
          </a:prstGeom>
          <a:solidFill>
            <a:srgbClr val="FFF4D7"/>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Speech Candidate Revisions</a:t>
            </a:r>
            <a:endParaRPr lang="ko-KR">
              <a:latin typeface="Calibri"/>
              <a:ea typeface="Calibri"/>
              <a:cs typeface="Calibri"/>
            </a:endParaRPr>
          </a:p>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RAM</a:t>
            </a:r>
            <a:endParaRPr lang="ko-KR">
              <a:latin typeface="Calibri"/>
              <a:ea typeface="Calibri"/>
              <a:cs typeface="Calibri"/>
            </a:endParaRPr>
          </a:p>
        </p:txBody>
      </p:sp>
      <p:sp>
        <p:nvSpPr>
          <p:cNvPr id="160" name="Bscreen-rev">
            <a:extLst>
              <a:ext uri="{FF2B5EF4-FFF2-40B4-BE49-F238E27FC236}">
                <ns2:creationId id="{BB770ACD-41E9-4CF5-BD3B-9318591BC268}"/>
              </a:ext>
            </a:extLst>
          </p:cNvPr>
          <p:cNvSpPr>
            <a:spLocks noGrp="1"/>
          </p:cNvSpPr>
          <p:nvPr/>
        </p:nvSpPr>
        <p:spPr>
          <a:xfrm>
            <a:off x="15211425" y="5657850"/>
            <a:ext cx="2533650" cy="400050"/>
          </a:xfrm>
          <a:prstGeom prst="can">
            <a:avLst>
              <a:gd name="adj" fmla="val 9000"/>
            </a:avLst>
          </a:prstGeom>
          <a:solidFill>
            <a:srgbClr val="FFF4D7"/>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Screen Candidate Revisions</a:t>
            </a:r>
            <a:endParaRPr lang="ko-KR">
              <a:latin typeface="Calibri"/>
              <a:ea typeface="Calibri"/>
              <a:cs typeface="Calibri"/>
            </a:endParaRPr>
          </a:p>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RAM</a:t>
            </a:r>
            <a:endParaRPr lang="ko-KR">
              <a:latin typeface="Calibri"/>
              <a:ea typeface="Calibri"/>
              <a:cs typeface="Calibri"/>
            </a:endParaRPr>
          </a:p>
        </p:txBody>
      </p:sp>
      <p:sp>
        <p:nvSpPr>
          <p:cNvPr id="161" name="Bbq">
            <a:extLst>
              <a:ext uri="{FF2B5EF4-FFF2-40B4-BE49-F238E27FC236}">
                <ns2:creationId id="{AC01FE69-5B4C-48BA-9770-ADCE8CCFE84F}"/>
              </a:ext>
            </a:extLst>
          </p:cNvPr>
          <p:cNvSpPr>
            <a:spLocks noGrp="1"/>
          </p:cNvSpPr>
          <p:nvPr/>
        </p:nvSpPr>
        <p:spPr>
          <a:xfrm>
            <a:off x="9867900" y="4924425"/>
            <a:ext cx="2190750" cy="295275"/>
          </a:xfrm>
          <a:prstGeom prst="roundRect">
            <a:avLst>
              <a:gd name="adj" fmla="val 25806"/>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Binding Work Queue</a:t>
            </a:r>
            <a:endParaRPr lang="ko-KR">
              <a:latin typeface="Calibri"/>
              <a:ea typeface="Calibri"/>
              <a:cs typeface="Calibri"/>
            </a:endParaRPr>
          </a:p>
        </p:txBody>
      </p:sp>
      <p:sp>
        <p:nvSpPr>
          <p:cNvPr id="162" name="Bbinding">
            <a:extLst>
              <a:ext uri="{FF2B5EF4-FFF2-40B4-BE49-F238E27FC236}">
                <ns2:creationId id="{3291A2F1-21FB-4159-A226-7B9170760C24}"/>
              </a:ext>
            </a:extLst>
          </p:cNvPr>
          <p:cNvSpPr>
            <a:spLocks noGrp="1"/>
          </p:cNvSpPr>
          <p:nvPr/>
        </p:nvSpPr>
        <p:spPr>
          <a:xfrm>
            <a:off x="9867900" y="5362575"/>
            <a:ext cx="2190750" cy="400050"/>
          </a:xfrm>
          <a:prstGeom prst="roundRect">
            <a:avLst>
              <a:gd name="adj" fmla="val 19048"/>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Multimodal Binding</a:t>
            </a:r>
            <a:endParaRPr lang="ko-KR">
              <a:latin typeface="Calibri"/>
              <a:ea typeface="Calibri"/>
              <a:cs typeface="Calibri"/>
            </a:endParaRPr>
          </a:p>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Resolver</a:t>
            </a:r>
            <a:endParaRPr lang="ko-KR">
              <a:latin typeface="Calibri"/>
              <a:ea typeface="Calibri"/>
              <a:cs typeface="Calibri"/>
            </a:endParaRPr>
          </a:p>
        </p:txBody>
      </p:sp>
      <p:sp>
        <p:nvSpPr>
          <p:cNvPr id="163" name="Bbinding-state">
            <a:extLst>
              <a:ext uri="{FF2B5EF4-FFF2-40B4-BE49-F238E27FC236}">
                <ns2:creationId id="{30D70B0F-622D-4ED6-B10C-32F346FBBB55}"/>
              </a:ext>
            </a:extLst>
          </p:cNvPr>
          <p:cNvSpPr>
            <a:spLocks noGrp="1"/>
          </p:cNvSpPr>
          <p:nvPr/>
        </p:nvSpPr>
        <p:spPr>
          <a:xfrm>
            <a:off x="9867900" y="5876925"/>
            <a:ext cx="2190750" cy="238125"/>
          </a:xfrm>
          <a:prstGeom prst="can">
            <a:avLst>
              <a:gd name="adj" fmla="val 9000"/>
            </a:avLst>
          </a:prstGeom>
          <a:solidFill>
            <a:srgbClr val="FFF4D7"/>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Binding Revision State / RAM</a:t>
            </a:r>
            <a:endParaRPr lang="ko-KR">
              <a:latin typeface="Calibri"/>
              <a:ea typeface="Calibri"/>
              <a:cs typeface="Calibri"/>
            </a:endParaRPr>
          </a:p>
        </p:txBody>
      </p:sp>
      <p:sp>
        <p:nvSpPr>
          <p:cNvPr id="164" name="Bs2-num">
            <a:extLst>
              <a:ext uri="{FF2B5EF4-FFF2-40B4-BE49-F238E27FC236}">
                <ns2:creationId id="{0D49E1C6-D8E0-4B30-99AA-3C1FFF47344C}"/>
              </a:ext>
            </a:extLst>
          </p:cNvPr>
          <p:cNvSpPr>
            <a:spLocks noGrp="1"/>
          </p:cNvSpPr>
          <p:nvPr/>
        </p:nvSpPr>
        <p:spPr>
          <a:xfrm>
            <a:off x="12363450" y="382905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2</a:t>
            </a:r>
            <a:endParaRPr lang="ko-KR">
              <a:latin typeface="Calibri"/>
              <a:ea typeface="Calibri"/>
              <a:cs typeface="Calibri"/>
            </a:endParaRPr>
          </a:p>
        </p:txBody>
      </p:sp>
      <p:sp>
        <p:nvSpPr>
          <p:cNvPr id="165" name="Bs2-label">
            <a:extLst>
              <a:ext uri="{FF2B5EF4-FFF2-40B4-BE49-F238E27FC236}">
                <ns2:creationId id="{81D880A4-0E59-4EF5-89A0-36E2CEB96FD4}"/>
              </a:ext>
            </a:extLst>
          </p:cNvPr>
          <p:cNvSpPr>
            <a:spLocks noGrp="1"/>
          </p:cNvSpPr>
          <p:nvPr/>
        </p:nvSpPr>
        <p:spPr>
          <a:xfrm>
            <a:off x="12573000" y="3819525"/>
            <a:ext cx="238125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두 생산 경로에 job 배정</a:t>
            </a:r>
            <a:endParaRPr lang="ko-KR">
              <a:latin typeface="Calibri"/>
              <a:ea typeface="Calibri"/>
              <a:cs typeface="Calibri"/>
            </a:endParaRPr>
          </a:p>
        </p:txBody>
      </p:sp>
      <p:sp>
        <p:nvSpPr>
          <p:cNvPr id="166" name="Breads-speech">
            <a:extLst>
              <a:ext uri="{FF2B5EF4-FFF2-40B4-BE49-F238E27FC236}">
                <ns2:creationId id="{B7698B7B-3DFD-4D29-81C5-B0B3DDADBBDF}"/>
              </a:ext>
            </a:extLst>
          </p:cNvPr>
          <p:cNvSpPr>
            <a:spLocks noGrp="1"/>
          </p:cNvSpPr>
          <p:nvPr/>
        </p:nvSpPr>
        <p:spPr>
          <a:xfrm>
            <a:off x="12601575" y="4676775"/>
            <a:ext cx="1905000" cy="190500"/>
          </a:xfrm>
          <a:prstGeom prst="rect">
            <a:avLst/>
          </a:prstGeom>
          <a:noFill/>
          <a:ln w="0">
            <a:noFill/>
            <a:prstDash val="solid"/>
          </a:ln>
        </p:spPr>
        <p:txBody>
          <a:bodyPr wrap="none" lIns="38100" tIns="19050" rIns="38100" bIns="19050" anchor="ctr">
            <a:noAutofit/>
          </a:bodyPr>
          <a:lstStyle>
            <a:defPPr algn="l">
              <a:defRPr sz="1000" b="0" lang="ko-KR">
                <a:solidFill>
                  <a:srgbClr val="000000"/>
                </a:solidFill>
                <a:latin typeface="Calibri"/>
                <a:ea typeface="Calibri"/>
                <a:cs typeface="Calibri"/>
              </a:defRPr>
            </a:defPPr>
          </a:lstStyle>
          <a:p>
            <a:pPr algn="l">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R / M 원본 읽기와 해석</a:t>
            </a:r>
            <a:endParaRPr lang="ko-KR">
              <a:latin typeface="Calibri"/>
              <a:ea typeface="Calibri"/>
              <a:cs typeface="Calibri"/>
            </a:endParaRPr>
          </a:p>
        </p:txBody>
      </p:sp>
      <p:sp>
        <p:nvSpPr>
          <p:cNvPr id="167" name="Breads-screen">
            <a:extLst>
              <a:ext uri="{FF2B5EF4-FFF2-40B4-BE49-F238E27FC236}">
                <ns2:creationId id="{C31E9F98-05F6-4696-9A13-50ABE6188E27}"/>
              </a:ext>
            </a:extLst>
          </p:cNvPr>
          <p:cNvSpPr>
            <a:spLocks noGrp="1"/>
          </p:cNvSpPr>
          <p:nvPr/>
        </p:nvSpPr>
        <p:spPr>
          <a:xfrm>
            <a:off x="15430500" y="4676775"/>
            <a:ext cx="2143125" cy="190500"/>
          </a:xfrm>
          <a:prstGeom prst="rect">
            <a:avLst/>
          </a:prstGeom>
          <a:noFill/>
          <a:ln w="0">
            <a:noFill/>
            <a:prstDash val="solid"/>
          </a:ln>
        </p:spPr>
        <p:txBody>
          <a:bodyPr wrap="none" lIns="38100" tIns="19050" rIns="38100" bIns="19050" anchor="ctr">
            <a:noAutofit/>
          </a:bodyPr>
          <a:lstStyle>
            <a:defPPr algn="l">
              <a:defRPr sz="1000" b="0" lang="ko-KR">
                <a:solidFill>
                  <a:srgbClr val="000000"/>
                </a:solidFill>
                <a:latin typeface="Calibri"/>
                <a:ea typeface="Calibri"/>
                <a:cs typeface="Calibri"/>
              </a:defRPr>
            </a:defPPr>
          </a:lstStyle>
          <a:p>
            <a:pPr algn="l">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R / M 원본 읽기와 해석</a:t>
            </a:r>
            <a:endParaRPr lang="ko-KR">
              <a:latin typeface="Calibri"/>
              <a:ea typeface="Calibri"/>
              <a:cs typeface="Calibri"/>
            </a:endParaRPr>
          </a:p>
        </p:txBody>
      </p:sp>
      <p:sp>
        <p:nvSpPr>
          <p:cNvPr id="168" name="Bs3-num">
            <a:extLst>
              <a:ext uri="{FF2B5EF4-FFF2-40B4-BE49-F238E27FC236}">
                <ns2:creationId id="{C95D24AE-A81F-4CDA-B54A-66D27796129F}"/>
              </a:ext>
            </a:extLst>
          </p:cNvPr>
          <p:cNvSpPr>
            <a:spLocks noGrp="1"/>
          </p:cNvSpPr>
          <p:nvPr/>
        </p:nvSpPr>
        <p:spPr>
          <a:xfrm>
            <a:off x="12401550" y="541020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3</a:t>
            </a:r>
            <a:endParaRPr lang="ko-KR">
              <a:latin typeface="Calibri"/>
              <a:ea typeface="Calibri"/>
              <a:cs typeface="Calibri"/>
            </a:endParaRPr>
          </a:p>
        </p:txBody>
      </p:sp>
      <p:sp>
        <p:nvSpPr>
          <p:cNvPr id="169" name="Bs3-label">
            <a:extLst>
              <a:ext uri="{FF2B5EF4-FFF2-40B4-BE49-F238E27FC236}">
                <ns2:creationId id="{A1B39378-F652-4365-B46C-4942D81DAAE6}"/>
              </a:ext>
            </a:extLst>
          </p:cNvPr>
          <p:cNvSpPr>
            <a:spLocks noGrp="1"/>
          </p:cNvSpPr>
          <p:nvPr/>
        </p:nvSpPr>
        <p:spPr>
          <a:xfrm>
            <a:off x="12611100" y="5400675"/>
            <a:ext cx="2428875"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생산자가 자기 후보 게시</a:t>
            </a:r>
            <a:endParaRPr lang="ko-KR">
              <a:latin typeface="Calibri"/>
              <a:ea typeface="Calibri"/>
              <a:cs typeface="Calibri"/>
            </a:endParaRPr>
          </a:p>
        </p:txBody>
      </p:sp>
      <p:sp>
        <p:nvSpPr>
          <p:cNvPr id="170" name="Bs4-num">
            <a:extLst>
              <a:ext uri="{FF2B5EF4-FFF2-40B4-BE49-F238E27FC236}">
                <ns2:creationId id="{6AD18033-D0C9-4428-A316-2A7A74E6AABD}"/>
              </a:ext>
            </a:extLst>
          </p:cNvPr>
          <p:cNvSpPr>
            <a:spLocks noGrp="1"/>
          </p:cNvSpPr>
          <p:nvPr/>
        </p:nvSpPr>
        <p:spPr>
          <a:xfrm>
            <a:off x="9858375" y="461010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4</a:t>
            </a:r>
            <a:endParaRPr lang="ko-KR">
              <a:latin typeface="Calibri"/>
              <a:ea typeface="Calibri"/>
              <a:cs typeface="Calibri"/>
            </a:endParaRPr>
          </a:p>
        </p:txBody>
      </p:sp>
      <p:sp>
        <p:nvSpPr>
          <p:cNvPr id="171" name="Bs4-label">
            <a:extLst>
              <a:ext uri="{FF2B5EF4-FFF2-40B4-BE49-F238E27FC236}">
                <ns2:creationId id="{D5363439-B5F1-4D0B-AC4B-BC4FD4177EFC}"/>
              </a:ext>
            </a:extLst>
          </p:cNvPr>
          <p:cNvSpPr>
            <a:spLocks noGrp="1"/>
          </p:cNvSpPr>
          <p:nvPr/>
        </p:nvSpPr>
        <p:spPr>
          <a:xfrm>
            <a:off x="10067925" y="4600575"/>
            <a:ext cx="2047875"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후보 snapshot 확인</a:t>
            </a:r>
            <a:endParaRPr lang="ko-KR">
              <a:latin typeface="Calibri"/>
              <a:ea typeface="Calibri"/>
              <a:cs typeface="Calibri"/>
            </a:endParaRPr>
          </a:p>
        </p:txBody>
      </p:sp>
      <p:sp>
        <p:nvSpPr>
          <p:cNvPr id="172" name="Bs5-num">
            <a:extLst>
              <a:ext uri="{FF2B5EF4-FFF2-40B4-BE49-F238E27FC236}">
                <ns2:creationId id="{A06EB2C2-A1EB-4E9C-83DC-6AE686CEA7D4}"/>
              </a:ext>
            </a:extLst>
          </p:cNvPr>
          <p:cNvSpPr>
            <a:spLocks noGrp="1"/>
          </p:cNvSpPr>
          <p:nvPr/>
        </p:nvSpPr>
        <p:spPr>
          <a:xfrm>
            <a:off x="15211425" y="541020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5</a:t>
            </a:r>
            <a:endParaRPr lang="ko-KR">
              <a:latin typeface="Calibri"/>
              <a:ea typeface="Calibri"/>
              <a:cs typeface="Calibri"/>
            </a:endParaRPr>
          </a:p>
        </p:txBody>
      </p:sp>
      <p:sp>
        <p:nvSpPr>
          <p:cNvPr id="173" name="Bs5-label">
            <a:extLst>
              <a:ext uri="{FF2B5EF4-FFF2-40B4-BE49-F238E27FC236}">
                <ns2:creationId id="{371F9786-31F1-444D-AD77-BABF60E449C3}"/>
              </a:ext>
            </a:extLst>
          </p:cNvPr>
          <p:cNvSpPr>
            <a:spLocks noGrp="1"/>
          </p:cNvSpPr>
          <p:nvPr/>
        </p:nvSpPr>
        <p:spPr>
          <a:xfrm>
            <a:off x="15420975" y="5400675"/>
            <a:ext cx="228600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C62525"/>
                </a:solidFill>
                <a:latin typeface="Calibri"/>
                <a:ea typeface="Calibri"/>
                <a:cs typeface="Calibri"/>
              </a:defRPr>
            </a:defPPr>
          </a:lstStyle>
          <a:p>
            <a:pPr algn="l">
              <a:lnSpc>
                <a:spcPct val="100000"/>
              </a:lnSpc>
              <a:buNone/>
              <a:defRPr sz="1100" b="0" lang="ko-KR">
                <a:solidFill>
                  <a:srgbClr val="C62525"/>
                </a:solidFill>
                <a:latin typeface="Calibri"/>
                <a:ea typeface="Calibri"/>
                <a:cs typeface="Calibri"/>
              </a:defRPr>
            </a:pPr>
            <a:r>
              <a:rPr sz="1100" b="0" lang="ko-KR">
                <a:solidFill>
                  <a:srgbClr val="C62525"/>
                </a:solidFill>
                <a:latin typeface="Calibri"/>
                <a:ea typeface="Calibri"/>
                <a:cs typeface="Calibri"/>
              </a:rPr>
              <a:t>부족 후보는 원 생산자로</a:t>
            </a:r>
            <a:endParaRPr lang="ko-KR">
              <a:latin typeface="Calibri"/>
              <a:ea typeface="Calibri"/>
              <a:cs typeface="Calibri"/>
            </a:endParaRPr>
          </a:p>
        </p:txBody>
      </p:sp>
    </p:spTree>
    <p:extLst>
      <p:ext uri="{BB962C8B-B14F-4D97-AF65-F5344CB8AC3E}">
        <p14:creationId val="269183228"/>
      </p:ext>
    </p:extLst>
  </p:cSld>
</p:sld>
</file>

<file path=ppt/slides/v17_reference_slide3.xml><?xml version="1.0" encoding="utf-8"?>
<p:sld xmlns:a="http://schemas.openxmlformats.org/drawingml/2006/main" xmlns:ns2="http://schemas.microsoft.com/office/drawing/2014/main" xmlns:p="http://schemas.openxmlformats.org/presentationml/2006/main" xmlns:p14="http://schemas.microsoft.com/office/powerpoint/2010/main">
  <p:cSld name="dp45-reference-comparison-v17">
    <p:bg>
      <p:bgPr>
        <a:solidFill>
          <a:srgbClr val="FFFFFF"/>
        </a:solidFill>
      </p:bgPr>
    </p:bg>
    <p:spTree>
      <p:nvGrpSpPr>
        <p:cNvPr id="1" name=""/>
        <p:cNvGrpSpPr/>
        <p:nvPr/>
      </p:nvGrpSpPr>
      <p:grpSpPr>
        <a:xfrm/>
      </p:grpSpPr>
      <p:graphicFrame>
        <p:nvGraphicFramePr>
          <p:cNvPr id="184" name="">
            <a:extLst>
              <a:ext uri="{FF2B5EF4-FFF2-40B4-BE49-F238E27FC236}">
                <ns2:creationId id="{40386CD9-E4E2-4789-8814-E3C9F14A13B1}"/>
              </a:ext>
            </a:extLst>
          </p:cNvPr>
          <p:cNvGraphicFramePr/>
          <p:nvPr/>
        </p:nvGraphicFramePr>
        <p:xfrm>
          <a:off x="114300" y="1466850"/>
          <a:ext cx="18059400" cy="8515350"/>
        </p:xfrm>
        <a:graphic>
          <a:graphicData uri="http://schemas.openxmlformats.org/drawingml/2006/table">
            <a:tbl>
              <a:tblPr firstRow="0" firstCol="0" bandRow="0"/>
              <a:tblGrid>
                <a:gridCol w="914400"/>
                <a:gridCol w="8572500"/>
                <a:gridCol w="8572500"/>
              </a:tblGrid>
              <a:tr h="438150">
                <a:tc>
                  <a:txBody>
                    <a:bodyPr wrap="none" lIns="114300" tIns="76200" rIns="76200" bIns="57150">
                      <a:noAutofit/>
                    </a:bodyPr>
                    <a:lstStyle/>
                    <a:p>
                      <a:pPr algn="ctr">
                        <a:lnSpc>
                          <a:spcPct val="110000"/>
                        </a:lnSpc>
                        <a:buNone/>
                        <a:defRPr lang="ko-KR">
                          <a:latin typeface="Calibri"/>
                          <a:ea typeface="Calibri"/>
                          <a:cs typeface="Calibri"/>
                        </a:defRPr>
                      </a:pPr>
                      <a:r>
                        <a:rPr sz="1900" b="1" lang="ko-KR">
                          <a:solidFill>
                            <a:srgbClr val="000000"/>
                          </a:solidFill>
                          <a:latin typeface="Calibri"/>
                          <a:ea typeface="Calibri"/>
                          <a:cs typeface="Calibri"/>
                        </a:rPr>
                        <a:t>설계안</a:t>
                      </a:r>
                      <a:endParaRPr lang="ko-KR">
                        <a:latin typeface="Calibri"/>
                        <a:ea typeface="Calibri"/>
                        <a:cs typeface="Calibri"/>
                      </a:endParaRPr>
                    </a:p>
                  </a:txBody>
                  <a:tcPr marL="91440" marR="91440" marT="45720" marB="45720" anchor="ctr">
                    <a:lnL w="12383">
                      <a:solidFill>
                        <a:srgbClr val="BFBFBF"/>
                      </a:solidFill>
                      <a:prstDash val="solid"/>
                    </a:lnL>
                    <a:lnR w="12383">
                      <a:solidFill>
                        <a:srgbClr val="BFBFBF"/>
                      </a:solidFill>
                      <a:prstDash val="solid"/>
                    </a:lnR>
                    <a:lnT w="12383">
                      <a:solidFill>
                        <a:srgbClr val="BFBFBF"/>
                      </a:solidFill>
                      <a:prstDash val="solid"/>
                    </a:lnT>
                    <a:lnB w="12383">
                      <a:solidFill>
                        <a:srgbClr val="BFBFBF"/>
                      </a:solidFill>
                      <a:prstDash val="solid"/>
                    </a:lnB>
                    <a:solidFill>
                      <a:srgbClr val="C6E0B4"/>
                    </a:solidFill>
                  </a:tcPr>
                </a:tc>
                <a:tc>
                  <a:txBody>
                    <a:bodyPr wrap="none" lIns="114300" tIns="76200" rIns="76200" bIns="57150">
                      <a:noAutofit/>
                    </a:bodyPr>
                    <a:lstStyle/>
                    <a:p>
                      <a:pPr algn="ctr">
                        <a:lnSpc>
                          <a:spcPct val="110000"/>
                        </a:lnSpc>
                        <a:buNone/>
                        <a:defRPr lang="ko-KR">
                          <a:latin typeface="Calibri"/>
                          <a:ea typeface="Calibri"/>
                          <a:cs typeface="Calibri"/>
                        </a:defRPr>
                      </a:pPr>
                      <a:r>
                        <a:rPr sz="1900" b="1" lang="ko-KR">
                          <a:solidFill>
                            <a:srgbClr val="000000"/>
                          </a:solidFill>
                          <a:latin typeface="Calibri"/>
                          <a:ea typeface="Calibri"/>
                          <a:cs typeface="Calibri"/>
                        </a:rPr>
                        <a:t>(방안 A) 요청별 원본 조회와 조합</a:t>
                      </a:r>
                      <a:endParaRPr lang="ko-KR">
                        <a:latin typeface="Calibri"/>
                        <a:ea typeface="Calibri"/>
                        <a:cs typeface="Calibri"/>
                      </a:endParaRPr>
                    </a:p>
                  </a:txBody>
                  <a:tcPr marL="91440" marR="91440" marT="45720" marB="45720" anchor="ctr">
                    <a:lnR w="12383">
                      <a:solidFill>
                        <a:srgbClr val="BFBFBF"/>
                      </a:solidFill>
                      <a:prstDash val="solid"/>
                    </a:lnR>
                    <a:lnT w="12383">
                      <a:solidFill>
                        <a:srgbClr val="BFBFBF"/>
                      </a:solidFill>
                      <a:prstDash val="solid"/>
                    </a:lnT>
                    <a:lnB w="12383">
                      <a:solidFill>
                        <a:srgbClr val="BFBFBF"/>
                      </a:solidFill>
                      <a:prstDash val="solid"/>
                    </a:lnB>
                    <a:solidFill>
                      <a:srgbClr val="C6E0B4"/>
                    </a:solidFill>
                  </a:tcPr>
                </a:tc>
                <a:tc>
                  <a:txBody>
                    <a:bodyPr wrap="none" lIns="114300" tIns="76200" rIns="76200" bIns="57150">
                      <a:noAutofit/>
                    </a:bodyPr>
                    <a:lstStyle/>
                    <a:p>
                      <a:pPr algn="ctr">
                        <a:lnSpc>
                          <a:spcPct val="110000"/>
                        </a:lnSpc>
                        <a:buNone/>
                        <a:defRPr lang="ko-KR">
                          <a:latin typeface="Calibri"/>
                          <a:ea typeface="Calibri"/>
                          <a:cs typeface="Calibri"/>
                        </a:defRPr>
                      </a:pPr>
                      <a:r>
                        <a:rPr sz="1900" b="1" lang="ko-KR">
                          <a:solidFill>
                            <a:srgbClr val="000000"/>
                          </a:solidFill>
                          <a:latin typeface="Calibri"/>
                          <a:ea typeface="Calibri"/>
                          <a:cs typeface="Calibri"/>
                        </a:rPr>
                        <a:t>(방안 B) 관계 사전 생산과 게시본 조회</a:t>
                      </a:r>
                      <a:endParaRPr lang="ko-KR">
                        <a:latin typeface="Calibri"/>
                        <a:ea typeface="Calibri"/>
                        <a:cs typeface="Calibri"/>
                      </a:endParaRPr>
                    </a:p>
                  </a:txBody>
                  <a:tcPr marL="91440" marR="91440" marT="45720" marB="45720" anchor="ctr">
                    <a:lnR w="12383">
                      <a:solidFill>
                        <a:srgbClr val="BFBFBF"/>
                      </a:solidFill>
                      <a:prstDash val="solid"/>
                    </a:lnR>
                    <a:lnT w="12383">
                      <a:solidFill>
                        <a:srgbClr val="BFBFBF"/>
                      </a:solidFill>
                      <a:prstDash val="solid"/>
                    </a:lnT>
                    <a:lnB w="12383">
                      <a:solidFill>
                        <a:srgbClr val="BFBFBF"/>
                      </a:solidFill>
                      <a:prstDash val="solid"/>
                    </a:lnB>
                    <a:solidFill>
                      <a:srgbClr val="C6E0B4"/>
                    </a:solidFill>
                  </a:tcPr>
                </a:tc>
              </a:tr>
              <a:tr h="5181600">
                <a:tc>
                  <a:txBody>
                    <a:bodyPr wrap="none" lIns="114300" tIns="76200" rIns="76200" bIns="57150">
                      <a:noAutofit/>
                    </a:bodyPr>
                    <a:lstStyle/>
                    <a:p>
                      <a:pPr algn="ctr">
                        <a:lnSpc>
                          <a:spcPct val="110000"/>
                        </a:lnSpc>
                        <a:buNone/>
                        <a:defRPr lang="ko-KR">
                          <a:latin typeface="Calibri"/>
                          <a:ea typeface="Calibri"/>
                          <a:cs typeface="Calibri"/>
                        </a:defRPr>
                      </a:pPr>
                      <a:r>
                        <a:rPr sz="1500" b="1" lang="ko-KR">
                          <a:solidFill>
                            <a:srgbClr val="000000"/>
                          </a:solidFill>
                          <a:latin typeface="Calibri"/>
                          <a:ea typeface="Calibri"/>
                          <a:cs typeface="Calibri"/>
                        </a:rPr>
                        <a:t>구조</a:t>
                      </a:r>
                      <a:endParaRPr lang="ko-KR">
                        <a:latin typeface="Calibri"/>
                        <a:ea typeface="Calibri"/>
                        <a:cs typeface="Calibri"/>
                      </a:endParaRPr>
                    </a:p>
                  </a:txBody>
                  <a:tcPr marL="91440" marR="91440" marT="45720" marB="45720" anchor="t">
                    <a:lnL w="12383">
                      <a:solidFill>
                        <a:srgbClr val="BFBFBF"/>
                      </a:solidFill>
                      <a:prstDash val="solid"/>
                    </a:lnL>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defRPr lang="ko-KR">
                          <a:latin typeface="Calibri"/>
                          <a:ea typeface="Calibri"/>
                          <a:cs typeface="Calibri"/>
                        </a:defRPr>
                      </a:pPr>
                      <a:r>
                        <a:rPr sz="1400" b="0" lang="ko-KR">
                          <a:solidFill>
                            <a:srgbClr val="000000"/>
                          </a:solidFill>
                          <a:latin typeface="Calibri"/>
                          <a:ea typeface="Calibri"/>
                          <a:cs typeface="Calibri"/>
                        </a:rPr>
                        <a:t/>
                      </a:r>
                      <a:endParaRPr lang="ko-KR">
                        <a:latin typeface="Calibri"/>
                        <a:ea typeface="Calibri"/>
                        <a:cs typeface="Calibri"/>
                      </a:endParaRPr>
                    </a:p>
                  </a:txBody>
                  <a:tcPr marL="91440" marR="91440" marT="45720" marB="45720" anchor="t">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defRPr lang="ko-KR">
                          <a:latin typeface="Calibri"/>
                          <a:ea typeface="Calibri"/>
                          <a:cs typeface="Calibri"/>
                        </a:defRPr>
                      </a:pPr>
                      <a:r>
                        <a:rPr sz="1400" b="0" lang="ko-KR">
                          <a:solidFill>
                            <a:srgbClr val="000000"/>
                          </a:solidFill>
                          <a:latin typeface="Calibri"/>
                          <a:ea typeface="Calibri"/>
                          <a:cs typeface="Calibri"/>
                        </a:rPr>
                        <a:t/>
                      </a:r>
                      <a:endParaRPr lang="ko-KR">
                        <a:latin typeface="Calibri"/>
                        <a:ea typeface="Calibri"/>
                        <a:cs typeface="Calibri"/>
                      </a:endParaRPr>
                    </a:p>
                  </a:txBody>
                  <a:tcPr marL="91440" marR="91440" marT="45720" marB="45720" anchor="t">
                    <a:lnR w="12383">
                      <a:solidFill>
                        <a:srgbClr val="BFBFBF"/>
                      </a:solidFill>
                      <a:prstDash val="solid"/>
                    </a:lnR>
                    <a:lnB w="12383">
                      <a:solidFill>
                        <a:srgbClr val="BFBFBF"/>
                      </a:solidFill>
                      <a:prstDash val="solid"/>
                    </a:lnB>
                    <a:solidFill>
                      <a:srgbClr val="FFFFFF"/>
                    </a:solidFill>
                  </a:tcPr>
                </a:tc>
              </a:tr>
              <a:tr h="742950">
                <a:tc>
                  <a:txBody>
                    <a:bodyPr wrap="none" lIns="114300" tIns="76200" rIns="76200" bIns="57150">
                      <a:noAutofit/>
                    </a:bodyPr>
                    <a:lstStyle/>
                    <a:p>
                      <a:pPr algn="ctr">
                        <a:lnSpc>
                          <a:spcPct val="110000"/>
                        </a:lnSpc>
                        <a:buNone/>
                        <a:defRPr lang="ko-KR">
                          <a:latin typeface="Calibri"/>
                          <a:ea typeface="Calibri"/>
                          <a:cs typeface="Calibri"/>
                        </a:defRPr>
                      </a:pPr>
                      <a:r>
                        <a:rPr sz="1500" b="1" lang="ko-KR">
                          <a:solidFill>
                            <a:srgbClr val="000000"/>
                          </a:solidFill>
                          <a:latin typeface="Calibri"/>
                          <a:ea typeface="Calibri"/>
                          <a:cs typeface="Calibri"/>
                        </a:rPr>
                        <a:t>장점</a:t>
                      </a:r>
                      <a:endParaRPr lang="ko-KR">
                        <a:latin typeface="Calibri"/>
                        <a:ea typeface="Calibri"/>
                        <a:cs typeface="Calibri"/>
                      </a:endParaRPr>
                    </a:p>
                  </a:txBody>
                  <a:tcPr marL="91440" marR="91440" marT="45720" marB="45720" anchor="ctr">
                    <a:lnL w="12383">
                      <a:solidFill>
                        <a:srgbClr val="BFBFBF"/>
                      </a:solidFill>
                      <a:prstDash val="solid"/>
                    </a:lnL>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미사용 관계의 선행 생산 비용을 피함 </a:t>
                      </a:r>
                      <a:r>
                        <a:rPr sz="1400" b="0" lang="ko-KR">
                          <a:solidFill>
                            <a:srgbClr val="C62525"/>
                          </a:solidFill>
                          <a:latin typeface="Calibri"/>
                          <a:ea typeface="Calibri"/>
                          <a:cs typeface="Calibri"/>
                        </a:rPr>
                        <a:t>(QA05↑)</a:t>
                      </a:r>
                      <a:endParaRPr lang="ko-KR">
                        <a:latin typeface="Calibri"/>
                        <a:ea typeface="Calibri"/>
                        <a:cs typeface="Calibri"/>
                      </a:endParaRPr>
                    </a:p>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추가 게시 저장과 생산 버퍼가 적음 </a:t>
                      </a:r>
                      <a:r>
                        <a:rPr sz="1400" b="0" lang="ko-KR">
                          <a:solidFill>
                            <a:srgbClr val="C62525"/>
                          </a:solidFill>
                          <a:latin typeface="Calibri"/>
                          <a:ea typeface="Calibri"/>
                          <a:cs typeface="Calibri"/>
                        </a:rPr>
                        <a:t>(QA04↑, QA06↑)</a:t>
                      </a:r>
                      <a:endParaRPr lang="ko-KR">
                        <a:latin typeface="Calibri"/>
                        <a:ea typeface="Calibri"/>
                        <a:cs typeface="Calibri"/>
                      </a:endParaRPr>
                    </a:p>
                  </a:txBody>
                  <a:tcPr marL="91440" marR="91440" marT="45720" marB="45720" anchor="ctr">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준비된 과거 관계를 읽어 첫 응답을 앞당김 </a:t>
                      </a:r>
                      <a:r>
                        <a:rPr sz="1400" b="0" lang="ko-KR">
                          <a:solidFill>
                            <a:srgbClr val="C62525"/>
                          </a:solidFill>
                          <a:latin typeface="Calibri"/>
                          <a:ea typeface="Calibri"/>
                          <a:cs typeface="Calibri"/>
                        </a:rPr>
                        <a:t>(QA01↑)</a:t>
                      </a:r>
                      <a:endParaRPr lang="ko-KR">
                        <a:latin typeface="Calibri"/>
                        <a:ea typeface="Calibri"/>
                        <a:cs typeface="Calibri"/>
                      </a:endParaRPr>
                    </a:p>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같은 관계가 반복되면 생산 결과를 여러 요청에서 재사용</a:t>
                      </a:r>
                      <a:endParaRPr lang="ko-KR">
                        <a:latin typeface="Calibri"/>
                        <a:ea typeface="Calibri"/>
                        <a:cs typeface="Calibri"/>
                      </a:endParaRPr>
                    </a:p>
                  </a:txBody>
                  <a:tcPr marL="91440" marR="91440" marT="45720" marB="45720" anchor="ctr">
                    <a:lnR w="12383">
                      <a:solidFill>
                        <a:srgbClr val="BFBFBF"/>
                      </a:solidFill>
                      <a:prstDash val="solid"/>
                    </a:lnR>
                    <a:lnB w="12383">
                      <a:solidFill>
                        <a:srgbClr val="BFBFBF"/>
                      </a:solidFill>
                      <a:prstDash val="solid"/>
                    </a:lnB>
                    <a:solidFill>
                      <a:srgbClr val="FFFFFF"/>
                    </a:solidFill>
                  </a:tcPr>
                </a:tc>
              </a:tr>
              <a:tr h="742950">
                <a:tc>
                  <a:txBody>
                    <a:bodyPr wrap="none" lIns="114300" tIns="76200" rIns="76200" bIns="57150">
                      <a:noAutofit/>
                    </a:bodyPr>
                    <a:lstStyle/>
                    <a:p>
                      <a:pPr algn="ctr">
                        <a:lnSpc>
                          <a:spcPct val="110000"/>
                        </a:lnSpc>
                        <a:buNone/>
                        <a:defRPr lang="ko-KR">
                          <a:latin typeface="Calibri"/>
                          <a:ea typeface="Calibri"/>
                          <a:cs typeface="Calibri"/>
                        </a:defRPr>
                      </a:pPr>
                      <a:r>
                        <a:rPr sz="1500" b="1" lang="ko-KR">
                          <a:solidFill>
                            <a:srgbClr val="000000"/>
                          </a:solidFill>
                          <a:latin typeface="Calibri"/>
                          <a:ea typeface="Calibri"/>
                          <a:cs typeface="Calibri"/>
                        </a:rPr>
                        <a:t>단점</a:t>
                      </a:r>
                      <a:endParaRPr lang="ko-KR">
                        <a:latin typeface="Calibri"/>
                        <a:ea typeface="Calibri"/>
                        <a:cs typeface="Calibri"/>
                      </a:endParaRPr>
                    </a:p>
                  </a:txBody>
                  <a:tcPr marL="91440" marR="91440" marT="45720" marB="45720" anchor="ctr">
                    <a:lnL w="12383">
                      <a:solidFill>
                        <a:srgbClr val="BFBFBF"/>
                      </a:solidFill>
                      <a:prstDash val="solid"/>
                    </a:lnL>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새로운 의미 관계는 첫 조회에서 원본과 함께 해석 </a:t>
                      </a:r>
                      <a:r>
                        <a:rPr sz="1400" b="0" lang="ko-KR">
                          <a:solidFill>
                            <a:srgbClr val="C62525"/>
                          </a:solidFill>
                          <a:latin typeface="Calibri"/>
                          <a:ea typeface="Calibri"/>
                          <a:cs typeface="Calibri"/>
                        </a:rPr>
                        <a:t>(QA01↓)</a:t>
                      </a:r>
                      <a:endParaRPr lang="ko-KR">
                        <a:latin typeface="Calibri"/>
                        <a:ea typeface="Calibri"/>
                        <a:cs typeface="Calibri"/>
                      </a:endParaRPr>
                    </a:p>
                  </a:txBody>
                  <a:tcPr marL="91440" marR="91440" marT="45720" marB="45720" anchor="ctr">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사용하지 않는 관계도 생산 / 갱신 비용 발생 </a:t>
                      </a:r>
                      <a:r>
                        <a:rPr sz="1400" b="0" lang="ko-KR">
                          <a:solidFill>
                            <a:srgbClr val="C62525"/>
                          </a:solidFill>
                          <a:latin typeface="Calibri"/>
                          <a:ea typeface="Calibri"/>
                          <a:cs typeface="Calibri"/>
                        </a:rPr>
                        <a:t>(QA05↓)</a:t>
                      </a:r>
                      <a:endParaRPr lang="ko-KR">
                        <a:latin typeface="Calibri"/>
                        <a:ea typeface="Calibri"/>
                        <a:cs typeface="Calibri"/>
                      </a:endParaRPr>
                    </a:p>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생산, 저장, 조회 계약과 추가 RAM을 유지 </a:t>
                      </a:r>
                      <a:r>
                        <a:rPr sz="1400" b="0" lang="ko-KR">
                          <a:solidFill>
                            <a:srgbClr val="C62525"/>
                          </a:solidFill>
                          <a:latin typeface="Calibri"/>
                          <a:ea typeface="Calibri"/>
                          <a:cs typeface="Calibri"/>
                        </a:rPr>
                        <a:t>(QA04↓, QA06↓)</a:t>
                      </a:r>
                      <a:endParaRPr lang="ko-KR">
                        <a:latin typeface="Calibri"/>
                        <a:ea typeface="Calibri"/>
                        <a:cs typeface="Calibri"/>
                      </a:endParaRPr>
                    </a:p>
                  </a:txBody>
                  <a:tcPr marL="91440" marR="91440" marT="45720" marB="45720" anchor="ctr">
                    <a:lnR w="12383">
                      <a:solidFill>
                        <a:srgbClr val="BFBFBF"/>
                      </a:solidFill>
                      <a:prstDash val="solid"/>
                    </a:lnR>
                    <a:lnB w="12383">
                      <a:solidFill>
                        <a:srgbClr val="BFBFBF"/>
                      </a:solidFill>
                      <a:prstDash val="solid"/>
                    </a:lnB>
                    <a:solidFill>
                      <a:srgbClr val="FFFFFF"/>
                    </a:solidFill>
                  </a:tcPr>
                </a:tc>
              </a:tr>
              <a:tr h="1409700">
                <a:tc>
                  <a:txBody>
                    <a:bodyPr wrap="none" lIns="114300" tIns="76200" rIns="76200" bIns="57150">
                      <a:noAutofit/>
                    </a:bodyPr>
                    <a:lstStyle/>
                    <a:p>
                      <a:pPr algn="ctr">
                        <a:lnSpc>
                          <a:spcPct val="110000"/>
                        </a:lnSpc>
                        <a:buNone/>
                        <a:defRPr lang="ko-KR">
                          <a:latin typeface="Calibri"/>
                          <a:ea typeface="Calibri"/>
                          <a:cs typeface="Calibri"/>
                        </a:defRPr>
                      </a:pPr>
                      <a:r>
                        <a:rPr sz="1500" b="1" lang="ko-KR">
                          <a:solidFill>
                            <a:srgbClr val="000000"/>
                          </a:solidFill>
                          <a:latin typeface="Calibri"/>
                          <a:ea typeface="Calibri"/>
                          <a:cs typeface="Calibri"/>
                        </a:rPr>
                        <a:t>Trade</a:t>
                      </a:r>
                      <a:endParaRPr lang="ko-KR">
                        <a:latin typeface="Calibri"/>
                        <a:ea typeface="Calibri"/>
                        <a:cs typeface="Calibri"/>
                      </a:endParaRPr>
                    </a:p>
                    <a:p>
                      <a:pPr algn="ctr">
                        <a:lnSpc>
                          <a:spcPct val="110000"/>
                        </a:lnSpc>
                        <a:buNone/>
                        <a:defRPr lang="ko-KR">
                          <a:latin typeface="Calibri"/>
                          <a:ea typeface="Calibri"/>
                          <a:cs typeface="Calibri"/>
                        </a:defRPr>
                      </a:pPr>
                      <a:r>
                        <a:rPr sz="1500" b="1" lang="ko-KR">
                          <a:solidFill>
                            <a:srgbClr val="000000"/>
                          </a:solidFill>
                          <a:latin typeface="Calibri"/>
                          <a:ea typeface="Calibri"/>
                          <a:cs typeface="Calibri"/>
                        </a:rPr>
                        <a:t>Off</a:t>
                      </a:r>
                      <a:endParaRPr lang="ko-KR">
                        <a:latin typeface="Calibri"/>
                        <a:ea typeface="Calibri"/>
                        <a:cs typeface="Calibri"/>
                      </a:endParaRPr>
                    </a:p>
                  </a:txBody>
                  <a:tcPr marL="91440" marR="91440" marT="45720" marB="45720" anchor="ctr">
                    <a:lnL w="12383">
                      <a:solidFill>
                        <a:srgbClr val="BFBFBF"/>
                      </a:solidFill>
                      <a:prstDash val="solid"/>
                    </a:lnL>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defRPr lang="ko-KR">
                          <a:latin typeface="Calibri"/>
                          <a:ea typeface="Calibri"/>
                          <a:cs typeface="Calibri"/>
                        </a:defRPr>
                      </a:pPr>
                      <a:r>
                        <a:rPr sz="1400" b="0" lang="ko-KR">
                          <a:solidFill>
                            <a:srgbClr val="000000"/>
                          </a:solidFill>
                          <a:latin typeface="Calibri"/>
                          <a:ea typeface="Calibri"/>
                          <a:cs typeface="Calibri"/>
                        </a:rPr>
                        <a:t/>
                      </a:r>
                      <a:endParaRPr lang="ko-KR">
                        <a:latin typeface="Calibri"/>
                        <a:ea typeface="Calibri"/>
                        <a:cs typeface="Calibri"/>
                      </a:endParaRPr>
                    </a:p>
                  </a:txBody>
                  <a:tcPr marL="91440" marR="91440" marT="45720" marB="45720" anchor="ctr">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defRPr lang="ko-KR">
                          <a:latin typeface="Calibri"/>
                          <a:ea typeface="Calibri"/>
                          <a:cs typeface="Calibri"/>
                        </a:defRPr>
                      </a:pPr>
                      <a:r>
                        <a:rPr sz="1400" b="0" lang="ko-KR">
                          <a:solidFill>
                            <a:srgbClr val="000000"/>
                          </a:solidFill>
                          <a:latin typeface="Calibri"/>
                          <a:ea typeface="Calibri"/>
                          <a:cs typeface="Calibri"/>
                        </a:rPr>
                        <a:t/>
                      </a:r>
                      <a:endParaRPr lang="ko-KR">
                        <a:latin typeface="Calibri"/>
                        <a:ea typeface="Calibri"/>
                        <a:cs typeface="Calibri"/>
                      </a:endParaRPr>
                    </a:p>
                  </a:txBody>
                  <a:tcPr marL="91440" marR="91440" marT="45720" marB="45720" anchor="ctr">
                    <a:lnR w="12383">
                      <a:solidFill>
                        <a:srgbClr val="BFBFBF"/>
                      </a:solidFill>
                      <a:prstDash val="solid"/>
                    </a:lnR>
                    <a:lnB w="12383">
                      <a:solidFill>
                        <a:srgbClr val="BFBFBF"/>
                      </a:solidFill>
                      <a:prstDash val="solid"/>
                    </a:lnB>
                    <a:solidFill>
                      <a:srgbClr val="FFFFFF"/>
                    </a:solidFill>
                  </a:tcPr>
                </a:tc>
              </a:tr>
            </a:tbl>
          </a:graphicData>
        </a:graphic>
      </p:graphicFrame>
      <p:sp>
        <p:nvSpPr>
          <p:cNvPr id="2" name="Ari">
            <a:extLst>
              <a:ext uri="{FF2B5EF4-FFF2-40B4-BE49-F238E27FC236}">
                <ns2:creationId id="{F701ECF3-90B0-47CC-B632-A745532269F1}"/>
              </a:ext>
            </a:extLst>
          </p:cNvPr>
          <p:cNvSpPr>
            <a:spLocks noGrp="1"/>
          </p:cNvSpPr>
          <p:nvPr/>
        </p:nvSpPr>
        <p:spPr>
          <a:xfrm>
            <a:off x="1143000" y="2286000"/>
            <a:ext cx="2381250" cy="600075"/>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latin typeface="Calibri"/>
              <a:ea typeface="Calibri"/>
              <a:cs typeface="Calibri"/>
            </a:endParaRPr>
          </a:p>
        </p:txBody>
      </p:sp>
      <p:sp>
        <p:nvSpPr>
          <p:cNvPr id="3" name="Arm">
            <a:extLst>
              <a:ext uri="{FF2B5EF4-FFF2-40B4-BE49-F238E27FC236}">
                <ns2:creationId id="{C7DDED1A-4888-4BAC-953D-29A4487160FF}"/>
              </a:ext>
            </a:extLst>
          </p:cNvPr>
          <p:cNvSpPr>
            <a:spLocks noGrp="1"/>
          </p:cNvSpPr>
          <p:nvPr/>
        </p:nvSpPr>
        <p:spPr>
          <a:xfrm>
            <a:off x="3981450" y="2286000"/>
            <a:ext cx="2571750" cy="600075"/>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Manager</a:t>
            </a:r>
            <a:endParaRPr lang="ko-KR">
              <a:latin typeface="Calibri"/>
              <a:ea typeface="Calibri"/>
              <a:cs typeface="Calibri"/>
            </a:endParaRPr>
          </a:p>
        </p:txBody>
      </p:sp>
      <p:sp>
        <p:nvSpPr>
          <p:cNvPr id="4" name="Atm">
            <a:extLst>
              <a:ext uri="{FF2B5EF4-FFF2-40B4-BE49-F238E27FC236}">
                <ns2:creationId id="{5F035F54-6B54-48C1-A07A-E4B1A912EAC2}"/>
              </a:ext>
            </a:extLst>
          </p:cNvPr>
          <p:cNvSpPr>
            <a:spLocks noGrp="1"/>
          </p:cNvSpPr>
          <p:nvPr/>
        </p:nvSpPr>
        <p:spPr>
          <a:xfrm>
            <a:off x="7029450" y="2286000"/>
            <a:ext cx="2362200" cy="600075"/>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Task Manager</a:t>
            </a:r>
            <a:endParaRPr lang="ko-KR">
              <a:latin typeface="Calibri"/>
              <a:ea typeface="Calibri"/>
              <a:cs typeface="Calibri"/>
            </a:endParaRPr>
          </a:p>
        </p:txBody>
      </p:sp>
      <p:sp>
        <p:nvSpPr>
          <p:cNvPr id="5" name="Acm">
            <a:extLst>
              <a:ext uri="{FF2B5EF4-FFF2-40B4-BE49-F238E27FC236}">
                <ns2:creationId id="{FC3ED9FD-33A2-4115-B3A9-14E69EA7696B}"/>
              </a:ext>
            </a:extLst>
          </p:cNvPr>
          <p:cNvSpPr>
            <a:spLocks noGrp="1"/>
          </p:cNvSpPr>
          <p:nvPr/>
        </p:nvSpPr>
        <p:spPr>
          <a:xfrm>
            <a:off x="1143000" y="3143250"/>
            <a:ext cx="8248650" cy="3324225"/>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Context Manager</a:t>
            </a:r>
            <a:endParaRPr lang="ko-KR">
              <a:latin typeface="Calibri"/>
              <a:ea typeface="Calibri"/>
              <a:cs typeface="Calibri"/>
            </a:endParaRPr>
          </a:p>
        </p:txBody>
      </p:sp>
      <p:sp>
        <p:nvSpPr>
          <p:cNvPr id="6" name="Acomposer">
            <a:extLst>
              <a:ext uri="{FF2B5EF4-FFF2-40B4-BE49-F238E27FC236}">
                <ns2:creationId id="{41B1F9B8-8ED0-4355-849F-E5C46DCF88A5}"/>
              </a:ext>
            </a:extLst>
          </p:cNvPr>
          <p:cNvSpPr>
            <a:spLocks noGrp="1"/>
          </p:cNvSpPr>
          <p:nvPr/>
        </p:nvSpPr>
        <p:spPr>
          <a:xfrm>
            <a:off x="1304925" y="3467100"/>
            <a:ext cx="7924800" cy="1809750"/>
          </a:xfrm>
          <a:prstGeom prst="rect">
            <a:avLst/>
          </a:prstGeom>
          <a:solidFill>
            <a:srgbClr val="FFF4D7"/>
          </a:solidFill>
          <a:ln w="10478">
            <a:solidFill>
              <a:srgbClr val="000000"/>
            </a:solidFill>
            <a:prstDash val="solid"/>
          </a:ln>
        </p:spPr>
        <p:txBody>
          <a:bodyPr wrap="none" lIns="76200" tIns="38100" rIns="19050" bIns="0" anchor="t">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Context Composer</a:t>
            </a:r>
            <a:endParaRPr lang="ko-KR">
              <a:latin typeface="Calibri"/>
              <a:ea typeface="Calibri"/>
              <a:cs typeface="Calibri"/>
            </a:endParaRPr>
          </a:p>
        </p:txBody>
      </p:sp>
      <p:sp>
        <p:nvSpPr>
          <p:cNvPr id="7" name="Bri">
            <a:extLst>
              <a:ext uri="{FF2B5EF4-FFF2-40B4-BE49-F238E27FC236}">
                <ns2:creationId id="{46691D94-1543-40F0-9746-BB26FA47D033}"/>
              </a:ext>
            </a:extLst>
          </p:cNvPr>
          <p:cNvSpPr>
            <a:spLocks noGrp="1"/>
          </p:cNvSpPr>
          <p:nvPr/>
        </p:nvSpPr>
        <p:spPr>
          <a:xfrm>
            <a:off x="9715500" y="2286000"/>
            <a:ext cx="2381250" cy="600075"/>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latin typeface="Calibri"/>
              <a:ea typeface="Calibri"/>
              <a:cs typeface="Calibri"/>
            </a:endParaRPr>
          </a:p>
        </p:txBody>
      </p:sp>
      <p:sp>
        <p:nvSpPr>
          <p:cNvPr id="8" name="Brm">
            <a:extLst>
              <a:ext uri="{FF2B5EF4-FFF2-40B4-BE49-F238E27FC236}">
                <ns2:creationId id="{D47AAD3F-A38D-45D0-8E8D-42476270B5B6}"/>
              </a:ext>
            </a:extLst>
          </p:cNvPr>
          <p:cNvSpPr>
            <a:spLocks noGrp="1"/>
          </p:cNvSpPr>
          <p:nvPr/>
        </p:nvSpPr>
        <p:spPr>
          <a:xfrm>
            <a:off x="12553950" y="2286000"/>
            <a:ext cx="2571750" cy="600075"/>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Manager</a:t>
            </a:r>
            <a:endParaRPr lang="ko-KR">
              <a:latin typeface="Calibri"/>
              <a:ea typeface="Calibri"/>
              <a:cs typeface="Calibri"/>
            </a:endParaRPr>
          </a:p>
        </p:txBody>
      </p:sp>
      <p:sp>
        <p:nvSpPr>
          <p:cNvPr id="9" name="Btm">
            <a:extLst>
              <a:ext uri="{FF2B5EF4-FFF2-40B4-BE49-F238E27FC236}">
                <ns2:creationId id="{4820E343-2DE7-4618-B2E2-89D9FC877ABD}"/>
              </a:ext>
            </a:extLst>
          </p:cNvPr>
          <p:cNvSpPr>
            <a:spLocks noGrp="1"/>
          </p:cNvSpPr>
          <p:nvPr/>
        </p:nvSpPr>
        <p:spPr>
          <a:xfrm>
            <a:off x="15601950" y="2286000"/>
            <a:ext cx="2362200" cy="600075"/>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Task Manager</a:t>
            </a:r>
            <a:endParaRPr lang="ko-KR">
              <a:latin typeface="Calibri"/>
              <a:ea typeface="Calibri"/>
              <a:cs typeface="Calibri"/>
            </a:endParaRPr>
          </a:p>
        </p:txBody>
      </p:sp>
      <p:sp>
        <p:nvSpPr>
          <p:cNvPr id="10" name="Bcm">
            <a:extLst>
              <a:ext uri="{FF2B5EF4-FFF2-40B4-BE49-F238E27FC236}">
                <ns2:creationId id="{831E0023-085E-41AB-8BC0-231AF192ED51}"/>
              </a:ext>
            </a:extLst>
          </p:cNvPr>
          <p:cNvSpPr>
            <a:spLocks noGrp="1"/>
          </p:cNvSpPr>
          <p:nvPr/>
        </p:nvSpPr>
        <p:spPr>
          <a:xfrm>
            <a:off x="9715500" y="3143250"/>
            <a:ext cx="8248650" cy="3324225"/>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Context Manager</a:t>
            </a:r>
            <a:endParaRPr lang="ko-KR">
              <a:latin typeface="Calibri"/>
              <a:ea typeface="Calibri"/>
              <a:cs typeface="Calibri"/>
            </a:endParaRPr>
          </a:p>
        </p:txBody>
      </p:sp>
      <p:sp>
        <p:nvSpPr>
          <p:cNvPr id="11" name="Bpublisher">
            <a:extLst>
              <a:ext uri="{FF2B5EF4-FFF2-40B4-BE49-F238E27FC236}">
                <ns2:creationId id="{1EDBE311-06B3-40E5-A65D-822FD13961B6}"/>
              </a:ext>
            </a:extLst>
          </p:cNvPr>
          <p:cNvSpPr>
            <a:spLocks noGrp="1"/>
          </p:cNvSpPr>
          <p:nvPr/>
        </p:nvSpPr>
        <p:spPr>
          <a:xfrm>
            <a:off x="9867900" y="3476625"/>
            <a:ext cx="7934325" cy="1466850"/>
          </a:xfrm>
          <a:prstGeom prst="rect">
            <a:avLst/>
          </a:prstGeom>
          <a:solidFill>
            <a:srgbClr val="FFF4D7"/>
          </a:solidFill>
          <a:ln w="10478">
            <a:solidFill>
              <a:srgbClr val="000000"/>
            </a:solidFill>
            <a:prstDash val="solid"/>
          </a:ln>
        </p:spPr>
        <p:txBody>
          <a:bodyPr wrap="none" lIns="76200" tIns="38100" rIns="19050" bIns="0" anchor="t">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Memory Publisher</a:t>
            </a:r>
            <a:endParaRPr lang="ko-KR">
              <a:latin typeface="Calibri"/>
              <a:ea typeface="Calibri"/>
              <a:cs typeface="Calibri"/>
            </a:endParaRPr>
          </a:p>
        </p:txBody>
      </p:sp>
      <p:sp>
        <p:nvSpPr>
          <p:cNvPr id="12" name="Breader">
            <a:extLst>
              <a:ext uri="{FF2B5EF4-FFF2-40B4-BE49-F238E27FC236}">
                <ns2:creationId id="{CC8F7DF5-D90A-4DAB-9DC1-006BB2DBA7B6}"/>
              </a:ext>
            </a:extLst>
          </p:cNvPr>
          <p:cNvSpPr>
            <a:spLocks noGrp="1"/>
          </p:cNvSpPr>
          <p:nvPr/>
        </p:nvSpPr>
        <p:spPr>
          <a:xfrm>
            <a:off x="9867900" y="5800725"/>
            <a:ext cx="7934325" cy="542925"/>
          </a:xfrm>
          <a:prstGeom prst="rect">
            <a:avLst/>
          </a:prstGeom>
          <a:solidFill>
            <a:srgbClr val="FFF4D7"/>
          </a:solidFill>
          <a:ln w="10478">
            <a:solidFill>
              <a:srgbClr val="000000"/>
            </a:solidFill>
            <a:prstDash val="solid"/>
          </a:ln>
        </p:spPr>
        <p:txBody>
          <a:bodyPr wrap="none" lIns="76200" tIns="38100" rIns="19050" bIns="0" anchor="t">
            <a:noAutofit/>
          </a:bodyPr>
          <a:lstStyle>
            <a:defPPr algn="l">
              <a:defRPr sz="1200" b="1" lang="ko-KR">
                <a:solidFill>
                  <a:srgbClr val="000000"/>
                </a:solidFill>
                <a:latin typeface="Calibri"/>
                <a:ea typeface="Calibri"/>
                <a:cs typeface="Calibri"/>
              </a:defRPr>
            </a:defPPr>
          </a:lstStyle>
          <a:p>
            <a:pPr algn="l">
              <a:lnSpc>
                <a:spcPct val="100000"/>
              </a:lnSpc>
              <a:buNone/>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Evidence Reader</a:t>
            </a:r>
            <a:endParaRPr lang="ko-KR">
              <a:latin typeface="Calibri"/>
              <a:ea typeface="Calibri"/>
              <a:cs typeface="Calibri"/>
            </a:endParaRPr>
          </a:p>
        </p:txBody>
      </p:sp>
      <p:sp>
        <p:nvSpPr>
          <p:cNvPr id="13" name="title-rule">
            <a:extLst>
              <a:ext uri="{FF2B5EF4-FFF2-40B4-BE49-F238E27FC236}">
                <ns2:creationId id="{F4B688B6-E19C-4485-A515-0E9F0200CDF1}"/>
              </a:ext>
            </a:extLst>
          </p:cNvPr>
          <p:cNvSpPr>
            <a:spLocks noGrp="1"/>
          </p:cNvSpPr>
          <p:nvPr/>
        </p:nvSpPr>
        <p:spPr>
          <a:xfrm>
            <a:off x="571500" y="847725"/>
            <a:ext cx="17335500" cy="953"/>
          </a:xfrm>
          <a:custGeom>
            <a:pathLst>
              <a:path w="17335500" h="953">
                <a:moveTo>
                  <a:pt x="0" y="0"/>
                </a:moveTo>
                <a:lnTo>
                  <a:pt x="17335500" y="0"/>
                </a:lnTo>
              </a:path>
            </a:pathLst>
          </a:custGeom>
          <a:noFill/>
          <a:ln w="19050">
            <a:solidFill>
              <a:srgbClr val="A8A8A8"/>
            </a:solidFill>
            <a:prstDash val="solid"/>
          </a:ln>
        </p:spPr>
      </p:sp>
      <p:sp>
        <p:nvSpPr>
          <p:cNvPr id="14" name="legend-call">
            <a:extLst>
              <a:ext uri="{FF2B5EF4-FFF2-40B4-BE49-F238E27FC236}">
                <ns2:creationId id="{034D725B-8870-484F-A3B9-738121190D48}"/>
              </a:ext>
            </a:extLst>
          </p:cNvPr>
          <p:cNvSpPr>
            <a:spLocks noGrp="1"/>
          </p:cNvSpPr>
          <p:nvPr/>
        </p:nvSpPr>
        <p:spPr>
          <a:xfrm>
            <a:off x="228600" y="5362575"/>
            <a:ext cx="666750" cy="953"/>
          </a:xfrm>
          <a:custGeom>
            <a:pathLst>
              <a:path w="666750" h="953">
                <a:moveTo>
                  <a:pt x="0" y="0"/>
                </a:moveTo>
                <a:lnTo>
                  <a:pt x="666750" y="0"/>
                </a:lnTo>
              </a:path>
            </a:pathLst>
          </a:custGeom>
          <a:noFill/>
          <a:ln w="12383">
            <a:solidFill>
              <a:srgbClr val="000000"/>
            </a:solidFill>
            <a:prstDash val="solid"/>
          </a:ln>
        </p:spPr>
      </p:sp>
      <p:sp>
        <p:nvSpPr>
          <p:cNvPr id="15" name="legend-call-arrow">
            <a:extLst>
              <a:ext uri="{FF2B5EF4-FFF2-40B4-BE49-F238E27FC236}">
                <ns2:creationId id="{C4132853-CA2E-4AF9-9DCA-9726994534AD}"/>
              </a:ext>
            </a:extLst>
          </p:cNvPr>
          <p:cNvSpPr>
            <a:spLocks noGrp="1"/>
          </p:cNvSpPr>
          <p:nvPr/>
        </p:nvSpPr>
        <p:spPr>
          <a:xfrm>
            <a:off x="826736" y="5329431"/>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16" name="legend-return">
            <a:extLst>
              <a:ext uri="{FF2B5EF4-FFF2-40B4-BE49-F238E27FC236}">
                <ns2:creationId id="{0BCD2B40-339F-4D1F-AB96-B94973373842}"/>
              </a:ext>
            </a:extLst>
          </p:cNvPr>
          <p:cNvSpPr>
            <a:spLocks noGrp="1"/>
          </p:cNvSpPr>
          <p:nvPr/>
        </p:nvSpPr>
        <p:spPr>
          <a:xfrm>
            <a:off x="228600" y="5924550"/>
            <a:ext cx="666750" cy="953"/>
          </a:xfrm>
          <a:custGeom>
            <a:pathLst>
              <a:path w="666750" h="953">
                <a:moveTo>
                  <a:pt x="0" y="0"/>
                </a:moveTo>
                <a:lnTo>
                  <a:pt x="666750" y="0"/>
                </a:lnTo>
              </a:path>
            </a:pathLst>
          </a:custGeom>
          <a:noFill/>
          <a:ln w="12383">
            <a:solidFill>
              <a:srgbClr val="000000"/>
            </a:solidFill>
            <a:prstDash val="dash"/>
          </a:ln>
        </p:spPr>
      </p:sp>
      <p:sp>
        <p:nvSpPr>
          <p:cNvPr id="17" name="legend-return-arrow">
            <a:extLst>
              <a:ext uri="{FF2B5EF4-FFF2-40B4-BE49-F238E27FC236}">
                <ns2:creationId id="{E48ADE38-13BF-491C-9032-8E12F21ECD46}"/>
              </a:ext>
            </a:extLst>
          </p:cNvPr>
          <p:cNvSpPr>
            <a:spLocks noGrp="1"/>
          </p:cNvSpPr>
          <p:nvPr/>
        </p:nvSpPr>
        <p:spPr>
          <a:xfrm>
            <a:off x="826736" y="5891406"/>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18" name="Aquery">
            <a:extLst>
              <a:ext uri="{FF2B5EF4-FFF2-40B4-BE49-F238E27FC236}">
                <ns2:creationId id="{8BC5D439-B70A-4E20-B13B-5834B7A26541}"/>
              </a:ext>
            </a:extLst>
          </p:cNvPr>
          <p:cNvSpPr>
            <a:spLocks noGrp="1"/>
          </p:cNvSpPr>
          <p:nvPr/>
        </p:nvSpPr>
        <p:spPr>
          <a:xfrm>
            <a:off x="2324100" y="2886075"/>
            <a:ext cx="953" cy="971550"/>
          </a:xfrm>
          <a:custGeom>
            <a:pathLst>
              <a:path w="953" h="971550">
                <a:moveTo>
                  <a:pt x="0" y="0"/>
                </a:moveTo>
                <a:lnTo>
                  <a:pt x="0" y="971550"/>
                </a:lnTo>
              </a:path>
            </a:pathLst>
          </a:custGeom>
          <a:noFill/>
          <a:ln w="12383">
            <a:solidFill>
              <a:srgbClr val="000000"/>
            </a:solidFill>
            <a:prstDash val="solid"/>
          </a:ln>
        </p:spPr>
      </p:sp>
      <p:sp>
        <p:nvSpPr>
          <p:cNvPr id="19" name="Aquery-arrow">
            <a:extLst>
              <a:ext uri="{FF2B5EF4-FFF2-40B4-BE49-F238E27FC236}">
                <ns2:creationId id="{B7F88992-D18F-4282-A096-B4213A165729}"/>
              </a:ext>
            </a:extLst>
          </p:cNvPr>
          <p:cNvSpPr>
            <a:spLocks noGrp="1"/>
          </p:cNvSpPr>
          <p:nvPr/>
        </p:nvSpPr>
        <p:spPr>
          <a:xfrm>
            <a:off x="2290956" y="3789011"/>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20" name="Aread">
            <a:extLst>
              <a:ext uri="{FF2B5EF4-FFF2-40B4-BE49-F238E27FC236}">
                <ns2:creationId id="{F5ED924E-7B27-47E1-AA31-44739606BBD7}"/>
              </a:ext>
            </a:extLst>
          </p:cNvPr>
          <p:cNvSpPr>
            <a:spLocks noGrp="1"/>
          </p:cNvSpPr>
          <p:nvPr/>
        </p:nvSpPr>
        <p:spPr>
          <a:xfrm>
            <a:off x="3590925" y="4076700"/>
            <a:ext cx="561975" cy="953"/>
          </a:xfrm>
          <a:custGeom>
            <a:pathLst>
              <a:path w="561975" h="953">
                <a:moveTo>
                  <a:pt x="0" y="0"/>
                </a:moveTo>
                <a:lnTo>
                  <a:pt x="561975" y="0"/>
                </a:lnTo>
              </a:path>
            </a:pathLst>
          </a:custGeom>
          <a:noFill/>
          <a:ln w="12383">
            <a:solidFill>
              <a:srgbClr val="000000"/>
            </a:solidFill>
            <a:prstDash val="solid"/>
          </a:ln>
        </p:spPr>
      </p:sp>
      <p:sp>
        <p:nvSpPr>
          <p:cNvPr id="21" name="Aread-arrow">
            <a:extLst>
              <a:ext uri="{FF2B5EF4-FFF2-40B4-BE49-F238E27FC236}">
                <ns2:creationId id="{1FF1E482-CA36-4CA9-BD1E-2FFAD672135E}"/>
              </a:ext>
            </a:extLst>
          </p:cNvPr>
          <p:cNvSpPr>
            <a:spLocks noGrp="1"/>
          </p:cNvSpPr>
          <p:nvPr/>
        </p:nvSpPr>
        <p:spPr>
          <a:xfrm>
            <a:off x="4084286" y="4043556"/>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22" name="Aread-rm">
            <a:extLst>
              <a:ext uri="{FF2B5EF4-FFF2-40B4-BE49-F238E27FC236}">
                <ns2:creationId id="{EC05C58E-2D48-4751-9166-0172C36693D2}"/>
              </a:ext>
            </a:extLst>
          </p:cNvPr>
          <p:cNvSpPr>
            <a:spLocks noGrp="1"/>
          </p:cNvSpPr>
          <p:nvPr/>
        </p:nvSpPr>
        <p:spPr>
          <a:xfrm>
            <a:off x="4933950" y="2886075"/>
            <a:ext cx="953" cy="971550"/>
          </a:xfrm>
          <a:custGeom>
            <a:pathLst>
              <a:path w="953" h="971550">
                <a:moveTo>
                  <a:pt x="0" y="971550"/>
                </a:moveTo>
                <a:lnTo>
                  <a:pt x="0" y="0"/>
                </a:lnTo>
              </a:path>
            </a:pathLst>
          </a:custGeom>
          <a:noFill/>
          <a:ln w="12383">
            <a:solidFill>
              <a:srgbClr val="000000"/>
            </a:solidFill>
            <a:prstDash val="solid"/>
          </a:ln>
        </p:spPr>
      </p:sp>
      <p:sp>
        <p:nvSpPr>
          <p:cNvPr id="23" name="Aread-rm-arrow">
            <a:extLst>
              <a:ext uri="{FF2B5EF4-FFF2-40B4-BE49-F238E27FC236}">
                <ns2:creationId id="{CE1D7969-4DE1-429C-8653-CCEF5A9FABB2}"/>
              </a:ext>
            </a:extLst>
          </p:cNvPr>
          <p:cNvSpPr>
            <a:spLocks noGrp="1"/>
          </p:cNvSpPr>
          <p:nvPr/>
        </p:nvSpPr>
        <p:spPr>
          <a:xfrm>
            <a:off x="4900806" y="2886075"/>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24" name="Arm-return">
            <a:extLst>
              <a:ext uri="{FF2B5EF4-FFF2-40B4-BE49-F238E27FC236}">
                <ns2:creationId id="{48934E55-7A15-4D73-A7A1-2EF52A86DAD4}"/>
              </a:ext>
            </a:extLst>
          </p:cNvPr>
          <p:cNvSpPr>
            <a:spLocks noGrp="1"/>
          </p:cNvSpPr>
          <p:nvPr/>
        </p:nvSpPr>
        <p:spPr>
          <a:xfrm>
            <a:off x="5505450" y="2886075"/>
            <a:ext cx="953" cy="971550"/>
          </a:xfrm>
          <a:custGeom>
            <a:pathLst>
              <a:path w="953" h="971550">
                <a:moveTo>
                  <a:pt x="0" y="0"/>
                </a:moveTo>
                <a:lnTo>
                  <a:pt x="0" y="971550"/>
                </a:lnTo>
              </a:path>
            </a:pathLst>
          </a:custGeom>
          <a:noFill/>
          <a:ln w="12383">
            <a:solidFill>
              <a:srgbClr val="000000"/>
            </a:solidFill>
            <a:prstDash val="dash"/>
          </a:ln>
        </p:spPr>
      </p:sp>
      <p:sp>
        <p:nvSpPr>
          <p:cNvPr id="25" name="Arm-return-arrow">
            <a:extLst>
              <a:ext uri="{FF2B5EF4-FFF2-40B4-BE49-F238E27FC236}">
                <ns2:creationId id="{05B218B1-0A9D-48B0-B785-B1B1FAA8E54E}"/>
              </a:ext>
            </a:extLst>
          </p:cNvPr>
          <p:cNvSpPr>
            <a:spLocks noGrp="1"/>
          </p:cNvSpPr>
          <p:nvPr/>
        </p:nvSpPr>
        <p:spPr>
          <a:xfrm>
            <a:off x="5472306" y="3789011"/>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26" name="Aread-tm">
            <a:extLst>
              <a:ext uri="{FF2B5EF4-FFF2-40B4-BE49-F238E27FC236}">
                <ns2:creationId id="{4E300135-72F7-4FC6-B10C-B2BCF4D7BD32}"/>
              </a:ext>
            </a:extLst>
          </p:cNvPr>
          <p:cNvSpPr>
            <a:spLocks noGrp="1"/>
          </p:cNvSpPr>
          <p:nvPr/>
        </p:nvSpPr>
        <p:spPr>
          <a:xfrm>
            <a:off x="5981700" y="2886075"/>
            <a:ext cx="2000250" cy="971550"/>
          </a:xfrm>
          <a:custGeom>
            <a:pathLst>
              <a:path w="2000250" h="971550">
                <a:moveTo>
                  <a:pt x="0" y="971550"/>
                </a:moveTo>
                <a:lnTo>
                  <a:pt x="0" y="133350"/>
                </a:lnTo>
                <a:lnTo>
                  <a:pt x="2000250" y="133350"/>
                </a:lnTo>
                <a:lnTo>
                  <a:pt x="2000250" y="0"/>
                </a:lnTo>
              </a:path>
            </a:pathLst>
          </a:custGeom>
          <a:noFill/>
          <a:ln w="12383">
            <a:solidFill>
              <a:srgbClr val="000000"/>
            </a:solidFill>
            <a:prstDash val="solid"/>
          </a:ln>
        </p:spPr>
      </p:sp>
      <p:sp>
        <p:nvSpPr>
          <p:cNvPr id="27" name="Aread-tm-arrow">
            <a:extLst>
              <a:ext uri="{FF2B5EF4-FFF2-40B4-BE49-F238E27FC236}">
                <ns2:creationId id="{EF7F8503-C779-4FF7-9853-72021B125996}"/>
              </a:ext>
            </a:extLst>
          </p:cNvPr>
          <p:cNvSpPr>
            <a:spLocks noGrp="1"/>
          </p:cNvSpPr>
          <p:nvPr/>
        </p:nvSpPr>
        <p:spPr>
          <a:xfrm>
            <a:off x="7948806" y="2886075"/>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28" name="Atm-return">
            <a:extLst>
              <a:ext uri="{FF2B5EF4-FFF2-40B4-BE49-F238E27FC236}">
                <ns2:creationId id="{09FD6A06-B785-4009-984F-1AD54BCC7DC3}"/>
              </a:ext>
            </a:extLst>
          </p:cNvPr>
          <p:cNvSpPr>
            <a:spLocks noGrp="1"/>
          </p:cNvSpPr>
          <p:nvPr/>
        </p:nvSpPr>
        <p:spPr>
          <a:xfrm>
            <a:off x="6267450" y="2886075"/>
            <a:ext cx="2381250" cy="971550"/>
          </a:xfrm>
          <a:custGeom>
            <a:pathLst>
              <a:path w="2381250" h="971550">
                <a:moveTo>
                  <a:pt x="2381250" y="0"/>
                </a:moveTo>
                <a:lnTo>
                  <a:pt x="2381250" y="180975"/>
                </a:lnTo>
                <a:lnTo>
                  <a:pt x="0" y="180975"/>
                </a:lnTo>
                <a:lnTo>
                  <a:pt x="0" y="971550"/>
                </a:lnTo>
              </a:path>
            </a:pathLst>
          </a:custGeom>
          <a:noFill/>
          <a:ln w="12383">
            <a:solidFill>
              <a:srgbClr val="000000"/>
            </a:solidFill>
            <a:prstDash val="dash"/>
          </a:ln>
        </p:spPr>
      </p:sp>
      <p:sp>
        <p:nvSpPr>
          <p:cNvPr id="29" name="Atm-return-arrow">
            <a:extLst>
              <a:ext uri="{FF2B5EF4-FFF2-40B4-BE49-F238E27FC236}">
                <ns2:creationId id="{B4EE1CC2-7D99-43A4-9B6C-1F4B44432BFE}"/>
              </a:ext>
            </a:extLst>
          </p:cNvPr>
          <p:cNvSpPr>
            <a:spLocks noGrp="1"/>
          </p:cNvSpPr>
          <p:nvPr/>
        </p:nvSpPr>
        <p:spPr>
          <a:xfrm>
            <a:off x="6234306" y="3789011"/>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30" name="Aread-state">
            <a:extLst>
              <a:ext uri="{FF2B5EF4-FFF2-40B4-BE49-F238E27FC236}">
                <ns2:creationId id="{50CFE4BF-BAE0-45BA-9C84-BB2B66E85D18}"/>
              </a:ext>
            </a:extLst>
          </p:cNvPr>
          <p:cNvSpPr>
            <a:spLocks noGrp="1"/>
          </p:cNvSpPr>
          <p:nvPr/>
        </p:nvSpPr>
        <p:spPr>
          <a:xfrm>
            <a:off x="5219700" y="4295775"/>
            <a:ext cx="953" cy="495300"/>
          </a:xfrm>
          <a:custGeom>
            <a:pathLst>
              <a:path w="953" h="495300">
                <a:moveTo>
                  <a:pt x="0" y="0"/>
                </a:moveTo>
                <a:lnTo>
                  <a:pt x="0" y="495300"/>
                </a:lnTo>
              </a:path>
            </a:pathLst>
          </a:custGeom>
          <a:noFill/>
          <a:ln w="12383">
            <a:solidFill>
              <a:srgbClr val="000000"/>
            </a:solidFill>
            <a:prstDash val="solid"/>
          </a:ln>
        </p:spPr>
      </p:sp>
      <p:sp>
        <p:nvSpPr>
          <p:cNvPr id="31" name="Aread-state-arrow">
            <a:extLst>
              <a:ext uri="{FF2B5EF4-FFF2-40B4-BE49-F238E27FC236}">
                <ns2:creationId id="{8594743F-49BD-44D3-B348-4801F5350EE8}"/>
              </a:ext>
            </a:extLst>
          </p:cNvPr>
          <p:cNvSpPr>
            <a:spLocks noGrp="1"/>
          </p:cNvSpPr>
          <p:nvPr/>
        </p:nvSpPr>
        <p:spPr>
          <a:xfrm>
            <a:off x="5186556" y="4722461"/>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32" name="Abundle">
            <a:extLst>
              <a:ext uri="{FF2B5EF4-FFF2-40B4-BE49-F238E27FC236}">
                <ns2:creationId id="{86444294-153F-49B0-91DC-191CCB90DC5A}"/>
              </a:ext>
            </a:extLst>
          </p:cNvPr>
          <p:cNvSpPr>
            <a:spLocks noGrp="1"/>
          </p:cNvSpPr>
          <p:nvPr/>
        </p:nvSpPr>
        <p:spPr>
          <a:xfrm>
            <a:off x="6296025" y="4076700"/>
            <a:ext cx="542925" cy="895350"/>
          </a:xfrm>
          <a:custGeom>
            <a:pathLst>
              <a:path w="542925" h="895350">
                <a:moveTo>
                  <a:pt x="0" y="895350"/>
                </a:moveTo>
                <a:lnTo>
                  <a:pt x="257175" y="895350"/>
                </a:lnTo>
                <a:lnTo>
                  <a:pt x="257175" y="0"/>
                </a:lnTo>
                <a:lnTo>
                  <a:pt x="542925" y="0"/>
                </a:lnTo>
              </a:path>
            </a:pathLst>
          </a:custGeom>
          <a:noFill/>
          <a:ln w="12383">
            <a:solidFill>
              <a:srgbClr val="000000"/>
            </a:solidFill>
            <a:prstDash val="solid"/>
          </a:ln>
        </p:spPr>
      </p:sp>
      <p:sp>
        <p:nvSpPr>
          <p:cNvPr id="33" name="Abundle-arrow">
            <a:extLst>
              <a:ext uri="{FF2B5EF4-FFF2-40B4-BE49-F238E27FC236}">
                <ns2:creationId id="{E9D61952-3C69-4EF2-B2AD-D40951A36B4D}"/>
              </a:ext>
            </a:extLst>
          </p:cNvPr>
          <p:cNvSpPr>
            <a:spLocks noGrp="1"/>
          </p:cNvSpPr>
          <p:nvPr/>
        </p:nvSpPr>
        <p:spPr>
          <a:xfrm>
            <a:off x="6770336" y="4043556"/>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34" name="Ajob-state">
            <a:extLst>
              <a:ext uri="{FF2B5EF4-FFF2-40B4-BE49-F238E27FC236}">
                <ns2:creationId id="{7378CC9B-B7D1-4EBF-B5FE-CBD28131CEFB}"/>
              </a:ext>
            </a:extLst>
          </p:cNvPr>
          <p:cNvSpPr>
            <a:spLocks noGrp="1"/>
          </p:cNvSpPr>
          <p:nvPr/>
        </p:nvSpPr>
        <p:spPr>
          <a:xfrm>
            <a:off x="7981950" y="4295775"/>
            <a:ext cx="953" cy="495300"/>
          </a:xfrm>
          <a:custGeom>
            <a:pathLst>
              <a:path w="953" h="495300">
                <a:moveTo>
                  <a:pt x="0" y="0"/>
                </a:moveTo>
                <a:lnTo>
                  <a:pt x="0" y="495300"/>
                </a:lnTo>
              </a:path>
            </a:pathLst>
          </a:custGeom>
          <a:noFill/>
          <a:ln w="12383">
            <a:solidFill>
              <a:srgbClr val="000000"/>
            </a:solidFill>
            <a:prstDash val="dash"/>
          </a:ln>
        </p:spPr>
      </p:sp>
      <p:sp>
        <p:nvSpPr>
          <p:cNvPr id="35" name="Ajob-state-arrow">
            <a:extLst>
              <a:ext uri="{FF2B5EF4-FFF2-40B4-BE49-F238E27FC236}">
                <ns2:creationId id="{A6171F75-79BE-4BC7-9AC4-34CAA81D0FC2}"/>
              </a:ext>
            </a:extLst>
          </p:cNvPr>
          <p:cNvSpPr>
            <a:spLocks noGrp="1"/>
          </p:cNvSpPr>
          <p:nvPr/>
        </p:nvSpPr>
        <p:spPr>
          <a:xfrm>
            <a:off x="7948806" y="4722461"/>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36" name="Aresult">
            <a:extLst>
              <a:ext uri="{FF2B5EF4-FFF2-40B4-BE49-F238E27FC236}">
                <ns2:creationId id="{98D68AFF-33CF-44BB-8D13-230A63927F2B}"/>
              </a:ext>
            </a:extLst>
          </p:cNvPr>
          <p:cNvSpPr>
            <a:spLocks noGrp="1"/>
          </p:cNvSpPr>
          <p:nvPr/>
        </p:nvSpPr>
        <p:spPr>
          <a:xfrm>
            <a:off x="3524250" y="2714625"/>
            <a:ext cx="5762625" cy="1362075"/>
          </a:xfrm>
          <a:custGeom>
            <a:pathLst>
              <a:path w="5762625" h="1362075">
                <a:moveTo>
                  <a:pt x="5553075" y="1362075"/>
                </a:moveTo>
                <a:lnTo>
                  <a:pt x="5762625" y="1362075"/>
                </a:lnTo>
                <a:lnTo>
                  <a:pt x="5762625" y="619125"/>
                </a:lnTo>
                <a:lnTo>
                  <a:pt x="171450" y="619125"/>
                </a:lnTo>
                <a:lnTo>
                  <a:pt x="171450" y="0"/>
                </a:lnTo>
                <a:lnTo>
                  <a:pt x="0" y="0"/>
                </a:lnTo>
              </a:path>
            </a:pathLst>
          </a:custGeom>
          <a:noFill/>
          <a:ln w="12383">
            <a:solidFill>
              <a:srgbClr val="000000"/>
            </a:solidFill>
            <a:prstDash val="dash"/>
          </a:ln>
        </p:spPr>
      </p:sp>
      <p:sp>
        <p:nvSpPr>
          <p:cNvPr id="37" name="Aresult-arrow">
            <a:extLst>
              <a:ext uri="{FF2B5EF4-FFF2-40B4-BE49-F238E27FC236}">
                <ns2:creationId id="{B22EC590-3FC3-410B-B469-C5481E95F9C5}"/>
              </a:ext>
            </a:extLst>
          </p:cNvPr>
          <p:cNvSpPr>
            <a:spLocks noGrp="1"/>
          </p:cNvSpPr>
          <p:nvPr/>
        </p:nvSpPr>
        <p:spPr>
          <a:xfrm>
            <a:off x="3524250" y="2681481"/>
            <a:ext cx="68614" cy="66289"/>
          </a:xfrm>
          <a:custGeom>
            <a:pathLst>
              <a:path w="68614" h="66289">
                <a:moveTo>
                  <a:pt x="68614" y="0"/>
                </a:moveTo>
                <a:lnTo>
                  <a:pt x="0" y="33144"/>
                </a:lnTo>
                <a:lnTo>
                  <a:pt x="68614" y="66289"/>
                </a:lnTo>
              </a:path>
            </a:pathLst>
          </a:custGeom>
          <a:noFill/>
          <a:ln w="12383">
            <a:solidFill>
              <a:srgbClr val="000000"/>
            </a:solidFill>
            <a:prstDash val="solid"/>
          </a:ln>
        </p:spPr>
      </p:sp>
      <p:sp>
        <p:nvSpPr>
          <p:cNvPr id="38" name="Acache-read">
            <a:extLst>
              <a:ext uri="{FF2B5EF4-FFF2-40B4-BE49-F238E27FC236}">
                <ns2:creationId id="{2B8B4315-A7A6-43B3-8ED2-4C4BBE1BF011}"/>
              </a:ext>
            </a:extLst>
          </p:cNvPr>
          <p:cNvSpPr>
            <a:spLocks noGrp="1"/>
          </p:cNvSpPr>
          <p:nvPr/>
        </p:nvSpPr>
        <p:spPr>
          <a:xfrm>
            <a:off x="2266950" y="4295775"/>
            <a:ext cx="953" cy="1457325"/>
          </a:xfrm>
          <a:custGeom>
            <a:pathLst>
              <a:path w="953" h="1457325">
                <a:moveTo>
                  <a:pt x="0" y="0"/>
                </a:moveTo>
                <a:lnTo>
                  <a:pt x="0" y="1457325"/>
                </a:lnTo>
              </a:path>
            </a:pathLst>
          </a:custGeom>
          <a:noFill/>
          <a:ln w="12383">
            <a:solidFill>
              <a:srgbClr val="000000"/>
            </a:solidFill>
            <a:prstDash val="solid"/>
          </a:ln>
        </p:spPr>
      </p:sp>
      <p:sp>
        <p:nvSpPr>
          <p:cNvPr id="39" name="Acache-read-arrow">
            <a:extLst>
              <a:ext uri="{FF2B5EF4-FFF2-40B4-BE49-F238E27FC236}">
                <ns2:creationId id="{26F82E1D-96DE-4AD4-8BFC-96AC34DEA83D}"/>
              </a:ext>
            </a:extLst>
          </p:cNvPr>
          <p:cNvSpPr>
            <a:spLocks noGrp="1"/>
          </p:cNvSpPr>
          <p:nvPr/>
        </p:nvSpPr>
        <p:spPr>
          <a:xfrm>
            <a:off x="2233806" y="568448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40" name="Acache-return">
            <a:extLst>
              <a:ext uri="{FF2B5EF4-FFF2-40B4-BE49-F238E27FC236}">
                <ns2:creationId id="{462EBD91-F60B-4468-875C-9A1D728AA506}"/>
              </a:ext>
            </a:extLst>
          </p:cNvPr>
          <p:cNvSpPr>
            <a:spLocks noGrp="1"/>
          </p:cNvSpPr>
          <p:nvPr/>
        </p:nvSpPr>
        <p:spPr>
          <a:xfrm>
            <a:off x="2781300" y="4295775"/>
            <a:ext cx="953" cy="1457325"/>
          </a:xfrm>
          <a:custGeom>
            <a:pathLst>
              <a:path w="953" h="1457325">
                <a:moveTo>
                  <a:pt x="0" y="1457325"/>
                </a:moveTo>
                <a:lnTo>
                  <a:pt x="0" y="0"/>
                </a:lnTo>
              </a:path>
            </a:pathLst>
          </a:custGeom>
          <a:noFill/>
          <a:ln w="12383">
            <a:solidFill>
              <a:srgbClr val="000000"/>
            </a:solidFill>
            <a:prstDash val="dash"/>
          </a:ln>
        </p:spPr>
      </p:sp>
      <p:sp>
        <p:nvSpPr>
          <p:cNvPr id="41" name="Acache-return-arrow">
            <a:extLst>
              <a:ext uri="{FF2B5EF4-FFF2-40B4-BE49-F238E27FC236}">
                <ns2:creationId id="{D534B28D-B9F5-4FF7-80F0-78D21F1C2C61}"/>
              </a:ext>
            </a:extLst>
          </p:cNvPr>
          <p:cNvSpPr>
            <a:spLocks noGrp="1"/>
          </p:cNvSpPr>
          <p:nvPr/>
        </p:nvSpPr>
        <p:spPr>
          <a:xfrm>
            <a:off x="2748156" y="4295775"/>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42" name="Ainvalidate">
            <a:extLst>
              <a:ext uri="{FF2B5EF4-FFF2-40B4-BE49-F238E27FC236}">
                <ns2:creationId id="{27AA881C-1D69-4A57-943E-27A31DBBA3A2}"/>
              </a:ext>
            </a:extLst>
          </p:cNvPr>
          <p:cNvSpPr>
            <a:spLocks noGrp="1"/>
          </p:cNvSpPr>
          <p:nvPr/>
        </p:nvSpPr>
        <p:spPr>
          <a:xfrm>
            <a:off x="6296025" y="5981700"/>
            <a:ext cx="542925" cy="953"/>
          </a:xfrm>
          <a:custGeom>
            <a:pathLst>
              <a:path w="542925" h="953">
                <a:moveTo>
                  <a:pt x="542925" y="0"/>
                </a:moveTo>
                <a:lnTo>
                  <a:pt x="0" y="0"/>
                </a:lnTo>
              </a:path>
            </a:pathLst>
          </a:custGeom>
          <a:noFill/>
          <a:ln w="12383">
            <a:solidFill>
              <a:srgbClr val="C62525"/>
            </a:solidFill>
            <a:prstDash val="dash"/>
          </a:ln>
        </p:spPr>
      </p:sp>
      <p:sp>
        <p:nvSpPr>
          <p:cNvPr id="43" name="Ainvalidate-arrow">
            <a:extLst>
              <a:ext uri="{FF2B5EF4-FFF2-40B4-BE49-F238E27FC236}">
                <ns2:creationId id="{288DFC4B-C80A-4992-9B3F-5C8C4AF82C7B}"/>
              </a:ext>
            </a:extLst>
          </p:cNvPr>
          <p:cNvSpPr>
            <a:spLocks noGrp="1"/>
          </p:cNvSpPr>
          <p:nvPr/>
        </p:nvSpPr>
        <p:spPr>
          <a:xfrm>
            <a:off x="6296025" y="5948556"/>
            <a:ext cx="68614" cy="66289"/>
          </a:xfrm>
          <a:custGeom>
            <a:pathLst>
              <a:path w="68614" h="66289">
                <a:moveTo>
                  <a:pt x="68614" y="0"/>
                </a:moveTo>
                <a:lnTo>
                  <a:pt x="0" y="33144"/>
                </a:lnTo>
                <a:lnTo>
                  <a:pt x="68614" y="66289"/>
                </a:lnTo>
              </a:path>
            </a:pathLst>
          </a:custGeom>
          <a:noFill/>
          <a:ln w="12383">
            <a:solidFill>
              <a:srgbClr val="C62525"/>
            </a:solidFill>
            <a:prstDash val="solid"/>
          </a:ln>
        </p:spPr>
      </p:sp>
      <p:sp>
        <p:nvSpPr>
          <p:cNvPr id="44" name="Ainvalidate-cache">
            <a:extLst>
              <a:ext uri="{FF2B5EF4-FFF2-40B4-BE49-F238E27FC236}">
                <ns2:creationId id="{BADD3878-D55B-492F-9A1D-773D28F565B1}"/>
              </a:ext>
            </a:extLst>
          </p:cNvPr>
          <p:cNvSpPr>
            <a:spLocks noGrp="1"/>
          </p:cNvSpPr>
          <p:nvPr/>
        </p:nvSpPr>
        <p:spPr>
          <a:xfrm>
            <a:off x="3590925" y="5981700"/>
            <a:ext cx="561975" cy="953"/>
          </a:xfrm>
          <a:custGeom>
            <a:pathLst>
              <a:path w="561975" h="953">
                <a:moveTo>
                  <a:pt x="561975" y="0"/>
                </a:moveTo>
                <a:lnTo>
                  <a:pt x="0" y="0"/>
                </a:lnTo>
              </a:path>
            </a:pathLst>
          </a:custGeom>
          <a:noFill/>
          <a:ln w="12383">
            <a:solidFill>
              <a:srgbClr val="C62525"/>
            </a:solidFill>
            <a:prstDash val="dash"/>
          </a:ln>
        </p:spPr>
      </p:sp>
      <p:sp>
        <p:nvSpPr>
          <p:cNvPr id="45" name="Ainvalidate-cache-arrow">
            <a:extLst>
              <a:ext uri="{FF2B5EF4-FFF2-40B4-BE49-F238E27FC236}">
                <ns2:creationId id="{C9CC7CD0-F295-4E52-9CAE-8142D203AF7C}"/>
              </a:ext>
            </a:extLst>
          </p:cNvPr>
          <p:cNvSpPr>
            <a:spLocks noGrp="1"/>
          </p:cNvSpPr>
          <p:nvPr/>
        </p:nvSpPr>
        <p:spPr>
          <a:xfrm>
            <a:off x="3590925" y="5948556"/>
            <a:ext cx="68614" cy="66289"/>
          </a:xfrm>
          <a:custGeom>
            <a:pathLst>
              <a:path w="68614" h="66289">
                <a:moveTo>
                  <a:pt x="68614" y="0"/>
                </a:moveTo>
                <a:lnTo>
                  <a:pt x="0" y="33144"/>
                </a:lnTo>
                <a:lnTo>
                  <a:pt x="68614" y="66289"/>
                </a:lnTo>
              </a:path>
            </a:pathLst>
          </a:custGeom>
          <a:noFill/>
          <a:ln w="12383">
            <a:solidFill>
              <a:srgbClr val="C62525"/>
            </a:solidFill>
            <a:prstDash val="solid"/>
          </a:ln>
        </p:spPr>
      </p:sp>
      <p:sp>
        <p:nvSpPr>
          <p:cNvPr id="46" name="Ainvalidate-job">
            <a:extLst>
              <a:ext uri="{FF2B5EF4-FFF2-40B4-BE49-F238E27FC236}">
                <ns2:creationId id="{E723C85C-B300-4DC5-B562-BC1A981633FC}"/>
              </a:ext>
            </a:extLst>
          </p:cNvPr>
          <p:cNvSpPr>
            <a:spLocks noGrp="1"/>
          </p:cNvSpPr>
          <p:nvPr/>
        </p:nvSpPr>
        <p:spPr>
          <a:xfrm>
            <a:off x="5219700" y="5162550"/>
            <a:ext cx="2762250" cy="590550"/>
          </a:xfrm>
          <a:custGeom>
            <a:pathLst>
              <a:path w="2762250" h="590550">
                <a:moveTo>
                  <a:pt x="0" y="590550"/>
                </a:moveTo>
                <a:lnTo>
                  <a:pt x="0" y="352425"/>
                </a:lnTo>
                <a:lnTo>
                  <a:pt x="2762250" y="352425"/>
                </a:lnTo>
                <a:lnTo>
                  <a:pt x="2762250" y="0"/>
                </a:lnTo>
              </a:path>
            </a:pathLst>
          </a:custGeom>
          <a:noFill/>
          <a:ln w="12383">
            <a:solidFill>
              <a:srgbClr val="C62525"/>
            </a:solidFill>
            <a:prstDash val="dash"/>
          </a:ln>
        </p:spPr>
      </p:sp>
      <p:sp>
        <p:nvSpPr>
          <p:cNvPr id="47" name="Ainvalidate-job-arrow">
            <a:extLst>
              <a:ext uri="{FF2B5EF4-FFF2-40B4-BE49-F238E27FC236}">
                <ns2:creationId id="{5E4690BC-FB87-4A64-A82B-0173E3ED13F3}"/>
              </a:ext>
            </a:extLst>
          </p:cNvPr>
          <p:cNvSpPr>
            <a:spLocks noGrp="1"/>
          </p:cNvSpPr>
          <p:nvPr/>
        </p:nvSpPr>
        <p:spPr>
          <a:xfrm>
            <a:off x="7948806" y="5162550"/>
            <a:ext cx="66289" cy="68614"/>
          </a:xfrm>
          <a:custGeom>
            <a:pathLst>
              <a:path w="66289" h="68614">
                <a:moveTo>
                  <a:pt x="66289" y="68614"/>
                </a:moveTo>
                <a:lnTo>
                  <a:pt x="33144" y="0"/>
                </a:lnTo>
                <a:lnTo>
                  <a:pt x="0" y="68614"/>
                </a:lnTo>
              </a:path>
            </a:pathLst>
          </a:custGeom>
          <a:noFill/>
          <a:ln w="12383">
            <a:solidFill>
              <a:srgbClr val="C62525"/>
            </a:solidFill>
            <a:prstDash val="solid"/>
          </a:ln>
        </p:spPr>
      </p:sp>
      <p:sp>
        <p:nvSpPr>
          <p:cNvPr id="48" name="Bchanged">
            <a:extLst>
              <a:ext uri="{FF2B5EF4-FFF2-40B4-BE49-F238E27FC236}">
                <ns2:creationId id="{9F324ABB-9588-430B-A660-922D309403BC}"/>
              </a:ext>
            </a:extLst>
          </p:cNvPr>
          <p:cNvSpPr>
            <a:spLocks noGrp="1"/>
          </p:cNvSpPr>
          <p:nvPr/>
        </p:nvSpPr>
        <p:spPr>
          <a:xfrm>
            <a:off x="10982325" y="2886075"/>
            <a:ext cx="5762625" cy="971550"/>
          </a:xfrm>
          <a:custGeom>
            <a:pathLst>
              <a:path w="5762625" h="971550">
                <a:moveTo>
                  <a:pt x="5762625" y="0"/>
                </a:moveTo>
                <a:lnTo>
                  <a:pt x="5762625" y="133350"/>
                </a:lnTo>
                <a:lnTo>
                  <a:pt x="0" y="133350"/>
                </a:lnTo>
                <a:lnTo>
                  <a:pt x="0" y="971550"/>
                </a:lnTo>
              </a:path>
            </a:pathLst>
          </a:custGeom>
          <a:noFill/>
          <a:ln w="12383">
            <a:solidFill>
              <a:srgbClr val="000000"/>
            </a:solidFill>
            <a:prstDash val="solid"/>
          </a:ln>
        </p:spPr>
      </p:sp>
      <p:sp>
        <p:nvSpPr>
          <p:cNvPr id="49" name="Bchanged-arrow">
            <a:extLst>
              <a:ext uri="{FF2B5EF4-FFF2-40B4-BE49-F238E27FC236}">
                <ns2:creationId id="{5AD1DE09-8823-4731-A397-973630F16A83}"/>
              </a:ext>
            </a:extLst>
          </p:cNvPr>
          <p:cNvSpPr>
            <a:spLocks noGrp="1"/>
          </p:cNvSpPr>
          <p:nvPr/>
        </p:nvSpPr>
        <p:spPr>
          <a:xfrm>
            <a:off x="10949181" y="3789011"/>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50" name="Bclaim">
            <a:extLst>
              <a:ext uri="{FF2B5EF4-FFF2-40B4-BE49-F238E27FC236}">
                <ns2:creationId id="{06960C34-32A7-448D-BE4D-050610F25853}"/>
              </a:ext>
            </a:extLst>
          </p:cNvPr>
          <p:cNvSpPr>
            <a:spLocks noGrp="1"/>
          </p:cNvSpPr>
          <p:nvPr/>
        </p:nvSpPr>
        <p:spPr>
          <a:xfrm>
            <a:off x="11963400" y="4029075"/>
            <a:ext cx="695325" cy="638175"/>
          </a:xfrm>
          <a:custGeom>
            <a:pathLst>
              <a:path w="695325" h="638175">
                <a:moveTo>
                  <a:pt x="0" y="638175"/>
                </a:moveTo>
                <a:lnTo>
                  <a:pt x="266700" y="638175"/>
                </a:lnTo>
                <a:lnTo>
                  <a:pt x="266700" y="0"/>
                </a:lnTo>
                <a:lnTo>
                  <a:pt x="695325" y="0"/>
                </a:lnTo>
              </a:path>
            </a:pathLst>
          </a:custGeom>
          <a:noFill/>
          <a:ln w="12383">
            <a:solidFill>
              <a:srgbClr val="000000"/>
            </a:solidFill>
            <a:prstDash val="solid"/>
          </a:ln>
        </p:spPr>
      </p:sp>
      <p:sp>
        <p:nvSpPr>
          <p:cNvPr id="51" name="Bclaim-arrow">
            <a:extLst>
              <a:ext uri="{FF2B5EF4-FFF2-40B4-BE49-F238E27FC236}">
                <ns2:creationId id="{46115631-307E-47F9-AFEA-2C84E6E66FF1}"/>
              </a:ext>
            </a:extLst>
          </p:cNvPr>
          <p:cNvSpPr>
            <a:spLocks noGrp="1"/>
          </p:cNvSpPr>
          <p:nvPr/>
        </p:nvSpPr>
        <p:spPr>
          <a:xfrm>
            <a:off x="12590111" y="3995931"/>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52" name="Bdurable-job">
            <a:extLst>
              <a:ext uri="{FF2B5EF4-FFF2-40B4-BE49-F238E27FC236}">
                <ns2:creationId id="{5533A108-EEB3-498F-92F6-F03F9A7AC25F}"/>
              </a:ext>
            </a:extLst>
          </p:cNvPr>
          <p:cNvSpPr>
            <a:spLocks noGrp="1"/>
          </p:cNvSpPr>
          <p:nvPr/>
        </p:nvSpPr>
        <p:spPr>
          <a:xfrm>
            <a:off x="10982325" y="4191000"/>
            <a:ext cx="953" cy="304800"/>
          </a:xfrm>
          <a:custGeom>
            <a:pathLst>
              <a:path w="953" h="304800">
                <a:moveTo>
                  <a:pt x="0" y="0"/>
                </a:moveTo>
                <a:lnTo>
                  <a:pt x="0" y="304800"/>
                </a:lnTo>
              </a:path>
            </a:pathLst>
          </a:custGeom>
          <a:noFill/>
          <a:ln w="12383">
            <a:solidFill>
              <a:srgbClr val="000000"/>
            </a:solidFill>
            <a:prstDash val="solid"/>
          </a:ln>
        </p:spPr>
      </p:sp>
      <p:sp>
        <p:nvSpPr>
          <p:cNvPr id="53" name="Bdurable-job-arrow">
            <a:extLst>
              <a:ext uri="{FF2B5EF4-FFF2-40B4-BE49-F238E27FC236}">
                <ns2:creationId id="{19FDAE7F-8BAC-4D1F-81BC-BA8BFE0926CC}"/>
              </a:ext>
            </a:extLst>
          </p:cNvPr>
          <p:cNvSpPr>
            <a:spLocks noGrp="1"/>
          </p:cNvSpPr>
          <p:nvPr/>
        </p:nvSpPr>
        <p:spPr>
          <a:xfrm>
            <a:off x="10949181" y="442718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54" name="Bread-rm">
            <a:extLst>
              <a:ext uri="{FF2B5EF4-FFF2-40B4-BE49-F238E27FC236}">
                <ns2:creationId id="{489BEAF2-D2D7-47DA-9D83-F77BC8276DDF}"/>
              </a:ext>
            </a:extLst>
          </p:cNvPr>
          <p:cNvSpPr>
            <a:spLocks noGrp="1"/>
          </p:cNvSpPr>
          <p:nvPr/>
        </p:nvSpPr>
        <p:spPr>
          <a:xfrm>
            <a:off x="13506450" y="2886075"/>
            <a:ext cx="953" cy="971550"/>
          </a:xfrm>
          <a:custGeom>
            <a:pathLst>
              <a:path w="953" h="971550">
                <a:moveTo>
                  <a:pt x="0" y="971550"/>
                </a:moveTo>
                <a:lnTo>
                  <a:pt x="0" y="0"/>
                </a:lnTo>
              </a:path>
            </a:pathLst>
          </a:custGeom>
          <a:noFill/>
          <a:ln w="12383">
            <a:solidFill>
              <a:srgbClr val="000000"/>
            </a:solidFill>
            <a:prstDash val="solid"/>
          </a:ln>
        </p:spPr>
      </p:sp>
      <p:sp>
        <p:nvSpPr>
          <p:cNvPr id="55" name="Bread-rm-arrow">
            <a:extLst>
              <a:ext uri="{FF2B5EF4-FFF2-40B4-BE49-F238E27FC236}">
                <ns2:creationId id="{E7C8DD09-0832-4281-BCFF-2A7DD283D9C7}"/>
              </a:ext>
            </a:extLst>
          </p:cNvPr>
          <p:cNvSpPr>
            <a:spLocks noGrp="1"/>
          </p:cNvSpPr>
          <p:nvPr/>
        </p:nvSpPr>
        <p:spPr>
          <a:xfrm>
            <a:off x="13473306" y="2886075"/>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56" name="Bread-tm">
            <a:extLst>
              <a:ext uri="{FF2B5EF4-FFF2-40B4-BE49-F238E27FC236}">
                <ns2:creationId id="{416310EE-3732-4107-828C-93DA84782427}"/>
              </a:ext>
            </a:extLst>
          </p:cNvPr>
          <p:cNvSpPr>
            <a:spLocks noGrp="1"/>
          </p:cNvSpPr>
          <p:nvPr/>
        </p:nvSpPr>
        <p:spPr>
          <a:xfrm>
            <a:off x="14268450" y="2886075"/>
            <a:ext cx="2933700" cy="971550"/>
          </a:xfrm>
          <a:custGeom>
            <a:pathLst>
              <a:path w="2933700" h="971550">
                <a:moveTo>
                  <a:pt x="0" y="971550"/>
                </a:moveTo>
                <a:lnTo>
                  <a:pt x="0" y="466725"/>
                </a:lnTo>
                <a:lnTo>
                  <a:pt x="2933700" y="466725"/>
                </a:lnTo>
                <a:lnTo>
                  <a:pt x="2933700" y="0"/>
                </a:lnTo>
              </a:path>
            </a:pathLst>
          </a:custGeom>
          <a:noFill/>
          <a:ln w="12383">
            <a:solidFill>
              <a:srgbClr val="000000"/>
            </a:solidFill>
            <a:prstDash val="solid"/>
          </a:ln>
        </p:spPr>
      </p:sp>
      <p:sp>
        <p:nvSpPr>
          <p:cNvPr id="57" name="Bread-tm-arrow">
            <a:extLst>
              <a:ext uri="{FF2B5EF4-FFF2-40B4-BE49-F238E27FC236}">
                <ns2:creationId id="{66222F20-9667-4813-A417-CA5541C995A9}"/>
              </a:ext>
            </a:extLst>
          </p:cNvPr>
          <p:cNvSpPr>
            <a:spLocks noGrp="1"/>
          </p:cNvSpPr>
          <p:nvPr/>
        </p:nvSpPr>
        <p:spPr>
          <a:xfrm>
            <a:off x="17169006" y="2886075"/>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58" name="Bsource-return">
            <a:extLst>
              <a:ext uri="{FF2B5EF4-FFF2-40B4-BE49-F238E27FC236}">
                <ns2:creationId id="{9EAAD732-D0B4-46CC-AB72-B216ABA3DA6B}"/>
              </a:ext>
            </a:extLst>
          </p:cNvPr>
          <p:cNvSpPr>
            <a:spLocks noGrp="1"/>
          </p:cNvSpPr>
          <p:nvPr/>
        </p:nvSpPr>
        <p:spPr>
          <a:xfrm>
            <a:off x="14077950" y="2886075"/>
            <a:ext cx="953" cy="971550"/>
          </a:xfrm>
          <a:custGeom>
            <a:pathLst>
              <a:path w="953" h="971550">
                <a:moveTo>
                  <a:pt x="0" y="0"/>
                </a:moveTo>
                <a:lnTo>
                  <a:pt x="0" y="971550"/>
                </a:lnTo>
              </a:path>
            </a:pathLst>
          </a:custGeom>
          <a:noFill/>
          <a:ln w="12383">
            <a:solidFill>
              <a:srgbClr val="000000"/>
            </a:solidFill>
            <a:prstDash val="dash"/>
          </a:ln>
        </p:spPr>
      </p:sp>
      <p:sp>
        <p:nvSpPr>
          <p:cNvPr id="59" name="Bsource-return-arrow">
            <a:extLst>
              <a:ext uri="{FF2B5EF4-FFF2-40B4-BE49-F238E27FC236}">
                <ns2:creationId id="{D96C9E9D-33D8-40B5-8E39-97837D4D3658}"/>
              </a:ext>
            </a:extLst>
          </p:cNvPr>
          <p:cNvSpPr>
            <a:spLocks noGrp="1"/>
          </p:cNvSpPr>
          <p:nvPr/>
        </p:nvSpPr>
        <p:spPr>
          <a:xfrm>
            <a:off x="14044806" y="3789011"/>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60" name="Bproduce">
            <a:extLst>
              <a:ext uri="{FF2B5EF4-FFF2-40B4-BE49-F238E27FC236}">
                <ns2:creationId id="{0ED36887-4B70-4540-B417-4990C5FD1BA1}"/>
              </a:ext>
            </a:extLst>
          </p:cNvPr>
          <p:cNvSpPr>
            <a:spLocks noGrp="1"/>
          </p:cNvSpPr>
          <p:nvPr/>
        </p:nvSpPr>
        <p:spPr>
          <a:xfrm>
            <a:off x="14944725" y="4029075"/>
            <a:ext cx="561975" cy="953"/>
          </a:xfrm>
          <a:custGeom>
            <a:pathLst>
              <a:path w="561975" h="953">
                <a:moveTo>
                  <a:pt x="0" y="0"/>
                </a:moveTo>
                <a:lnTo>
                  <a:pt x="561975" y="0"/>
                </a:lnTo>
              </a:path>
            </a:pathLst>
          </a:custGeom>
          <a:noFill/>
          <a:ln w="12383">
            <a:solidFill>
              <a:srgbClr val="000000"/>
            </a:solidFill>
            <a:prstDash val="solid"/>
          </a:ln>
        </p:spPr>
      </p:sp>
      <p:sp>
        <p:nvSpPr>
          <p:cNvPr id="61" name="Bproduce-arrow">
            <a:extLst>
              <a:ext uri="{FF2B5EF4-FFF2-40B4-BE49-F238E27FC236}">
                <ns2:creationId id="{6A92C444-DA06-43EA-875B-50529410FB80}"/>
              </a:ext>
            </a:extLst>
          </p:cNvPr>
          <p:cNvSpPr>
            <a:spLocks noGrp="1"/>
          </p:cNvSpPr>
          <p:nvPr/>
        </p:nvSpPr>
        <p:spPr>
          <a:xfrm>
            <a:off x="15438086" y="3995931"/>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62" name="Bbatch-result">
            <a:extLst>
              <a:ext uri="{FF2B5EF4-FFF2-40B4-BE49-F238E27FC236}">
                <ns2:creationId id="{A61A726D-EBA0-40FA-BF94-1670727E7C37}"/>
              </a:ext>
            </a:extLst>
          </p:cNvPr>
          <p:cNvSpPr>
            <a:spLocks noGrp="1"/>
          </p:cNvSpPr>
          <p:nvPr/>
        </p:nvSpPr>
        <p:spPr>
          <a:xfrm>
            <a:off x="13792200" y="4191000"/>
            <a:ext cx="2762250" cy="304800"/>
          </a:xfrm>
          <a:custGeom>
            <a:pathLst>
              <a:path w="2762250" h="304800">
                <a:moveTo>
                  <a:pt x="2762250" y="0"/>
                </a:moveTo>
                <a:lnTo>
                  <a:pt x="2762250" y="152400"/>
                </a:lnTo>
                <a:lnTo>
                  <a:pt x="0" y="152400"/>
                </a:lnTo>
                <a:lnTo>
                  <a:pt x="0" y="304800"/>
                </a:lnTo>
              </a:path>
            </a:pathLst>
          </a:custGeom>
          <a:noFill/>
          <a:ln w="12383">
            <a:solidFill>
              <a:srgbClr val="000000"/>
            </a:solidFill>
            <a:prstDash val="dash"/>
          </a:ln>
        </p:spPr>
      </p:sp>
      <p:sp>
        <p:nvSpPr>
          <p:cNvPr id="63" name="Bbatch-result-arrow">
            <a:extLst>
              <a:ext uri="{FF2B5EF4-FFF2-40B4-BE49-F238E27FC236}">
                <ns2:creationId id="{1972A672-0069-4105-B684-12416B196544}"/>
              </a:ext>
            </a:extLst>
          </p:cNvPr>
          <p:cNvSpPr>
            <a:spLocks noGrp="1"/>
          </p:cNvSpPr>
          <p:nvPr/>
        </p:nvSpPr>
        <p:spPr>
          <a:xfrm>
            <a:off x="13759056" y="442718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64" name="Bvalidate">
            <a:extLst>
              <a:ext uri="{FF2B5EF4-FFF2-40B4-BE49-F238E27FC236}">
                <ns2:creationId id="{BE409D8E-6488-4C29-AC1D-0429A52EEBAE}"/>
              </a:ext>
            </a:extLst>
          </p:cNvPr>
          <p:cNvSpPr>
            <a:spLocks noGrp="1"/>
          </p:cNvSpPr>
          <p:nvPr/>
        </p:nvSpPr>
        <p:spPr>
          <a:xfrm>
            <a:off x="14944725" y="4667250"/>
            <a:ext cx="561975" cy="953"/>
          </a:xfrm>
          <a:custGeom>
            <a:pathLst>
              <a:path w="561975" h="953">
                <a:moveTo>
                  <a:pt x="0" y="0"/>
                </a:moveTo>
                <a:lnTo>
                  <a:pt x="561975" y="0"/>
                </a:lnTo>
              </a:path>
            </a:pathLst>
          </a:custGeom>
          <a:noFill/>
          <a:ln w="12383">
            <a:solidFill>
              <a:srgbClr val="000000"/>
            </a:solidFill>
            <a:prstDash val="solid"/>
          </a:ln>
        </p:spPr>
      </p:sp>
      <p:sp>
        <p:nvSpPr>
          <p:cNvPr id="65" name="Bvalidate-arrow">
            <a:extLst>
              <a:ext uri="{FF2B5EF4-FFF2-40B4-BE49-F238E27FC236}">
                <ns2:creationId id="{BC24F35A-F996-41BF-84F8-DF9EF6A1F78F}"/>
              </a:ext>
            </a:extLst>
          </p:cNvPr>
          <p:cNvSpPr>
            <a:spLocks noGrp="1"/>
          </p:cNvSpPr>
          <p:nvPr/>
        </p:nvSpPr>
        <p:spPr>
          <a:xfrm>
            <a:off x="15438086" y="4634106"/>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66" name="Bpublish">
            <a:extLst>
              <a:ext uri="{FF2B5EF4-FFF2-40B4-BE49-F238E27FC236}">
                <ns2:creationId id="{19936263-2FFF-4404-9D21-48548E96F1E1}"/>
              </a:ext>
            </a:extLst>
          </p:cNvPr>
          <p:cNvSpPr>
            <a:spLocks noGrp="1"/>
          </p:cNvSpPr>
          <p:nvPr/>
        </p:nvSpPr>
        <p:spPr>
          <a:xfrm>
            <a:off x="16554450" y="4829175"/>
            <a:ext cx="953" cy="390525"/>
          </a:xfrm>
          <a:custGeom>
            <a:pathLst>
              <a:path w="953" h="390525">
                <a:moveTo>
                  <a:pt x="0" y="0"/>
                </a:moveTo>
                <a:lnTo>
                  <a:pt x="0" y="390525"/>
                </a:lnTo>
              </a:path>
            </a:pathLst>
          </a:custGeom>
          <a:noFill/>
          <a:ln w="12383">
            <a:solidFill>
              <a:srgbClr val="000000"/>
            </a:solidFill>
            <a:prstDash val="solid"/>
          </a:ln>
        </p:spPr>
      </p:sp>
      <p:sp>
        <p:nvSpPr>
          <p:cNvPr id="67" name="Bpublish-arrow">
            <a:extLst>
              <a:ext uri="{FF2B5EF4-FFF2-40B4-BE49-F238E27FC236}">
                <ns2:creationId id="{0432F920-E8BC-4321-8FA8-9425081C4A03}"/>
              </a:ext>
            </a:extLst>
          </p:cNvPr>
          <p:cNvSpPr>
            <a:spLocks noGrp="1"/>
          </p:cNvSpPr>
          <p:nvPr/>
        </p:nvSpPr>
        <p:spPr>
          <a:xfrm>
            <a:off x="16521306" y="515108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68" name="Bquery">
            <a:extLst>
              <a:ext uri="{FF2B5EF4-FFF2-40B4-BE49-F238E27FC236}">
                <ns2:creationId id="{06E70E6D-F3A0-4418-8272-F220201EDC26}"/>
              </a:ext>
            </a:extLst>
          </p:cNvPr>
          <p:cNvSpPr>
            <a:spLocks noGrp="1"/>
          </p:cNvSpPr>
          <p:nvPr/>
        </p:nvSpPr>
        <p:spPr>
          <a:xfrm>
            <a:off x="9677400" y="2886075"/>
            <a:ext cx="1209675" cy="3267075"/>
          </a:xfrm>
          <a:custGeom>
            <a:pathLst>
              <a:path w="1209675" h="3267075">
                <a:moveTo>
                  <a:pt x="1209675" y="0"/>
                </a:moveTo>
                <a:lnTo>
                  <a:pt x="0" y="0"/>
                </a:lnTo>
                <a:lnTo>
                  <a:pt x="0" y="3267075"/>
                </a:lnTo>
                <a:lnTo>
                  <a:pt x="333375" y="3267075"/>
                </a:lnTo>
              </a:path>
            </a:pathLst>
          </a:custGeom>
          <a:noFill/>
          <a:ln w="12383">
            <a:solidFill>
              <a:srgbClr val="000000"/>
            </a:solidFill>
            <a:prstDash val="solid"/>
          </a:ln>
        </p:spPr>
      </p:sp>
      <p:sp>
        <p:nvSpPr>
          <p:cNvPr id="69" name="Bquery-arrow">
            <a:extLst>
              <a:ext uri="{FF2B5EF4-FFF2-40B4-BE49-F238E27FC236}">
                <ns2:creationId id="{181ACD1F-9396-483D-B83E-267FF6982366}"/>
              </a:ext>
            </a:extLst>
          </p:cNvPr>
          <p:cNvSpPr>
            <a:spLocks noGrp="1"/>
          </p:cNvSpPr>
          <p:nvPr/>
        </p:nvSpPr>
        <p:spPr>
          <a:xfrm>
            <a:off x="9942161" y="6120006"/>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70" name="Blookup">
            <a:extLst>
              <a:ext uri="{FF2B5EF4-FFF2-40B4-BE49-F238E27FC236}">
                <ns2:creationId id="{754604FA-31FF-4218-8835-6996AE24D95F}"/>
              </a:ext>
            </a:extLst>
          </p:cNvPr>
          <p:cNvSpPr>
            <a:spLocks noGrp="1"/>
          </p:cNvSpPr>
          <p:nvPr/>
        </p:nvSpPr>
        <p:spPr>
          <a:xfrm>
            <a:off x="12353925" y="6153150"/>
            <a:ext cx="542925" cy="953"/>
          </a:xfrm>
          <a:custGeom>
            <a:pathLst>
              <a:path w="542925" h="953">
                <a:moveTo>
                  <a:pt x="0" y="0"/>
                </a:moveTo>
                <a:lnTo>
                  <a:pt x="542925" y="0"/>
                </a:lnTo>
              </a:path>
            </a:pathLst>
          </a:custGeom>
          <a:noFill/>
          <a:ln w="12383">
            <a:solidFill>
              <a:srgbClr val="000000"/>
            </a:solidFill>
            <a:prstDash val="solid"/>
          </a:ln>
        </p:spPr>
      </p:sp>
      <p:sp>
        <p:nvSpPr>
          <p:cNvPr id="71" name="Blookup-arrow">
            <a:extLst>
              <a:ext uri="{FF2B5EF4-FFF2-40B4-BE49-F238E27FC236}">
                <ns2:creationId id="{2073AFA8-53E1-46C1-B35C-9E217E6EE722}"/>
              </a:ext>
            </a:extLst>
          </p:cNvPr>
          <p:cNvSpPr>
            <a:spLocks noGrp="1"/>
          </p:cNvSpPr>
          <p:nvPr/>
        </p:nvSpPr>
        <p:spPr>
          <a:xfrm>
            <a:off x="12828236" y="6120006"/>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72" name="Brepo-read">
            <a:extLst>
              <a:ext uri="{FF2B5EF4-FFF2-40B4-BE49-F238E27FC236}">
                <ns2:creationId id="{650B8A57-8BE7-4448-AB4A-7690C4D83FFD}"/>
              </a:ext>
            </a:extLst>
          </p:cNvPr>
          <p:cNvSpPr>
            <a:spLocks noGrp="1"/>
          </p:cNvSpPr>
          <p:nvPr/>
        </p:nvSpPr>
        <p:spPr>
          <a:xfrm>
            <a:off x="14077950" y="5591175"/>
            <a:ext cx="953" cy="447675"/>
          </a:xfrm>
          <a:custGeom>
            <a:pathLst>
              <a:path w="953" h="447675">
                <a:moveTo>
                  <a:pt x="0" y="447675"/>
                </a:moveTo>
                <a:lnTo>
                  <a:pt x="0" y="0"/>
                </a:lnTo>
              </a:path>
            </a:pathLst>
          </a:custGeom>
          <a:noFill/>
          <a:ln w="12383">
            <a:solidFill>
              <a:srgbClr val="000000"/>
            </a:solidFill>
            <a:prstDash val="solid"/>
          </a:ln>
        </p:spPr>
      </p:sp>
      <p:sp>
        <p:nvSpPr>
          <p:cNvPr id="73" name="Brepo-read-arrow">
            <a:extLst>
              <a:ext uri="{FF2B5EF4-FFF2-40B4-BE49-F238E27FC236}">
                <ns2:creationId id="{D4D702AF-C3FC-4DAB-AB3D-381581388613}"/>
              </a:ext>
            </a:extLst>
          </p:cNvPr>
          <p:cNvSpPr>
            <a:spLocks noGrp="1"/>
          </p:cNvSpPr>
          <p:nvPr/>
        </p:nvSpPr>
        <p:spPr>
          <a:xfrm>
            <a:off x="14044806" y="5591175"/>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74" name="Bread-verify">
            <a:extLst>
              <a:ext uri="{FF2B5EF4-FFF2-40B4-BE49-F238E27FC236}">
                <ns2:creationId id="{FF13EE73-8AB0-4F82-B058-19E8AE3A760F}"/>
              </a:ext>
            </a:extLst>
          </p:cNvPr>
          <p:cNvSpPr>
            <a:spLocks noGrp="1"/>
          </p:cNvSpPr>
          <p:nvPr/>
        </p:nvSpPr>
        <p:spPr>
          <a:xfrm>
            <a:off x="15240000" y="6153150"/>
            <a:ext cx="533400" cy="953"/>
          </a:xfrm>
          <a:custGeom>
            <a:pathLst>
              <a:path w="533400" h="953">
                <a:moveTo>
                  <a:pt x="0" y="0"/>
                </a:moveTo>
                <a:lnTo>
                  <a:pt x="533400" y="0"/>
                </a:lnTo>
              </a:path>
            </a:pathLst>
          </a:custGeom>
          <a:noFill/>
          <a:ln w="12383">
            <a:solidFill>
              <a:srgbClr val="000000"/>
            </a:solidFill>
            <a:prstDash val="solid"/>
          </a:ln>
        </p:spPr>
      </p:sp>
      <p:sp>
        <p:nvSpPr>
          <p:cNvPr id="75" name="Bread-verify-arrow">
            <a:extLst>
              <a:ext uri="{FF2B5EF4-FFF2-40B4-BE49-F238E27FC236}">
                <ns2:creationId id="{7EEFE1E0-2E79-4C8D-9C4A-5F2E0C04480F}"/>
              </a:ext>
            </a:extLst>
          </p:cNvPr>
          <p:cNvSpPr>
            <a:spLocks noGrp="1"/>
          </p:cNvSpPr>
          <p:nvPr/>
        </p:nvSpPr>
        <p:spPr>
          <a:xfrm>
            <a:off x="15704786" y="6120006"/>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76" name="Bverify-source">
            <a:extLst>
              <a:ext uri="{FF2B5EF4-FFF2-40B4-BE49-F238E27FC236}">
                <ns2:creationId id="{121F660C-FD20-41B5-AFED-7ADD82BBE0F8}"/>
              </a:ext>
            </a:extLst>
          </p:cNvPr>
          <p:cNvSpPr>
            <a:spLocks noGrp="1"/>
          </p:cNvSpPr>
          <p:nvPr/>
        </p:nvSpPr>
        <p:spPr>
          <a:xfrm>
            <a:off x="17411700" y="2886075"/>
            <a:ext cx="419100" cy="3152775"/>
          </a:xfrm>
          <a:custGeom>
            <a:pathLst>
              <a:path w="419100" h="3152775">
                <a:moveTo>
                  <a:pt x="238125" y="3152775"/>
                </a:moveTo>
                <a:lnTo>
                  <a:pt x="419100" y="3152775"/>
                </a:lnTo>
                <a:lnTo>
                  <a:pt x="419100" y="38100"/>
                </a:lnTo>
                <a:lnTo>
                  <a:pt x="0" y="38100"/>
                </a:lnTo>
                <a:lnTo>
                  <a:pt x="0" y="0"/>
                </a:lnTo>
              </a:path>
            </a:pathLst>
          </a:custGeom>
          <a:noFill/>
          <a:ln w="12383">
            <a:solidFill>
              <a:srgbClr val="000000"/>
            </a:solidFill>
            <a:prstDash val="solid"/>
          </a:ln>
        </p:spPr>
      </p:sp>
      <p:sp>
        <p:nvSpPr>
          <p:cNvPr id="77" name="Bverify-source-arrow">
            <a:extLst>
              <a:ext uri="{FF2B5EF4-FFF2-40B4-BE49-F238E27FC236}">
                <ns2:creationId id="{FC79EC37-11D9-48E0-B94B-F1ACB72F2E1A}"/>
              </a:ext>
            </a:extLst>
          </p:cNvPr>
          <p:cNvSpPr>
            <a:spLocks noGrp="1"/>
          </p:cNvSpPr>
          <p:nvPr/>
        </p:nvSpPr>
        <p:spPr>
          <a:xfrm>
            <a:off x="17378556" y="2886075"/>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78" name="Bresult">
            <a:extLst>
              <a:ext uri="{FF2B5EF4-FFF2-40B4-BE49-F238E27FC236}">
                <ns2:creationId id="{3D1E4A13-999E-4811-B8F9-5EB264FE7E0C}"/>
              </a:ext>
            </a:extLst>
          </p:cNvPr>
          <p:cNvSpPr>
            <a:spLocks noGrp="1"/>
          </p:cNvSpPr>
          <p:nvPr/>
        </p:nvSpPr>
        <p:spPr>
          <a:xfrm>
            <a:off x="12096750" y="2695575"/>
            <a:ext cx="5819775" cy="3457575"/>
          </a:xfrm>
          <a:custGeom>
            <a:pathLst>
              <a:path w="5819775" h="3457575">
                <a:moveTo>
                  <a:pt x="5553075" y="3457575"/>
                </a:moveTo>
                <a:lnTo>
                  <a:pt x="5819775" y="3457575"/>
                </a:lnTo>
                <a:lnTo>
                  <a:pt x="5819775" y="352425"/>
                </a:lnTo>
                <a:lnTo>
                  <a:pt x="171450" y="352425"/>
                </a:lnTo>
                <a:lnTo>
                  <a:pt x="171450" y="0"/>
                </a:lnTo>
                <a:lnTo>
                  <a:pt x="0" y="0"/>
                </a:lnTo>
              </a:path>
            </a:pathLst>
          </a:custGeom>
          <a:noFill/>
          <a:ln w="12383">
            <a:solidFill>
              <a:srgbClr val="000000"/>
            </a:solidFill>
            <a:prstDash val="dash"/>
          </a:ln>
        </p:spPr>
      </p:sp>
      <p:sp>
        <p:nvSpPr>
          <p:cNvPr id="79" name="Bresult-arrow">
            <a:extLst>
              <a:ext uri="{FF2B5EF4-FFF2-40B4-BE49-F238E27FC236}">
                <ns2:creationId id="{2F25B6A3-B92E-4D56-9FE2-60AAA573D562}"/>
              </a:ext>
            </a:extLst>
          </p:cNvPr>
          <p:cNvSpPr>
            <a:spLocks noGrp="1"/>
          </p:cNvSpPr>
          <p:nvPr/>
        </p:nvSpPr>
        <p:spPr>
          <a:xfrm>
            <a:off x="12096750" y="2662431"/>
            <a:ext cx="68614" cy="66289"/>
          </a:xfrm>
          <a:custGeom>
            <a:pathLst>
              <a:path w="68614" h="66289">
                <a:moveTo>
                  <a:pt x="68614" y="0"/>
                </a:moveTo>
                <a:lnTo>
                  <a:pt x="0" y="33144"/>
                </a:lnTo>
                <a:lnTo>
                  <a:pt x="68614" y="66289"/>
                </a:lnTo>
              </a:path>
            </a:pathLst>
          </a:custGeom>
          <a:noFill/>
          <a:ln w="12383">
            <a:solidFill>
              <a:srgbClr val="000000"/>
            </a:solidFill>
            <a:prstDash val="solid"/>
          </a:ln>
        </p:spPr>
      </p:sp>
      <p:sp>
        <p:nvSpPr>
          <p:cNvPr id="80" name="Bbackfill">
            <a:extLst>
              <a:ext uri="{FF2B5EF4-FFF2-40B4-BE49-F238E27FC236}">
                <ns2:creationId id="{8A328169-2D7A-4546-AB67-3EB39DABFC70}"/>
              </a:ext>
            </a:extLst>
          </p:cNvPr>
          <p:cNvSpPr>
            <a:spLocks noGrp="1"/>
          </p:cNvSpPr>
          <p:nvPr/>
        </p:nvSpPr>
        <p:spPr>
          <a:xfrm>
            <a:off x="11963400" y="5410200"/>
            <a:ext cx="933450" cy="742950"/>
          </a:xfrm>
          <a:custGeom>
            <a:pathLst>
              <a:path w="933450" h="742950">
                <a:moveTo>
                  <a:pt x="933450" y="742950"/>
                </a:moveTo>
                <a:lnTo>
                  <a:pt x="571500" y="742950"/>
                </a:lnTo>
                <a:lnTo>
                  <a:pt x="571500" y="0"/>
                </a:lnTo>
                <a:lnTo>
                  <a:pt x="0" y="0"/>
                </a:lnTo>
              </a:path>
            </a:pathLst>
          </a:custGeom>
          <a:noFill/>
          <a:ln w="12383">
            <a:solidFill>
              <a:srgbClr val="C62525"/>
            </a:solidFill>
            <a:prstDash val="dash"/>
          </a:ln>
        </p:spPr>
      </p:sp>
      <p:sp>
        <p:nvSpPr>
          <p:cNvPr id="81" name="Bbackfill-arrow">
            <a:extLst>
              <a:ext uri="{FF2B5EF4-FFF2-40B4-BE49-F238E27FC236}">
                <ns2:creationId id="{299710AB-2C9C-40F0-A3A1-C99EF414B413}"/>
              </a:ext>
            </a:extLst>
          </p:cNvPr>
          <p:cNvSpPr>
            <a:spLocks noGrp="1"/>
          </p:cNvSpPr>
          <p:nvPr/>
        </p:nvSpPr>
        <p:spPr>
          <a:xfrm>
            <a:off x="11963400" y="5377056"/>
            <a:ext cx="68614" cy="66289"/>
          </a:xfrm>
          <a:custGeom>
            <a:pathLst>
              <a:path w="68614" h="66289">
                <a:moveTo>
                  <a:pt x="68614" y="0"/>
                </a:moveTo>
                <a:lnTo>
                  <a:pt x="0" y="33144"/>
                </a:lnTo>
                <a:lnTo>
                  <a:pt x="68614" y="66289"/>
                </a:lnTo>
              </a:path>
            </a:pathLst>
          </a:custGeom>
          <a:noFill/>
          <a:ln w="12383">
            <a:solidFill>
              <a:srgbClr val="C62525"/>
            </a:solidFill>
            <a:prstDash val="solid"/>
          </a:ln>
        </p:spPr>
      </p:sp>
      <p:sp>
        <p:nvSpPr>
          <p:cNvPr id="82" name="Bbackfill-request">
            <a:extLst>
              <a:ext uri="{FF2B5EF4-FFF2-40B4-BE49-F238E27FC236}">
                <ns2:creationId id="{E37080BC-7081-4DAE-9D32-E9E9A04A91AE}"/>
              </a:ext>
            </a:extLst>
          </p:cNvPr>
          <p:cNvSpPr>
            <a:spLocks noGrp="1"/>
          </p:cNvSpPr>
          <p:nvPr/>
        </p:nvSpPr>
        <p:spPr>
          <a:xfrm>
            <a:off x="9791700" y="4010025"/>
            <a:ext cx="1190625" cy="1209675"/>
          </a:xfrm>
          <a:custGeom>
            <a:pathLst>
              <a:path w="1190625" h="1209675">
                <a:moveTo>
                  <a:pt x="1190625" y="1209675"/>
                </a:moveTo>
                <a:lnTo>
                  <a:pt x="1190625" y="1038225"/>
                </a:lnTo>
                <a:lnTo>
                  <a:pt x="0" y="1038225"/>
                </a:lnTo>
                <a:lnTo>
                  <a:pt x="0" y="0"/>
                </a:lnTo>
                <a:lnTo>
                  <a:pt x="219075" y="0"/>
                </a:lnTo>
              </a:path>
            </a:pathLst>
          </a:custGeom>
          <a:noFill/>
          <a:ln w="12383">
            <a:solidFill>
              <a:srgbClr val="C62525"/>
            </a:solidFill>
            <a:prstDash val="dash"/>
          </a:ln>
        </p:spPr>
      </p:sp>
      <p:sp>
        <p:nvSpPr>
          <p:cNvPr id="83" name="Bbackfill-request-arrow">
            <a:extLst>
              <a:ext uri="{FF2B5EF4-FFF2-40B4-BE49-F238E27FC236}">
                <ns2:creationId id="{47312CA8-B92F-4069-B008-F4E1F90E6902}"/>
              </a:ext>
            </a:extLst>
          </p:cNvPr>
          <p:cNvSpPr>
            <a:spLocks noGrp="1"/>
          </p:cNvSpPr>
          <p:nvPr/>
        </p:nvSpPr>
        <p:spPr>
          <a:xfrm>
            <a:off x="9942161" y="3976881"/>
            <a:ext cx="68614" cy="66289"/>
          </a:xfrm>
          <a:custGeom>
            <a:pathLst>
              <a:path w="68614" h="66289">
                <a:moveTo>
                  <a:pt x="0" y="66289"/>
                </a:moveTo>
                <a:lnTo>
                  <a:pt x="68614" y="33144"/>
                </a:lnTo>
                <a:lnTo>
                  <a:pt x="0" y="0"/>
                </a:lnTo>
              </a:path>
            </a:pathLst>
          </a:custGeom>
          <a:noFill/>
          <a:ln w="12383">
            <a:solidFill>
              <a:srgbClr val="C62525"/>
            </a:solidFill>
            <a:prstDash val="solid"/>
          </a:ln>
        </p:spPr>
      </p:sp>
      <p:sp>
        <p:nvSpPr>
          <p:cNvPr id="84" name="title">
            <a:extLst>
              <a:ext uri="{FF2B5EF4-FFF2-40B4-BE49-F238E27FC236}">
                <ns2:creationId id="{140A42CF-DDB9-478E-8C76-4CE0D1D6C1AD}"/>
              </a:ext>
            </a:extLst>
          </p:cNvPr>
          <p:cNvSpPr>
            <a:spLocks noGrp="1"/>
          </p:cNvSpPr>
          <p:nvPr/>
        </p:nvSpPr>
        <p:spPr>
          <a:xfrm>
            <a:off x="609600" y="276225"/>
            <a:ext cx="10096500" cy="552450"/>
          </a:xfrm>
          <a:prstGeom prst="rect">
            <a:avLst/>
          </a:prstGeom>
          <a:noFill/>
          <a:ln w="0">
            <a:noFill/>
            <a:prstDash val="solid"/>
          </a:ln>
        </p:spPr>
        <p:txBody>
          <a:bodyPr wrap="none" lIns="38100" tIns="19050" rIns="38100" bIns="19050" anchor="ctr">
            <a:noAutofit/>
          </a:bodyPr>
          <a:lstStyle>
            <a:defPPr algn="l">
              <a:defRPr sz="3000" b="1" lang="ko-KR">
                <a:solidFill>
                  <a:srgbClr val="000000"/>
                </a:solidFill>
                <a:latin typeface="Calibri"/>
                <a:ea typeface="Calibri"/>
                <a:cs typeface="Calibri"/>
              </a:defRPr>
            </a:defPPr>
          </a:lstStyle>
          <a:p>
            <a:pPr algn="l">
              <a:lnSpc>
                <a:spcPct val="100000"/>
              </a:lnSpc>
              <a:buNone/>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이력의 근거 공급</a:t>
            </a:r>
            <a:endParaRPr lang="ko-KR">
              <a:latin typeface="Calibri"/>
              <a:ea typeface="Calibri"/>
              <a:cs typeface="Calibri"/>
            </a:endParaRPr>
          </a:p>
        </p:txBody>
      </p:sp>
      <p:sp>
        <p:nvSpPr>
          <p:cNvPr id="85" name="nav-0">
            <a:extLst>
              <a:ext uri="{FF2B5EF4-FFF2-40B4-BE49-F238E27FC236}">
                <ns2:creationId id="{9A0581A8-EC05-4CB6-988C-6FBAAAD0F3EE}"/>
              </a:ext>
            </a:extLst>
          </p:cNvPr>
          <p:cNvSpPr>
            <a:spLocks noGrp="1"/>
          </p:cNvSpPr>
          <p:nvPr/>
        </p:nvSpPr>
        <p:spPr>
          <a:xfrm>
            <a:off x="10744200" y="266700"/>
            <a:ext cx="1447800" cy="419100"/>
          </a:xfrm>
          <a:prstGeom prst="rect">
            <a:avLst/>
          </a:prstGeom>
          <a:solidFill>
            <a:srgbClr val="969898"/>
          </a:solidFill>
          <a:ln w="10478">
            <a:solidFill>
              <a:srgbClr val="FFFFFF"/>
            </a:solidFill>
            <a:prstDash val="solid"/>
          </a:ln>
        </p:spPr>
        <p:txBody>
          <a:bodyPr wrap="none" lIns="38100" tIns="19050" rIns="38100" bIns="19050" anchor="ctr">
            <a:noAutofit/>
          </a:bodyPr>
          <a:lstStyle>
            <a:defPPr algn="ctr">
              <a:defRPr sz="1300" b="1" lang="ko-KR">
                <a:solidFill>
                  <a:srgbClr val="FFFFFF"/>
                </a:solidFill>
                <a:latin typeface="Calibri"/>
                <a:ea typeface="Calibri"/>
                <a:cs typeface="Calibri"/>
              </a:defRPr>
            </a:defPPr>
          </a:lstStyle>
          <a:p>
            <a:pPr algn="ctr">
              <a:lnSpc>
                <a:spcPct val="100000"/>
              </a:lnSpc>
              <a:buNone/>
              <a:defRPr sz="1300" b="1" lang="ko-KR">
                <a:solidFill>
                  <a:srgbClr val="FFFFFF"/>
                </a:solidFill>
                <a:latin typeface="Calibri"/>
                <a:ea typeface="Calibri"/>
                <a:cs typeface="Calibri"/>
              </a:defRPr>
            </a:pPr>
            <a:r>
              <a:rPr sz="1300" b="1" lang="ko-KR">
                <a:solidFill>
                  <a:srgbClr val="FFFFFF"/>
                </a:solidFill>
                <a:latin typeface="Calibri"/>
                <a:ea typeface="Calibri"/>
                <a:cs typeface="Calibri"/>
              </a:rPr>
              <a:t>과제 소개</a:t>
            </a:r>
            <a:endParaRPr lang="ko-KR">
              <a:latin typeface="Calibri"/>
              <a:ea typeface="Calibri"/>
              <a:cs typeface="Calibri"/>
            </a:endParaRPr>
          </a:p>
        </p:txBody>
      </p:sp>
      <p:sp>
        <p:nvSpPr>
          <p:cNvPr id="86" name="nav-1">
            <a:extLst>
              <a:ext uri="{FF2B5EF4-FFF2-40B4-BE49-F238E27FC236}">
                <ns2:creationId id="{1E3C0A1C-0D24-4D6B-AB5D-38B9EC69072E}"/>
              </a:ext>
            </a:extLst>
          </p:cNvPr>
          <p:cNvSpPr>
            <a:spLocks noGrp="1"/>
          </p:cNvSpPr>
          <p:nvPr/>
        </p:nvSpPr>
        <p:spPr>
          <a:xfrm>
            <a:off x="12192000" y="266700"/>
            <a:ext cx="1447800" cy="419100"/>
          </a:xfrm>
          <a:prstGeom prst="chevron">
            <a:avLst/>
          </a:prstGeom>
          <a:solidFill>
            <a:srgbClr val="969898"/>
          </a:solidFill>
          <a:ln w="10478">
            <a:solidFill>
              <a:srgbClr val="FFFFFF"/>
            </a:solidFill>
            <a:prstDash val="solid"/>
          </a:ln>
        </p:spPr>
        <p:txBody>
          <a:bodyPr wrap="none" lIns="38100" tIns="19050" rIns="38100" bIns="19050" anchor="ctr">
            <a:noAutofit/>
          </a:bodyPr>
          <a:lstStyle>
            <a:defPPr algn="ctr">
              <a:defRPr sz="1300" b="1" lang="ko-KR">
                <a:solidFill>
                  <a:srgbClr val="FFFFFF"/>
                </a:solidFill>
                <a:latin typeface="Calibri"/>
                <a:ea typeface="Calibri"/>
                <a:cs typeface="Calibri"/>
              </a:defRPr>
            </a:defPPr>
          </a:lstStyle>
          <a:p>
            <a:pPr algn="ctr">
              <a:lnSpc>
                <a:spcPct val="100000"/>
              </a:lnSpc>
              <a:buNone/>
              <a:defRPr sz="1300" b="1" lang="ko-KR">
                <a:solidFill>
                  <a:srgbClr val="FFFFFF"/>
                </a:solidFill>
                <a:latin typeface="Calibri"/>
                <a:ea typeface="Calibri"/>
                <a:cs typeface="Calibri"/>
              </a:defRPr>
            </a:pPr>
            <a:r>
              <a:rPr sz="13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87" name="nav-2">
            <a:extLst>
              <a:ext uri="{FF2B5EF4-FFF2-40B4-BE49-F238E27FC236}">
                <ns2:creationId id="{6F9FDC39-5C70-4976-BB82-E1D34E960E94}"/>
              </a:ext>
            </a:extLst>
          </p:cNvPr>
          <p:cNvSpPr>
            <a:spLocks noGrp="1"/>
          </p:cNvSpPr>
          <p:nvPr/>
        </p:nvSpPr>
        <p:spPr>
          <a:xfrm>
            <a:off x="13639800" y="266700"/>
            <a:ext cx="1447800" cy="419100"/>
          </a:xfrm>
          <a:prstGeom prst="chevron">
            <a:avLst/>
          </a:prstGeom>
          <a:solidFill>
            <a:srgbClr val="37ACCD"/>
          </a:solidFill>
          <a:ln w="10478">
            <a:solidFill>
              <a:srgbClr val="FFFFFF"/>
            </a:solidFill>
            <a:prstDash val="solid"/>
          </a:ln>
        </p:spPr>
        <p:txBody>
          <a:bodyPr wrap="none" lIns="38100" tIns="19050" rIns="38100" bIns="19050" anchor="ctr">
            <a:noAutofit/>
          </a:bodyPr>
          <a:lstStyle>
            <a:defPPr algn="ctr">
              <a:defRPr sz="1300" b="1" lang="ko-KR">
                <a:solidFill>
                  <a:srgbClr val="FFFFFF"/>
                </a:solidFill>
                <a:latin typeface="Calibri"/>
                <a:ea typeface="Calibri"/>
                <a:cs typeface="Calibri"/>
              </a:defRPr>
            </a:defPPr>
          </a:lstStyle>
          <a:p>
            <a:pPr algn="ctr">
              <a:lnSpc>
                <a:spcPct val="100000"/>
              </a:lnSpc>
              <a:buNone/>
              <a:defRPr sz="1300" b="1" lang="ko-KR">
                <a:solidFill>
                  <a:srgbClr val="FFFFFF"/>
                </a:solidFill>
                <a:latin typeface="Calibri"/>
                <a:ea typeface="Calibri"/>
                <a:cs typeface="Calibri"/>
              </a:defRPr>
            </a:pPr>
            <a:r>
              <a:rPr sz="1300" b="1" lang="ko-KR">
                <a:solidFill>
                  <a:srgbClr val="FFFFFF"/>
                </a:solidFill>
                <a:latin typeface="Calibri"/>
                <a:ea typeface="Calibri"/>
                <a:cs typeface="Calibri"/>
              </a:rPr>
              <a:t>설계</a:t>
            </a:r>
            <a:endParaRPr lang="ko-KR">
              <a:latin typeface="Calibri"/>
              <a:ea typeface="Calibri"/>
              <a:cs typeface="Calibri"/>
            </a:endParaRPr>
          </a:p>
        </p:txBody>
      </p:sp>
      <p:sp>
        <p:nvSpPr>
          <p:cNvPr id="88" name="nav-3">
            <a:extLst>
              <a:ext uri="{FF2B5EF4-FFF2-40B4-BE49-F238E27FC236}">
                <ns2:creationId id="{157DCBE9-CA25-4282-9958-655C718FE6C7}"/>
              </a:ext>
            </a:extLst>
          </p:cNvPr>
          <p:cNvSpPr>
            <a:spLocks noGrp="1"/>
          </p:cNvSpPr>
          <p:nvPr/>
        </p:nvSpPr>
        <p:spPr>
          <a:xfrm>
            <a:off x="15087600" y="266700"/>
            <a:ext cx="1447800" cy="419100"/>
          </a:xfrm>
          <a:prstGeom prst="chevron">
            <a:avLst/>
          </a:prstGeom>
          <a:solidFill>
            <a:srgbClr val="969898"/>
          </a:solidFill>
          <a:ln w="10478">
            <a:solidFill>
              <a:srgbClr val="FFFFFF"/>
            </a:solidFill>
            <a:prstDash val="solid"/>
          </a:ln>
        </p:spPr>
        <p:txBody>
          <a:bodyPr wrap="none" lIns="38100" tIns="19050" rIns="38100" bIns="19050" anchor="ctr">
            <a:noAutofit/>
          </a:bodyPr>
          <a:lstStyle>
            <a:defPPr algn="ctr">
              <a:defRPr sz="1300" b="1" lang="ko-KR">
                <a:solidFill>
                  <a:srgbClr val="FFFFFF"/>
                </a:solidFill>
                <a:latin typeface="Calibri"/>
                <a:ea typeface="Calibri"/>
                <a:cs typeface="Calibri"/>
              </a:defRPr>
            </a:defPPr>
          </a:lstStyle>
          <a:p>
            <a:pPr algn="ctr">
              <a:lnSpc>
                <a:spcPct val="100000"/>
              </a:lnSpc>
              <a:buNone/>
              <a:defRPr sz="1300" b="1" lang="ko-KR">
                <a:solidFill>
                  <a:srgbClr val="FFFFFF"/>
                </a:solidFill>
                <a:latin typeface="Calibri"/>
                <a:ea typeface="Calibri"/>
                <a:cs typeface="Calibri"/>
              </a:defRPr>
            </a:pPr>
            <a:r>
              <a:rPr sz="13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89" name="nav-4">
            <a:extLst>
              <a:ext uri="{FF2B5EF4-FFF2-40B4-BE49-F238E27FC236}">
                <ns2:creationId id="{4B5F8C10-AEF1-4328-844F-A869C858538E}"/>
              </a:ext>
            </a:extLst>
          </p:cNvPr>
          <p:cNvSpPr>
            <a:spLocks noGrp="1"/>
          </p:cNvSpPr>
          <p:nvPr/>
        </p:nvSpPr>
        <p:spPr>
          <a:xfrm>
            <a:off x="16535400" y="266700"/>
            <a:ext cx="1447800" cy="419100"/>
          </a:xfrm>
          <a:prstGeom prst="chevron">
            <a:avLst/>
          </a:prstGeom>
          <a:solidFill>
            <a:srgbClr val="969898"/>
          </a:solidFill>
          <a:ln w="10478">
            <a:solidFill>
              <a:srgbClr val="FFFFFF"/>
            </a:solidFill>
            <a:prstDash val="solid"/>
          </a:ln>
        </p:spPr>
        <p:txBody>
          <a:bodyPr wrap="none" lIns="38100" tIns="19050" rIns="38100" bIns="19050" anchor="ctr">
            <a:noAutofit/>
          </a:bodyPr>
          <a:lstStyle>
            <a:defPPr algn="ctr">
              <a:defRPr sz="1300" b="1" lang="ko-KR">
                <a:solidFill>
                  <a:srgbClr val="FFFFFF"/>
                </a:solidFill>
                <a:latin typeface="Calibri"/>
                <a:ea typeface="Calibri"/>
                <a:cs typeface="Calibri"/>
              </a:defRPr>
            </a:defPPr>
          </a:lstStyle>
          <a:p>
            <a:pPr algn="ctr">
              <a:lnSpc>
                <a:spcPct val="100000"/>
              </a:lnSpc>
              <a:buNone/>
              <a:defRPr sz="1300" b="1" lang="ko-KR">
                <a:solidFill>
                  <a:srgbClr val="FFFFFF"/>
                </a:solidFill>
                <a:latin typeface="Calibri"/>
                <a:ea typeface="Calibri"/>
                <a:cs typeface="Calibri"/>
              </a:defRPr>
            </a:pPr>
            <a:r>
              <a:rPr sz="1300" b="1" lang="ko-KR">
                <a:solidFill>
                  <a:srgbClr val="FFFFFF"/>
                </a:solidFill>
                <a:latin typeface="Calibri"/>
                <a:ea typeface="Calibri"/>
                <a:cs typeface="Calibri"/>
              </a:rPr>
              <a:t>결론</a:t>
            </a:r>
            <a:endParaRPr lang="ko-KR">
              <a:latin typeface="Calibri"/>
              <a:ea typeface="Calibri"/>
              <a:cs typeface="Calibri"/>
            </a:endParaRPr>
          </a:p>
        </p:txBody>
      </p:sp>
      <p:sp>
        <p:nvSpPr>
          <p:cNvPr id="90" name="fr">
            <a:extLst>
              <a:ext uri="{FF2B5EF4-FFF2-40B4-BE49-F238E27FC236}">
                <ns2:creationId id="{C1E0CC4F-6EC2-435C-871D-F9D194E78825}"/>
              </a:ext>
            </a:extLst>
          </p:cNvPr>
          <p:cNvSpPr>
            <a:spLocks noGrp="1"/>
          </p:cNvSpPr>
          <p:nvPr/>
        </p:nvSpPr>
        <p:spPr>
          <a:xfrm>
            <a:off x="13716000" y="904875"/>
            <a:ext cx="4438650" cy="228600"/>
          </a:xfrm>
          <a:prstGeom prst="roundRect">
            <a:avLst>
              <a:gd name="adj" fmla="val 33333"/>
            </a:avLst>
          </a:prstGeom>
          <a:solidFill>
            <a:srgbClr val="75AF45"/>
          </a:solidFill>
          <a:ln w="0">
            <a:noFill/>
            <a:prstDash val="solid"/>
          </a:ln>
        </p:spPr>
        <p:txBody>
          <a:bodyPr wrap="none" lIns="38100" tIns="19050" rIns="38100" bIns="19050" anchor="ctr">
            <a:noAutofit/>
          </a:bodyPr>
          <a:lstStyle>
            <a:defPPr algn="ctr">
              <a:defRPr sz="1200" b="0" lang="ko-KR">
                <a:solidFill>
                  <a:srgbClr val="FFFFFF"/>
                </a:solidFill>
                <a:latin typeface="Calibri"/>
                <a:ea typeface="Calibri"/>
                <a:cs typeface="Calibri"/>
              </a:defRPr>
            </a:defPPr>
          </a:lstStyle>
          <a:p>
            <a:pPr algn="ctr">
              <a:lnSpc>
                <a:spcPct val="100000"/>
              </a:lnSpc>
              <a:buNone/>
              <a:defRPr sz="1200" b="0" lang="ko-KR">
                <a:solidFill>
                  <a:srgbClr val="FFFFFF"/>
                </a:solidFill>
                <a:latin typeface="Calibri"/>
                <a:ea typeface="Calibri"/>
                <a:cs typeface="Calibri"/>
              </a:defRPr>
            </a:pPr>
            <a:r>
              <a:rPr sz="1200" b="0" lang="ko-KR">
                <a:solidFill>
                  <a:srgbClr val="FFFFFF"/>
                </a:solidFill>
                <a:latin typeface="Calibri"/>
                <a:ea typeface="Calibri"/>
                <a:cs typeface="Calibri"/>
              </a:rPr>
              <a:t>기능 요구: 과거 이력을 현재 요청의 근거로 제공</a:t>
            </a:r>
            <a:endParaRPr lang="ko-KR">
              <a:latin typeface="Calibri"/>
              <a:ea typeface="Calibri"/>
              <a:cs typeface="Calibri"/>
            </a:endParaRPr>
          </a:p>
        </p:txBody>
      </p:sp>
      <p:sp>
        <p:nvSpPr>
          <p:cNvPr id="91" name="qa-tag-QA01">
            <a:extLst>
              <a:ext uri="{FF2B5EF4-FFF2-40B4-BE49-F238E27FC236}">
                <ns2:creationId id="{D4F46331-5732-45D1-8C94-2EECADCF3208}"/>
              </a:ext>
            </a:extLst>
          </p:cNvPr>
          <p:cNvSpPr>
            <a:spLocks noGrp="1"/>
          </p:cNvSpPr>
          <p:nvPr/>
        </p:nvSpPr>
        <p:spPr>
          <a:xfrm>
            <a:off x="7391400" y="1171575"/>
            <a:ext cx="2624138" cy="219075"/>
          </a:xfrm>
          <a:prstGeom prst="roundRect">
            <a:avLst>
              <a:gd name="adj" fmla="val 34783"/>
            </a:avLst>
          </a:prstGeom>
          <a:solidFill>
            <a:srgbClr val="376CB5"/>
          </a:solidFill>
          <a:ln w="0">
            <a:noFill/>
            <a:prstDash val="solid"/>
          </a:ln>
        </p:spPr>
        <p:txBody>
          <a:bodyPr wrap="none" lIns="38100" tIns="19050" rIns="38100" bIns="19050" anchor="ctr">
            <a:noAutofit/>
          </a:bodyPr>
          <a:lstStyle>
            <a:defPPr algn="ctr">
              <a:defRPr sz="1100" b="0" lang="ko-KR">
                <a:solidFill>
                  <a:srgbClr val="FFFFFF"/>
                </a:solidFill>
                <a:latin typeface="Calibri"/>
                <a:ea typeface="Calibri"/>
                <a:cs typeface="Calibri"/>
              </a:defRPr>
            </a:defPPr>
          </a:lstStyle>
          <a:p>
            <a:pPr algn="ctr">
              <a:lnSpc>
                <a:spcPct val="100000"/>
              </a:lnSpc>
              <a:buNone/>
              <a:defRPr sz="1100" b="0" lang="ko-KR">
                <a:solidFill>
                  <a:srgbClr val="FFFFFF"/>
                </a:solidFill>
                <a:latin typeface="Calibri"/>
                <a:ea typeface="Calibri"/>
                <a:cs typeface="Calibri"/>
              </a:defRPr>
            </a:pPr>
            <a:r>
              <a:rPr sz="1100" b="0" lang="ko-KR">
                <a:solidFill>
                  <a:srgbClr val="FFFFFF"/>
                </a:solidFill>
                <a:latin typeface="Calibri"/>
                <a:ea typeface="Calibri"/>
                <a:cs typeface="Calibri"/>
              </a:rPr>
              <a:t>QA01. 첫 응답 지연시간</a:t>
            </a:r>
            <a:endParaRPr lang="ko-KR">
              <a:latin typeface="Calibri"/>
              <a:ea typeface="Calibri"/>
              <a:cs typeface="Calibri"/>
            </a:endParaRPr>
          </a:p>
        </p:txBody>
      </p:sp>
      <p:sp>
        <p:nvSpPr>
          <p:cNvPr id="92" name="qa-tag-QA04">
            <a:extLst>
              <a:ext uri="{FF2B5EF4-FFF2-40B4-BE49-F238E27FC236}">
                <ns2:creationId id="{E72044CB-A756-415D-B33B-97042B5B87E6}"/>
              </a:ext>
            </a:extLst>
          </p:cNvPr>
          <p:cNvSpPr>
            <a:spLocks noGrp="1"/>
          </p:cNvSpPr>
          <p:nvPr/>
        </p:nvSpPr>
        <p:spPr>
          <a:xfrm>
            <a:off x="10082213" y="1171575"/>
            <a:ext cx="2624138" cy="219075"/>
          </a:xfrm>
          <a:prstGeom prst="roundRect">
            <a:avLst>
              <a:gd name="adj" fmla="val 34783"/>
            </a:avLst>
          </a:prstGeom>
          <a:solidFill>
            <a:srgbClr val="376CB5"/>
          </a:solidFill>
          <a:ln w="0">
            <a:noFill/>
            <a:prstDash val="solid"/>
          </a:ln>
        </p:spPr>
        <p:txBody>
          <a:bodyPr wrap="none" lIns="38100" tIns="19050" rIns="38100" bIns="19050" anchor="ctr">
            <a:noAutofit/>
          </a:bodyPr>
          <a:lstStyle>
            <a:defPPr algn="ctr">
              <a:defRPr sz="1100" b="0" lang="ko-KR">
                <a:solidFill>
                  <a:srgbClr val="FFFFFF"/>
                </a:solidFill>
                <a:latin typeface="Calibri"/>
                <a:ea typeface="Calibri"/>
                <a:cs typeface="Calibri"/>
              </a:defRPr>
            </a:defPPr>
          </a:lstStyle>
          <a:p>
            <a:pPr algn="ctr">
              <a:lnSpc>
                <a:spcPct val="100000"/>
              </a:lnSpc>
              <a:buNone/>
              <a:defRPr sz="1100" b="0" lang="ko-KR">
                <a:solidFill>
                  <a:srgbClr val="FFFFFF"/>
                </a:solidFill>
                <a:latin typeface="Calibri"/>
                <a:ea typeface="Calibri"/>
                <a:cs typeface="Calibri"/>
              </a:defRPr>
            </a:pPr>
            <a:r>
              <a:rPr sz="1100" b="0" lang="ko-KR">
                <a:solidFill>
                  <a:srgbClr val="FFFFFF"/>
                </a:solidFill>
                <a:latin typeface="Calibri"/>
                <a:ea typeface="Calibri"/>
                <a:cs typeface="Calibri"/>
              </a:rPr>
              <a:t>QA04. 변경 범위</a:t>
            </a:r>
            <a:endParaRPr lang="ko-KR">
              <a:latin typeface="Calibri"/>
              <a:ea typeface="Calibri"/>
              <a:cs typeface="Calibri"/>
            </a:endParaRPr>
          </a:p>
        </p:txBody>
      </p:sp>
      <p:sp>
        <p:nvSpPr>
          <p:cNvPr id="93" name="qa-tag-QA05">
            <a:extLst>
              <a:ext uri="{FF2B5EF4-FFF2-40B4-BE49-F238E27FC236}">
                <ns2:creationId id="{45B44238-AC80-40F8-8073-16719A1D7390}"/>
              </a:ext>
            </a:extLst>
          </p:cNvPr>
          <p:cNvSpPr>
            <a:spLocks noGrp="1"/>
          </p:cNvSpPr>
          <p:nvPr/>
        </p:nvSpPr>
        <p:spPr>
          <a:xfrm>
            <a:off x="12773025" y="1171575"/>
            <a:ext cx="2624138" cy="219075"/>
          </a:xfrm>
          <a:prstGeom prst="roundRect">
            <a:avLst>
              <a:gd name="adj" fmla="val 34783"/>
            </a:avLst>
          </a:prstGeom>
          <a:solidFill>
            <a:srgbClr val="376CB5"/>
          </a:solidFill>
          <a:ln w="0">
            <a:noFill/>
            <a:prstDash val="solid"/>
          </a:ln>
        </p:spPr>
        <p:txBody>
          <a:bodyPr wrap="none" lIns="38100" tIns="19050" rIns="38100" bIns="19050" anchor="ctr">
            <a:noAutofit/>
          </a:bodyPr>
          <a:lstStyle>
            <a:defPPr algn="ctr">
              <a:defRPr sz="1100" b="0" lang="ko-KR">
                <a:solidFill>
                  <a:srgbClr val="FFFFFF"/>
                </a:solidFill>
                <a:latin typeface="Calibri"/>
                <a:ea typeface="Calibri"/>
                <a:cs typeface="Calibri"/>
              </a:defRPr>
            </a:defPPr>
          </a:lstStyle>
          <a:p>
            <a:pPr algn="ctr">
              <a:lnSpc>
                <a:spcPct val="100000"/>
              </a:lnSpc>
              <a:buNone/>
              <a:defRPr sz="1100" b="0" lang="ko-KR">
                <a:solidFill>
                  <a:srgbClr val="FFFFFF"/>
                </a:solidFill>
                <a:latin typeface="Calibri"/>
                <a:ea typeface="Calibri"/>
                <a:cs typeface="Calibri"/>
              </a:defRPr>
            </a:pPr>
            <a:r>
              <a:rPr sz="1100" b="0" lang="ko-KR">
                <a:solidFill>
                  <a:srgbClr val="FFFFFF"/>
                </a:solidFill>
                <a:latin typeface="Calibri"/>
                <a:ea typeface="Calibri"/>
                <a:cs typeface="Calibri"/>
              </a:rPr>
              <a:t>QA05. 모델 사용 비용</a:t>
            </a:r>
            <a:endParaRPr lang="ko-KR">
              <a:latin typeface="Calibri"/>
              <a:ea typeface="Calibri"/>
              <a:cs typeface="Calibri"/>
            </a:endParaRPr>
          </a:p>
        </p:txBody>
      </p:sp>
      <p:sp>
        <p:nvSpPr>
          <p:cNvPr id="94" name="qa-tag-QA06">
            <a:extLst>
              <a:ext uri="{FF2B5EF4-FFF2-40B4-BE49-F238E27FC236}">
                <ns2:creationId id="{54D06F59-EB61-4C4A-A404-751A2E9A3584}"/>
              </a:ext>
            </a:extLst>
          </p:cNvPr>
          <p:cNvSpPr>
            <a:spLocks noGrp="1"/>
          </p:cNvSpPr>
          <p:nvPr/>
        </p:nvSpPr>
        <p:spPr>
          <a:xfrm>
            <a:off x="15463838" y="1171575"/>
            <a:ext cx="2624138" cy="219075"/>
          </a:xfrm>
          <a:prstGeom prst="roundRect">
            <a:avLst>
              <a:gd name="adj" fmla="val 34783"/>
            </a:avLst>
          </a:prstGeom>
          <a:solidFill>
            <a:srgbClr val="376CB5"/>
          </a:solidFill>
          <a:ln w="0">
            <a:noFill/>
            <a:prstDash val="solid"/>
          </a:ln>
        </p:spPr>
        <p:txBody>
          <a:bodyPr wrap="none" lIns="38100" tIns="19050" rIns="38100" bIns="19050" anchor="ctr">
            <a:noAutofit/>
          </a:bodyPr>
          <a:lstStyle>
            <a:defPPr algn="ctr">
              <a:defRPr sz="1100" b="0" lang="ko-KR">
                <a:solidFill>
                  <a:srgbClr val="FFFFFF"/>
                </a:solidFill>
                <a:latin typeface="Calibri"/>
                <a:ea typeface="Calibri"/>
                <a:cs typeface="Calibri"/>
              </a:defRPr>
            </a:defPPr>
          </a:lstStyle>
          <a:p>
            <a:pPr algn="ctr">
              <a:lnSpc>
                <a:spcPct val="100000"/>
              </a:lnSpc>
              <a:buNone/>
              <a:defRPr sz="1100" b="0" lang="ko-KR">
                <a:solidFill>
                  <a:srgbClr val="FFFFFF"/>
                </a:solidFill>
                <a:latin typeface="Calibri"/>
                <a:ea typeface="Calibri"/>
                <a:cs typeface="Calibri"/>
              </a:defRPr>
            </a:pPr>
            <a:r>
              <a:rPr sz="1100" b="0" lang="ko-KR">
                <a:solidFill>
                  <a:srgbClr val="FFFFFF"/>
                </a:solidFill>
                <a:latin typeface="Calibri"/>
                <a:ea typeface="Calibri"/>
                <a:cs typeface="Calibri"/>
              </a:rPr>
              <a:t>QA06. 최대 RAM 사용량</a:t>
            </a:r>
            <a:endParaRPr lang="ko-KR">
              <a:latin typeface="Calibri"/>
              <a:ea typeface="Calibri"/>
              <a:cs typeface="Calibri"/>
            </a:endParaRPr>
          </a:p>
        </p:txBody>
      </p:sp>
      <p:sp>
        <p:nvSpPr>
          <p:cNvPr id="95" name="legend-title">
            <a:extLst>
              <a:ext uri="{FF2B5EF4-FFF2-40B4-BE49-F238E27FC236}">
                <ns2:creationId id="{1380777F-9EC2-4991-B2FC-12F9A9051942}"/>
              </a:ext>
            </a:extLst>
          </p:cNvPr>
          <p:cNvSpPr>
            <a:spLocks noGrp="1"/>
          </p:cNvSpPr>
          <p:nvPr/>
        </p:nvSpPr>
        <p:spPr>
          <a:xfrm>
            <a:off x="152400" y="2505075"/>
            <a:ext cx="838200" cy="247650"/>
          </a:xfrm>
          <a:prstGeom prst="rect">
            <a:avLst/>
          </a:prstGeom>
          <a:noFill/>
          <a:ln w="0">
            <a:noFill/>
            <a:prstDash val="solid"/>
          </a:ln>
        </p:spPr>
        <p:txBody>
          <a:bodyPr wrap="none" lIns="38100" tIns="19050" rIns="38100" bIns="19050" anchor="ctr">
            <a:noAutofit/>
          </a:bodyPr>
          <a:lstStyle>
            <a:defPPr algn="ctr">
              <a:defRPr sz="1300" b="1" lang="ko-KR">
                <a:solidFill>
                  <a:srgbClr val="000000"/>
                </a:solidFill>
                <a:latin typeface="Calibri"/>
                <a:ea typeface="Calibri"/>
                <a:cs typeface="Calibri"/>
              </a:defRPr>
            </a:defPPr>
          </a:lstStyle>
          <a:p>
            <a:pPr algn="ctr">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Legend</a:t>
            </a:r>
            <a:endParaRPr lang="ko-KR">
              <a:latin typeface="Calibri"/>
              <a:ea typeface="Calibri"/>
              <a:cs typeface="Calibri"/>
            </a:endParaRPr>
          </a:p>
        </p:txBody>
      </p:sp>
      <p:sp>
        <p:nvSpPr>
          <p:cNvPr id="96" name="legend-component">
            <a:extLst>
              <a:ext uri="{FF2B5EF4-FFF2-40B4-BE49-F238E27FC236}">
                <ns2:creationId id="{A973B266-901B-4C43-AD35-787EC8E4CA2E}"/>
              </a:ext>
            </a:extLst>
          </p:cNvPr>
          <p:cNvSpPr>
            <a:spLocks noGrp="1"/>
          </p:cNvSpPr>
          <p:nvPr/>
        </p:nvSpPr>
        <p:spPr>
          <a:xfrm>
            <a:off x="209550" y="2905125"/>
            <a:ext cx="723900" cy="371475"/>
          </a:xfrm>
          <a:prstGeom prst="rect">
            <a:avLst/>
          </a:prstGeom>
          <a:solidFill>
            <a:srgbClr val="FFFFFF"/>
          </a:solidFill>
          <a:ln w="10478">
            <a:solidFill>
              <a:srgbClr val="000000"/>
            </a:solidFill>
            <a:prstDash val="solid"/>
          </a:ln>
        </p:spPr>
        <p:txBody>
          <a:bodyPr wrap="none" lIns="38100" tIns="19050" rIns="38100" bIns="19050" anchor="ctr">
            <a:noAutofit/>
          </a:bodyPr>
          <a:lstStyle>
            <a:defPPr algn="ctr">
              <a:defRPr sz="900" b="1" lang="ko-KR">
                <a:solidFill>
                  <a:srgbClr val="000000"/>
                </a:solidFill>
                <a:latin typeface="Calibri"/>
                <a:ea typeface="Calibri"/>
                <a:cs typeface="Calibri"/>
              </a:defRPr>
            </a:defPPr>
          </a:lstStyle>
          <a:p>
            <a:pPr algn="ctr">
              <a:lnSpc>
                <a:spcPct val="100000"/>
              </a:lnSpc>
              <a:buNone/>
              <a:defRPr sz="900" b="1" lang="ko-KR">
                <a:solidFill>
                  <a:srgbClr val="000000"/>
                </a:solidFill>
                <a:latin typeface="Calibri"/>
                <a:ea typeface="Calibri"/>
                <a:cs typeface="Calibri"/>
              </a:defRPr>
            </a:pPr>
            <a:r>
              <a:rPr sz="900" b="1" lang="ko-KR">
                <a:solidFill>
                  <a:srgbClr val="000000"/>
                </a:solidFill>
                <a:latin typeface="Calibri"/>
                <a:ea typeface="Calibri"/>
                <a:cs typeface="Calibri"/>
              </a:rPr>
              <a:t>Component</a:t>
            </a:r>
            <a:endParaRPr lang="ko-KR">
              <a:latin typeface="Calibri"/>
              <a:ea typeface="Calibri"/>
              <a:cs typeface="Calibri"/>
            </a:endParaRPr>
          </a:p>
        </p:txBody>
      </p:sp>
      <p:sp>
        <p:nvSpPr>
          <p:cNvPr id="97" name="legend-module">
            <a:extLst>
              <a:ext uri="{FF2B5EF4-FFF2-40B4-BE49-F238E27FC236}">
                <ns2:creationId id="{B7EEB74B-EF76-4107-85D4-A323712E3E52}"/>
              </a:ext>
            </a:extLst>
          </p:cNvPr>
          <p:cNvSpPr>
            <a:spLocks noGrp="1"/>
          </p:cNvSpPr>
          <p:nvPr/>
        </p:nvSpPr>
        <p:spPr>
          <a:xfrm>
            <a:off x="209550" y="3476625"/>
            <a:ext cx="723900" cy="371475"/>
          </a:xfrm>
          <a:prstGeom prst="roundRect">
            <a:avLst>
              <a:gd name="adj" fmla="val 20513"/>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Module</a:t>
            </a:r>
            <a:endParaRPr lang="ko-KR">
              <a:latin typeface="Calibri"/>
              <a:ea typeface="Calibri"/>
              <a:cs typeface="Calibri"/>
            </a:endParaRPr>
          </a:p>
        </p:txBody>
      </p:sp>
      <p:sp>
        <p:nvSpPr>
          <p:cNvPr id="98" name="legend-state">
            <a:extLst>
              <a:ext uri="{FF2B5EF4-FFF2-40B4-BE49-F238E27FC236}">
                <ns2:creationId id="{CF9BEF4A-8BC7-4051-AECE-38216FA7F0E2}"/>
              </a:ext>
            </a:extLst>
          </p:cNvPr>
          <p:cNvSpPr>
            <a:spLocks noGrp="1"/>
          </p:cNvSpPr>
          <p:nvPr/>
        </p:nvSpPr>
        <p:spPr>
          <a:xfrm>
            <a:off x="209550" y="4067175"/>
            <a:ext cx="723900" cy="371475"/>
          </a:xfrm>
          <a:prstGeom prst="can">
            <a:avLst>
              <a:gd name="adj" fmla="val 9000"/>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상태</a:t>
            </a:r>
            <a:endParaRPr lang="ko-KR">
              <a:latin typeface="Calibri"/>
              <a:ea typeface="Calibri"/>
              <a:cs typeface="Calibri"/>
            </a:endParaRPr>
          </a:p>
        </p:txBody>
      </p:sp>
      <p:sp>
        <p:nvSpPr>
          <p:cNvPr id="99" name="legend-diff">
            <a:extLst>
              <a:ext uri="{FF2B5EF4-FFF2-40B4-BE49-F238E27FC236}">
                <ns2:creationId id="{D9413222-DE63-41C8-A2BE-3CEA14777CF6}"/>
              </a:ext>
            </a:extLst>
          </p:cNvPr>
          <p:cNvSpPr>
            <a:spLocks noGrp="1"/>
          </p:cNvSpPr>
          <p:nvPr/>
        </p:nvSpPr>
        <p:spPr>
          <a:xfrm>
            <a:off x="209550" y="4695825"/>
            <a:ext cx="723900" cy="371475"/>
          </a:xfrm>
          <a:prstGeom prst="rect">
            <a:avLst/>
          </a:prstGeom>
          <a:solidFill>
            <a:srgbClr val="FFF4D7"/>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비교 대상</a:t>
            </a:r>
            <a:endParaRPr lang="ko-KR">
              <a:latin typeface="Calibri"/>
              <a:ea typeface="Calibri"/>
              <a:cs typeface="Calibri"/>
            </a:endParaRPr>
          </a:p>
        </p:txBody>
      </p:sp>
      <p:sp>
        <p:nvSpPr>
          <p:cNvPr id="100" name="legend-call-label">
            <a:extLst>
              <a:ext uri="{FF2B5EF4-FFF2-40B4-BE49-F238E27FC236}">
                <ns2:creationId id="{AA2EBBCF-F847-4653-ADD1-BBCA80BE2261}"/>
              </a:ext>
            </a:extLst>
          </p:cNvPr>
          <p:cNvSpPr>
            <a:spLocks noGrp="1"/>
          </p:cNvSpPr>
          <p:nvPr/>
        </p:nvSpPr>
        <p:spPr>
          <a:xfrm>
            <a:off x="152400" y="5438775"/>
            <a:ext cx="838200" cy="333375"/>
          </a:xfrm>
          <a:prstGeom prst="rect">
            <a:avLst/>
          </a:prstGeom>
          <a:noFill/>
          <a:ln w="0">
            <a:no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호출 / 전달</a:t>
            </a:r>
            <a:endParaRPr lang="ko-KR">
              <a:latin typeface="Calibri"/>
              <a:ea typeface="Calibri"/>
              <a:cs typeface="Calibri"/>
            </a:endParaRPr>
          </a:p>
        </p:txBody>
      </p:sp>
      <p:sp>
        <p:nvSpPr>
          <p:cNvPr id="101" name="legend-return-label">
            <a:extLst>
              <a:ext uri="{FF2B5EF4-FFF2-40B4-BE49-F238E27FC236}">
                <ns2:creationId id="{FC5AB347-D1C3-4DE5-B426-5C08819157B6}"/>
              </a:ext>
            </a:extLst>
          </p:cNvPr>
          <p:cNvSpPr>
            <a:spLocks noGrp="1"/>
          </p:cNvSpPr>
          <p:nvPr/>
        </p:nvSpPr>
        <p:spPr>
          <a:xfrm>
            <a:off x="152400" y="6000750"/>
            <a:ext cx="838200" cy="333375"/>
          </a:xfrm>
          <a:prstGeom prst="rect">
            <a:avLst/>
          </a:prstGeom>
          <a:noFill/>
          <a:ln w="0">
            <a:no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반환 / 사실</a:t>
            </a:r>
            <a:endParaRPr lang="ko-KR">
              <a:latin typeface="Calibri"/>
              <a:ea typeface="Calibri"/>
              <a:cs typeface="Calibri"/>
            </a:endParaRPr>
          </a:p>
        </p:txBody>
      </p:sp>
      <p:sp>
        <p:nvSpPr>
          <p:cNvPr id="102" name="legend-step">
            <a:extLst>
              <a:ext uri="{FF2B5EF4-FFF2-40B4-BE49-F238E27FC236}">
                <ns2:creationId id="{A9996AF5-3FA5-4C65-9DDF-44C2398AC113}"/>
              </a:ext>
            </a:extLst>
          </p:cNvPr>
          <p:cNvSpPr>
            <a:spLocks noGrp="1"/>
          </p:cNvSpPr>
          <p:nvPr/>
        </p:nvSpPr>
        <p:spPr>
          <a:xfrm>
            <a:off x="400050" y="6572250"/>
            <a:ext cx="266700" cy="247650"/>
          </a:xfrm>
          <a:prstGeom prst="rect">
            <a:avLst/>
          </a:prstGeom>
          <a:solidFill>
            <a:srgbClr val="C6E0B4"/>
          </a:solidFill>
          <a:ln w="10478">
            <a:solidFill>
              <a:srgbClr val="72AD49"/>
            </a:solidFill>
            <a:prstDash val="solid"/>
          </a:ln>
        </p:spPr>
        <p:txBody>
          <a:bodyPr wrap="none" lIns="38100" tIns="19050" rIns="38100" bIns="19050" anchor="ctr">
            <a:noAutofit/>
          </a:bodyPr>
          <a:lstStyle>
            <a:defPPr algn="ctr">
              <a:defRPr sz="1200" b="0" lang="ko-KR">
                <a:solidFill>
                  <a:srgbClr val="000000"/>
                </a:solidFill>
                <a:latin typeface="Calibri"/>
                <a:ea typeface="Calibri"/>
                <a:cs typeface="Calibri"/>
              </a:defRPr>
            </a:defPPr>
          </a:lstStyle>
          <a:p>
            <a:pPr algn="ctr">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1</a:t>
            </a:r>
            <a:endParaRPr lang="ko-KR">
              <a:latin typeface="Calibri"/>
              <a:ea typeface="Calibri"/>
              <a:cs typeface="Calibri"/>
            </a:endParaRPr>
          </a:p>
        </p:txBody>
      </p:sp>
      <p:sp>
        <p:nvSpPr>
          <p:cNvPr id="103" name="metric-QA01-A">
            <a:extLst>
              <a:ext uri="{FF2B5EF4-FFF2-40B4-BE49-F238E27FC236}">
                <ns2:creationId id="{F9080C45-1B7C-470E-8AA9-4DEB88A299BA}"/>
              </a:ext>
            </a:extLst>
          </p:cNvPr>
          <p:cNvSpPr>
            <a:spLocks noGrp="1"/>
          </p:cNvSpPr>
          <p:nvPr/>
        </p:nvSpPr>
        <p:spPr>
          <a:xfrm>
            <a:off x="1190625" y="8686800"/>
            <a:ext cx="2781300" cy="276225"/>
          </a:xfrm>
          <a:prstGeom prst="rect">
            <a:avLst/>
          </a:prstGeom>
          <a:noFill/>
          <a:ln w="0">
            <a:noFill/>
            <a:prstDash val="solid"/>
          </a:ln>
        </p:spPr>
        <p:txBody>
          <a:bodyPr wrap="none" lIns="38100" tIns="19050" rIns="38100" bIns="19050" anchor="ctr">
            <a:noAutofit/>
          </a:bodyPr>
          <a:lstStyle>
            <a:defPPr algn="l">
              <a:defRPr sz="1300" b="0" lang="ko-KR">
                <a:solidFill>
                  <a:srgbClr val="000000"/>
                </a:solidFill>
                <a:latin typeface="Calibri"/>
                <a:ea typeface="Calibri"/>
                <a:cs typeface="Calibri"/>
              </a:defRPr>
            </a:defPPr>
          </a:lstStyle>
          <a:p>
            <a:pPr algn="l">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QA01 첫 응답 지연시간</a:t>
            </a:r>
            <a:endParaRPr lang="ko-KR">
              <a:latin typeface="Calibri"/>
              <a:ea typeface="Calibri"/>
              <a:cs typeface="Calibri"/>
            </a:endParaRPr>
          </a:p>
        </p:txBody>
      </p:sp>
      <p:sp>
        <p:nvSpPr>
          <p:cNvPr id="104" name="score-QA01-A">
            <a:extLst>
              <a:ext uri="{FF2B5EF4-FFF2-40B4-BE49-F238E27FC236}">
                <ns2:creationId id="{4FB35127-FC31-4D7B-B503-CAC9AC2712CA}"/>
              </a:ext>
            </a:extLst>
          </p:cNvPr>
          <p:cNvSpPr>
            <a:spLocks noGrp="1"/>
          </p:cNvSpPr>
          <p:nvPr/>
        </p:nvSpPr>
        <p:spPr>
          <a:xfrm>
            <a:off x="3990975" y="8686800"/>
            <a:ext cx="1104900" cy="276225"/>
          </a:xfrm>
          <a:prstGeom prst="rect">
            <a:avLst/>
          </a:prstGeom>
          <a:noFill/>
          <a:ln w="0">
            <a:noFill/>
            <a:prstDash val="solid"/>
          </a:ln>
        </p:spPr>
        <p:txBody>
          <a:bodyPr wrap="none" lIns="38100" tIns="19050" rIns="38100" bIns="19050" anchor="ctr">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 1/6</a:t>
            </a:r>
            <a:endParaRPr lang="ko-KR">
              <a:latin typeface="Calibri"/>
              <a:ea typeface="Calibri"/>
              <a:cs typeface="Calibri"/>
            </a:endParaRPr>
          </a:p>
        </p:txBody>
      </p:sp>
      <p:sp>
        <p:nvSpPr>
          <p:cNvPr id="105" name="value-QA01-A">
            <a:extLst>
              <a:ext uri="{FF2B5EF4-FFF2-40B4-BE49-F238E27FC236}">
                <ns2:creationId id="{70FE5DDC-6D97-4DC3-9103-DB4BBA1AE950}"/>
              </a:ext>
            </a:extLst>
          </p:cNvPr>
          <p:cNvSpPr>
            <a:spLocks noGrp="1"/>
          </p:cNvSpPr>
          <p:nvPr/>
        </p:nvSpPr>
        <p:spPr>
          <a:xfrm>
            <a:off x="5162550" y="8686800"/>
            <a:ext cx="4191000" cy="276225"/>
          </a:xfrm>
          <a:prstGeom prst="rect">
            <a:avLst/>
          </a:prstGeom>
          <a:noFill/>
          <a:ln w="0">
            <a:noFill/>
            <a:prstDash val="solid"/>
          </a:ln>
        </p:spPr>
        <p:txBody>
          <a:bodyPr wrap="none" lIns="38100" tIns="19050" rIns="38100" bIns="19050" anchor="ctr">
            <a:noAutofit/>
          </a:bodyPr>
          <a:lstStyle>
            <a:defPPr algn="l">
              <a:defRPr sz="1200" b="0" lang="ko-KR">
                <a:solidFill>
                  <a:srgbClr val="000000"/>
                </a:solidFill>
                <a:latin typeface="Calibri"/>
                <a:ea typeface="Calibri"/>
                <a:cs typeface="Calibri"/>
              </a:defRPr>
            </a:defPPr>
          </a:lstStyle>
          <a:p>
            <a:pPr algn="l">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0.9024 s [첫 조회에서 관계 해석]</a:t>
            </a:r>
            <a:endParaRPr lang="ko-KR">
              <a:latin typeface="Calibri"/>
              <a:ea typeface="Calibri"/>
              <a:cs typeface="Calibri"/>
            </a:endParaRPr>
          </a:p>
        </p:txBody>
      </p:sp>
      <p:sp>
        <p:nvSpPr>
          <p:cNvPr id="106" name="metric-QA01-B">
            <a:extLst>
              <a:ext uri="{FF2B5EF4-FFF2-40B4-BE49-F238E27FC236}">
                <ns2:creationId id="{569CBF6A-73AF-404F-B3AC-0B674A2C5CA1}"/>
              </a:ext>
            </a:extLst>
          </p:cNvPr>
          <p:cNvSpPr>
            <a:spLocks noGrp="1"/>
          </p:cNvSpPr>
          <p:nvPr/>
        </p:nvSpPr>
        <p:spPr>
          <a:xfrm>
            <a:off x="9763125" y="8686800"/>
            <a:ext cx="2781300" cy="276225"/>
          </a:xfrm>
          <a:prstGeom prst="rect">
            <a:avLst/>
          </a:prstGeom>
          <a:noFill/>
          <a:ln w="0">
            <a:noFill/>
            <a:prstDash val="solid"/>
          </a:ln>
        </p:spPr>
        <p:txBody>
          <a:bodyPr wrap="none" lIns="38100" tIns="19050" rIns="38100" bIns="19050" anchor="ctr">
            <a:noAutofit/>
          </a:bodyPr>
          <a:lstStyle>
            <a:defPPr algn="l">
              <a:defRPr sz="1300" b="0" lang="ko-KR">
                <a:solidFill>
                  <a:srgbClr val="000000"/>
                </a:solidFill>
                <a:latin typeface="Calibri"/>
                <a:ea typeface="Calibri"/>
                <a:cs typeface="Calibri"/>
              </a:defRPr>
            </a:defPPr>
          </a:lstStyle>
          <a:p>
            <a:pPr algn="l">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QA01 첫 응답 지연시간</a:t>
            </a:r>
            <a:endParaRPr lang="ko-KR">
              <a:latin typeface="Calibri"/>
              <a:ea typeface="Calibri"/>
              <a:cs typeface="Calibri"/>
            </a:endParaRPr>
          </a:p>
        </p:txBody>
      </p:sp>
      <p:sp>
        <p:nvSpPr>
          <p:cNvPr id="107" name="score-QA01-B">
            <a:extLst>
              <a:ext uri="{FF2B5EF4-FFF2-40B4-BE49-F238E27FC236}">
                <ns2:creationId id="{6BD3E17F-F118-4F54-BF9B-3CD3B192AFC6}"/>
              </a:ext>
            </a:extLst>
          </p:cNvPr>
          <p:cNvSpPr>
            <a:spLocks noGrp="1"/>
          </p:cNvSpPr>
          <p:nvPr/>
        </p:nvSpPr>
        <p:spPr>
          <a:xfrm>
            <a:off x="12563475" y="8686800"/>
            <a:ext cx="1104900" cy="276225"/>
          </a:xfrm>
          <a:prstGeom prst="rect">
            <a:avLst/>
          </a:prstGeom>
          <a:noFill/>
          <a:ln w="0">
            <a:noFill/>
            <a:prstDash val="solid"/>
          </a:ln>
        </p:spPr>
        <p:txBody>
          <a:bodyPr wrap="none" lIns="38100" tIns="19050" rIns="38100" bIns="19050" anchor="ctr">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 3/6</a:t>
            </a:r>
            <a:endParaRPr lang="ko-KR">
              <a:latin typeface="Calibri"/>
              <a:ea typeface="Calibri"/>
              <a:cs typeface="Calibri"/>
            </a:endParaRPr>
          </a:p>
        </p:txBody>
      </p:sp>
      <p:sp>
        <p:nvSpPr>
          <p:cNvPr id="108" name="value-QA01-B">
            <a:extLst>
              <a:ext uri="{FF2B5EF4-FFF2-40B4-BE49-F238E27FC236}">
                <ns2:creationId id="{13287889-F364-4578-B07E-0660BB5ED8E6}"/>
              </a:ext>
            </a:extLst>
          </p:cNvPr>
          <p:cNvSpPr>
            <a:spLocks noGrp="1"/>
          </p:cNvSpPr>
          <p:nvPr/>
        </p:nvSpPr>
        <p:spPr>
          <a:xfrm>
            <a:off x="13735050" y="8686800"/>
            <a:ext cx="4191000" cy="276225"/>
          </a:xfrm>
          <a:prstGeom prst="rect">
            <a:avLst/>
          </a:prstGeom>
          <a:noFill/>
          <a:ln w="0">
            <a:noFill/>
            <a:prstDash val="solid"/>
          </a:ln>
        </p:spPr>
        <p:txBody>
          <a:bodyPr wrap="none" lIns="38100" tIns="19050" rIns="38100" bIns="19050" anchor="ctr">
            <a:noAutofit/>
          </a:bodyPr>
          <a:lstStyle>
            <a:defPPr algn="l">
              <a:defRPr sz="1200" b="0" lang="ko-KR">
                <a:solidFill>
                  <a:srgbClr val="000000"/>
                </a:solidFill>
                <a:latin typeface="Calibri"/>
                <a:ea typeface="Calibri"/>
                <a:cs typeface="Calibri"/>
              </a:defRPr>
            </a:defPPr>
          </a:lstStyle>
          <a:p>
            <a:pPr algn="l">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0.6652 s [준비된 관계 조회]</a:t>
            </a:r>
            <a:endParaRPr lang="ko-KR">
              <a:latin typeface="Calibri"/>
              <a:ea typeface="Calibri"/>
              <a:cs typeface="Calibri"/>
            </a:endParaRPr>
          </a:p>
        </p:txBody>
      </p:sp>
      <p:sp>
        <p:nvSpPr>
          <p:cNvPr id="109" name="metric-QA04-A">
            <a:extLst>
              <a:ext uri="{FF2B5EF4-FFF2-40B4-BE49-F238E27FC236}">
                <ns2:creationId id="{29D5ADC0-9A8A-4030-9119-FE35C9C026F6}"/>
              </a:ext>
            </a:extLst>
          </p:cNvPr>
          <p:cNvSpPr>
            <a:spLocks noGrp="1"/>
          </p:cNvSpPr>
          <p:nvPr/>
        </p:nvSpPr>
        <p:spPr>
          <a:xfrm>
            <a:off x="1190625" y="8982075"/>
            <a:ext cx="2781300" cy="276225"/>
          </a:xfrm>
          <a:prstGeom prst="rect">
            <a:avLst/>
          </a:prstGeom>
          <a:noFill/>
          <a:ln w="0">
            <a:noFill/>
            <a:prstDash val="solid"/>
          </a:ln>
        </p:spPr>
        <p:txBody>
          <a:bodyPr wrap="none" lIns="38100" tIns="19050" rIns="38100" bIns="19050" anchor="ctr">
            <a:noAutofit/>
          </a:bodyPr>
          <a:lstStyle>
            <a:defPPr algn="l">
              <a:defRPr sz="1300" b="0" lang="ko-KR">
                <a:solidFill>
                  <a:srgbClr val="000000"/>
                </a:solidFill>
                <a:latin typeface="Calibri"/>
                <a:ea typeface="Calibri"/>
                <a:cs typeface="Calibri"/>
              </a:defRPr>
            </a:defPPr>
          </a:lstStyle>
          <a:p>
            <a:pPr algn="l">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QA04 변경 범위</a:t>
            </a:r>
            <a:endParaRPr lang="ko-KR">
              <a:latin typeface="Calibri"/>
              <a:ea typeface="Calibri"/>
              <a:cs typeface="Calibri"/>
            </a:endParaRPr>
          </a:p>
        </p:txBody>
      </p:sp>
      <p:sp>
        <p:nvSpPr>
          <p:cNvPr id="110" name="score-QA04-A">
            <a:extLst>
              <a:ext uri="{FF2B5EF4-FFF2-40B4-BE49-F238E27FC236}">
                <ns2:creationId id="{1DAFF4A1-B952-4B2A-A17E-8A78C5E93B24}"/>
              </a:ext>
            </a:extLst>
          </p:cNvPr>
          <p:cNvSpPr>
            <a:spLocks noGrp="1"/>
          </p:cNvSpPr>
          <p:nvPr/>
        </p:nvSpPr>
        <p:spPr>
          <a:xfrm>
            <a:off x="3990975" y="8982075"/>
            <a:ext cx="1104900" cy="276225"/>
          </a:xfrm>
          <a:prstGeom prst="rect">
            <a:avLst/>
          </a:prstGeom>
          <a:noFill/>
          <a:ln w="0">
            <a:noFill/>
            <a:prstDash val="solid"/>
          </a:ln>
        </p:spPr>
        <p:txBody>
          <a:bodyPr wrap="none" lIns="38100" tIns="19050" rIns="38100" bIns="19050" anchor="ctr">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 1/6</a:t>
            </a:r>
            <a:endParaRPr lang="ko-KR">
              <a:latin typeface="Calibri"/>
              <a:ea typeface="Calibri"/>
              <a:cs typeface="Calibri"/>
            </a:endParaRPr>
          </a:p>
        </p:txBody>
      </p:sp>
      <p:sp>
        <p:nvSpPr>
          <p:cNvPr id="111" name="value-QA04-A">
            <a:extLst>
              <a:ext uri="{FF2B5EF4-FFF2-40B4-BE49-F238E27FC236}">
                <ns2:creationId id="{690F247F-9FDA-4168-A26B-1D229C69F279}"/>
              </a:ext>
            </a:extLst>
          </p:cNvPr>
          <p:cNvSpPr>
            <a:spLocks noGrp="1"/>
          </p:cNvSpPr>
          <p:nvPr/>
        </p:nvSpPr>
        <p:spPr>
          <a:xfrm>
            <a:off x="5162550" y="8982075"/>
            <a:ext cx="4191000" cy="276225"/>
          </a:xfrm>
          <a:prstGeom prst="rect">
            <a:avLst/>
          </a:prstGeom>
          <a:noFill/>
          <a:ln w="0">
            <a:noFill/>
            <a:prstDash val="solid"/>
          </a:ln>
        </p:spPr>
        <p:txBody>
          <a:bodyPr wrap="none" lIns="38100" tIns="19050" rIns="38100" bIns="19050" anchor="ctr">
            <a:noAutofit/>
          </a:bodyPr>
          <a:lstStyle>
            <a:defPPr algn="l">
              <a:defRPr sz="1200" b="0" lang="ko-KR">
                <a:solidFill>
                  <a:srgbClr val="000000"/>
                </a:solidFill>
                <a:latin typeface="Calibri"/>
                <a:ea typeface="Calibri"/>
                <a:cs typeface="Calibri"/>
              </a:defRPr>
            </a:defPPr>
          </a:lstStyle>
          <a:p>
            <a:pPr algn="l">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3 모듈 / 변경 [원본 조회 계약]</a:t>
            </a:r>
            <a:endParaRPr lang="ko-KR">
              <a:latin typeface="Calibri"/>
              <a:ea typeface="Calibri"/>
              <a:cs typeface="Calibri"/>
            </a:endParaRPr>
          </a:p>
        </p:txBody>
      </p:sp>
      <p:sp>
        <p:nvSpPr>
          <p:cNvPr id="112" name="metric-QA04-B">
            <a:extLst>
              <a:ext uri="{FF2B5EF4-FFF2-40B4-BE49-F238E27FC236}">
                <ns2:creationId id="{C177CF40-F6EF-402C-9681-68635CE05225}"/>
              </a:ext>
            </a:extLst>
          </p:cNvPr>
          <p:cNvSpPr>
            <a:spLocks noGrp="1"/>
          </p:cNvSpPr>
          <p:nvPr/>
        </p:nvSpPr>
        <p:spPr>
          <a:xfrm>
            <a:off x="9763125" y="8982075"/>
            <a:ext cx="2781300" cy="276225"/>
          </a:xfrm>
          <a:prstGeom prst="rect">
            <a:avLst/>
          </a:prstGeom>
          <a:noFill/>
          <a:ln w="0">
            <a:noFill/>
            <a:prstDash val="solid"/>
          </a:ln>
        </p:spPr>
        <p:txBody>
          <a:bodyPr wrap="none" lIns="38100" tIns="19050" rIns="38100" bIns="19050" anchor="ctr">
            <a:noAutofit/>
          </a:bodyPr>
          <a:lstStyle>
            <a:defPPr algn="l">
              <a:defRPr sz="1300" b="0" lang="ko-KR">
                <a:solidFill>
                  <a:srgbClr val="000000"/>
                </a:solidFill>
                <a:latin typeface="Calibri"/>
                <a:ea typeface="Calibri"/>
                <a:cs typeface="Calibri"/>
              </a:defRPr>
            </a:defPPr>
          </a:lstStyle>
          <a:p>
            <a:pPr algn="l">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QA04 변경 범위</a:t>
            </a:r>
            <a:endParaRPr lang="ko-KR">
              <a:latin typeface="Calibri"/>
              <a:ea typeface="Calibri"/>
              <a:cs typeface="Calibri"/>
            </a:endParaRPr>
          </a:p>
        </p:txBody>
      </p:sp>
      <p:sp>
        <p:nvSpPr>
          <p:cNvPr id="113" name="score-QA04-B">
            <a:extLst>
              <a:ext uri="{FF2B5EF4-FFF2-40B4-BE49-F238E27FC236}">
                <ns2:creationId id="{BDD401EE-1B38-4C47-A519-72B989FA706A}"/>
              </a:ext>
            </a:extLst>
          </p:cNvPr>
          <p:cNvSpPr>
            <a:spLocks noGrp="1"/>
          </p:cNvSpPr>
          <p:nvPr/>
        </p:nvSpPr>
        <p:spPr>
          <a:xfrm>
            <a:off x="12563475" y="8982075"/>
            <a:ext cx="1104900" cy="276225"/>
          </a:xfrm>
          <a:prstGeom prst="rect">
            <a:avLst/>
          </a:prstGeom>
          <a:noFill/>
          <a:ln w="0">
            <a:noFill/>
            <a:prstDash val="solid"/>
          </a:ln>
        </p:spPr>
        <p:txBody>
          <a:bodyPr wrap="none" lIns="38100" tIns="19050" rIns="38100" bIns="19050" anchor="ctr">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 0/6</a:t>
            </a:r>
            <a:endParaRPr lang="ko-KR">
              <a:latin typeface="Calibri"/>
              <a:ea typeface="Calibri"/>
              <a:cs typeface="Calibri"/>
            </a:endParaRPr>
          </a:p>
        </p:txBody>
      </p:sp>
      <p:sp>
        <p:nvSpPr>
          <p:cNvPr id="114" name="value-QA04-B">
            <a:extLst>
              <a:ext uri="{FF2B5EF4-FFF2-40B4-BE49-F238E27FC236}">
                <ns2:creationId id="{A3BC04B5-885F-4517-B245-F10B56CB4441}"/>
              </a:ext>
            </a:extLst>
          </p:cNvPr>
          <p:cNvSpPr>
            <a:spLocks noGrp="1"/>
          </p:cNvSpPr>
          <p:nvPr/>
        </p:nvSpPr>
        <p:spPr>
          <a:xfrm>
            <a:off x="13735050" y="8982075"/>
            <a:ext cx="4191000" cy="276225"/>
          </a:xfrm>
          <a:prstGeom prst="rect">
            <a:avLst/>
          </a:prstGeom>
          <a:noFill/>
          <a:ln w="0">
            <a:noFill/>
            <a:prstDash val="solid"/>
          </a:ln>
        </p:spPr>
        <p:txBody>
          <a:bodyPr wrap="none" lIns="38100" tIns="19050" rIns="38100" bIns="19050" anchor="ctr">
            <a:noAutofit/>
          </a:bodyPr>
          <a:lstStyle>
            <a:defPPr algn="l">
              <a:defRPr sz="1200" b="0" lang="ko-KR">
                <a:solidFill>
                  <a:srgbClr val="000000"/>
                </a:solidFill>
                <a:latin typeface="Calibri"/>
                <a:ea typeface="Calibri"/>
                <a:cs typeface="Calibri"/>
              </a:defRPr>
            </a:defPPr>
          </a:lstStyle>
          <a:p>
            <a:pPr algn="l">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4 모듈 / 변경 [생산 / 저장 / 조회]</a:t>
            </a:r>
            <a:endParaRPr lang="ko-KR">
              <a:latin typeface="Calibri"/>
              <a:ea typeface="Calibri"/>
              <a:cs typeface="Calibri"/>
            </a:endParaRPr>
          </a:p>
        </p:txBody>
      </p:sp>
      <p:sp>
        <p:nvSpPr>
          <p:cNvPr id="115" name="metric-QA05-A">
            <a:extLst>
              <a:ext uri="{FF2B5EF4-FFF2-40B4-BE49-F238E27FC236}">
                <ns2:creationId id="{102487E2-6782-45BC-92E4-B742C4487C23}"/>
              </a:ext>
            </a:extLst>
          </p:cNvPr>
          <p:cNvSpPr>
            <a:spLocks noGrp="1"/>
          </p:cNvSpPr>
          <p:nvPr/>
        </p:nvSpPr>
        <p:spPr>
          <a:xfrm>
            <a:off x="1190625" y="9277350"/>
            <a:ext cx="2781300" cy="276225"/>
          </a:xfrm>
          <a:prstGeom prst="rect">
            <a:avLst/>
          </a:prstGeom>
          <a:noFill/>
          <a:ln w="0">
            <a:noFill/>
            <a:prstDash val="solid"/>
          </a:ln>
        </p:spPr>
        <p:txBody>
          <a:bodyPr wrap="none" lIns="38100" tIns="19050" rIns="38100" bIns="19050" anchor="ctr">
            <a:noAutofit/>
          </a:bodyPr>
          <a:lstStyle>
            <a:defPPr algn="l">
              <a:defRPr sz="1300" b="0" lang="ko-KR">
                <a:solidFill>
                  <a:srgbClr val="000000"/>
                </a:solidFill>
                <a:latin typeface="Calibri"/>
                <a:ea typeface="Calibri"/>
                <a:cs typeface="Calibri"/>
              </a:defRPr>
            </a:defPPr>
          </a:lstStyle>
          <a:p>
            <a:pPr algn="l">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QA05 모델 사용 비용</a:t>
            </a:r>
            <a:endParaRPr lang="ko-KR">
              <a:latin typeface="Calibri"/>
              <a:ea typeface="Calibri"/>
              <a:cs typeface="Calibri"/>
            </a:endParaRPr>
          </a:p>
        </p:txBody>
      </p:sp>
      <p:sp>
        <p:nvSpPr>
          <p:cNvPr id="116" name="score-QA05-A">
            <a:extLst>
              <a:ext uri="{FF2B5EF4-FFF2-40B4-BE49-F238E27FC236}">
                <ns2:creationId id="{3C573B0D-8F7D-415C-A3BB-922FDB58B631}"/>
              </a:ext>
            </a:extLst>
          </p:cNvPr>
          <p:cNvSpPr>
            <a:spLocks noGrp="1"/>
          </p:cNvSpPr>
          <p:nvPr/>
        </p:nvSpPr>
        <p:spPr>
          <a:xfrm>
            <a:off x="3990975" y="9277350"/>
            <a:ext cx="1104900" cy="276225"/>
          </a:xfrm>
          <a:prstGeom prst="rect">
            <a:avLst/>
          </a:prstGeom>
          <a:noFill/>
          <a:ln w="0">
            <a:noFill/>
            <a:prstDash val="solid"/>
          </a:ln>
        </p:spPr>
        <p:txBody>
          <a:bodyPr wrap="none" lIns="38100" tIns="19050" rIns="38100" bIns="19050" anchor="ctr">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 1/6</a:t>
            </a:r>
            <a:endParaRPr lang="ko-KR">
              <a:latin typeface="Calibri"/>
              <a:ea typeface="Calibri"/>
              <a:cs typeface="Calibri"/>
            </a:endParaRPr>
          </a:p>
        </p:txBody>
      </p:sp>
      <p:sp>
        <p:nvSpPr>
          <p:cNvPr id="117" name="value-QA05-A">
            <a:extLst>
              <a:ext uri="{FF2B5EF4-FFF2-40B4-BE49-F238E27FC236}">
                <ns2:creationId id="{BD012CCD-1A40-418F-BA66-5C33D5FAD51C}"/>
              </a:ext>
            </a:extLst>
          </p:cNvPr>
          <p:cNvSpPr>
            <a:spLocks noGrp="1"/>
          </p:cNvSpPr>
          <p:nvPr/>
        </p:nvSpPr>
        <p:spPr>
          <a:xfrm>
            <a:off x="5162550" y="9277350"/>
            <a:ext cx="4191000" cy="276225"/>
          </a:xfrm>
          <a:prstGeom prst="rect">
            <a:avLst/>
          </a:prstGeom>
          <a:noFill/>
          <a:ln w="0">
            <a:noFill/>
            <a:prstDash val="solid"/>
          </a:ln>
        </p:spPr>
        <p:txBody>
          <a:bodyPr wrap="none" lIns="38100" tIns="19050" rIns="38100" bIns="19050" anchor="ctr">
            <a:noAutofit/>
          </a:bodyPr>
          <a:lstStyle>
            <a:defPPr algn="l">
              <a:defRPr sz="1200" b="0" lang="ko-KR">
                <a:solidFill>
                  <a:srgbClr val="000000"/>
                </a:solidFill>
                <a:latin typeface="Calibri"/>
                <a:ea typeface="Calibri"/>
                <a:cs typeface="Calibri"/>
              </a:defRPr>
            </a:defPPr>
          </a:lstStyle>
          <a:p>
            <a:pPr algn="l">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$2.4222 / 공통 28개 묶음 [선행 생산 없음]</a:t>
            </a:r>
            <a:endParaRPr lang="ko-KR">
              <a:latin typeface="Calibri"/>
              <a:ea typeface="Calibri"/>
              <a:cs typeface="Calibri"/>
            </a:endParaRPr>
          </a:p>
        </p:txBody>
      </p:sp>
      <p:sp>
        <p:nvSpPr>
          <p:cNvPr id="118" name="metric-QA05-B">
            <a:extLst>
              <a:ext uri="{FF2B5EF4-FFF2-40B4-BE49-F238E27FC236}">
                <ns2:creationId id="{B40DE54E-1DA7-4D50-954C-CD3D09B4B691}"/>
              </a:ext>
            </a:extLst>
          </p:cNvPr>
          <p:cNvSpPr>
            <a:spLocks noGrp="1"/>
          </p:cNvSpPr>
          <p:nvPr/>
        </p:nvSpPr>
        <p:spPr>
          <a:xfrm>
            <a:off x="9763125" y="9277350"/>
            <a:ext cx="2781300" cy="276225"/>
          </a:xfrm>
          <a:prstGeom prst="rect">
            <a:avLst/>
          </a:prstGeom>
          <a:noFill/>
          <a:ln w="0">
            <a:noFill/>
            <a:prstDash val="solid"/>
          </a:ln>
        </p:spPr>
        <p:txBody>
          <a:bodyPr wrap="none" lIns="38100" tIns="19050" rIns="38100" bIns="19050" anchor="ctr">
            <a:noAutofit/>
          </a:bodyPr>
          <a:lstStyle>
            <a:defPPr algn="l">
              <a:defRPr sz="1300" b="0" lang="ko-KR">
                <a:solidFill>
                  <a:srgbClr val="000000"/>
                </a:solidFill>
                <a:latin typeface="Calibri"/>
                <a:ea typeface="Calibri"/>
                <a:cs typeface="Calibri"/>
              </a:defRPr>
            </a:defPPr>
          </a:lstStyle>
          <a:p>
            <a:pPr algn="l">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QA05 모델 사용 비용</a:t>
            </a:r>
            <a:endParaRPr lang="ko-KR">
              <a:latin typeface="Calibri"/>
              <a:ea typeface="Calibri"/>
              <a:cs typeface="Calibri"/>
            </a:endParaRPr>
          </a:p>
        </p:txBody>
      </p:sp>
      <p:sp>
        <p:nvSpPr>
          <p:cNvPr id="119" name="score-QA05-B">
            <a:extLst>
              <a:ext uri="{FF2B5EF4-FFF2-40B4-BE49-F238E27FC236}">
                <ns2:creationId id="{BFA30C81-AC57-45DD-B3D3-74B55FC5A324}"/>
              </a:ext>
            </a:extLst>
          </p:cNvPr>
          <p:cNvSpPr>
            <a:spLocks noGrp="1"/>
          </p:cNvSpPr>
          <p:nvPr/>
        </p:nvSpPr>
        <p:spPr>
          <a:xfrm>
            <a:off x="12563475" y="9277350"/>
            <a:ext cx="1104900" cy="276225"/>
          </a:xfrm>
          <a:prstGeom prst="rect">
            <a:avLst/>
          </a:prstGeom>
          <a:noFill/>
          <a:ln w="0">
            <a:noFill/>
            <a:prstDash val="solid"/>
          </a:ln>
        </p:spPr>
        <p:txBody>
          <a:bodyPr wrap="none" lIns="38100" tIns="19050" rIns="38100" bIns="19050" anchor="ctr">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 0/6</a:t>
            </a:r>
            <a:endParaRPr lang="ko-KR">
              <a:latin typeface="Calibri"/>
              <a:ea typeface="Calibri"/>
              <a:cs typeface="Calibri"/>
            </a:endParaRPr>
          </a:p>
        </p:txBody>
      </p:sp>
      <p:sp>
        <p:nvSpPr>
          <p:cNvPr id="120" name="value-QA05-B">
            <a:extLst>
              <a:ext uri="{FF2B5EF4-FFF2-40B4-BE49-F238E27FC236}">
                <ns2:creationId id="{C3DA8385-0B30-4942-A78D-4404EE395F18}"/>
              </a:ext>
            </a:extLst>
          </p:cNvPr>
          <p:cNvSpPr>
            <a:spLocks noGrp="1"/>
          </p:cNvSpPr>
          <p:nvPr/>
        </p:nvSpPr>
        <p:spPr>
          <a:xfrm>
            <a:off x="13735050" y="9277350"/>
            <a:ext cx="4191000" cy="276225"/>
          </a:xfrm>
          <a:prstGeom prst="rect">
            <a:avLst/>
          </a:prstGeom>
          <a:noFill/>
          <a:ln w="0">
            <a:noFill/>
            <a:prstDash val="solid"/>
          </a:ln>
        </p:spPr>
        <p:txBody>
          <a:bodyPr wrap="none" lIns="38100" tIns="19050" rIns="38100" bIns="19050" anchor="ctr">
            <a:noAutofit/>
          </a:bodyPr>
          <a:lstStyle>
            <a:defPPr algn="l">
              <a:defRPr sz="1200" b="0" lang="ko-KR">
                <a:solidFill>
                  <a:srgbClr val="000000"/>
                </a:solidFill>
                <a:latin typeface="Calibri"/>
                <a:ea typeface="Calibri"/>
                <a:cs typeface="Calibri"/>
              </a:defRPr>
            </a:defPPr>
          </a:lstStyle>
          <a:p>
            <a:pPr algn="l">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$2.6383 / 공통 28개 묶음 [사전 생산 포함]</a:t>
            </a:r>
            <a:endParaRPr lang="ko-KR">
              <a:latin typeface="Calibri"/>
              <a:ea typeface="Calibri"/>
              <a:cs typeface="Calibri"/>
            </a:endParaRPr>
          </a:p>
        </p:txBody>
      </p:sp>
      <p:sp>
        <p:nvSpPr>
          <p:cNvPr id="121" name="metric-QA06-A">
            <a:extLst>
              <a:ext uri="{FF2B5EF4-FFF2-40B4-BE49-F238E27FC236}">
                <ns2:creationId id="{FE90AD6F-1044-46A1-A9C3-0A9F3079B5DB}"/>
              </a:ext>
            </a:extLst>
          </p:cNvPr>
          <p:cNvSpPr>
            <a:spLocks noGrp="1"/>
          </p:cNvSpPr>
          <p:nvPr/>
        </p:nvSpPr>
        <p:spPr>
          <a:xfrm>
            <a:off x="1190625" y="9572625"/>
            <a:ext cx="2781300" cy="276225"/>
          </a:xfrm>
          <a:prstGeom prst="rect">
            <a:avLst/>
          </a:prstGeom>
          <a:noFill/>
          <a:ln w="0">
            <a:noFill/>
            <a:prstDash val="solid"/>
          </a:ln>
        </p:spPr>
        <p:txBody>
          <a:bodyPr wrap="none" lIns="38100" tIns="19050" rIns="38100" bIns="19050" anchor="ctr">
            <a:noAutofit/>
          </a:bodyPr>
          <a:lstStyle>
            <a:defPPr algn="l">
              <a:defRPr sz="1300" b="0" lang="ko-KR">
                <a:solidFill>
                  <a:srgbClr val="000000"/>
                </a:solidFill>
                <a:latin typeface="Calibri"/>
                <a:ea typeface="Calibri"/>
                <a:cs typeface="Calibri"/>
              </a:defRPr>
            </a:defPPr>
          </a:lstStyle>
          <a:p>
            <a:pPr algn="l">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QA06 최대 RAM 사용량</a:t>
            </a:r>
            <a:endParaRPr lang="ko-KR">
              <a:latin typeface="Calibri"/>
              <a:ea typeface="Calibri"/>
              <a:cs typeface="Calibri"/>
            </a:endParaRPr>
          </a:p>
        </p:txBody>
      </p:sp>
      <p:sp>
        <p:nvSpPr>
          <p:cNvPr id="122" name="score-QA06-A">
            <a:extLst>
              <a:ext uri="{FF2B5EF4-FFF2-40B4-BE49-F238E27FC236}">
                <ns2:creationId id="{3D42E339-EAF2-4CD7-9BBB-B5D6B5CB9A27}"/>
              </a:ext>
            </a:extLst>
          </p:cNvPr>
          <p:cNvSpPr>
            <a:spLocks noGrp="1"/>
          </p:cNvSpPr>
          <p:nvPr/>
        </p:nvSpPr>
        <p:spPr>
          <a:xfrm>
            <a:off x="3990975" y="9572625"/>
            <a:ext cx="1104900" cy="276225"/>
          </a:xfrm>
          <a:prstGeom prst="rect">
            <a:avLst/>
          </a:prstGeom>
          <a:noFill/>
          <a:ln w="0">
            <a:noFill/>
            <a:prstDash val="solid"/>
          </a:ln>
        </p:spPr>
        <p:txBody>
          <a:bodyPr wrap="none" lIns="38100" tIns="19050" rIns="38100" bIns="19050" anchor="ctr">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 4/6</a:t>
            </a:r>
            <a:endParaRPr lang="ko-KR">
              <a:latin typeface="Calibri"/>
              <a:ea typeface="Calibri"/>
              <a:cs typeface="Calibri"/>
            </a:endParaRPr>
          </a:p>
        </p:txBody>
      </p:sp>
      <p:sp>
        <p:nvSpPr>
          <p:cNvPr id="123" name="value-QA06-A">
            <a:extLst>
              <a:ext uri="{FF2B5EF4-FFF2-40B4-BE49-F238E27FC236}">
                <ns2:creationId id="{0192FD16-6D94-4F6E-96E2-04F284F62D6A}"/>
              </a:ext>
            </a:extLst>
          </p:cNvPr>
          <p:cNvSpPr>
            <a:spLocks noGrp="1"/>
          </p:cNvSpPr>
          <p:nvPr/>
        </p:nvSpPr>
        <p:spPr>
          <a:xfrm>
            <a:off x="5162550" y="9572625"/>
            <a:ext cx="4191000" cy="276225"/>
          </a:xfrm>
          <a:prstGeom prst="rect">
            <a:avLst/>
          </a:prstGeom>
          <a:noFill/>
          <a:ln w="0">
            <a:noFill/>
            <a:prstDash val="solid"/>
          </a:ln>
        </p:spPr>
        <p:txBody>
          <a:bodyPr wrap="none" lIns="38100" tIns="19050" rIns="38100" bIns="19050" anchor="ctr">
            <a:noAutofit/>
          </a:bodyPr>
          <a:lstStyle>
            <a:defPPr algn="l">
              <a:defRPr sz="1200" b="0" lang="ko-KR">
                <a:solidFill>
                  <a:srgbClr val="000000"/>
                </a:solidFill>
                <a:latin typeface="Calibri"/>
                <a:ea typeface="Calibri"/>
                <a:cs typeface="Calibri"/>
              </a:defRPr>
            </a:defPPr>
          </a:lstStyle>
          <a:p>
            <a:pPr algn="l">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349 MB [조회 cache]</a:t>
            </a:r>
            <a:endParaRPr lang="ko-KR">
              <a:latin typeface="Calibri"/>
              <a:ea typeface="Calibri"/>
              <a:cs typeface="Calibri"/>
            </a:endParaRPr>
          </a:p>
        </p:txBody>
      </p:sp>
      <p:sp>
        <p:nvSpPr>
          <p:cNvPr id="124" name="metric-QA06-B">
            <a:extLst>
              <a:ext uri="{FF2B5EF4-FFF2-40B4-BE49-F238E27FC236}">
                <ns2:creationId id="{F676E160-B57A-4585-935C-175832A2B2A4}"/>
              </a:ext>
            </a:extLst>
          </p:cNvPr>
          <p:cNvSpPr>
            <a:spLocks noGrp="1"/>
          </p:cNvSpPr>
          <p:nvPr/>
        </p:nvSpPr>
        <p:spPr>
          <a:xfrm>
            <a:off x="9763125" y="9572625"/>
            <a:ext cx="2781300" cy="276225"/>
          </a:xfrm>
          <a:prstGeom prst="rect">
            <a:avLst/>
          </a:prstGeom>
          <a:noFill/>
          <a:ln w="0">
            <a:noFill/>
            <a:prstDash val="solid"/>
          </a:ln>
        </p:spPr>
        <p:txBody>
          <a:bodyPr wrap="none" lIns="38100" tIns="19050" rIns="38100" bIns="19050" anchor="ctr">
            <a:noAutofit/>
          </a:bodyPr>
          <a:lstStyle>
            <a:defPPr algn="l">
              <a:defRPr sz="1300" b="0" lang="ko-KR">
                <a:solidFill>
                  <a:srgbClr val="000000"/>
                </a:solidFill>
                <a:latin typeface="Calibri"/>
                <a:ea typeface="Calibri"/>
                <a:cs typeface="Calibri"/>
              </a:defRPr>
            </a:defPPr>
          </a:lstStyle>
          <a:p>
            <a:pPr algn="l">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QA06 최대 RAM 사용량</a:t>
            </a:r>
            <a:endParaRPr lang="ko-KR">
              <a:latin typeface="Calibri"/>
              <a:ea typeface="Calibri"/>
              <a:cs typeface="Calibri"/>
            </a:endParaRPr>
          </a:p>
        </p:txBody>
      </p:sp>
      <p:sp>
        <p:nvSpPr>
          <p:cNvPr id="125" name="score-QA06-B">
            <a:extLst>
              <a:ext uri="{FF2B5EF4-FFF2-40B4-BE49-F238E27FC236}">
                <ns2:creationId id="{13911DAB-33BC-4861-9C25-E3E0C6C1981C}"/>
              </a:ext>
            </a:extLst>
          </p:cNvPr>
          <p:cNvSpPr>
            <a:spLocks noGrp="1"/>
          </p:cNvSpPr>
          <p:nvPr/>
        </p:nvSpPr>
        <p:spPr>
          <a:xfrm>
            <a:off x="12563475" y="9572625"/>
            <a:ext cx="1104900" cy="276225"/>
          </a:xfrm>
          <a:prstGeom prst="rect">
            <a:avLst/>
          </a:prstGeom>
          <a:noFill/>
          <a:ln w="0">
            <a:noFill/>
            <a:prstDash val="solid"/>
          </a:ln>
        </p:spPr>
        <p:txBody>
          <a:bodyPr wrap="none" lIns="38100" tIns="19050" rIns="38100" bIns="19050" anchor="ctr">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 3/6</a:t>
            </a:r>
            <a:endParaRPr lang="ko-KR">
              <a:latin typeface="Calibri"/>
              <a:ea typeface="Calibri"/>
              <a:cs typeface="Calibri"/>
            </a:endParaRPr>
          </a:p>
        </p:txBody>
      </p:sp>
      <p:sp>
        <p:nvSpPr>
          <p:cNvPr id="126" name="value-QA06-B">
            <a:extLst>
              <a:ext uri="{FF2B5EF4-FFF2-40B4-BE49-F238E27FC236}">
                <ns2:creationId id="{1F3B58C1-B8EA-4BD5-8E63-D1BAE26ADB97}"/>
              </a:ext>
            </a:extLst>
          </p:cNvPr>
          <p:cNvSpPr>
            <a:spLocks noGrp="1"/>
          </p:cNvSpPr>
          <p:nvPr/>
        </p:nvSpPr>
        <p:spPr>
          <a:xfrm>
            <a:off x="13735050" y="9572625"/>
            <a:ext cx="4191000" cy="276225"/>
          </a:xfrm>
          <a:prstGeom prst="rect">
            <a:avLst/>
          </a:prstGeom>
          <a:noFill/>
          <a:ln w="0">
            <a:noFill/>
            <a:prstDash val="solid"/>
          </a:ln>
        </p:spPr>
        <p:txBody>
          <a:bodyPr wrap="none" lIns="38100" tIns="19050" rIns="38100" bIns="19050" anchor="ctr">
            <a:noAutofit/>
          </a:bodyPr>
          <a:lstStyle>
            <a:defPPr algn="l">
              <a:defRPr sz="1200" b="0" lang="ko-KR">
                <a:solidFill>
                  <a:srgbClr val="000000"/>
                </a:solidFill>
                <a:latin typeface="Calibri"/>
                <a:ea typeface="Calibri"/>
                <a:cs typeface="Calibri"/>
              </a:defRPr>
            </a:defPPr>
          </a:lstStyle>
          <a:p>
            <a:pPr algn="l">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397 MB [게시 관계와 생산 버퍼]</a:t>
            </a:r>
            <a:endParaRPr lang="ko-KR">
              <a:latin typeface="Calibri"/>
              <a:ea typeface="Calibri"/>
              <a:cs typeface="Calibri"/>
            </a:endParaRPr>
          </a:p>
        </p:txBody>
      </p:sp>
      <p:sp>
        <p:nvSpPr>
          <p:cNvPr id="127" name="evidence-status">
            <a:extLst>
              <a:ext uri="{FF2B5EF4-FFF2-40B4-BE49-F238E27FC236}">
                <ns2:creationId id="{387C297B-E005-456F-A30C-9ECE0D53DCE4}"/>
              </a:ext>
            </a:extLst>
          </p:cNvPr>
          <p:cNvSpPr>
            <a:spLocks noGrp="1"/>
          </p:cNvSpPr>
          <p:nvPr/>
        </p:nvSpPr>
        <p:spPr>
          <a:xfrm>
            <a:off x="133350" y="10020300"/>
            <a:ext cx="17573625" cy="228600"/>
          </a:xfrm>
          <a:prstGeom prst="rect">
            <a:avLst/>
          </a:prstGeom>
          <a:no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동일 관련 시나리오에 대한 구조 기반 예상값 / 미측정 / A/B 미선정 / ○=0, ◐=1, ●=2 (총 6점)</a:t>
            </a:r>
            <a:endParaRPr lang="ko-KR">
              <a:latin typeface="Calibri"/>
              <a:ea typeface="Calibri"/>
              <a:cs typeface="Calibri"/>
            </a:endParaRPr>
          </a:p>
        </p:txBody>
      </p:sp>
      <p:sp>
        <p:nvSpPr>
          <p:cNvPr id="128" name="page">
            <a:extLst>
              <a:ext uri="{FF2B5EF4-FFF2-40B4-BE49-F238E27FC236}">
                <ns2:creationId id="{D544E002-0C58-484B-84E4-871172709361}"/>
              </a:ext>
            </a:extLst>
          </p:cNvPr>
          <p:cNvSpPr>
            <a:spLocks noGrp="1"/>
          </p:cNvSpPr>
          <p:nvPr/>
        </p:nvSpPr>
        <p:spPr>
          <a:xfrm>
            <a:off x="16992600" y="10020300"/>
            <a:ext cx="1143000" cy="228600"/>
          </a:xfrm>
          <a:prstGeom prst="rect">
            <a:avLst/>
          </a:prstGeom>
          <a:noFill/>
          <a:ln w="0">
            <a:noFill/>
            <a:prstDash val="solid"/>
          </a:ln>
        </p:spPr>
        <p:txBody>
          <a:bodyPr wrap="none" lIns="38100" tIns="19050" rIns="38100" bIns="19050" anchor="ctr">
            <a:noAutofit/>
          </a:bodyPr>
          <a:lstStyle>
            <a:defPPr algn="r">
              <a:defRPr sz="1100" b="0" lang="ko-KR">
                <a:solidFill>
                  <a:srgbClr val="000000"/>
                </a:solidFill>
                <a:latin typeface="Calibri"/>
                <a:ea typeface="Calibri"/>
                <a:cs typeface="Calibri"/>
              </a:defRPr>
            </a:defPPr>
          </a:lstStyle>
          <a:p>
            <a:pPr algn="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23 / 49</a:t>
            </a:r>
            <a:endParaRPr lang="ko-KR">
              <a:latin typeface="Calibri"/>
              <a:ea typeface="Calibri"/>
              <a:cs typeface="Calibri"/>
            </a:endParaRPr>
          </a:p>
        </p:txBody>
      </p:sp>
      <p:sp>
        <p:nvSpPr>
          <p:cNvPr id="129" name="Ascene">
            <a:extLst>
              <a:ext uri="{FF2B5EF4-FFF2-40B4-BE49-F238E27FC236}">
                <ns2:creationId id="{13F98674-4429-4DA0-859D-12BD06074B2B}"/>
              </a:ext>
            </a:extLst>
          </p:cNvPr>
          <p:cNvSpPr>
            <a:spLocks noGrp="1"/>
          </p:cNvSpPr>
          <p:nvPr/>
        </p:nvSpPr>
        <p:spPr>
          <a:xfrm>
            <a:off x="1123950" y="1971675"/>
            <a:ext cx="8334375" cy="238125"/>
          </a:xfrm>
          <a:prstGeom prst="rect">
            <a:avLst/>
          </a:prstGeom>
          <a:noFill/>
          <a:ln w="0">
            <a:noFill/>
            <a:prstDash val="solid"/>
          </a:ln>
        </p:spPr>
        <p:txBody>
          <a:bodyPr wrap="none" lIns="38100" tIns="19050" rIns="38100" bIns="19050" anchor="ctr">
            <a:noAutofit/>
          </a:bodyPr>
          <a:lstStyle>
            <a:defPPr algn="l">
              <a:defRPr sz="1300" b="0" lang="ko-KR">
                <a:solidFill>
                  <a:srgbClr val="000000"/>
                </a:solidFill>
                <a:latin typeface="Calibri"/>
                <a:ea typeface="Calibri"/>
                <a:cs typeface="Calibri"/>
              </a:defRPr>
            </a:defPPr>
          </a:lstStyle>
          <a:p>
            <a:pPr algn="l">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같은 요청: “지난번 설명한 기준에 제품 비교와 견적을 맞춰줘”</a:t>
            </a:r>
            <a:endParaRPr lang="ko-KR">
              <a:latin typeface="Calibri"/>
              <a:ea typeface="Calibri"/>
              <a:cs typeface="Calibri"/>
            </a:endParaRPr>
          </a:p>
        </p:txBody>
      </p:sp>
      <p:sp>
        <p:nvSpPr>
          <p:cNvPr id="130" name="Atool">
            <a:extLst>
              <a:ext uri="{FF2B5EF4-FFF2-40B4-BE49-F238E27FC236}">
                <ns2:creationId id="{9591F0E7-0BDD-465F-B1E0-4BC9C6552D08}"/>
              </a:ext>
            </a:extLst>
          </p:cNvPr>
          <p:cNvSpPr>
            <a:spLocks noGrp="1"/>
          </p:cNvSpPr>
          <p:nvPr/>
        </p:nvSpPr>
        <p:spPr>
          <a:xfrm>
            <a:off x="1257300" y="2581275"/>
            <a:ext cx="2152650" cy="247650"/>
          </a:xfrm>
          <a:prstGeom prst="roundRect">
            <a:avLst>
              <a:gd name="adj" fmla="val 30769"/>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Read Tool Runner</a:t>
            </a:r>
            <a:endParaRPr lang="ko-KR">
              <a:latin typeface="Calibri"/>
              <a:ea typeface="Calibri"/>
              <a:cs typeface="Calibri"/>
            </a:endParaRPr>
          </a:p>
        </p:txBody>
      </p:sp>
      <p:sp>
        <p:nvSpPr>
          <p:cNvPr id="131" name="Adelivery">
            <a:extLst>
              <a:ext uri="{FF2B5EF4-FFF2-40B4-BE49-F238E27FC236}">
                <ns2:creationId id="{05AF31FF-E94E-4EEA-A7E2-83E427802978}"/>
              </a:ext>
            </a:extLst>
          </p:cNvPr>
          <p:cNvSpPr>
            <a:spLocks noGrp="1"/>
          </p:cNvSpPr>
          <p:nvPr/>
        </p:nvSpPr>
        <p:spPr>
          <a:xfrm>
            <a:off x="4095750" y="2581275"/>
            <a:ext cx="2343150" cy="247650"/>
          </a:xfrm>
          <a:prstGeom prst="roundRect">
            <a:avLst>
              <a:gd name="adj" fmla="val 30769"/>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원문 / 실제 전달 read port</a:t>
            </a:r>
            <a:endParaRPr lang="ko-KR">
              <a:latin typeface="Calibri"/>
              <a:ea typeface="Calibri"/>
              <a:cs typeface="Calibri"/>
            </a:endParaRPr>
          </a:p>
        </p:txBody>
      </p:sp>
      <p:sp>
        <p:nvSpPr>
          <p:cNvPr id="132" name="Atask">
            <a:extLst>
              <a:ext uri="{FF2B5EF4-FFF2-40B4-BE49-F238E27FC236}">
                <ns2:creationId id="{15064A24-7FC2-4EB7-B483-9E5877C10C78}"/>
              </a:ext>
            </a:extLst>
          </p:cNvPr>
          <p:cNvSpPr>
            <a:spLocks noGrp="1"/>
          </p:cNvSpPr>
          <p:nvPr/>
        </p:nvSpPr>
        <p:spPr>
          <a:xfrm>
            <a:off x="7143750" y="2581275"/>
            <a:ext cx="2133600" cy="247650"/>
          </a:xfrm>
          <a:prstGeom prst="roundRect">
            <a:avLst>
              <a:gd name="adj" fmla="val 30769"/>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Task / 결과 read port</a:t>
            </a:r>
            <a:endParaRPr lang="ko-KR">
              <a:latin typeface="Calibri"/>
              <a:ea typeface="Calibri"/>
              <a:cs typeface="Calibri"/>
            </a:endParaRPr>
          </a:p>
        </p:txBody>
      </p:sp>
      <p:sp>
        <p:nvSpPr>
          <p:cNvPr id="133" name="Acommon">
            <a:extLst>
              <a:ext uri="{FF2B5EF4-FFF2-40B4-BE49-F238E27FC236}">
                <ns2:creationId id="{25613257-0B26-41D9-AF1F-8103AA9C4697}"/>
              </a:ext>
            </a:extLst>
          </p:cNvPr>
          <p:cNvSpPr>
            <a:spLocks noGrp="1"/>
          </p:cNvSpPr>
          <p:nvPr/>
        </p:nvSpPr>
        <p:spPr>
          <a:xfrm>
            <a:off x="1200150" y="6562725"/>
            <a:ext cx="8191500" cy="409575"/>
          </a:xfrm>
          <a:prstGeom prst="rect">
            <a:avLst/>
          </a:prstGeom>
          <a:no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공통: Model Access / Policy Manager / Request Controller의 입력 이력과 채택</a:t>
            </a:r>
            <a:endParaRPr lang="ko-KR">
              <a:latin typeface="Calibri"/>
              <a:ea typeface="Calibri"/>
              <a:cs typeface="Calibri"/>
            </a:endParaRPr>
          </a:p>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긴 읽기는 비동기 실행. 원본의 실제 전달 범위, 버전과 현재 사용권을 확인</a:t>
            </a:r>
            <a:endParaRPr lang="ko-KR">
              <a:latin typeface="Calibri"/>
              <a:ea typeface="Calibri"/>
              <a:cs typeface="Calibri"/>
            </a:endParaRPr>
          </a:p>
        </p:txBody>
      </p:sp>
      <p:sp>
        <p:nvSpPr>
          <p:cNvPr id="134" name="Aplanner">
            <a:extLst>
              <a:ext uri="{FF2B5EF4-FFF2-40B4-BE49-F238E27FC236}">
                <ns2:creationId id="{B093CE2C-67B5-4CA9-9464-36F9874C09E9}"/>
              </a:ext>
            </a:extLst>
          </p:cNvPr>
          <p:cNvSpPr>
            <a:spLocks noGrp="1"/>
          </p:cNvSpPr>
          <p:nvPr/>
        </p:nvSpPr>
        <p:spPr>
          <a:xfrm>
            <a:off x="1447800" y="3857625"/>
            <a:ext cx="2143125" cy="438150"/>
          </a:xfrm>
          <a:prstGeom prst="roundRect">
            <a:avLst>
              <a:gd name="adj" fmla="val 17391"/>
            </a:avLst>
          </a:prstGeom>
          <a:solidFill>
            <a:srgbClr val="FFF4D7"/>
          </a:solidFill>
          <a:ln w="10478">
            <a:solidFill>
              <a:srgbClr val="000000"/>
            </a:solidFill>
            <a:prstDash val="solid"/>
          </a:ln>
        </p:spPr>
        <p:txBody>
          <a:bodyPr wrap="none" lIns="38100" tIns="19050" rIns="38100" bIns="19050" anchor="ctr">
            <a:noAutofit/>
          </a:bodyPr>
          <a:lstStyle>
            <a:defPPr algn="ctr">
              <a:defRPr sz="1200" b="0" lang="ko-KR">
                <a:solidFill>
                  <a:srgbClr val="000000"/>
                </a:solidFill>
                <a:latin typeface="Calibri"/>
                <a:ea typeface="Calibri"/>
                <a:cs typeface="Calibri"/>
              </a:defRPr>
            </a:defPPr>
          </a:lstStyle>
          <a:p>
            <a:pPr algn="ctr">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Read Pump / Planner</a:t>
            </a:r>
            <a:endParaRPr lang="ko-KR">
              <a:latin typeface="Calibri"/>
              <a:ea typeface="Calibri"/>
              <a:cs typeface="Calibri"/>
            </a:endParaRPr>
          </a:p>
        </p:txBody>
      </p:sp>
      <p:sp>
        <p:nvSpPr>
          <p:cNvPr id="135" name="Abroker">
            <a:extLst>
              <a:ext uri="{FF2B5EF4-FFF2-40B4-BE49-F238E27FC236}">
                <ns2:creationId id="{6A7AA89F-508A-439B-9E35-4063E14D5AF5}"/>
              </a:ext>
            </a:extLst>
          </p:cNvPr>
          <p:cNvSpPr>
            <a:spLocks noGrp="1"/>
          </p:cNvSpPr>
          <p:nvPr/>
        </p:nvSpPr>
        <p:spPr>
          <a:xfrm>
            <a:off x="4152900" y="3857625"/>
            <a:ext cx="2143125" cy="438150"/>
          </a:xfrm>
          <a:prstGeom prst="roundRect">
            <a:avLst>
              <a:gd name="adj" fmla="val 17391"/>
            </a:avLst>
          </a:prstGeom>
          <a:solidFill>
            <a:srgbClr val="FFF4D7"/>
          </a:solidFill>
          <a:ln w="10478">
            <a:solidFill>
              <a:srgbClr val="000000"/>
            </a:solidFill>
            <a:prstDash val="solid"/>
          </a:ln>
        </p:spPr>
        <p:txBody>
          <a:bodyPr wrap="none" lIns="38100" tIns="19050" rIns="38100" bIns="19050" anchor="ctr">
            <a:noAutofit/>
          </a:bodyPr>
          <a:lstStyle>
            <a:defPPr algn="ctr">
              <a:defRPr sz="1200" b="0" lang="ko-KR">
                <a:solidFill>
                  <a:srgbClr val="000000"/>
                </a:solidFill>
                <a:latin typeface="Calibri"/>
                <a:ea typeface="Calibri"/>
                <a:cs typeface="Calibri"/>
              </a:defRPr>
            </a:defPPr>
          </a:lstStyle>
          <a:p>
            <a:pPr algn="ctr">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Owner Read Broker</a:t>
            </a:r>
            <a:endParaRPr lang="ko-KR">
              <a:latin typeface="Calibri"/>
              <a:ea typeface="Calibri"/>
              <a:cs typeface="Calibri"/>
            </a:endParaRPr>
          </a:p>
        </p:txBody>
      </p:sp>
      <p:sp>
        <p:nvSpPr>
          <p:cNvPr id="136" name="Abuilder">
            <a:extLst>
              <a:ext uri="{FF2B5EF4-FFF2-40B4-BE49-F238E27FC236}">
                <ns2:creationId id="{936E25E2-F58B-463C-8645-74E6976A3946}"/>
              </a:ext>
            </a:extLst>
          </p:cNvPr>
          <p:cNvSpPr>
            <a:spLocks noGrp="1"/>
          </p:cNvSpPr>
          <p:nvPr/>
        </p:nvSpPr>
        <p:spPr>
          <a:xfrm>
            <a:off x="6838950" y="3857625"/>
            <a:ext cx="2238375" cy="438150"/>
          </a:xfrm>
          <a:prstGeom prst="roundRect">
            <a:avLst>
              <a:gd name="adj" fmla="val 17391"/>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Bundle Builder / Use Guard</a:t>
            </a:r>
            <a:endParaRPr lang="ko-KR">
              <a:latin typeface="Calibri"/>
              <a:ea typeface="Calibri"/>
              <a:cs typeface="Calibri"/>
            </a:endParaRPr>
          </a:p>
        </p:txBody>
      </p:sp>
      <p:sp>
        <p:nvSpPr>
          <p:cNvPr id="137" name="Aevidence">
            <a:extLst>
              <a:ext uri="{FF2B5EF4-FFF2-40B4-BE49-F238E27FC236}">
                <ns2:creationId id="{0F8EB43B-F86C-442E-94F3-62E0050C1428}"/>
              </a:ext>
            </a:extLst>
          </p:cNvPr>
          <p:cNvSpPr>
            <a:spLocks noGrp="1"/>
          </p:cNvSpPr>
          <p:nvPr/>
        </p:nvSpPr>
        <p:spPr>
          <a:xfrm>
            <a:off x="4152900" y="4791075"/>
            <a:ext cx="2143125" cy="371475"/>
          </a:xfrm>
          <a:prstGeom prst="can">
            <a:avLst>
              <a:gd name="adj" fmla="val 9000"/>
            </a:avLst>
          </a:prstGeom>
          <a:solidFill>
            <a:srgbClr val="FFF4D7"/>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Request Evidence Set / RAM</a:t>
            </a:r>
            <a:endParaRPr lang="ko-KR">
              <a:latin typeface="Calibri"/>
              <a:ea typeface="Calibri"/>
              <a:cs typeface="Calibri"/>
            </a:endParaRPr>
          </a:p>
        </p:txBody>
      </p:sp>
      <p:sp>
        <p:nvSpPr>
          <p:cNvPr id="138" name="Ajobs">
            <a:extLst>
              <a:ext uri="{FF2B5EF4-FFF2-40B4-BE49-F238E27FC236}">
                <ns2:creationId id="{D15C99E7-ACAE-4A0F-A7A7-5DB487EE4310}"/>
              </a:ext>
            </a:extLst>
          </p:cNvPr>
          <p:cNvSpPr>
            <a:spLocks noGrp="1"/>
          </p:cNvSpPr>
          <p:nvPr/>
        </p:nvSpPr>
        <p:spPr>
          <a:xfrm>
            <a:off x="6838950" y="4791075"/>
            <a:ext cx="2238375" cy="371475"/>
          </a:xfrm>
          <a:prstGeom prst="can">
            <a:avLst>
              <a:gd name="adj" fmla="val 9000"/>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Read Job Index / RAM</a:t>
            </a:r>
            <a:endParaRPr lang="ko-KR">
              <a:latin typeface="Calibri"/>
              <a:ea typeface="Calibri"/>
              <a:cs typeface="Calibri"/>
            </a:endParaRPr>
          </a:p>
        </p:txBody>
      </p:sp>
      <p:sp>
        <p:nvSpPr>
          <p:cNvPr id="139" name="Acache">
            <a:extLst>
              <a:ext uri="{FF2B5EF4-FFF2-40B4-BE49-F238E27FC236}">
                <ns2:creationId id="{FBA75E83-ABAB-4E1D-AAA6-CE021408E9CB}"/>
              </a:ext>
            </a:extLst>
          </p:cNvPr>
          <p:cNvSpPr>
            <a:spLocks noGrp="1"/>
          </p:cNvSpPr>
          <p:nvPr/>
        </p:nvSpPr>
        <p:spPr>
          <a:xfrm>
            <a:off x="1447800" y="5753100"/>
            <a:ext cx="2143125" cy="476250"/>
          </a:xfrm>
          <a:prstGeom prst="can">
            <a:avLst>
              <a:gd name="adj" fmla="val 9000"/>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Source View Cache</a:t>
            </a:r>
            <a:endParaRPr lang="ko-KR">
              <a:latin typeface="Calibri"/>
              <a:ea typeface="Calibri"/>
              <a:cs typeface="Calibri"/>
            </a:endParaRPr>
          </a:p>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검증한 발췌와 관계</a:t>
            </a:r>
            <a:endParaRPr lang="ko-KR">
              <a:latin typeface="Calibri"/>
              <a:ea typeface="Calibri"/>
              <a:cs typeface="Calibri"/>
            </a:endParaRPr>
          </a:p>
        </p:txBody>
      </p:sp>
      <p:sp>
        <p:nvSpPr>
          <p:cNvPr id="140" name="Ainvalid">
            <a:extLst>
              <a:ext uri="{FF2B5EF4-FFF2-40B4-BE49-F238E27FC236}">
                <ns2:creationId id="{445F34A1-27F2-462D-82DD-BF2051688B34}"/>
              </a:ext>
            </a:extLst>
          </p:cNvPr>
          <p:cNvSpPr>
            <a:spLocks noGrp="1"/>
          </p:cNvSpPr>
          <p:nvPr/>
        </p:nvSpPr>
        <p:spPr>
          <a:xfrm>
            <a:off x="4152900" y="5753100"/>
            <a:ext cx="2143125" cy="476250"/>
          </a:xfrm>
          <a:prstGeom prst="roundRect">
            <a:avLst>
              <a:gd name="adj" fmla="val 16000"/>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Invalidation Handler</a:t>
            </a:r>
            <a:endParaRPr lang="ko-KR">
              <a:latin typeface="Calibri"/>
              <a:ea typeface="Calibri"/>
              <a:cs typeface="Calibri"/>
            </a:endParaRPr>
          </a:p>
        </p:txBody>
      </p:sp>
      <p:sp>
        <p:nvSpPr>
          <p:cNvPr id="141" name="Achange">
            <a:extLst>
              <a:ext uri="{FF2B5EF4-FFF2-40B4-BE49-F238E27FC236}">
                <ns2:creationId id="{AB099F9D-8A19-4202-AD49-4E291FF5DDDC}"/>
              </a:ext>
            </a:extLst>
          </p:cNvPr>
          <p:cNvSpPr>
            <a:spLocks noGrp="1"/>
          </p:cNvSpPr>
          <p:nvPr/>
        </p:nvSpPr>
        <p:spPr>
          <a:xfrm>
            <a:off x="6838950" y="5753100"/>
            <a:ext cx="2238375" cy="476250"/>
          </a:xfrm>
          <a:prstGeom prst="can">
            <a:avLst>
              <a:gd name="adj" fmla="val 9000"/>
            </a:avLst>
          </a:prstGeom>
          <a:solidFill>
            <a:srgbClr val="FFFFFF"/>
          </a:solidFill>
          <a:ln w="10478">
            <a:solidFill>
              <a:srgbClr val="000000"/>
            </a:solidFill>
            <a:prstDash val="solid"/>
          </a:ln>
        </p:spPr>
        <p:txBody>
          <a:bodyPr wrap="none" lIns="38100" tIns="19050" rIns="38100" bIns="19050" anchor="ctr">
            <a:noAutofit/>
          </a:bodyPr>
          <a:lstStyle>
            <a:defPPr algn="ctr">
              <a:defRPr sz="1200" b="0" lang="ko-KR">
                <a:solidFill>
                  <a:srgbClr val="000000"/>
                </a:solidFill>
                <a:latin typeface="Calibri"/>
                <a:ea typeface="Calibri"/>
                <a:cs typeface="Calibri"/>
              </a:defRPr>
            </a:defPPr>
          </a:lstStyle>
          <a:p>
            <a:pPr algn="ctr">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Change Inbox</a:t>
            </a:r>
            <a:endParaRPr lang="ko-KR">
              <a:latin typeface="Calibri"/>
              <a:ea typeface="Calibri"/>
              <a:cs typeface="Calibri"/>
            </a:endParaRPr>
          </a:p>
        </p:txBody>
      </p:sp>
      <p:sp>
        <p:nvSpPr>
          <p:cNvPr id="142" name="As1-num">
            <a:extLst>
              <a:ext uri="{FF2B5EF4-FFF2-40B4-BE49-F238E27FC236}">
                <ns2:creationId id="{003AABF9-FFEF-41B1-A8A1-94D6A749A353}"/>
              </a:ext>
            </a:extLst>
          </p:cNvPr>
          <p:cNvSpPr>
            <a:spLocks noGrp="1"/>
          </p:cNvSpPr>
          <p:nvPr/>
        </p:nvSpPr>
        <p:spPr>
          <a:xfrm>
            <a:off x="1314450" y="292417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1</a:t>
            </a:r>
            <a:endParaRPr lang="ko-KR">
              <a:latin typeface="Calibri"/>
              <a:ea typeface="Calibri"/>
              <a:cs typeface="Calibri"/>
            </a:endParaRPr>
          </a:p>
        </p:txBody>
      </p:sp>
      <p:sp>
        <p:nvSpPr>
          <p:cNvPr id="143" name="As1-label">
            <a:extLst>
              <a:ext uri="{FF2B5EF4-FFF2-40B4-BE49-F238E27FC236}">
                <ns2:creationId id="{0047A233-819A-4D10-9C04-118A1B2B3BA3}"/>
              </a:ext>
            </a:extLst>
          </p:cNvPr>
          <p:cNvSpPr>
            <a:spLocks noGrp="1"/>
          </p:cNvSpPr>
          <p:nvPr/>
        </p:nvSpPr>
        <p:spPr>
          <a:xfrm>
            <a:off x="1524000" y="2914650"/>
            <a:ext cx="152400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현재 Query</a:t>
            </a:r>
            <a:endParaRPr lang="ko-KR">
              <a:latin typeface="Calibri"/>
              <a:ea typeface="Calibri"/>
              <a:cs typeface="Calibri"/>
            </a:endParaRPr>
          </a:p>
        </p:txBody>
      </p:sp>
      <p:sp>
        <p:nvSpPr>
          <p:cNvPr id="144" name="As2-num">
            <a:extLst>
              <a:ext uri="{FF2B5EF4-FFF2-40B4-BE49-F238E27FC236}">
                <ns2:creationId id="{4167A74A-7FED-4887-9AA6-0DD115AD5C2D}"/>
              </a:ext>
            </a:extLst>
          </p:cNvPr>
          <p:cNvSpPr>
            <a:spLocks noGrp="1"/>
          </p:cNvSpPr>
          <p:nvPr/>
        </p:nvSpPr>
        <p:spPr>
          <a:xfrm>
            <a:off x="3762375" y="356235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2</a:t>
            </a:r>
            <a:endParaRPr lang="ko-KR">
              <a:latin typeface="Calibri"/>
              <a:ea typeface="Calibri"/>
              <a:cs typeface="Calibri"/>
            </a:endParaRPr>
          </a:p>
        </p:txBody>
      </p:sp>
      <p:sp>
        <p:nvSpPr>
          <p:cNvPr id="145" name="As2-label">
            <a:extLst>
              <a:ext uri="{FF2B5EF4-FFF2-40B4-BE49-F238E27FC236}">
                <ns2:creationId id="{0896411D-3FF2-4A4B-B3C1-97C62FF96253}"/>
              </a:ext>
            </a:extLst>
          </p:cNvPr>
          <p:cNvSpPr>
            <a:spLocks noGrp="1"/>
          </p:cNvSpPr>
          <p:nvPr/>
        </p:nvSpPr>
        <p:spPr>
          <a:xfrm>
            <a:off x="3971925" y="3552825"/>
            <a:ext cx="142875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원본 읽기</a:t>
            </a:r>
            <a:endParaRPr lang="ko-KR">
              <a:latin typeface="Calibri"/>
              <a:ea typeface="Calibri"/>
              <a:cs typeface="Calibri"/>
            </a:endParaRPr>
          </a:p>
        </p:txBody>
      </p:sp>
      <p:sp>
        <p:nvSpPr>
          <p:cNvPr id="146" name="As3-num">
            <a:extLst>
              <a:ext uri="{FF2B5EF4-FFF2-40B4-BE49-F238E27FC236}">
                <ns2:creationId id="{14E6F3D1-F4B7-4D93-906F-1905CE7C7495}"/>
              </a:ext>
            </a:extLst>
          </p:cNvPr>
          <p:cNvSpPr>
            <a:spLocks noGrp="1"/>
          </p:cNvSpPr>
          <p:nvPr/>
        </p:nvSpPr>
        <p:spPr>
          <a:xfrm>
            <a:off x="4152900" y="448627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3</a:t>
            </a:r>
            <a:endParaRPr lang="ko-KR">
              <a:latin typeface="Calibri"/>
              <a:ea typeface="Calibri"/>
              <a:cs typeface="Calibri"/>
            </a:endParaRPr>
          </a:p>
        </p:txBody>
      </p:sp>
      <p:sp>
        <p:nvSpPr>
          <p:cNvPr id="147" name="As3-label">
            <a:extLst>
              <a:ext uri="{FF2B5EF4-FFF2-40B4-BE49-F238E27FC236}">
                <ns2:creationId id="{35D0D342-DD6C-4F38-BA31-7878B68E2099}"/>
              </a:ext>
            </a:extLst>
          </p:cNvPr>
          <p:cNvSpPr>
            <a:spLocks noGrp="1"/>
          </p:cNvSpPr>
          <p:nvPr/>
        </p:nvSpPr>
        <p:spPr>
          <a:xfrm>
            <a:off x="4362450" y="4476750"/>
            <a:ext cx="200025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완료를 read에 반영</a:t>
            </a:r>
            <a:endParaRPr lang="ko-KR">
              <a:latin typeface="Calibri"/>
              <a:ea typeface="Calibri"/>
              <a:cs typeface="Calibri"/>
            </a:endParaRPr>
          </a:p>
        </p:txBody>
      </p:sp>
      <p:sp>
        <p:nvSpPr>
          <p:cNvPr id="148" name="As4-num">
            <a:extLst>
              <a:ext uri="{FF2B5EF4-FFF2-40B4-BE49-F238E27FC236}">
                <ns2:creationId id="{D9CA94E0-6814-42F0-A875-9819CFEAFE20}"/>
              </a:ext>
            </a:extLst>
          </p:cNvPr>
          <p:cNvSpPr>
            <a:spLocks noGrp="1"/>
          </p:cNvSpPr>
          <p:nvPr/>
        </p:nvSpPr>
        <p:spPr>
          <a:xfrm>
            <a:off x="6810375" y="448627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4</a:t>
            </a:r>
            <a:endParaRPr lang="ko-KR">
              <a:latin typeface="Calibri"/>
              <a:ea typeface="Calibri"/>
              <a:cs typeface="Calibri"/>
            </a:endParaRPr>
          </a:p>
        </p:txBody>
      </p:sp>
      <p:sp>
        <p:nvSpPr>
          <p:cNvPr id="149" name="As4-label">
            <a:extLst>
              <a:ext uri="{FF2B5EF4-FFF2-40B4-BE49-F238E27FC236}">
                <ns2:creationId id="{AECFF502-A823-4428-ADD6-F33BBE27E61D}"/>
              </a:ext>
            </a:extLst>
          </p:cNvPr>
          <p:cNvSpPr>
            <a:spLocks noGrp="1"/>
          </p:cNvSpPr>
          <p:nvPr/>
        </p:nvSpPr>
        <p:spPr>
          <a:xfrm>
            <a:off x="7019925" y="4476750"/>
            <a:ext cx="2047875"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범위와 버전 조합</a:t>
            </a:r>
            <a:endParaRPr lang="ko-KR">
              <a:latin typeface="Calibri"/>
              <a:ea typeface="Calibri"/>
              <a:cs typeface="Calibri"/>
            </a:endParaRPr>
          </a:p>
        </p:txBody>
      </p:sp>
      <p:sp>
        <p:nvSpPr>
          <p:cNvPr id="150" name="As5-num">
            <a:extLst>
              <a:ext uri="{FF2B5EF4-FFF2-40B4-BE49-F238E27FC236}">
                <ns2:creationId id="{D73DCFC3-56AB-43D7-8BA0-F6DE5EBD385D}"/>
              </a:ext>
            </a:extLst>
          </p:cNvPr>
          <p:cNvSpPr>
            <a:spLocks noGrp="1"/>
          </p:cNvSpPr>
          <p:nvPr/>
        </p:nvSpPr>
        <p:spPr>
          <a:xfrm>
            <a:off x="6505575" y="292417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5</a:t>
            </a:r>
            <a:endParaRPr lang="ko-KR">
              <a:latin typeface="Calibri"/>
              <a:ea typeface="Calibri"/>
              <a:cs typeface="Calibri"/>
            </a:endParaRPr>
          </a:p>
        </p:txBody>
      </p:sp>
      <p:sp>
        <p:nvSpPr>
          <p:cNvPr id="151" name="As5-label">
            <a:extLst>
              <a:ext uri="{FF2B5EF4-FFF2-40B4-BE49-F238E27FC236}">
                <ns2:creationId id="{DE3D7356-67C9-4407-958D-1CE2A3B92C6D}"/>
              </a:ext>
            </a:extLst>
          </p:cNvPr>
          <p:cNvSpPr>
            <a:spLocks noGrp="1"/>
          </p:cNvSpPr>
          <p:nvPr/>
        </p:nvSpPr>
        <p:spPr>
          <a:xfrm>
            <a:off x="6715125" y="2914650"/>
            <a:ext cx="266700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Bundle + 읽은 범위 반환</a:t>
            </a:r>
            <a:endParaRPr lang="ko-KR">
              <a:latin typeface="Calibri"/>
              <a:ea typeface="Calibri"/>
              <a:cs typeface="Calibri"/>
            </a:endParaRPr>
          </a:p>
        </p:txBody>
      </p:sp>
      <p:sp>
        <p:nvSpPr>
          <p:cNvPr id="152" name="Acachelabel">
            <a:extLst>
              <a:ext uri="{FF2B5EF4-FFF2-40B4-BE49-F238E27FC236}">
                <ns2:creationId id="{53205BDD-5683-4424-BBAD-462E4861F5D3}"/>
              </a:ext>
            </a:extLst>
          </p:cNvPr>
          <p:cNvSpPr>
            <a:spLocks noGrp="1"/>
          </p:cNvSpPr>
          <p:nvPr/>
        </p:nvSpPr>
        <p:spPr>
          <a:xfrm>
            <a:off x="1409700" y="5410200"/>
            <a:ext cx="2476500" cy="238125"/>
          </a:xfrm>
          <a:prstGeom prst="rect">
            <a:avLst/>
          </a:prstGeom>
          <a:no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유효 cache 재사용 / 부분 갱신</a:t>
            </a:r>
            <a:endParaRPr lang="ko-KR">
              <a:latin typeface="Calibri"/>
              <a:ea typeface="Calibri"/>
              <a:cs typeface="Calibri"/>
            </a:endParaRPr>
          </a:p>
        </p:txBody>
      </p:sp>
      <p:sp>
        <p:nvSpPr>
          <p:cNvPr id="153" name="Astate-note">
            <a:extLst>
              <a:ext uri="{FF2B5EF4-FFF2-40B4-BE49-F238E27FC236}">
                <ns2:creationId id="{BE0AAABA-96B0-4742-A9D8-890870658395}"/>
              </a:ext>
            </a:extLst>
          </p:cNvPr>
          <p:cNvSpPr>
            <a:spLocks noGrp="1"/>
          </p:cNvSpPr>
          <p:nvPr/>
        </p:nvSpPr>
        <p:spPr>
          <a:xfrm>
            <a:off x="6696075" y="5353050"/>
            <a:ext cx="2381250" cy="247650"/>
          </a:xfrm>
          <a:prstGeom prst="rect">
            <a:avLst/>
          </a:prstGeom>
          <a:noFill/>
          <a:ln w="0">
            <a:noFill/>
            <a:prstDash val="solid"/>
          </a:ln>
        </p:spPr>
        <p:txBody>
          <a:bodyPr wrap="none" lIns="38100" tIns="19050" rIns="38100" bIns="19050" anchor="ctr">
            <a:noAutofit/>
          </a:bodyPr>
          <a:lstStyle>
            <a:defPPr algn="l">
              <a:defRPr sz="1100" b="0" lang="ko-KR">
                <a:solidFill>
                  <a:srgbClr val="C62525"/>
                </a:solidFill>
                <a:latin typeface="Calibri"/>
                <a:ea typeface="Calibri"/>
                <a:cs typeface="Calibri"/>
              </a:defRPr>
            </a:defPPr>
          </a:lstStyle>
          <a:p>
            <a:pPr algn="l">
              <a:lnSpc>
                <a:spcPct val="100000"/>
              </a:lnSpc>
              <a:buNone/>
              <a:defRPr sz="1100" b="0" lang="ko-KR">
                <a:solidFill>
                  <a:srgbClr val="C62525"/>
                </a:solidFill>
                <a:latin typeface="Calibri"/>
                <a:ea typeface="Calibri"/>
                <a:cs typeface="Calibri"/>
              </a:defRPr>
            </a:pPr>
            <a:r>
              <a:rPr sz="1100" b="0" lang="ko-KR">
                <a:solidFill>
                  <a:srgbClr val="C62525"/>
                </a:solidFill>
                <a:latin typeface="Calibri"/>
                <a:ea typeface="Calibri"/>
                <a:cs typeface="Calibri"/>
              </a:rPr>
              <a:t>변경 / 철회 시 사용 차단</a:t>
            </a:r>
            <a:endParaRPr lang="ko-KR">
              <a:latin typeface="Calibri"/>
              <a:ea typeface="Calibri"/>
              <a:cs typeface="Calibri"/>
            </a:endParaRPr>
          </a:p>
        </p:txBody>
      </p:sp>
      <p:sp>
        <p:nvSpPr>
          <p:cNvPr id="154" name="Bscene">
            <a:extLst>
              <a:ext uri="{FF2B5EF4-FFF2-40B4-BE49-F238E27FC236}">
                <ns2:creationId id="{10129CC9-A834-40CB-A6D9-54EA41C982ED}"/>
              </a:ext>
            </a:extLst>
          </p:cNvPr>
          <p:cNvSpPr>
            <a:spLocks noGrp="1"/>
          </p:cNvSpPr>
          <p:nvPr/>
        </p:nvSpPr>
        <p:spPr>
          <a:xfrm>
            <a:off x="9696450" y="1971675"/>
            <a:ext cx="8334375" cy="238125"/>
          </a:xfrm>
          <a:prstGeom prst="rect">
            <a:avLst/>
          </a:prstGeom>
          <a:noFill/>
          <a:ln w="0">
            <a:noFill/>
            <a:prstDash val="solid"/>
          </a:ln>
        </p:spPr>
        <p:txBody>
          <a:bodyPr wrap="none" lIns="38100" tIns="19050" rIns="38100" bIns="19050" anchor="ctr">
            <a:noAutofit/>
          </a:bodyPr>
          <a:lstStyle>
            <a:defPPr algn="l">
              <a:defRPr sz="1300" b="0" lang="ko-KR">
                <a:solidFill>
                  <a:srgbClr val="000000"/>
                </a:solidFill>
                <a:latin typeface="Calibri"/>
                <a:ea typeface="Calibri"/>
                <a:cs typeface="Calibri"/>
              </a:defRPr>
            </a:defPPr>
          </a:lstStyle>
          <a:p>
            <a:pPr algn="l">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같은 요청: “지난번 설명한 기준에 제품 비교와 견적을 맞춰줘”</a:t>
            </a:r>
            <a:endParaRPr lang="ko-KR">
              <a:latin typeface="Calibri"/>
              <a:ea typeface="Calibri"/>
              <a:cs typeface="Calibri"/>
            </a:endParaRPr>
          </a:p>
        </p:txBody>
      </p:sp>
      <p:sp>
        <p:nvSpPr>
          <p:cNvPr id="155" name="Btool">
            <a:extLst>
              <a:ext uri="{FF2B5EF4-FFF2-40B4-BE49-F238E27FC236}">
                <ns2:creationId id="{A7383ADE-8FB7-481D-AB97-95A456C576FD}"/>
              </a:ext>
            </a:extLst>
          </p:cNvPr>
          <p:cNvSpPr>
            <a:spLocks noGrp="1"/>
          </p:cNvSpPr>
          <p:nvPr/>
        </p:nvSpPr>
        <p:spPr>
          <a:xfrm>
            <a:off x="9829800" y="2581275"/>
            <a:ext cx="2152650" cy="247650"/>
          </a:xfrm>
          <a:prstGeom prst="roundRect">
            <a:avLst>
              <a:gd name="adj" fmla="val 30769"/>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Read Tool Runner</a:t>
            </a:r>
            <a:endParaRPr lang="ko-KR">
              <a:latin typeface="Calibri"/>
              <a:ea typeface="Calibri"/>
              <a:cs typeface="Calibri"/>
            </a:endParaRPr>
          </a:p>
        </p:txBody>
      </p:sp>
      <p:sp>
        <p:nvSpPr>
          <p:cNvPr id="156" name="Bdelivery">
            <a:extLst>
              <a:ext uri="{FF2B5EF4-FFF2-40B4-BE49-F238E27FC236}">
                <ns2:creationId id="{9420A336-FADB-4595-AE24-902E36F6E1C1}"/>
              </a:ext>
            </a:extLst>
          </p:cNvPr>
          <p:cNvSpPr>
            <a:spLocks noGrp="1"/>
          </p:cNvSpPr>
          <p:nvPr/>
        </p:nvSpPr>
        <p:spPr>
          <a:xfrm>
            <a:off x="12668250" y="2581275"/>
            <a:ext cx="2343150" cy="247650"/>
          </a:xfrm>
          <a:prstGeom prst="roundRect">
            <a:avLst>
              <a:gd name="adj" fmla="val 30769"/>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원문 / 실제 전달 read port</a:t>
            </a:r>
            <a:endParaRPr lang="ko-KR">
              <a:latin typeface="Calibri"/>
              <a:ea typeface="Calibri"/>
              <a:cs typeface="Calibri"/>
            </a:endParaRPr>
          </a:p>
        </p:txBody>
      </p:sp>
      <p:sp>
        <p:nvSpPr>
          <p:cNvPr id="157" name="Btask">
            <a:extLst>
              <a:ext uri="{FF2B5EF4-FFF2-40B4-BE49-F238E27FC236}">
                <ns2:creationId id="{A9C3D5FF-E797-40AC-8E00-8641E9682C1F}"/>
              </a:ext>
            </a:extLst>
          </p:cNvPr>
          <p:cNvSpPr>
            <a:spLocks noGrp="1"/>
          </p:cNvSpPr>
          <p:nvPr/>
        </p:nvSpPr>
        <p:spPr>
          <a:xfrm>
            <a:off x="15716250" y="2581275"/>
            <a:ext cx="2133600" cy="247650"/>
          </a:xfrm>
          <a:prstGeom prst="roundRect">
            <a:avLst>
              <a:gd name="adj" fmla="val 30769"/>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Task / 결과 read port</a:t>
            </a:r>
            <a:endParaRPr lang="ko-KR">
              <a:latin typeface="Calibri"/>
              <a:ea typeface="Calibri"/>
              <a:cs typeface="Calibri"/>
            </a:endParaRPr>
          </a:p>
        </p:txBody>
      </p:sp>
      <p:sp>
        <p:nvSpPr>
          <p:cNvPr id="158" name="Bcommon">
            <a:extLst>
              <a:ext uri="{FF2B5EF4-FFF2-40B4-BE49-F238E27FC236}">
                <ns2:creationId id="{1114178A-BCF6-420F-B705-C9332084E556}"/>
              </a:ext>
            </a:extLst>
          </p:cNvPr>
          <p:cNvSpPr>
            <a:spLocks noGrp="1"/>
          </p:cNvSpPr>
          <p:nvPr/>
        </p:nvSpPr>
        <p:spPr>
          <a:xfrm>
            <a:off x="9772650" y="6562725"/>
            <a:ext cx="8191500" cy="409575"/>
          </a:xfrm>
          <a:prstGeom prst="rect">
            <a:avLst/>
          </a:prstGeom>
          <a:no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공통: Model Access / Policy Manager / Request Controller의 입력 이력과 채택</a:t>
            </a:r>
            <a:endParaRPr lang="ko-KR">
              <a:latin typeface="Calibri"/>
              <a:ea typeface="Calibri"/>
              <a:cs typeface="Calibri"/>
            </a:endParaRPr>
          </a:p>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긴 읽기는 비동기 실행. 원본의 실제 전달 범위, 버전과 현재 사용권을 확인</a:t>
            </a:r>
            <a:endParaRPr lang="ko-KR">
              <a:latin typeface="Calibri"/>
              <a:ea typeface="Calibri"/>
              <a:cs typeface="Calibri"/>
            </a:endParaRPr>
          </a:p>
        </p:txBody>
      </p:sp>
      <p:sp>
        <p:nvSpPr>
          <p:cNvPr id="159" name="Badmit">
            <a:extLst>
              <a:ext uri="{FF2B5EF4-FFF2-40B4-BE49-F238E27FC236}">
                <ns2:creationId id="{A053070F-456F-46BC-8169-35E19BF8F577}"/>
              </a:ext>
            </a:extLst>
          </p:cNvPr>
          <p:cNvSpPr>
            <a:spLocks noGrp="1"/>
          </p:cNvSpPr>
          <p:nvPr/>
        </p:nvSpPr>
        <p:spPr>
          <a:xfrm>
            <a:off x="10010775" y="3857625"/>
            <a:ext cx="1952625" cy="333375"/>
          </a:xfrm>
          <a:prstGeom prst="roundRect">
            <a:avLst>
              <a:gd name="adj" fmla="val 22857"/>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Change Admission</a:t>
            </a:r>
            <a:endParaRPr lang="ko-KR">
              <a:latin typeface="Calibri"/>
              <a:ea typeface="Calibri"/>
              <a:cs typeface="Calibri"/>
            </a:endParaRPr>
          </a:p>
        </p:txBody>
      </p:sp>
      <p:sp>
        <p:nvSpPr>
          <p:cNvPr id="160" name="Bread-worker">
            <a:extLst>
              <a:ext uri="{FF2B5EF4-FFF2-40B4-BE49-F238E27FC236}">
                <ns2:creationId id="{4630AB6F-E89E-4A0A-8C56-4AA298B61CF5}"/>
              </a:ext>
            </a:extLst>
          </p:cNvPr>
          <p:cNvSpPr>
            <a:spLocks noGrp="1"/>
          </p:cNvSpPr>
          <p:nvPr/>
        </p:nvSpPr>
        <p:spPr>
          <a:xfrm>
            <a:off x="12658725" y="3857625"/>
            <a:ext cx="2286000" cy="333375"/>
          </a:xfrm>
          <a:prstGeom prst="roundRect">
            <a:avLst>
              <a:gd name="adj" fmla="val 22857"/>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Source Read Worker</a:t>
            </a:r>
            <a:endParaRPr lang="ko-KR">
              <a:latin typeface="Calibri"/>
              <a:ea typeface="Calibri"/>
              <a:cs typeface="Calibri"/>
            </a:endParaRPr>
          </a:p>
        </p:txBody>
      </p:sp>
      <p:sp>
        <p:nvSpPr>
          <p:cNvPr id="161" name="Bderive">
            <a:extLst>
              <a:ext uri="{FF2B5EF4-FFF2-40B4-BE49-F238E27FC236}">
                <ns2:creationId id="{C9571312-BCF9-40F7-A58E-9F3194FEEF5C}"/>
              </a:ext>
            </a:extLst>
          </p:cNvPr>
          <p:cNvSpPr>
            <a:spLocks noGrp="1"/>
          </p:cNvSpPr>
          <p:nvPr/>
        </p:nvSpPr>
        <p:spPr>
          <a:xfrm>
            <a:off x="15506700" y="3857625"/>
            <a:ext cx="2143125" cy="333375"/>
          </a:xfrm>
          <a:prstGeom prst="roundRect">
            <a:avLst>
              <a:gd name="adj" fmla="val 22857"/>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Relation Builder</a:t>
            </a:r>
            <a:endParaRPr lang="ko-KR">
              <a:latin typeface="Calibri"/>
              <a:ea typeface="Calibri"/>
              <a:cs typeface="Calibri"/>
            </a:endParaRPr>
          </a:p>
        </p:txBody>
      </p:sp>
      <p:sp>
        <p:nvSpPr>
          <p:cNvPr id="162" name="Bjournal">
            <a:extLst>
              <a:ext uri="{FF2B5EF4-FFF2-40B4-BE49-F238E27FC236}">
                <ns2:creationId id="{5676E048-DB3A-434C-86AD-F5433C0E25AC}"/>
              </a:ext>
            </a:extLst>
          </p:cNvPr>
          <p:cNvSpPr>
            <a:spLocks noGrp="1"/>
          </p:cNvSpPr>
          <p:nvPr/>
        </p:nvSpPr>
        <p:spPr>
          <a:xfrm>
            <a:off x="10010775" y="4495800"/>
            <a:ext cx="1952625" cy="333375"/>
          </a:xfrm>
          <a:prstGeom prst="can">
            <a:avLst>
              <a:gd name="adj" fmla="val 9000"/>
            </a:avLst>
          </a:prstGeom>
          <a:solidFill>
            <a:srgbClr val="FFF4D7"/>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Production Journal / 내구</a:t>
            </a:r>
            <a:endParaRPr lang="ko-KR">
              <a:latin typeface="Calibri"/>
              <a:ea typeface="Calibri"/>
              <a:cs typeface="Calibri"/>
            </a:endParaRPr>
          </a:p>
        </p:txBody>
      </p:sp>
      <p:sp>
        <p:nvSpPr>
          <p:cNvPr id="163" name="Bbatch">
            <a:extLst>
              <a:ext uri="{FF2B5EF4-FFF2-40B4-BE49-F238E27FC236}">
                <ns2:creationId id="{B810165A-0A69-4DA1-B308-880379FB40BD}"/>
              </a:ext>
            </a:extLst>
          </p:cNvPr>
          <p:cNvSpPr>
            <a:spLocks noGrp="1"/>
          </p:cNvSpPr>
          <p:nvPr/>
        </p:nvSpPr>
        <p:spPr>
          <a:xfrm>
            <a:off x="12658725" y="4495800"/>
            <a:ext cx="2286000" cy="333375"/>
          </a:xfrm>
          <a:prstGeom prst="can">
            <a:avLst>
              <a:gd name="adj" fmla="val 9000"/>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Candidate Batch / RAM</a:t>
            </a:r>
            <a:endParaRPr lang="ko-KR">
              <a:latin typeface="Calibri"/>
              <a:ea typeface="Calibri"/>
              <a:cs typeface="Calibri"/>
            </a:endParaRPr>
          </a:p>
        </p:txBody>
      </p:sp>
      <p:sp>
        <p:nvSpPr>
          <p:cNvPr id="164" name="Bguard">
            <a:extLst>
              <a:ext uri="{FF2B5EF4-FFF2-40B4-BE49-F238E27FC236}">
                <ns2:creationId id="{6F2780B6-E45A-4800-8160-5ACFF8F12496}"/>
              </a:ext>
            </a:extLst>
          </p:cNvPr>
          <p:cNvSpPr>
            <a:spLocks noGrp="1"/>
          </p:cNvSpPr>
          <p:nvPr/>
        </p:nvSpPr>
        <p:spPr>
          <a:xfrm>
            <a:off x="15506700" y="4495800"/>
            <a:ext cx="2143125" cy="333375"/>
          </a:xfrm>
          <a:prstGeom prst="roundRect">
            <a:avLst>
              <a:gd name="adj" fmla="val 22857"/>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Publish Guard</a:t>
            </a:r>
            <a:endParaRPr lang="ko-KR">
              <a:latin typeface="Calibri"/>
              <a:ea typeface="Calibri"/>
              <a:cs typeface="Calibri"/>
            </a:endParaRPr>
          </a:p>
        </p:txBody>
      </p:sp>
      <p:sp>
        <p:nvSpPr>
          <p:cNvPr id="165" name="Brepo">
            <a:extLst>
              <a:ext uri="{FF2B5EF4-FFF2-40B4-BE49-F238E27FC236}">
                <ns2:creationId id="{7FB94C12-185B-4BAF-AFEE-30DE1FF68917}"/>
              </a:ext>
            </a:extLst>
          </p:cNvPr>
          <p:cNvSpPr>
            <a:spLocks noGrp="1"/>
          </p:cNvSpPr>
          <p:nvPr/>
        </p:nvSpPr>
        <p:spPr>
          <a:xfrm>
            <a:off x="12658725" y="5219700"/>
            <a:ext cx="4991100" cy="371475"/>
          </a:xfrm>
          <a:prstGeom prst="can">
            <a:avLst>
              <a:gd name="adj" fmla="val 9000"/>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Episodic Memory Repository / 관계 + Coverage / 내구</a:t>
            </a:r>
            <a:endParaRPr lang="ko-KR">
              <a:latin typeface="Calibri"/>
              <a:ea typeface="Calibri"/>
              <a:cs typeface="Calibri"/>
            </a:endParaRPr>
          </a:p>
        </p:txBody>
      </p:sp>
      <p:sp>
        <p:nvSpPr>
          <p:cNvPr id="166" name="Bwait">
            <a:extLst>
              <a:ext uri="{FF2B5EF4-FFF2-40B4-BE49-F238E27FC236}">
                <ns2:creationId id="{078092C6-1549-459F-B9C6-51E190F43B42}"/>
              </a:ext>
            </a:extLst>
          </p:cNvPr>
          <p:cNvSpPr>
            <a:spLocks noGrp="1"/>
          </p:cNvSpPr>
          <p:nvPr/>
        </p:nvSpPr>
        <p:spPr>
          <a:xfrm>
            <a:off x="10010775" y="5219700"/>
            <a:ext cx="1952625" cy="371475"/>
          </a:xfrm>
          <a:prstGeom prst="can">
            <a:avLst>
              <a:gd name="adj" fmla="val 9000"/>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Read Wait Registry / RAM</a:t>
            </a:r>
            <a:endParaRPr lang="ko-KR">
              <a:latin typeface="Calibri"/>
              <a:ea typeface="Calibri"/>
              <a:cs typeface="Calibri"/>
            </a:endParaRPr>
          </a:p>
        </p:txBody>
      </p:sp>
      <p:sp>
        <p:nvSpPr>
          <p:cNvPr id="167" name="Bread-pump">
            <a:extLst>
              <a:ext uri="{FF2B5EF4-FFF2-40B4-BE49-F238E27FC236}">
                <ns2:creationId id="{F72159D0-C222-4265-A10E-F10EEE1BA4C1}"/>
              </a:ext>
            </a:extLst>
          </p:cNvPr>
          <p:cNvSpPr>
            <a:spLocks noGrp="1"/>
          </p:cNvSpPr>
          <p:nvPr/>
        </p:nvSpPr>
        <p:spPr>
          <a:xfrm>
            <a:off x="10010775" y="6038850"/>
            <a:ext cx="2343150" cy="238125"/>
          </a:xfrm>
          <a:prstGeom prst="roundRect">
            <a:avLst>
              <a:gd name="adj" fmla="val 32000"/>
            </a:avLst>
          </a:prstGeom>
          <a:solidFill>
            <a:srgbClr val="FFF4D7"/>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Read Pump / Bundle Builder</a:t>
            </a:r>
            <a:endParaRPr lang="ko-KR">
              <a:latin typeface="Calibri"/>
              <a:ea typeface="Calibri"/>
              <a:cs typeface="Calibri"/>
            </a:endParaRPr>
          </a:p>
        </p:txBody>
      </p:sp>
      <p:sp>
        <p:nvSpPr>
          <p:cNvPr id="168" name="Bcoverage">
            <a:extLst>
              <a:ext uri="{FF2B5EF4-FFF2-40B4-BE49-F238E27FC236}">
                <ns2:creationId id="{8A8AF223-C9DC-45A7-939F-C35350DC335C}"/>
              </a:ext>
            </a:extLst>
          </p:cNvPr>
          <p:cNvSpPr>
            <a:spLocks noGrp="1"/>
          </p:cNvSpPr>
          <p:nvPr/>
        </p:nvSpPr>
        <p:spPr>
          <a:xfrm>
            <a:off x="12896850" y="6038850"/>
            <a:ext cx="2343150" cy="238125"/>
          </a:xfrm>
          <a:prstGeom prst="roundRect">
            <a:avLst>
              <a:gd name="adj" fmla="val 32000"/>
            </a:avLst>
          </a:prstGeom>
          <a:solidFill>
            <a:srgbClr val="FFF4D7"/>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Index / Coverage Resolver</a:t>
            </a:r>
            <a:endParaRPr lang="ko-KR">
              <a:latin typeface="Calibri"/>
              <a:ea typeface="Calibri"/>
              <a:cs typeface="Calibri"/>
            </a:endParaRPr>
          </a:p>
        </p:txBody>
      </p:sp>
      <p:sp>
        <p:nvSpPr>
          <p:cNvPr id="169" name="Bverify">
            <a:extLst>
              <a:ext uri="{FF2B5EF4-FFF2-40B4-BE49-F238E27FC236}">
                <ns2:creationId id="{6C1928CB-4D9F-4DA0-B325-C86D570D6B13}"/>
              </a:ext>
            </a:extLst>
          </p:cNvPr>
          <p:cNvSpPr>
            <a:spLocks noGrp="1"/>
          </p:cNvSpPr>
          <p:nvPr/>
        </p:nvSpPr>
        <p:spPr>
          <a:xfrm>
            <a:off x="15773400" y="6038850"/>
            <a:ext cx="1876425" cy="238125"/>
          </a:xfrm>
          <a:prstGeom prst="roundRect">
            <a:avLst>
              <a:gd name="adj" fmla="val 32000"/>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Origin Verifier</a:t>
            </a:r>
            <a:endParaRPr lang="ko-KR">
              <a:latin typeface="Calibri"/>
              <a:ea typeface="Calibri"/>
              <a:cs typeface="Calibri"/>
            </a:endParaRPr>
          </a:p>
        </p:txBody>
      </p:sp>
      <p:sp>
        <p:nvSpPr>
          <p:cNvPr id="170" name="Bs1-num">
            <a:extLst>
              <a:ext uri="{FF2B5EF4-FFF2-40B4-BE49-F238E27FC236}">
                <ns2:creationId id="{F6FA3BB1-9639-44CD-9414-F82D26B13CD8}"/>
              </a:ext>
            </a:extLst>
          </p:cNvPr>
          <p:cNvSpPr>
            <a:spLocks noGrp="1"/>
          </p:cNvSpPr>
          <p:nvPr/>
        </p:nvSpPr>
        <p:spPr>
          <a:xfrm>
            <a:off x="12506325" y="292417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1</a:t>
            </a:r>
            <a:endParaRPr lang="ko-KR">
              <a:latin typeface="Calibri"/>
              <a:ea typeface="Calibri"/>
              <a:cs typeface="Calibri"/>
            </a:endParaRPr>
          </a:p>
        </p:txBody>
      </p:sp>
      <p:sp>
        <p:nvSpPr>
          <p:cNvPr id="171" name="Bs1-label">
            <a:extLst>
              <a:ext uri="{FF2B5EF4-FFF2-40B4-BE49-F238E27FC236}">
                <ns2:creationId id="{4EDB3ACE-1D9A-4A59-98D5-FD18A497A48E}"/>
              </a:ext>
            </a:extLst>
          </p:cNvPr>
          <p:cNvSpPr>
            <a:spLocks noGrp="1"/>
          </p:cNvSpPr>
          <p:nvPr/>
        </p:nvSpPr>
        <p:spPr>
          <a:xfrm>
            <a:off x="12715875" y="2914650"/>
            <a:ext cx="257175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확정 변경 / 지원 범위 생산</a:t>
            </a:r>
            <a:endParaRPr lang="ko-KR">
              <a:latin typeface="Calibri"/>
              <a:ea typeface="Calibri"/>
              <a:cs typeface="Calibri"/>
            </a:endParaRPr>
          </a:p>
        </p:txBody>
      </p:sp>
      <p:sp>
        <p:nvSpPr>
          <p:cNvPr id="172" name="Bs2-num">
            <a:extLst>
              <a:ext uri="{FF2B5EF4-FFF2-40B4-BE49-F238E27FC236}">
                <ns2:creationId id="{F810B37D-8D67-41D4-B0CF-2E61904C0088}"/>
              </a:ext>
            </a:extLst>
          </p:cNvPr>
          <p:cNvSpPr>
            <a:spLocks noGrp="1"/>
          </p:cNvSpPr>
          <p:nvPr/>
        </p:nvSpPr>
        <p:spPr>
          <a:xfrm>
            <a:off x="15201900" y="359092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2</a:t>
            </a:r>
            <a:endParaRPr lang="ko-KR">
              <a:latin typeface="Calibri"/>
              <a:ea typeface="Calibri"/>
              <a:cs typeface="Calibri"/>
            </a:endParaRPr>
          </a:p>
        </p:txBody>
      </p:sp>
      <p:sp>
        <p:nvSpPr>
          <p:cNvPr id="173" name="Bs2-label">
            <a:extLst>
              <a:ext uri="{FF2B5EF4-FFF2-40B4-BE49-F238E27FC236}">
                <ns2:creationId id="{0681AE5D-E333-4383-A9EE-83FAC88AAE97}"/>
              </a:ext>
            </a:extLst>
          </p:cNvPr>
          <p:cNvSpPr>
            <a:spLocks noGrp="1"/>
          </p:cNvSpPr>
          <p:nvPr/>
        </p:nvSpPr>
        <p:spPr>
          <a:xfrm>
            <a:off x="15411450" y="3581400"/>
            <a:ext cx="161925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관계 생산</a:t>
            </a:r>
            <a:endParaRPr lang="ko-KR">
              <a:latin typeface="Calibri"/>
              <a:ea typeface="Calibri"/>
              <a:cs typeface="Calibri"/>
            </a:endParaRPr>
          </a:p>
        </p:txBody>
      </p:sp>
      <p:sp>
        <p:nvSpPr>
          <p:cNvPr id="174" name="Bs3-num">
            <a:extLst>
              <a:ext uri="{FF2B5EF4-FFF2-40B4-BE49-F238E27FC236}">
                <ns2:creationId id="{A284E871-EFC4-4A5E-88C0-60D03DE4D1C3}"/>
              </a:ext>
            </a:extLst>
          </p:cNvPr>
          <p:cNvSpPr>
            <a:spLocks noGrp="1"/>
          </p:cNvSpPr>
          <p:nvPr/>
        </p:nvSpPr>
        <p:spPr>
          <a:xfrm>
            <a:off x="15201900" y="427672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3</a:t>
            </a:r>
            <a:endParaRPr lang="ko-KR">
              <a:latin typeface="Calibri"/>
              <a:ea typeface="Calibri"/>
              <a:cs typeface="Calibri"/>
            </a:endParaRPr>
          </a:p>
        </p:txBody>
      </p:sp>
      <p:sp>
        <p:nvSpPr>
          <p:cNvPr id="175" name="Bs3-label">
            <a:extLst>
              <a:ext uri="{FF2B5EF4-FFF2-40B4-BE49-F238E27FC236}">
                <ns2:creationId id="{25DD790D-0849-4F41-A5ED-ECF04A0B8D28}"/>
              </a:ext>
            </a:extLst>
          </p:cNvPr>
          <p:cNvSpPr>
            <a:spLocks noGrp="1"/>
          </p:cNvSpPr>
          <p:nvPr/>
        </p:nvSpPr>
        <p:spPr>
          <a:xfrm>
            <a:off x="15411450" y="4267200"/>
            <a:ext cx="76200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검증</a:t>
            </a:r>
            <a:endParaRPr lang="ko-KR">
              <a:latin typeface="Calibri"/>
              <a:ea typeface="Calibri"/>
              <a:cs typeface="Calibri"/>
            </a:endParaRPr>
          </a:p>
        </p:txBody>
      </p:sp>
      <p:sp>
        <p:nvSpPr>
          <p:cNvPr id="176" name="Bs4-num">
            <a:extLst>
              <a:ext uri="{FF2B5EF4-FFF2-40B4-BE49-F238E27FC236}">
                <ns2:creationId id="{B752FA53-232C-4D3E-AEF1-855F3408ED96}"/>
              </a:ext>
            </a:extLst>
          </p:cNvPr>
          <p:cNvSpPr>
            <a:spLocks noGrp="1"/>
          </p:cNvSpPr>
          <p:nvPr/>
        </p:nvSpPr>
        <p:spPr>
          <a:xfrm>
            <a:off x="15173325" y="496252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4</a:t>
            </a:r>
            <a:endParaRPr lang="ko-KR">
              <a:latin typeface="Calibri"/>
              <a:ea typeface="Calibri"/>
              <a:cs typeface="Calibri"/>
            </a:endParaRPr>
          </a:p>
        </p:txBody>
      </p:sp>
      <p:sp>
        <p:nvSpPr>
          <p:cNvPr id="177" name="Bs4-label">
            <a:extLst>
              <a:ext uri="{FF2B5EF4-FFF2-40B4-BE49-F238E27FC236}">
                <ns2:creationId id="{335AADCD-BAC8-422C-955C-A2320EEBEDB3}"/>
              </a:ext>
            </a:extLst>
          </p:cNvPr>
          <p:cNvSpPr>
            <a:spLocks noGrp="1"/>
          </p:cNvSpPr>
          <p:nvPr/>
        </p:nvSpPr>
        <p:spPr>
          <a:xfrm>
            <a:off x="15382875" y="4953000"/>
            <a:ext cx="219075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관계와 Coverage 게시</a:t>
            </a:r>
            <a:endParaRPr lang="ko-KR">
              <a:latin typeface="Calibri"/>
              <a:ea typeface="Calibri"/>
              <a:cs typeface="Calibri"/>
            </a:endParaRPr>
          </a:p>
        </p:txBody>
      </p:sp>
      <p:sp>
        <p:nvSpPr>
          <p:cNvPr id="178" name="Bs5-num">
            <a:extLst>
              <a:ext uri="{FF2B5EF4-FFF2-40B4-BE49-F238E27FC236}">
                <ns2:creationId id="{8C15192E-6BE2-49B6-ABD8-0A311C3E3C5F}"/>
              </a:ext>
            </a:extLst>
          </p:cNvPr>
          <p:cNvSpPr>
            <a:spLocks noGrp="1"/>
          </p:cNvSpPr>
          <p:nvPr/>
        </p:nvSpPr>
        <p:spPr>
          <a:xfrm>
            <a:off x="9906000" y="560070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5</a:t>
            </a:r>
            <a:endParaRPr lang="ko-KR">
              <a:latin typeface="Calibri"/>
              <a:ea typeface="Calibri"/>
              <a:cs typeface="Calibri"/>
            </a:endParaRPr>
          </a:p>
        </p:txBody>
      </p:sp>
      <p:sp>
        <p:nvSpPr>
          <p:cNvPr id="179" name="Bs5-label">
            <a:extLst>
              <a:ext uri="{FF2B5EF4-FFF2-40B4-BE49-F238E27FC236}">
                <ns2:creationId id="{3181CF3D-472A-49D0-A7CF-50F28BCAC41D}"/>
              </a:ext>
            </a:extLst>
          </p:cNvPr>
          <p:cNvSpPr>
            <a:spLocks noGrp="1"/>
          </p:cNvSpPr>
          <p:nvPr/>
        </p:nvSpPr>
        <p:spPr>
          <a:xfrm>
            <a:off x="10115550" y="5591175"/>
            <a:ext cx="152400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현재 Query</a:t>
            </a:r>
            <a:endParaRPr lang="ko-KR">
              <a:latin typeface="Calibri"/>
              <a:ea typeface="Calibri"/>
              <a:cs typeface="Calibri"/>
            </a:endParaRPr>
          </a:p>
        </p:txBody>
      </p:sp>
      <p:sp>
        <p:nvSpPr>
          <p:cNvPr id="180" name="Bs6-num">
            <a:extLst>
              <a:ext uri="{FF2B5EF4-FFF2-40B4-BE49-F238E27FC236}">
                <ns2:creationId id="{A61E8CBA-7864-4C9B-9E42-29AB076433AC}"/>
              </a:ext>
            </a:extLst>
          </p:cNvPr>
          <p:cNvSpPr>
            <a:spLocks noGrp="1"/>
          </p:cNvSpPr>
          <p:nvPr/>
        </p:nvSpPr>
        <p:spPr>
          <a:xfrm>
            <a:off x="15363825" y="560070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6</a:t>
            </a:r>
            <a:endParaRPr lang="ko-KR">
              <a:latin typeface="Calibri"/>
              <a:ea typeface="Calibri"/>
              <a:cs typeface="Calibri"/>
            </a:endParaRPr>
          </a:p>
        </p:txBody>
      </p:sp>
      <p:sp>
        <p:nvSpPr>
          <p:cNvPr id="181" name="Bs6-label">
            <a:extLst>
              <a:ext uri="{FF2B5EF4-FFF2-40B4-BE49-F238E27FC236}">
                <ns2:creationId id="{5B11F3C2-61FB-45B1-8292-48698170275F}"/>
              </a:ext>
            </a:extLst>
          </p:cNvPr>
          <p:cNvSpPr>
            <a:spLocks noGrp="1"/>
          </p:cNvSpPr>
          <p:nvPr/>
        </p:nvSpPr>
        <p:spPr>
          <a:xfrm>
            <a:off x="15573375" y="5591175"/>
            <a:ext cx="2333625"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원본 확인 후 Bundle 반환</a:t>
            </a:r>
            <a:endParaRPr lang="ko-KR">
              <a:latin typeface="Calibri"/>
              <a:ea typeface="Calibri"/>
              <a:cs typeface="Calibri"/>
            </a:endParaRPr>
          </a:p>
        </p:txBody>
      </p:sp>
      <p:sp>
        <p:nvSpPr>
          <p:cNvPr id="182" name="Bbackfill-label">
            <a:extLst>
              <a:ext uri="{FF2B5EF4-FFF2-40B4-BE49-F238E27FC236}">
                <ns2:creationId id="{1B312372-E7A7-41D5-A8D6-3D15622BC1DC}"/>
              </a:ext>
            </a:extLst>
          </p:cNvPr>
          <p:cNvSpPr>
            <a:spLocks noGrp="1"/>
          </p:cNvSpPr>
          <p:nvPr/>
        </p:nvSpPr>
        <p:spPr>
          <a:xfrm>
            <a:off x="9934575" y="4962525"/>
            <a:ext cx="2571750" cy="228600"/>
          </a:xfrm>
          <a:prstGeom prst="rect">
            <a:avLst/>
          </a:prstGeom>
          <a:noFill/>
          <a:ln w="0">
            <a:noFill/>
            <a:prstDash val="solid"/>
          </a:ln>
        </p:spPr>
        <p:txBody>
          <a:bodyPr wrap="none" lIns="38100" tIns="19050" rIns="38100" bIns="19050" anchor="ctr">
            <a:noAutofit/>
          </a:bodyPr>
          <a:lstStyle>
            <a:defPPr algn="l">
              <a:defRPr sz="1000" b="0" lang="ko-KR">
                <a:solidFill>
                  <a:srgbClr val="C62525"/>
                </a:solidFill>
                <a:latin typeface="Calibri"/>
                <a:ea typeface="Calibri"/>
                <a:cs typeface="Calibri"/>
              </a:defRPr>
            </a:defPPr>
          </a:lstStyle>
          <a:p>
            <a:pPr algn="l">
              <a:lnSpc>
                <a:spcPct val="100000"/>
              </a:lnSpc>
              <a:buNone/>
              <a:defRPr sz="1000" b="0" lang="ko-KR">
                <a:solidFill>
                  <a:srgbClr val="C62525"/>
                </a:solidFill>
                <a:latin typeface="Calibri"/>
                <a:ea typeface="Calibri"/>
                <a:cs typeface="Calibri"/>
              </a:defRPr>
            </a:pPr>
            <a:r>
              <a:rPr sz="1000" b="0" lang="ko-KR">
                <a:solidFill>
                  <a:srgbClr val="C62525"/>
                </a:solidFill>
                <a:latin typeface="Calibri"/>
                <a:ea typeface="Calibri"/>
                <a:cs typeface="Calibri"/>
              </a:rPr>
              <a:t>미생산: 생산 대기 후 재조회</a:t>
            </a:r>
            <a:endParaRPr lang="ko-KR">
              <a:latin typeface="Calibri"/>
              <a:ea typeface="Calibri"/>
              <a:cs typeface="Calibri"/>
            </a:endParaRPr>
          </a:p>
        </p:txBody>
      </p:sp>
      <p:sp>
        <p:nvSpPr>
          <p:cNvPr id="183" name="Bread-note">
            <a:extLst>
              <a:ext uri="{FF2B5EF4-FFF2-40B4-BE49-F238E27FC236}">
                <ns2:creationId id="{76BFEEFC-E097-461D-932B-628A4296E9EE}"/>
              </a:ext>
            </a:extLst>
          </p:cNvPr>
          <p:cNvSpPr>
            <a:spLocks noGrp="1"/>
          </p:cNvSpPr>
          <p:nvPr/>
        </p:nvSpPr>
        <p:spPr>
          <a:xfrm>
            <a:off x="9934575" y="6419850"/>
            <a:ext cx="8096250" cy="171450"/>
          </a:xfrm>
          <a:prstGeom prst="rect">
            <a:avLst/>
          </a:prstGeom>
          <a:noFill/>
          <a:ln w="0">
            <a:noFill/>
            <a:prstDash val="solid"/>
          </a:ln>
        </p:spPr>
        <p:txBody>
          <a:bodyPr wrap="none" lIns="38100" tIns="19050" rIns="38100" bIns="19050" anchor="ctr">
            <a:noAutofit/>
          </a:bodyPr>
          <a:lstStyle>
            <a:defPPr algn="l">
              <a:defRPr sz="1000" b="0" lang="ko-KR">
                <a:solidFill>
                  <a:srgbClr val="000000"/>
                </a:solidFill>
                <a:latin typeface="Calibri"/>
                <a:ea typeface="Calibri"/>
                <a:cs typeface="Calibri"/>
              </a:defRPr>
            </a:defPPr>
          </a:lstStyle>
          <a:p>
            <a:pPr algn="l">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미지원 관계는 재시도로 해결하지 않음. 원본 직접 조합 우회는 별도 혼합안</a:t>
            </a:r>
            <a:endParaRPr lang="ko-KR">
              <a:latin typeface="Calibri"/>
              <a:ea typeface="Calibri"/>
              <a:cs typeface="Calibri"/>
            </a:endParaRPr>
          </a:p>
        </p:txBody>
      </p:sp>
    </p:spTree>
    <p:extLst>
      <p:ext uri="{BB962C8B-B14F-4D97-AF65-F5344CB8AC3E}">
        <p14:creationId val="1932869906"/>
      </p:ext>
    </p:extLst>
  </p:cSld>
</p:sld>
</file>

<file path=ppt/slides/v17_reference_slide4.xml><?xml version="1.0" encoding="utf-8"?>
<p:sld xmlns:a="http://schemas.openxmlformats.org/drawingml/2006/main" xmlns:ns2="http://schemas.microsoft.com/office/drawing/2014/main" xmlns:p="http://schemas.openxmlformats.org/presentationml/2006/main" xmlns:p14="http://schemas.microsoft.com/office/powerpoint/2010/main">
  <p:cSld name="dp42-reference-comparison-v17">
    <p:bg>
      <p:bgPr>
        <a:solidFill>
          <a:srgbClr val="FFFFFF"/>
        </a:solidFill>
      </p:bgPr>
    </p:bg>
    <p:spTree>
      <p:nvGrpSpPr>
        <p:cNvPr id="1" name=""/>
        <p:cNvGrpSpPr/>
        <p:nvPr/>
      </p:nvGrpSpPr>
      <p:grpSpPr>
        <a:xfrm/>
      </p:grpSpPr>
      <p:graphicFrame>
        <p:nvGraphicFramePr>
          <p:cNvPr id="212" name="">
            <a:extLst>
              <a:ext uri="{FF2B5EF4-FFF2-40B4-BE49-F238E27FC236}">
                <ns2:creationId id="{0857CF90-2141-4182-8BE2-D65864782FC1}"/>
              </a:ext>
            </a:extLst>
          </p:cNvPr>
          <p:cNvGraphicFramePr/>
          <p:nvPr/>
        </p:nvGraphicFramePr>
        <p:xfrm>
          <a:off x="114300" y="1466850"/>
          <a:ext cx="18059400" cy="8515350"/>
        </p:xfrm>
        <a:graphic>
          <a:graphicData uri="http://schemas.openxmlformats.org/drawingml/2006/table">
            <a:tbl>
              <a:tblPr firstRow="0" firstCol="0" bandRow="0"/>
              <a:tblGrid>
                <a:gridCol w="914400"/>
                <a:gridCol w="8572500"/>
                <a:gridCol w="8572500"/>
              </a:tblGrid>
              <a:tr h="438150">
                <a:tc>
                  <a:txBody>
                    <a:bodyPr wrap="none" lIns="114300" tIns="76200" rIns="76200" bIns="57150">
                      <a:noAutofit/>
                    </a:bodyPr>
                    <a:lstStyle/>
                    <a:p>
                      <a:pPr algn="ctr">
                        <a:lnSpc>
                          <a:spcPct val="110000"/>
                        </a:lnSpc>
                        <a:buNone/>
                        <a:defRPr lang="ko-KR">
                          <a:latin typeface="Calibri"/>
                          <a:ea typeface="Calibri"/>
                          <a:cs typeface="Calibri"/>
                        </a:defRPr>
                      </a:pPr>
                      <a:r>
                        <a:rPr sz="1900" b="1" lang="ko-KR">
                          <a:solidFill>
                            <a:srgbClr val="000000"/>
                          </a:solidFill>
                          <a:latin typeface="Calibri"/>
                          <a:ea typeface="Calibri"/>
                          <a:cs typeface="Calibri"/>
                        </a:rPr>
                        <a:t>설계안</a:t>
                      </a:r>
                      <a:endParaRPr lang="ko-KR">
                        <a:latin typeface="Calibri"/>
                        <a:ea typeface="Calibri"/>
                        <a:cs typeface="Calibri"/>
                      </a:endParaRPr>
                    </a:p>
                  </a:txBody>
                  <a:tcPr marL="91440" marR="91440" marT="45720" marB="45720" anchor="ctr">
                    <a:lnL w="12383">
                      <a:solidFill>
                        <a:srgbClr val="BFBFBF"/>
                      </a:solidFill>
                      <a:prstDash val="solid"/>
                    </a:lnL>
                    <a:lnR w="12383">
                      <a:solidFill>
                        <a:srgbClr val="BFBFBF"/>
                      </a:solidFill>
                      <a:prstDash val="solid"/>
                    </a:lnR>
                    <a:lnT w="12383">
                      <a:solidFill>
                        <a:srgbClr val="BFBFBF"/>
                      </a:solidFill>
                      <a:prstDash val="solid"/>
                    </a:lnT>
                    <a:lnB w="12383">
                      <a:solidFill>
                        <a:srgbClr val="BFBFBF"/>
                      </a:solidFill>
                      <a:prstDash val="solid"/>
                    </a:lnB>
                    <a:solidFill>
                      <a:srgbClr val="C6E0B4"/>
                    </a:solidFill>
                  </a:tcPr>
                </a:tc>
                <a:tc>
                  <a:txBody>
                    <a:bodyPr wrap="none" lIns="114300" tIns="76200" rIns="76200" bIns="57150">
                      <a:noAutofit/>
                    </a:bodyPr>
                    <a:lstStyle/>
                    <a:p>
                      <a:pPr algn="ctr">
                        <a:lnSpc>
                          <a:spcPct val="110000"/>
                        </a:lnSpc>
                        <a:buNone/>
                        <a:defRPr lang="ko-KR">
                          <a:latin typeface="Calibri"/>
                          <a:ea typeface="Calibri"/>
                          <a:cs typeface="Calibri"/>
                        </a:defRPr>
                      </a:pPr>
                      <a:r>
                        <a:rPr sz="1900" b="1" lang="ko-KR">
                          <a:solidFill>
                            <a:srgbClr val="000000"/>
                          </a:solidFill>
                          <a:latin typeface="Calibri"/>
                          <a:ea typeface="Calibri"/>
                          <a:cs typeface="Calibri"/>
                        </a:rPr>
                        <a:t>(방안 A) 모듈화된 통합 Core</a:t>
                      </a:r>
                      <a:endParaRPr lang="ko-KR">
                        <a:latin typeface="Calibri"/>
                        <a:ea typeface="Calibri"/>
                        <a:cs typeface="Calibri"/>
                      </a:endParaRPr>
                    </a:p>
                  </a:txBody>
                  <a:tcPr marL="91440" marR="91440" marT="45720" marB="45720" anchor="ctr">
                    <a:lnR w="12383">
                      <a:solidFill>
                        <a:srgbClr val="BFBFBF"/>
                      </a:solidFill>
                      <a:prstDash val="solid"/>
                    </a:lnR>
                    <a:lnT w="12383">
                      <a:solidFill>
                        <a:srgbClr val="BFBFBF"/>
                      </a:solidFill>
                      <a:prstDash val="solid"/>
                    </a:lnT>
                    <a:lnB w="12383">
                      <a:solidFill>
                        <a:srgbClr val="BFBFBF"/>
                      </a:solidFill>
                      <a:prstDash val="solid"/>
                    </a:lnB>
                    <a:solidFill>
                      <a:srgbClr val="C6E0B4"/>
                    </a:solidFill>
                  </a:tcPr>
                </a:tc>
                <a:tc>
                  <a:txBody>
                    <a:bodyPr wrap="none" lIns="114300" tIns="76200" rIns="76200" bIns="57150">
                      <a:noAutofit/>
                    </a:bodyPr>
                    <a:lstStyle/>
                    <a:p>
                      <a:pPr algn="ctr">
                        <a:lnSpc>
                          <a:spcPct val="110000"/>
                        </a:lnSpc>
                        <a:buNone/>
                        <a:defRPr lang="ko-KR">
                          <a:latin typeface="Calibri"/>
                          <a:ea typeface="Calibri"/>
                          <a:cs typeface="Calibri"/>
                        </a:defRPr>
                      </a:pPr>
                      <a:r>
                        <a:rPr sz="1900" b="1" lang="ko-KR">
                          <a:solidFill>
                            <a:srgbClr val="000000"/>
                          </a:solidFill>
                          <a:latin typeface="Calibri"/>
                          <a:ea typeface="Calibri"/>
                          <a:cs typeface="Calibri"/>
                        </a:rPr>
                        <a:t>(방안 B) 독립 대화 서비스와 업무 서비스</a:t>
                      </a:r>
                      <a:endParaRPr lang="ko-KR">
                        <a:latin typeface="Calibri"/>
                        <a:ea typeface="Calibri"/>
                        <a:cs typeface="Calibri"/>
                      </a:endParaRPr>
                    </a:p>
                  </a:txBody>
                  <a:tcPr marL="91440" marR="91440" marT="45720" marB="45720" anchor="ctr">
                    <a:lnR w="12383">
                      <a:solidFill>
                        <a:srgbClr val="BFBFBF"/>
                      </a:solidFill>
                      <a:prstDash val="solid"/>
                    </a:lnR>
                    <a:lnT w="12383">
                      <a:solidFill>
                        <a:srgbClr val="BFBFBF"/>
                      </a:solidFill>
                      <a:prstDash val="solid"/>
                    </a:lnT>
                    <a:lnB w="12383">
                      <a:solidFill>
                        <a:srgbClr val="BFBFBF"/>
                      </a:solidFill>
                      <a:prstDash val="solid"/>
                    </a:lnB>
                    <a:solidFill>
                      <a:srgbClr val="C6E0B4"/>
                    </a:solidFill>
                  </a:tcPr>
                </a:tc>
              </a:tr>
              <a:tr h="5181600">
                <a:tc>
                  <a:txBody>
                    <a:bodyPr wrap="none" lIns="114300" tIns="76200" rIns="76200" bIns="57150">
                      <a:noAutofit/>
                    </a:bodyPr>
                    <a:lstStyle/>
                    <a:p>
                      <a:pPr algn="ctr">
                        <a:lnSpc>
                          <a:spcPct val="110000"/>
                        </a:lnSpc>
                        <a:buNone/>
                        <a:defRPr lang="ko-KR">
                          <a:latin typeface="Calibri"/>
                          <a:ea typeface="Calibri"/>
                          <a:cs typeface="Calibri"/>
                        </a:defRPr>
                      </a:pPr>
                      <a:r>
                        <a:rPr sz="1500" b="1" lang="ko-KR">
                          <a:solidFill>
                            <a:srgbClr val="000000"/>
                          </a:solidFill>
                          <a:latin typeface="Calibri"/>
                          <a:ea typeface="Calibri"/>
                          <a:cs typeface="Calibri"/>
                        </a:rPr>
                        <a:t>구조</a:t>
                      </a:r>
                      <a:endParaRPr lang="ko-KR">
                        <a:latin typeface="Calibri"/>
                        <a:ea typeface="Calibri"/>
                        <a:cs typeface="Calibri"/>
                      </a:endParaRPr>
                    </a:p>
                  </a:txBody>
                  <a:tcPr marL="91440" marR="91440" marT="45720" marB="45720" anchor="t">
                    <a:lnL w="12383">
                      <a:solidFill>
                        <a:srgbClr val="BFBFBF"/>
                      </a:solidFill>
                      <a:prstDash val="solid"/>
                    </a:lnL>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defRPr lang="ko-KR">
                          <a:latin typeface="Calibri"/>
                          <a:ea typeface="Calibri"/>
                          <a:cs typeface="Calibri"/>
                        </a:defRPr>
                      </a:pPr>
                      <a:r>
                        <a:rPr sz="1400" b="0" lang="ko-KR">
                          <a:solidFill>
                            <a:srgbClr val="000000"/>
                          </a:solidFill>
                          <a:latin typeface="Calibri"/>
                          <a:ea typeface="Calibri"/>
                          <a:cs typeface="Calibri"/>
                        </a:rPr>
                        <a:t/>
                      </a:r>
                      <a:endParaRPr lang="ko-KR">
                        <a:latin typeface="Calibri"/>
                        <a:ea typeface="Calibri"/>
                        <a:cs typeface="Calibri"/>
                      </a:endParaRPr>
                    </a:p>
                  </a:txBody>
                  <a:tcPr marL="91440" marR="91440" marT="45720" marB="45720" anchor="t">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defRPr lang="ko-KR">
                          <a:latin typeface="Calibri"/>
                          <a:ea typeface="Calibri"/>
                          <a:cs typeface="Calibri"/>
                        </a:defRPr>
                      </a:pPr>
                      <a:r>
                        <a:rPr sz="1400" b="0" lang="ko-KR">
                          <a:solidFill>
                            <a:srgbClr val="000000"/>
                          </a:solidFill>
                          <a:latin typeface="Calibri"/>
                          <a:ea typeface="Calibri"/>
                          <a:cs typeface="Calibri"/>
                        </a:rPr>
                        <a:t/>
                      </a:r>
                      <a:endParaRPr lang="ko-KR">
                        <a:latin typeface="Calibri"/>
                        <a:ea typeface="Calibri"/>
                        <a:cs typeface="Calibri"/>
                      </a:endParaRPr>
                    </a:p>
                  </a:txBody>
                  <a:tcPr marL="91440" marR="91440" marT="45720" marB="45720" anchor="t">
                    <a:lnR w="12383">
                      <a:solidFill>
                        <a:srgbClr val="BFBFBF"/>
                      </a:solidFill>
                      <a:prstDash val="solid"/>
                    </a:lnR>
                    <a:lnB w="12383">
                      <a:solidFill>
                        <a:srgbClr val="BFBFBF"/>
                      </a:solidFill>
                      <a:prstDash val="solid"/>
                    </a:lnB>
                    <a:solidFill>
                      <a:srgbClr val="FFFFFF"/>
                    </a:solidFill>
                  </a:tcPr>
                </a:tc>
              </a:tr>
              <a:tr h="742950">
                <a:tc>
                  <a:txBody>
                    <a:bodyPr wrap="none" lIns="114300" tIns="76200" rIns="76200" bIns="57150">
                      <a:noAutofit/>
                    </a:bodyPr>
                    <a:lstStyle/>
                    <a:p>
                      <a:pPr algn="ctr">
                        <a:lnSpc>
                          <a:spcPct val="110000"/>
                        </a:lnSpc>
                        <a:buNone/>
                        <a:defRPr lang="ko-KR">
                          <a:latin typeface="Calibri"/>
                          <a:ea typeface="Calibri"/>
                          <a:cs typeface="Calibri"/>
                        </a:defRPr>
                      </a:pPr>
                      <a:r>
                        <a:rPr sz="1500" b="1" lang="ko-KR">
                          <a:solidFill>
                            <a:srgbClr val="000000"/>
                          </a:solidFill>
                          <a:latin typeface="Calibri"/>
                          <a:ea typeface="Calibri"/>
                          <a:cs typeface="Calibri"/>
                        </a:rPr>
                        <a:t>장점</a:t>
                      </a:r>
                      <a:endParaRPr lang="ko-KR">
                        <a:latin typeface="Calibri"/>
                        <a:ea typeface="Calibri"/>
                        <a:cs typeface="Calibri"/>
                      </a:endParaRPr>
                    </a:p>
                  </a:txBody>
                  <a:tcPr marL="91440" marR="91440" marT="45720" marB="45720" anchor="ctr">
                    <a:lnL w="12383">
                      <a:solidFill>
                        <a:srgbClr val="BFBFBF"/>
                      </a:solidFill>
                      <a:prstDash val="solid"/>
                    </a:lnL>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관련 로컬 변경을 함께 확정해 계약 변경 지점 축소 </a:t>
                      </a:r>
                      <a:r>
                        <a:rPr sz="1400" b="0" lang="ko-KR">
                          <a:solidFill>
                            <a:srgbClr val="C62525"/>
                          </a:solidFill>
                          <a:latin typeface="Calibri"/>
                          <a:ea typeface="Calibri"/>
                          <a:cs typeface="Calibri"/>
                        </a:rPr>
                        <a:t>(QA04↑)</a:t>
                      </a:r>
                      <a:endParaRPr lang="ko-KR">
                        <a:latin typeface="Calibri"/>
                        <a:ea typeface="Calibri"/>
                        <a:cs typeface="Calibri"/>
                      </a:endParaRPr>
                    </a:p>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별도 업무 프로세스와 저장소 cache가 없어 RAM 절감 </a:t>
                      </a:r>
                      <a:r>
                        <a:rPr sz="1400" b="0" lang="ko-KR">
                          <a:solidFill>
                            <a:srgbClr val="C62525"/>
                          </a:solidFill>
                          <a:latin typeface="Calibri"/>
                          <a:ea typeface="Calibri"/>
                          <a:cs typeface="Calibri"/>
                        </a:rPr>
                        <a:t>(QA06↑)</a:t>
                      </a:r>
                      <a:endParaRPr lang="ko-KR">
                        <a:latin typeface="Calibri"/>
                        <a:ea typeface="Calibri"/>
                        <a:cs typeface="Calibri"/>
                      </a:endParaRPr>
                    </a:p>
                  </a:txBody>
                  <a:tcPr marL="91440" marR="91440" marT="45720" marB="45720" anchor="ctr">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업무의 상태와 전송을 대화 서비스의 실행 수명과 독립 관리</a:t>
                      </a:r>
                      <a:endParaRPr lang="ko-KR">
                        <a:latin typeface="Calibri"/>
                        <a:ea typeface="Calibri"/>
                        <a:cs typeface="Calibri"/>
                      </a:endParaRPr>
                    </a:p>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독립 운영 요구가 있는 경우의 이점이며 정상 사용 우위는 미확인</a:t>
                      </a:r>
                      <a:endParaRPr lang="ko-KR">
                        <a:latin typeface="Calibri"/>
                        <a:ea typeface="Calibri"/>
                        <a:cs typeface="Calibri"/>
                      </a:endParaRPr>
                    </a:p>
                  </a:txBody>
                  <a:tcPr marL="91440" marR="91440" marT="45720" marB="45720" anchor="ctr">
                    <a:lnR w="12383">
                      <a:solidFill>
                        <a:srgbClr val="BFBFBF"/>
                      </a:solidFill>
                      <a:prstDash val="solid"/>
                    </a:lnR>
                    <a:lnB w="12383">
                      <a:solidFill>
                        <a:srgbClr val="BFBFBF"/>
                      </a:solidFill>
                      <a:prstDash val="solid"/>
                    </a:lnB>
                    <a:solidFill>
                      <a:srgbClr val="FFFFFF"/>
                    </a:solidFill>
                  </a:tcPr>
                </a:tc>
              </a:tr>
              <a:tr h="742950">
                <a:tc>
                  <a:txBody>
                    <a:bodyPr wrap="none" lIns="114300" tIns="76200" rIns="76200" bIns="57150">
                      <a:noAutofit/>
                    </a:bodyPr>
                    <a:lstStyle/>
                    <a:p>
                      <a:pPr algn="ctr">
                        <a:lnSpc>
                          <a:spcPct val="110000"/>
                        </a:lnSpc>
                        <a:buNone/>
                        <a:defRPr lang="ko-KR">
                          <a:latin typeface="Calibri"/>
                          <a:ea typeface="Calibri"/>
                          <a:cs typeface="Calibri"/>
                        </a:defRPr>
                      </a:pPr>
                      <a:r>
                        <a:rPr sz="1500" b="1" lang="ko-KR">
                          <a:solidFill>
                            <a:srgbClr val="000000"/>
                          </a:solidFill>
                          <a:latin typeface="Calibri"/>
                          <a:ea typeface="Calibri"/>
                          <a:cs typeface="Calibri"/>
                        </a:rPr>
                        <a:t>단점</a:t>
                      </a:r>
                      <a:endParaRPr lang="ko-KR">
                        <a:latin typeface="Calibri"/>
                        <a:ea typeface="Calibri"/>
                        <a:cs typeface="Calibri"/>
                      </a:endParaRPr>
                    </a:p>
                  </a:txBody>
                  <a:tcPr marL="91440" marR="91440" marT="45720" marB="45720" anchor="ctr">
                    <a:lnL w="12383">
                      <a:solidFill>
                        <a:srgbClr val="BFBFBF"/>
                      </a:solidFill>
                      <a:prstDash val="solid"/>
                    </a:lnL>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독립 배포와 운영이 필요하면 Core 전체의 조정 부담이 남음</a:t>
                      </a:r>
                      <a:endParaRPr lang="ko-KR">
                        <a:latin typeface="Calibri"/>
                        <a:ea typeface="Calibri"/>
                        <a:cs typeface="Calibri"/>
                      </a:endParaRPr>
                    </a:p>
                  </a:txBody>
                  <a:tcPr marL="91440" marR="91440" marT="45720" marB="45720" anchor="ctr">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접수 결과와 cursor로 두 상태를 다시 연결해야 함 </a:t>
                      </a:r>
                      <a:r>
                        <a:rPr sz="1400" b="0" lang="ko-KR">
                          <a:solidFill>
                            <a:srgbClr val="C62525"/>
                          </a:solidFill>
                          <a:latin typeface="Calibri"/>
                          <a:ea typeface="Calibri"/>
                          <a:cs typeface="Calibri"/>
                        </a:rPr>
                        <a:t>(QA04↓)</a:t>
                      </a:r>
                      <a:endParaRPr lang="ko-KR">
                        <a:latin typeface="Calibri"/>
                        <a:ea typeface="Calibri"/>
                        <a:cs typeface="Calibri"/>
                      </a:endParaRPr>
                    </a:p>
                    <a:p>
                      <a:pPr algn="l">
                        <a:lnSpc>
                          <a:spcPct val="110000"/>
                        </a:lnSpc>
                        <a:buNone/>
                        <a:defRPr lang="ko-KR">
                          <a:latin typeface="Calibri"/>
                          <a:ea typeface="Calibri"/>
                          <a:cs typeface="Calibri"/>
                        </a:defRPr>
                      </a:pPr>
                      <a:r>
                        <a:rPr sz="1400" b="0" lang="ko-KR">
                          <a:solidFill>
                            <a:srgbClr val="000000"/>
                          </a:solidFill>
                          <a:latin typeface="Calibri"/>
                          <a:ea typeface="Calibri"/>
                          <a:cs typeface="Calibri"/>
                        </a:rPr>
                        <a:t>▪ 별도 heap, 저장소 cache와 전달 버퍼가 필요 </a:t>
                      </a:r>
                      <a:r>
                        <a:rPr sz="1400" b="0" lang="ko-KR">
                          <a:solidFill>
                            <a:srgbClr val="C62525"/>
                          </a:solidFill>
                          <a:latin typeface="Calibri"/>
                          <a:ea typeface="Calibri"/>
                          <a:cs typeface="Calibri"/>
                        </a:rPr>
                        <a:t>(QA06↓)</a:t>
                      </a:r>
                      <a:endParaRPr lang="ko-KR">
                        <a:latin typeface="Calibri"/>
                        <a:ea typeface="Calibri"/>
                        <a:cs typeface="Calibri"/>
                      </a:endParaRPr>
                    </a:p>
                  </a:txBody>
                  <a:tcPr marL="91440" marR="91440" marT="45720" marB="45720" anchor="ctr">
                    <a:lnR w="12383">
                      <a:solidFill>
                        <a:srgbClr val="BFBFBF"/>
                      </a:solidFill>
                      <a:prstDash val="solid"/>
                    </a:lnR>
                    <a:lnB w="12383">
                      <a:solidFill>
                        <a:srgbClr val="BFBFBF"/>
                      </a:solidFill>
                      <a:prstDash val="solid"/>
                    </a:lnB>
                    <a:solidFill>
                      <a:srgbClr val="FFFFFF"/>
                    </a:solidFill>
                  </a:tcPr>
                </a:tc>
              </a:tr>
              <a:tr h="1409700">
                <a:tc>
                  <a:txBody>
                    <a:bodyPr wrap="none" lIns="114300" tIns="76200" rIns="76200" bIns="57150">
                      <a:noAutofit/>
                    </a:bodyPr>
                    <a:lstStyle/>
                    <a:p>
                      <a:pPr algn="ctr">
                        <a:lnSpc>
                          <a:spcPct val="110000"/>
                        </a:lnSpc>
                        <a:buNone/>
                        <a:defRPr lang="ko-KR">
                          <a:latin typeface="Calibri"/>
                          <a:ea typeface="Calibri"/>
                          <a:cs typeface="Calibri"/>
                        </a:defRPr>
                      </a:pPr>
                      <a:r>
                        <a:rPr sz="1500" b="1" lang="ko-KR">
                          <a:solidFill>
                            <a:srgbClr val="000000"/>
                          </a:solidFill>
                          <a:latin typeface="Calibri"/>
                          <a:ea typeface="Calibri"/>
                          <a:cs typeface="Calibri"/>
                        </a:rPr>
                        <a:t>Trade</a:t>
                      </a:r>
                      <a:endParaRPr lang="ko-KR">
                        <a:latin typeface="Calibri"/>
                        <a:ea typeface="Calibri"/>
                        <a:cs typeface="Calibri"/>
                      </a:endParaRPr>
                    </a:p>
                    <a:p>
                      <a:pPr algn="ctr">
                        <a:lnSpc>
                          <a:spcPct val="110000"/>
                        </a:lnSpc>
                        <a:buNone/>
                        <a:defRPr lang="ko-KR">
                          <a:latin typeface="Calibri"/>
                          <a:ea typeface="Calibri"/>
                          <a:cs typeface="Calibri"/>
                        </a:defRPr>
                      </a:pPr>
                      <a:r>
                        <a:rPr sz="1500" b="1" lang="ko-KR">
                          <a:solidFill>
                            <a:srgbClr val="000000"/>
                          </a:solidFill>
                          <a:latin typeface="Calibri"/>
                          <a:ea typeface="Calibri"/>
                          <a:cs typeface="Calibri"/>
                        </a:rPr>
                        <a:t>Off</a:t>
                      </a:r>
                      <a:endParaRPr lang="ko-KR">
                        <a:latin typeface="Calibri"/>
                        <a:ea typeface="Calibri"/>
                        <a:cs typeface="Calibri"/>
                      </a:endParaRPr>
                    </a:p>
                  </a:txBody>
                  <a:tcPr marL="91440" marR="91440" marT="45720" marB="45720" anchor="ctr">
                    <a:lnL w="12383">
                      <a:solidFill>
                        <a:srgbClr val="BFBFBF"/>
                      </a:solidFill>
                      <a:prstDash val="solid"/>
                    </a:lnL>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defRPr lang="ko-KR">
                          <a:latin typeface="Calibri"/>
                          <a:ea typeface="Calibri"/>
                          <a:cs typeface="Calibri"/>
                        </a:defRPr>
                      </a:pPr>
                      <a:r>
                        <a:rPr sz="1400" b="0" lang="ko-KR">
                          <a:solidFill>
                            <a:srgbClr val="000000"/>
                          </a:solidFill>
                          <a:latin typeface="Calibri"/>
                          <a:ea typeface="Calibri"/>
                          <a:cs typeface="Calibri"/>
                        </a:rPr>
                        <a:t/>
                      </a:r>
                      <a:endParaRPr lang="ko-KR">
                        <a:latin typeface="Calibri"/>
                        <a:ea typeface="Calibri"/>
                        <a:cs typeface="Calibri"/>
                      </a:endParaRPr>
                    </a:p>
                  </a:txBody>
                  <a:tcPr marL="91440" marR="91440" marT="45720" marB="45720" anchor="ctr">
                    <a:lnR w="12383">
                      <a:solidFill>
                        <a:srgbClr val="BFBFBF"/>
                      </a:solidFill>
                      <a:prstDash val="solid"/>
                    </a:lnR>
                    <a:lnB w="12383">
                      <a:solidFill>
                        <a:srgbClr val="BFBFBF"/>
                      </a:solidFill>
                      <a:prstDash val="solid"/>
                    </a:lnB>
                    <a:solidFill>
                      <a:srgbClr val="FFFFFF"/>
                    </a:solidFill>
                  </a:tcPr>
                </a:tc>
                <a:tc>
                  <a:txBody>
                    <a:bodyPr wrap="none" lIns="114300" tIns="76200" rIns="76200" bIns="57150">
                      <a:noAutofit/>
                    </a:bodyPr>
                    <a:lstStyle/>
                    <a:p>
                      <a:pPr>
                        <a:defRPr lang="ko-KR">
                          <a:latin typeface="Calibri"/>
                          <a:ea typeface="Calibri"/>
                          <a:cs typeface="Calibri"/>
                        </a:defRPr>
                      </a:pPr>
                      <a:r>
                        <a:rPr sz="1400" b="0" lang="ko-KR">
                          <a:solidFill>
                            <a:srgbClr val="000000"/>
                          </a:solidFill>
                          <a:latin typeface="Calibri"/>
                          <a:ea typeface="Calibri"/>
                          <a:cs typeface="Calibri"/>
                        </a:rPr>
                        <a:t/>
                      </a:r>
                      <a:endParaRPr lang="ko-KR">
                        <a:latin typeface="Calibri"/>
                        <a:ea typeface="Calibri"/>
                        <a:cs typeface="Calibri"/>
                      </a:endParaRPr>
                    </a:p>
                  </a:txBody>
                  <a:tcPr marL="91440" marR="91440" marT="45720" marB="45720" anchor="ctr">
                    <a:lnR w="12383">
                      <a:solidFill>
                        <a:srgbClr val="BFBFBF"/>
                      </a:solidFill>
                      <a:prstDash val="solid"/>
                    </a:lnR>
                    <a:lnB w="12383">
                      <a:solidFill>
                        <a:srgbClr val="BFBFBF"/>
                      </a:solidFill>
                      <a:prstDash val="solid"/>
                    </a:lnB>
                    <a:solidFill>
                      <a:srgbClr val="FFFFFF"/>
                    </a:solidFill>
                  </a:tcPr>
                </a:tc>
              </a:tr>
            </a:tbl>
          </a:graphicData>
        </a:graphic>
      </p:graphicFrame>
      <p:sp>
        <p:nvSpPr>
          <p:cNvPr id="2" name="Aim">
            <a:extLst>
              <a:ext uri="{FF2B5EF4-FFF2-40B4-BE49-F238E27FC236}">
                <ns2:creationId id="{65C84264-F72C-4C1D-BDD9-1C0716DB039E}"/>
              </a:ext>
            </a:extLst>
          </p:cNvPr>
          <p:cNvSpPr>
            <a:spLocks noGrp="1"/>
          </p:cNvSpPr>
          <p:nvPr/>
        </p:nvSpPr>
        <p:spPr>
          <a:xfrm>
            <a:off x="1123950" y="2419350"/>
            <a:ext cx="8286750" cy="542925"/>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200" b="1" lang="ko-KR">
                <a:solidFill>
                  <a:srgbClr val="000000"/>
                </a:solidFill>
                <a:latin typeface="Calibri"/>
                <a:ea typeface="Calibri"/>
                <a:cs typeface="Calibri"/>
              </a:defRPr>
            </a:defPPr>
          </a:lstStyle>
          <a:p>
            <a:pPr algn="l">
              <a:lnSpc>
                <a:spcPct val="100000"/>
              </a:lnSpc>
              <a:buNone/>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Interaction Manager</a:t>
            </a:r>
            <a:endParaRPr lang="ko-KR">
              <a:latin typeface="Calibri"/>
              <a:ea typeface="Calibri"/>
              <a:cs typeface="Calibri"/>
            </a:endParaRPr>
          </a:p>
        </p:txBody>
      </p:sp>
      <p:sp>
        <p:nvSpPr>
          <p:cNvPr id="3" name="Aprocess">
            <a:extLst>
              <a:ext uri="{FF2B5EF4-FFF2-40B4-BE49-F238E27FC236}">
                <ns2:creationId id="{C5E56D50-B903-47F7-AE6B-940DEA0F767D}"/>
              </a:ext>
            </a:extLst>
          </p:cNvPr>
          <p:cNvSpPr>
            <a:spLocks noGrp="1"/>
          </p:cNvSpPr>
          <p:nvPr/>
        </p:nvSpPr>
        <p:spPr>
          <a:xfrm>
            <a:off x="1104900" y="3381375"/>
            <a:ext cx="8324850" cy="3629025"/>
          </a:xfrm>
          <a:prstGeom prst="rect">
            <a:avLst/>
          </a:prstGeom>
          <a:solidFill>
            <a:srgbClr val="FFFFFF"/>
          </a:solidFill>
          <a:ln w="10478">
            <a:solidFill>
              <a:srgbClr val="9C7136"/>
            </a:solidFill>
            <a:prstDash val="solid"/>
          </a:ln>
        </p:spPr>
        <p:txBody>
          <a:bodyPr wrap="none" lIns="76200" tIns="38100" rIns="19050" bIns="0" anchor="t">
            <a:noAutofit/>
          </a:bodyPr>
          <a:lstStyle>
            <a:defPPr algn="l">
              <a:defRPr sz="1100" b="1" lang="ko-KR">
                <a:solidFill>
                  <a:srgbClr val="000000"/>
                </a:solidFill>
                <a:latin typeface="Calibri"/>
                <a:ea typeface="Calibri"/>
                <a:cs typeface="Calibri"/>
              </a:defRPr>
            </a:defPPr>
          </a:lstStyle>
          <a:p>
            <a:pPr algn="l">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VIA Core process</a:t>
            </a:r>
            <a:endParaRPr lang="ko-KR">
              <a:latin typeface="Calibri"/>
              <a:ea typeface="Calibri"/>
              <a:cs typeface="Calibri"/>
            </a:endParaRPr>
          </a:p>
        </p:txBody>
      </p:sp>
      <p:sp>
        <p:nvSpPr>
          <p:cNvPr id="4" name="Ari">
            <a:extLst>
              <a:ext uri="{FF2B5EF4-FFF2-40B4-BE49-F238E27FC236}">
                <ns2:creationId id="{BAFA9192-AAA0-49B3-930A-DACAB752A01C}"/>
              </a:ext>
            </a:extLst>
          </p:cNvPr>
          <p:cNvSpPr>
            <a:spLocks noGrp="1"/>
          </p:cNvSpPr>
          <p:nvPr/>
        </p:nvSpPr>
        <p:spPr>
          <a:xfrm>
            <a:off x="1209675" y="3657600"/>
            <a:ext cx="1714500" cy="1190625"/>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100" b="1" lang="ko-KR">
                <a:solidFill>
                  <a:srgbClr val="000000"/>
                </a:solidFill>
                <a:latin typeface="Calibri"/>
                <a:ea typeface="Calibri"/>
                <a:cs typeface="Calibri"/>
              </a:defRPr>
            </a:defPPr>
          </a:lstStyle>
          <a:p>
            <a:pPr algn="l">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Request Interpreter</a:t>
            </a:r>
            <a:endParaRPr lang="ko-KR">
              <a:latin typeface="Calibri"/>
              <a:ea typeface="Calibri"/>
              <a:cs typeface="Calibri"/>
            </a:endParaRPr>
          </a:p>
        </p:txBody>
      </p:sp>
      <p:sp>
        <p:nvSpPr>
          <p:cNvPr id="5" name="Arc">
            <a:extLst>
              <a:ext uri="{FF2B5EF4-FFF2-40B4-BE49-F238E27FC236}">
                <ns2:creationId id="{81DE98BF-5683-4D1A-9DA7-62AE4A8B307A}"/>
              </a:ext>
            </a:extLst>
          </p:cNvPr>
          <p:cNvSpPr>
            <a:spLocks noGrp="1"/>
          </p:cNvSpPr>
          <p:nvPr/>
        </p:nvSpPr>
        <p:spPr>
          <a:xfrm>
            <a:off x="3105150" y="3657600"/>
            <a:ext cx="2266950" cy="2305050"/>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200" b="1" lang="ko-KR">
                <a:solidFill>
                  <a:srgbClr val="000000"/>
                </a:solidFill>
                <a:latin typeface="Calibri"/>
                <a:ea typeface="Calibri"/>
                <a:cs typeface="Calibri"/>
              </a:defRPr>
            </a:defPPr>
          </a:lstStyle>
          <a:p>
            <a:pPr algn="l">
              <a:lnSpc>
                <a:spcPct val="100000"/>
              </a:lnSpc>
              <a:buNone/>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Request Controller</a:t>
            </a:r>
            <a:endParaRPr lang="ko-KR">
              <a:latin typeface="Calibri"/>
              <a:ea typeface="Calibri"/>
              <a:cs typeface="Calibri"/>
            </a:endParaRPr>
          </a:p>
        </p:txBody>
      </p:sp>
      <p:sp>
        <p:nvSpPr>
          <p:cNvPr id="6" name="Arm">
            <a:extLst>
              <a:ext uri="{FF2B5EF4-FFF2-40B4-BE49-F238E27FC236}">
                <ns2:creationId id="{DD3E6CEF-1B32-44FF-87CD-043C1F891B40}"/>
              </a:ext>
            </a:extLst>
          </p:cNvPr>
          <p:cNvSpPr>
            <a:spLocks noGrp="1"/>
          </p:cNvSpPr>
          <p:nvPr/>
        </p:nvSpPr>
        <p:spPr>
          <a:xfrm>
            <a:off x="1209675" y="5143500"/>
            <a:ext cx="1714500" cy="819150"/>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100" b="1" lang="ko-KR">
                <a:solidFill>
                  <a:srgbClr val="000000"/>
                </a:solidFill>
                <a:latin typeface="Calibri"/>
                <a:ea typeface="Calibri"/>
                <a:cs typeface="Calibri"/>
              </a:defRPr>
            </a:defPPr>
          </a:lstStyle>
          <a:p>
            <a:pPr algn="l">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Response Manager</a:t>
            </a:r>
            <a:endParaRPr lang="ko-KR">
              <a:latin typeface="Calibri"/>
              <a:ea typeface="Calibri"/>
              <a:cs typeface="Calibri"/>
            </a:endParaRPr>
          </a:p>
        </p:txBody>
      </p:sp>
      <p:sp>
        <p:nvSpPr>
          <p:cNvPr id="7" name="Atm">
            <a:extLst>
              <a:ext uri="{FF2B5EF4-FFF2-40B4-BE49-F238E27FC236}">
                <ns2:creationId id="{0204E200-6423-45A1-882A-79A0311B7880}"/>
              </a:ext>
            </a:extLst>
          </p:cNvPr>
          <p:cNvSpPr>
            <a:spLocks noGrp="1"/>
          </p:cNvSpPr>
          <p:nvPr/>
        </p:nvSpPr>
        <p:spPr>
          <a:xfrm>
            <a:off x="5886450" y="3657600"/>
            <a:ext cx="3371850" cy="1352550"/>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200" b="1" lang="ko-KR">
                <a:solidFill>
                  <a:srgbClr val="000000"/>
                </a:solidFill>
                <a:latin typeface="Calibri"/>
                <a:ea typeface="Calibri"/>
                <a:cs typeface="Calibri"/>
              </a:defRPr>
            </a:defPPr>
          </a:lstStyle>
          <a:p>
            <a:pPr algn="l">
              <a:lnSpc>
                <a:spcPct val="100000"/>
              </a:lnSpc>
              <a:buNone/>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Task Manager</a:t>
            </a:r>
            <a:endParaRPr lang="ko-KR">
              <a:latin typeface="Calibri"/>
              <a:ea typeface="Calibri"/>
              <a:cs typeface="Calibri"/>
            </a:endParaRPr>
          </a:p>
        </p:txBody>
      </p:sp>
      <p:sp>
        <p:nvSpPr>
          <p:cNvPr id="8" name="Aag">
            <a:extLst>
              <a:ext uri="{FF2B5EF4-FFF2-40B4-BE49-F238E27FC236}">
                <ns2:creationId id="{CDF2B142-5718-4EF9-95AD-ACEF6C14DA62}"/>
              </a:ext>
            </a:extLst>
          </p:cNvPr>
          <p:cNvSpPr>
            <a:spLocks noGrp="1"/>
          </p:cNvSpPr>
          <p:nvPr/>
        </p:nvSpPr>
        <p:spPr>
          <a:xfrm>
            <a:off x="5886450" y="5238750"/>
            <a:ext cx="3371850" cy="723900"/>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200" b="1" lang="ko-KR">
                <a:solidFill>
                  <a:srgbClr val="000000"/>
                </a:solidFill>
                <a:latin typeface="Calibri"/>
                <a:ea typeface="Calibri"/>
                <a:cs typeface="Calibri"/>
              </a:defRPr>
            </a:defPPr>
          </a:lstStyle>
          <a:p>
            <a:pPr algn="l">
              <a:lnSpc>
                <a:spcPct val="100000"/>
              </a:lnSpc>
              <a:buNone/>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Agent Gateway</a:t>
            </a:r>
            <a:endParaRPr lang="ko-KR">
              <a:latin typeface="Calibri"/>
              <a:ea typeface="Calibri"/>
              <a:cs typeface="Calibri"/>
            </a:endParaRPr>
          </a:p>
        </p:txBody>
      </p:sp>
      <p:sp>
        <p:nvSpPr>
          <p:cNvPr id="9" name="Ass">
            <a:extLst>
              <a:ext uri="{FF2B5EF4-FFF2-40B4-BE49-F238E27FC236}">
                <ns2:creationId id="{90DEE600-2F8F-4EE5-95CD-720F0DC355F3}"/>
              </a:ext>
            </a:extLst>
          </p:cNvPr>
          <p:cNvSpPr>
            <a:spLocks noGrp="1"/>
          </p:cNvSpPr>
          <p:nvPr/>
        </p:nvSpPr>
        <p:spPr>
          <a:xfrm>
            <a:off x="1209675" y="6191250"/>
            <a:ext cx="8048625" cy="733425"/>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200" b="1" lang="ko-KR">
                <a:solidFill>
                  <a:srgbClr val="000000"/>
                </a:solidFill>
                <a:latin typeface="Calibri"/>
                <a:ea typeface="Calibri"/>
                <a:cs typeface="Calibri"/>
              </a:defRPr>
            </a:defPPr>
          </a:lstStyle>
          <a:p>
            <a:pPr algn="l">
              <a:lnSpc>
                <a:spcPct val="100000"/>
              </a:lnSpc>
              <a:buNone/>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State Store</a:t>
            </a:r>
            <a:endParaRPr lang="ko-KR">
              <a:latin typeface="Calibri"/>
              <a:ea typeface="Calibri"/>
              <a:cs typeface="Calibri"/>
            </a:endParaRPr>
          </a:p>
        </p:txBody>
      </p:sp>
      <p:sp>
        <p:nvSpPr>
          <p:cNvPr id="10" name="Bim">
            <a:extLst>
              <a:ext uri="{FF2B5EF4-FFF2-40B4-BE49-F238E27FC236}">
                <ns2:creationId id="{448DFDB3-C957-4508-9027-A0CCEBB73005}"/>
              </a:ext>
            </a:extLst>
          </p:cNvPr>
          <p:cNvSpPr>
            <a:spLocks noGrp="1"/>
          </p:cNvSpPr>
          <p:nvPr/>
        </p:nvSpPr>
        <p:spPr>
          <a:xfrm>
            <a:off x="9696450" y="2419350"/>
            <a:ext cx="8286750" cy="542925"/>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200" b="1" lang="ko-KR">
                <a:solidFill>
                  <a:srgbClr val="000000"/>
                </a:solidFill>
                <a:latin typeface="Calibri"/>
                <a:ea typeface="Calibri"/>
                <a:cs typeface="Calibri"/>
              </a:defRPr>
            </a:defPPr>
          </a:lstStyle>
          <a:p>
            <a:pPr algn="l">
              <a:lnSpc>
                <a:spcPct val="100000"/>
              </a:lnSpc>
              <a:buNone/>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Interaction Manager</a:t>
            </a:r>
            <a:endParaRPr lang="ko-KR">
              <a:latin typeface="Calibri"/>
              <a:ea typeface="Calibri"/>
              <a:cs typeface="Calibri"/>
            </a:endParaRPr>
          </a:p>
        </p:txBody>
      </p:sp>
      <p:sp>
        <p:nvSpPr>
          <p:cNvPr id="11" name="Bdialogue-process">
            <a:extLst>
              <a:ext uri="{FF2B5EF4-FFF2-40B4-BE49-F238E27FC236}">
                <ns2:creationId id="{91EB4050-7334-4A6A-BA80-FDC6AEE289FB}"/>
              </a:ext>
            </a:extLst>
          </p:cNvPr>
          <p:cNvSpPr>
            <a:spLocks noGrp="1"/>
          </p:cNvSpPr>
          <p:nvPr/>
        </p:nvSpPr>
        <p:spPr>
          <a:xfrm>
            <a:off x="9677400" y="3381375"/>
            <a:ext cx="4419600" cy="3629025"/>
          </a:xfrm>
          <a:prstGeom prst="rect">
            <a:avLst/>
          </a:prstGeom>
          <a:solidFill>
            <a:srgbClr val="FFFFFF"/>
          </a:solidFill>
          <a:ln w="10478">
            <a:solidFill>
              <a:srgbClr val="9C7136"/>
            </a:solidFill>
            <a:prstDash val="dash"/>
          </a:ln>
        </p:spPr>
        <p:txBody>
          <a:bodyPr wrap="none" lIns="76200" tIns="38100" rIns="19050" bIns="0" anchor="t">
            <a:noAutofit/>
          </a:bodyPr>
          <a:lstStyle>
            <a:defPPr algn="l">
              <a:defRPr sz="1100" b="1" lang="ko-KR">
                <a:solidFill>
                  <a:srgbClr val="000000"/>
                </a:solidFill>
                <a:latin typeface="Calibri"/>
                <a:ea typeface="Calibri"/>
                <a:cs typeface="Calibri"/>
              </a:defRPr>
            </a:defPPr>
          </a:lstStyle>
          <a:p>
            <a:pPr algn="l">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대화 서비스 process</a:t>
            </a:r>
            <a:endParaRPr lang="ko-KR">
              <a:latin typeface="Calibri"/>
              <a:ea typeface="Calibri"/>
              <a:cs typeface="Calibri"/>
            </a:endParaRPr>
          </a:p>
        </p:txBody>
      </p:sp>
      <p:sp>
        <p:nvSpPr>
          <p:cNvPr id="12" name="Bwork-process">
            <a:extLst>
              <a:ext uri="{FF2B5EF4-FFF2-40B4-BE49-F238E27FC236}">
                <ns2:creationId id="{4AE9509B-1DF0-4841-B43B-9A78395A2F9A}"/>
              </a:ext>
            </a:extLst>
          </p:cNvPr>
          <p:cNvSpPr>
            <a:spLocks noGrp="1"/>
          </p:cNvSpPr>
          <p:nvPr/>
        </p:nvSpPr>
        <p:spPr>
          <a:xfrm>
            <a:off x="14268450" y="3381375"/>
            <a:ext cx="3733800" cy="3629025"/>
          </a:xfrm>
          <a:prstGeom prst="rect">
            <a:avLst/>
          </a:prstGeom>
          <a:solidFill>
            <a:srgbClr val="FFFFFF"/>
          </a:solidFill>
          <a:ln w="10478">
            <a:solidFill>
              <a:srgbClr val="9C7136"/>
            </a:solidFill>
            <a:prstDash val="dash"/>
          </a:ln>
        </p:spPr>
        <p:txBody>
          <a:bodyPr wrap="none" lIns="76200" tIns="38100" rIns="19050" bIns="0" anchor="t">
            <a:noAutofit/>
          </a:bodyPr>
          <a:lstStyle>
            <a:defPPr algn="l">
              <a:defRPr sz="1100" b="1" lang="ko-KR">
                <a:solidFill>
                  <a:srgbClr val="000000"/>
                </a:solidFill>
                <a:latin typeface="Calibri"/>
                <a:ea typeface="Calibri"/>
                <a:cs typeface="Calibri"/>
              </a:defRPr>
            </a:defPPr>
          </a:lstStyle>
          <a:p>
            <a:pPr algn="l">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업무 서비스 process</a:t>
            </a:r>
            <a:endParaRPr lang="ko-KR">
              <a:latin typeface="Calibri"/>
              <a:ea typeface="Calibri"/>
              <a:cs typeface="Calibri"/>
            </a:endParaRPr>
          </a:p>
        </p:txBody>
      </p:sp>
      <p:sp>
        <p:nvSpPr>
          <p:cNvPr id="13" name="Bri">
            <a:extLst>
              <a:ext uri="{FF2B5EF4-FFF2-40B4-BE49-F238E27FC236}">
                <ns2:creationId id="{1146CCE2-FA8E-494E-97AA-67CE47DCA2A5}"/>
              </a:ext>
            </a:extLst>
          </p:cNvPr>
          <p:cNvSpPr>
            <a:spLocks noGrp="1"/>
          </p:cNvSpPr>
          <p:nvPr/>
        </p:nvSpPr>
        <p:spPr>
          <a:xfrm>
            <a:off x="9782175" y="3657600"/>
            <a:ext cx="1714500" cy="1190625"/>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100" b="1" lang="ko-KR">
                <a:solidFill>
                  <a:srgbClr val="000000"/>
                </a:solidFill>
                <a:latin typeface="Calibri"/>
                <a:ea typeface="Calibri"/>
                <a:cs typeface="Calibri"/>
              </a:defRPr>
            </a:defPPr>
          </a:lstStyle>
          <a:p>
            <a:pPr algn="l">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Request Interpreter</a:t>
            </a:r>
            <a:endParaRPr lang="ko-KR">
              <a:latin typeface="Calibri"/>
              <a:ea typeface="Calibri"/>
              <a:cs typeface="Calibri"/>
            </a:endParaRPr>
          </a:p>
        </p:txBody>
      </p:sp>
      <p:sp>
        <p:nvSpPr>
          <p:cNvPr id="14" name="Brc">
            <a:extLst>
              <a:ext uri="{FF2B5EF4-FFF2-40B4-BE49-F238E27FC236}">
                <ns2:creationId id="{64767206-9BCE-440E-B080-AA8B0AEE2C35}"/>
              </a:ext>
            </a:extLst>
          </p:cNvPr>
          <p:cNvSpPr>
            <a:spLocks noGrp="1"/>
          </p:cNvSpPr>
          <p:nvPr/>
        </p:nvSpPr>
        <p:spPr>
          <a:xfrm>
            <a:off x="11677650" y="3657600"/>
            <a:ext cx="2266950" cy="2305050"/>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200" b="1" lang="ko-KR">
                <a:solidFill>
                  <a:srgbClr val="000000"/>
                </a:solidFill>
                <a:latin typeface="Calibri"/>
                <a:ea typeface="Calibri"/>
                <a:cs typeface="Calibri"/>
              </a:defRPr>
            </a:defPPr>
          </a:lstStyle>
          <a:p>
            <a:pPr algn="l">
              <a:lnSpc>
                <a:spcPct val="100000"/>
              </a:lnSpc>
              <a:buNone/>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Request Controller</a:t>
            </a:r>
            <a:endParaRPr lang="ko-KR">
              <a:latin typeface="Calibri"/>
              <a:ea typeface="Calibri"/>
              <a:cs typeface="Calibri"/>
            </a:endParaRPr>
          </a:p>
        </p:txBody>
      </p:sp>
      <p:sp>
        <p:nvSpPr>
          <p:cNvPr id="15" name="Brm">
            <a:extLst>
              <a:ext uri="{FF2B5EF4-FFF2-40B4-BE49-F238E27FC236}">
                <ns2:creationId id="{A5469F42-FA8B-42E4-B046-8C2B0D1D5B5A}"/>
              </a:ext>
            </a:extLst>
          </p:cNvPr>
          <p:cNvSpPr>
            <a:spLocks noGrp="1"/>
          </p:cNvSpPr>
          <p:nvPr/>
        </p:nvSpPr>
        <p:spPr>
          <a:xfrm>
            <a:off x="9782175" y="5143500"/>
            <a:ext cx="1714500" cy="819150"/>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100" b="1" lang="ko-KR">
                <a:solidFill>
                  <a:srgbClr val="000000"/>
                </a:solidFill>
                <a:latin typeface="Calibri"/>
                <a:ea typeface="Calibri"/>
                <a:cs typeface="Calibri"/>
              </a:defRPr>
            </a:defPPr>
          </a:lstStyle>
          <a:p>
            <a:pPr algn="l">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Response Manager</a:t>
            </a:r>
            <a:endParaRPr lang="ko-KR">
              <a:latin typeface="Calibri"/>
              <a:ea typeface="Calibri"/>
              <a:cs typeface="Calibri"/>
            </a:endParaRPr>
          </a:p>
        </p:txBody>
      </p:sp>
      <p:sp>
        <p:nvSpPr>
          <p:cNvPr id="16" name="Btm">
            <a:extLst>
              <a:ext uri="{FF2B5EF4-FFF2-40B4-BE49-F238E27FC236}">
                <ns2:creationId id="{C7070387-D4F4-42CB-A099-582547390A63}"/>
              </a:ext>
            </a:extLst>
          </p:cNvPr>
          <p:cNvSpPr>
            <a:spLocks noGrp="1"/>
          </p:cNvSpPr>
          <p:nvPr/>
        </p:nvSpPr>
        <p:spPr>
          <a:xfrm>
            <a:off x="14458950" y="3657600"/>
            <a:ext cx="3371850" cy="1352550"/>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200" b="1" lang="ko-KR">
                <a:solidFill>
                  <a:srgbClr val="000000"/>
                </a:solidFill>
                <a:latin typeface="Calibri"/>
                <a:ea typeface="Calibri"/>
                <a:cs typeface="Calibri"/>
              </a:defRPr>
            </a:defPPr>
          </a:lstStyle>
          <a:p>
            <a:pPr algn="l">
              <a:lnSpc>
                <a:spcPct val="100000"/>
              </a:lnSpc>
              <a:buNone/>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Task Manager</a:t>
            </a:r>
            <a:endParaRPr lang="ko-KR">
              <a:latin typeface="Calibri"/>
              <a:ea typeface="Calibri"/>
              <a:cs typeface="Calibri"/>
            </a:endParaRPr>
          </a:p>
        </p:txBody>
      </p:sp>
      <p:sp>
        <p:nvSpPr>
          <p:cNvPr id="17" name="Bag">
            <a:extLst>
              <a:ext uri="{FF2B5EF4-FFF2-40B4-BE49-F238E27FC236}">
                <ns2:creationId id="{75FE688F-FA3F-4CAF-9D0F-AC3FDE8B0BC3}"/>
              </a:ext>
            </a:extLst>
          </p:cNvPr>
          <p:cNvSpPr>
            <a:spLocks noGrp="1"/>
          </p:cNvSpPr>
          <p:nvPr/>
        </p:nvSpPr>
        <p:spPr>
          <a:xfrm>
            <a:off x="14458950" y="5238750"/>
            <a:ext cx="3371850" cy="723900"/>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200" b="1" lang="ko-KR">
                <a:solidFill>
                  <a:srgbClr val="000000"/>
                </a:solidFill>
                <a:latin typeface="Calibri"/>
                <a:ea typeface="Calibri"/>
                <a:cs typeface="Calibri"/>
              </a:defRPr>
            </a:defPPr>
          </a:lstStyle>
          <a:p>
            <a:pPr algn="l">
              <a:lnSpc>
                <a:spcPct val="100000"/>
              </a:lnSpc>
              <a:buNone/>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Agent Gateway</a:t>
            </a:r>
            <a:endParaRPr lang="ko-KR">
              <a:latin typeface="Calibri"/>
              <a:ea typeface="Calibri"/>
              <a:cs typeface="Calibri"/>
            </a:endParaRPr>
          </a:p>
        </p:txBody>
      </p:sp>
      <p:sp>
        <p:nvSpPr>
          <p:cNvPr id="18" name="Bdss">
            <a:extLst>
              <a:ext uri="{FF2B5EF4-FFF2-40B4-BE49-F238E27FC236}">
                <ns2:creationId id="{FB11BEAE-6E58-4C7C-B9E0-88E060C12CB9}"/>
              </a:ext>
            </a:extLst>
          </p:cNvPr>
          <p:cNvSpPr>
            <a:spLocks noGrp="1"/>
          </p:cNvSpPr>
          <p:nvPr/>
        </p:nvSpPr>
        <p:spPr>
          <a:xfrm>
            <a:off x="9782175" y="6191250"/>
            <a:ext cx="4162425" cy="733425"/>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200" b="1" lang="ko-KR">
                <a:solidFill>
                  <a:srgbClr val="000000"/>
                </a:solidFill>
                <a:latin typeface="Calibri"/>
                <a:ea typeface="Calibri"/>
                <a:cs typeface="Calibri"/>
              </a:defRPr>
            </a:defPPr>
          </a:lstStyle>
          <a:p>
            <a:pPr algn="l">
              <a:lnSpc>
                <a:spcPct val="100000"/>
              </a:lnSpc>
              <a:buNone/>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State Store / 대화</a:t>
            </a:r>
            <a:endParaRPr lang="ko-KR">
              <a:latin typeface="Calibri"/>
              <a:ea typeface="Calibri"/>
              <a:cs typeface="Calibri"/>
            </a:endParaRPr>
          </a:p>
        </p:txBody>
      </p:sp>
      <p:sp>
        <p:nvSpPr>
          <p:cNvPr id="19" name="Bwss">
            <a:extLst>
              <a:ext uri="{FF2B5EF4-FFF2-40B4-BE49-F238E27FC236}">
                <ns2:creationId id="{E9685794-6BAA-439C-AB83-69FF6107F7D2}"/>
              </a:ext>
            </a:extLst>
          </p:cNvPr>
          <p:cNvSpPr>
            <a:spLocks noGrp="1"/>
          </p:cNvSpPr>
          <p:nvPr/>
        </p:nvSpPr>
        <p:spPr>
          <a:xfrm>
            <a:off x="14458950" y="6191250"/>
            <a:ext cx="3371850" cy="733425"/>
          </a:xfrm>
          <a:prstGeom prst="rect">
            <a:avLst/>
          </a:prstGeom>
          <a:solidFill>
            <a:srgbClr val="FFFFFF"/>
          </a:solidFill>
          <a:ln w="10478">
            <a:solidFill>
              <a:srgbClr val="000000"/>
            </a:solidFill>
            <a:prstDash val="solid"/>
          </a:ln>
        </p:spPr>
        <p:txBody>
          <a:bodyPr wrap="none" lIns="76200" tIns="38100" rIns="19050" bIns="0" anchor="t">
            <a:noAutofit/>
          </a:bodyPr>
          <a:lstStyle>
            <a:defPPr algn="l">
              <a:defRPr sz="1200" b="1" lang="ko-KR">
                <a:solidFill>
                  <a:srgbClr val="000000"/>
                </a:solidFill>
                <a:latin typeface="Calibri"/>
                <a:ea typeface="Calibri"/>
                <a:cs typeface="Calibri"/>
              </a:defRPr>
            </a:defPPr>
          </a:lstStyle>
          <a:p>
            <a:pPr algn="l">
              <a:lnSpc>
                <a:spcPct val="100000"/>
              </a:lnSpc>
              <a:buNone/>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State Store / 업무</a:t>
            </a:r>
            <a:endParaRPr lang="ko-KR">
              <a:latin typeface="Calibri"/>
              <a:ea typeface="Calibri"/>
              <a:cs typeface="Calibri"/>
            </a:endParaRPr>
          </a:p>
        </p:txBody>
      </p:sp>
      <p:sp>
        <p:nvSpPr>
          <p:cNvPr id="20" name="title-rule">
            <a:extLst>
              <a:ext uri="{FF2B5EF4-FFF2-40B4-BE49-F238E27FC236}">
                <ns2:creationId id="{9C006164-F026-4387-9589-308BBA9BE2DB}"/>
              </a:ext>
            </a:extLst>
          </p:cNvPr>
          <p:cNvSpPr>
            <a:spLocks noGrp="1"/>
          </p:cNvSpPr>
          <p:nvPr/>
        </p:nvSpPr>
        <p:spPr>
          <a:xfrm>
            <a:off x="571500" y="847725"/>
            <a:ext cx="17335500" cy="953"/>
          </a:xfrm>
          <a:custGeom>
            <a:pathLst>
              <a:path w="17335500" h="953">
                <a:moveTo>
                  <a:pt x="0" y="0"/>
                </a:moveTo>
                <a:lnTo>
                  <a:pt x="17335500" y="0"/>
                </a:lnTo>
              </a:path>
            </a:pathLst>
          </a:custGeom>
          <a:noFill/>
          <a:ln w="19050">
            <a:solidFill>
              <a:srgbClr val="A8A8A8"/>
            </a:solidFill>
            <a:prstDash val="solid"/>
          </a:ln>
        </p:spPr>
      </p:sp>
      <p:sp>
        <p:nvSpPr>
          <p:cNvPr id="21" name="legend-call">
            <a:extLst>
              <a:ext uri="{FF2B5EF4-FFF2-40B4-BE49-F238E27FC236}">
                <ns2:creationId id="{4B3D640E-D500-434E-9E3C-9F079D12E834}"/>
              </a:ext>
            </a:extLst>
          </p:cNvPr>
          <p:cNvSpPr>
            <a:spLocks noGrp="1"/>
          </p:cNvSpPr>
          <p:nvPr/>
        </p:nvSpPr>
        <p:spPr>
          <a:xfrm>
            <a:off x="228600" y="5362575"/>
            <a:ext cx="666750" cy="953"/>
          </a:xfrm>
          <a:custGeom>
            <a:pathLst>
              <a:path w="666750" h="953">
                <a:moveTo>
                  <a:pt x="0" y="0"/>
                </a:moveTo>
                <a:lnTo>
                  <a:pt x="666750" y="0"/>
                </a:lnTo>
              </a:path>
            </a:pathLst>
          </a:custGeom>
          <a:noFill/>
          <a:ln w="12383">
            <a:solidFill>
              <a:srgbClr val="000000"/>
            </a:solidFill>
            <a:prstDash val="solid"/>
          </a:ln>
        </p:spPr>
      </p:sp>
      <p:sp>
        <p:nvSpPr>
          <p:cNvPr id="22" name="legend-call-arrow">
            <a:extLst>
              <a:ext uri="{FF2B5EF4-FFF2-40B4-BE49-F238E27FC236}">
                <ns2:creationId id="{48A0EA0E-C201-407C-B887-AFA0005EF676}"/>
              </a:ext>
            </a:extLst>
          </p:cNvPr>
          <p:cNvSpPr>
            <a:spLocks noGrp="1"/>
          </p:cNvSpPr>
          <p:nvPr/>
        </p:nvSpPr>
        <p:spPr>
          <a:xfrm>
            <a:off x="826736" y="5329431"/>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23" name="legend-return">
            <a:extLst>
              <a:ext uri="{FF2B5EF4-FFF2-40B4-BE49-F238E27FC236}">
                <ns2:creationId id="{657C39C8-0EFF-4371-BFD7-D4BB25537D99}"/>
              </a:ext>
            </a:extLst>
          </p:cNvPr>
          <p:cNvSpPr>
            <a:spLocks noGrp="1"/>
          </p:cNvSpPr>
          <p:nvPr/>
        </p:nvSpPr>
        <p:spPr>
          <a:xfrm>
            <a:off x="228600" y="5924550"/>
            <a:ext cx="666750" cy="953"/>
          </a:xfrm>
          <a:custGeom>
            <a:pathLst>
              <a:path w="666750" h="953">
                <a:moveTo>
                  <a:pt x="0" y="0"/>
                </a:moveTo>
                <a:lnTo>
                  <a:pt x="666750" y="0"/>
                </a:lnTo>
              </a:path>
            </a:pathLst>
          </a:custGeom>
          <a:noFill/>
          <a:ln w="12383">
            <a:solidFill>
              <a:srgbClr val="000000"/>
            </a:solidFill>
            <a:prstDash val="dash"/>
          </a:ln>
        </p:spPr>
      </p:sp>
      <p:sp>
        <p:nvSpPr>
          <p:cNvPr id="24" name="legend-return-arrow">
            <a:extLst>
              <a:ext uri="{FF2B5EF4-FFF2-40B4-BE49-F238E27FC236}">
                <ns2:creationId id="{0BCF350A-3FA7-4EB1-8B54-B5970AED020C}"/>
              </a:ext>
            </a:extLst>
          </p:cNvPr>
          <p:cNvSpPr>
            <a:spLocks noGrp="1"/>
          </p:cNvSpPr>
          <p:nvPr/>
        </p:nvSpPr>
        <p:spPr>
          <a:xfrm>
            <a:off x="826736" y="5891406"/>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25" name="Acommit">
            <a:extLst>
              <a:ext uri="{FF2B5EF4-FFF2-40B4-BE49-F238E27FC236}">
                <ns2:creationId id="{F5F12CCA-A16A-4C8F-9145-988EEEE0AE24}"/>
              </a:ext>
            </a:extLst>
          </p:cNvPr>
          <p:cNvSpPr>
            <a:spLocks noGrp="1"/>
          </p:cNvSpPr>
          <p:nvPr/>
        </p:nvSpPr>
        <p:spPr>
          <a:xfrm>
            <a:off x="4238625" y="5962650"/>
            <a:ext cx="953" cy="476250"/>
          </a:xfrm>
          <a:custGeom>
            <a:pathLst>
              <a:path w="953" h="476250">
                <a:moveTo>
                  <a:pt x="0" y="0"/>
                </a:moveTo>
                <a:lnTo>
                  <a:pt x="0" y="476250"/>
                </a:lnTo>
              </a:path>
            </a:pathLst>
          </a:custGeom>
          <a:noFill/>
          <a:ln w="12383">
            <a:solidFill>
              <a:srgbClr val="000000"/>
            </a:solidFill>
            <a:prstDash val="solid"/>
          </a:ln>
        </p:spPr>
      </p:sp>
      <p:sp>
        <p:nvSpPr>
          <p:cNvPr id="26" name="Acommit-arrow">
            <a:extLst>
              <a:ext uri="{FF2B5EF4-FFF2-40B4-BE49-F238E27FC236}">
                <ns2:creationId id="{5A81EE80-02EB-4FDD-9586-AE0A97B53FFB}"/>
              </a:ext>
            </a:extLst>
          </p:cNvPr>
          <p:cNvSpPr>
            <a:spLocks noGrp="1"/>
          </p:cNvSpPr>
          <p:nvPr/>
        </p:nvSpPr>
        <p:spPr>
          <a:xfrm>
            <a:off x="4205481" y="637028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27" name="Ainput-route">
            <a:extLst>
              <a:ext uri="{FF2B5EF4-FFF2-40B4-BE49-F238E27FC236}">
                <ns2:creationId id="{BBF3A258-4585-433A-B9DD-CA2110AEE28B}"/>
              </a:ext>
            </a:extLst>
          </p:cNvPr>
          <p:cNvSpPr>
            <a:spLocks noGrp="1"/>
          </p:cNvSpPr>
          <p:nvPr/>
        </p:nvSpPr>
        <p:spPr>
          <a:xfrm>
            <a:off x="2190750" y="2905125"/>
            <a:ext cx="3409950" cy="1057275"/>
          </a:xfrm>
          <a:custGeom>
            <a:pathLst>
              <a:path w="3409950" h="1057275">
                <a:moveTo>
                  <a:pt x="0" y="0"/>
                </a:moveTo>
                <a:lnTo>
                  <a:pt x="0" y="104775"/>
                </a:lnTo>
                <a:lnTo>
                  <a:pt x="3409950" y="104775"/>
                </a:lnTo>
                <a:lnTo>
                  <a:pt x="3409950" y="647700"/>
                </a:lnTo>
                <a:lnTo>
                  <a:pt x="2038350" y="647700"/>
                </a:lnTo>
                <a:lnTo>
                  <a:pt x="2038350" y="1057275"/>
                </a:lnTo>
              </a:path>
            </a:pathLst>
          </a:custGeom>
          <a:noFill/>
          <a:ln w="12383">
            <a:solidFill>
              <a:srgbClr val="000000"/>
            </a:solidFill>
            <a:prstDash val="solid"/>
          </a:ln>
        </p:spPr>
      </p:sp>
      <p:sp>
        <p:nvSpPr>
          <p:cNvPr id="28" name="Ainput-route-arrow">
            <a:extLst>
              <a:ext uri="{FF2B5EF4-FFF2-40B4-BE49-F238E27FC236}">
                <ns2:creationId id="{D45C4C6E-99FE-421C-8024-0A91F7298AE3}"/>
              </a:ext>
            </a:extLst>
          </p:cNvPr>
          <p:cNvSpPr>
            <a:spLocks noGrp="1"/>
          </p:cNvSpPr>
          <p:nvPr/>
        </p:nvSpPr>
        <p:spPr>
          <a:xfrm>
            <a:off x="4195956" y="389378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29" name="Asem">
            <a:extLst>
              <a:ext uri="{FF2B5EF4-FFF2-40B4-BE49-F238E27FC236}">
                <ns2:creationId id="{04EE66AF-CCB7-4212-AE7E-67C7EB6977C1}"/>
              </a:ext>
            </a:extLst>
          </p:cNvPr>
          <p:cNvSpPr>
            <a:spLocks noGrp="1"/>
          </p:cNvSpPr>
          <p:nvPr/>
        </p:nvSpPr>
        <p:spPr>
          <a:xfrm>
            <a:off x="2828925" y="4076700"/>
            <a:ext cx="409575" cy="953"/>
          </a:xfrm>
          <a:custGeom>
            <a:pathLst>
              <a:path w="409575" h="953">
                <a:moveTo>
                  <a:pt x="409575" y="0"/>
                </a:moveTo>
                <a:lnTo>
                  <a:pt x="0" y="0"/>
                </a:lnTo>
              </a:path>
            </a:pathLst>
          </a:custGeom>
          <a:noFill/>
          <a:ln w="12383">
            <a:solidFill>
              <a:srgbClr val="000000"/>
            </a:solidFill>
            <a:prstDash val="solid"/>
          </a:ln>
        </p:spPr>
      </p:sp>
      <p:sp>
        <p:nvSpPr>
          <p:cNvPr id="30" name="Asem-arrow">
            <a:extLst>
              <a:ext uri="{FF2B5EF4-FFF2-40B4-BE49-F238E27FC236}">
                <ns2:creationId id="{458F2ED8-C92E-4D44-85A2-CAB47045DDDF}"/>
              </a:ext>
            </a:extLst>
          </p:cNvPr>
          <p:cNvSpPr>
            <a:spLocks noGrp="1"/>
          </p:cNvSpPr>
          <p:nvPr/>
        </p:nvSpPr>
        <p:spPr>
          <a:xfrm>
            <a:off x="2828925" y="4043556"/>
            <a:ext cx="68614" cy="66289"/>
          </a:xfrm>
          <a:custGeom>
            <a:pathLst>
              <a:path w="68614" h="66289">
                <a:moveTo>
                  <a:pt x="68614" y="0"/>
                </a:moveTo>
                <a:lnTo>
                  <a:pt x="0" y="33144"/>
                </a:lnTo>
                <a:lnTo>
                  <a:pt x="68614" y="66289"/>
                </a:lnTo>
              </a:path>
            </a:pathLst>
          </a:custGeom>
          <a:noFill/>
          <a:ln w="12383">
            <a:solidFill>
              <a:srgbClr val="000000"/>
            </a:solidFill>
            <a:prstDash val="solid"/>
          </a:ln>
        </p:spPr>
      </p:sp>
      <p:sp>
        <p:nvSpPr>
          <p:cNvPr id="31" name="Asem-return">
            <a:extLst>
              <a:ext uri="{FF2B5EF4-FFF2-40B4-BE49-F238E27FC236}">
                <ns2:creationId id="{3B1BE3C1-F4A1-4D4F-8A22-04DA7F6287D5}"/>
              </a:ext>
            </a:extLst>
          </p:cNvPr>
          <p:cNvSpPr>
            <a:spLocks noGrp="1"/>
          </p:cNvSpPr>
          <p:nvPr/>
        </p:nvSpPr>
        <p:spPr>
          <a:xfrm>
            <a:off x="2828925" y="4191000"/>
            <a:ext cx="409575" cy="953"/>
          </a:xfrm>
          <a:custGeom>
            <a:pathLst>
              <a:path w="409575" h="953">
                <a:moveTo>
                  <a:pt x="0" y="0"/>
                </a:moveTo>
                <a:lnTo>
                  <a:pt x="409575" y="0"/>
                </a:lnTo>
              </a:path>
            </a:pathLst>
          </a:custGeom>
          <a:noFill/>
          <a:ln w="12383">
            <a:solidFill>
              <a:srgbClr val="000000"/>
            </a:solidFill>
            <a:prstDash val="dash"/>
          </a:ln>
        </p:spPr>
      </p:sp>
      <p:sp>
        <p:nvSpPr>
          <p:cNvPr id="32" name="Asem-return-arrow">
            <a:extLst>
              <a:ext uri="{FF2B5EF4-FFF2-40B4-BE49-F238E27FC236}">
                <ns2:creationId id="{21142D29-75CA-4F3B-BB81-CB0DDE89E62C}"/>
              </a:ext>
            </a:extLst>
          </p:cNvPr>
          <p:cNvSpPr>
            <a:spLocks noGrp="1"/>
          </p:cNvSpPr>
          <p:nvPr/>
        </p:nvSpPr>
        <p:spPr>
          <a:xfrm>
            <a:off x="3169886" y="4157856"/>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33" name="Atask-read">
            <a:extLst>
              <a:ext uri="{FF2B5EF4-FFF2-40B4-BE49-F238E27FC236}">
                <ns2:creationId id="{7277ED13-D1CC-4129-8902-E532F40EF9F9}"/>
              </a:ext>
            </a:extLst>
          </p:cNvPr>
          <p:cNvSpPr>
            <a:spLocks noGrp="1"/>
          </p:cNvSpPr>
          <p:nvPr/>
        </p:nvSpPr>
        <p:spPr>
          <a:xfrm>
            <a:off x="5238750" y="4076700"/>
            <a:ext cx="752475" cy="953"/>
          </a:xfrm>
          <a:custGeom>
            <a:pathLst>
              <a:path w="752475" h="953">
                <a:moveTo>
                  <a:pt x="0" y="0"/>
                </a:moveTo>
                <a:lnTo>
                  <a:pt x="752475" y="0"/>
                </a:lnTo>
              </a:path>
            </a:pathLst>
          </a:custGeom>
          <a:noFill/>
          <a:ln w="12383">
            <a:solidFill>
              <a:srgbClr val="000000"/>
            </a:solidFill>
            <a:prstDash val="solid"/>
          </a:ln>
        </p:spPr>
      </p:sp>
      <p:sp>
        <p:nvSpPr>
          <p:cNvPr id="34" name="Atask-read-arrow">
            <a:extLst>
              <a:ext uri="{FF2B5EF4-FFF2-40B4-BE49-F238E27FC236}">
                <ns2:creationId id="{1939ED71-1A81-4EF5-A31C-2483D4AEA98B}"/>
              </a:ext>
            </a:extLst>
          </p:cNvPr>
          <p:cNvSpPr>
            <a:spLocks noGrp="1"/>
          </p:cNvSpPr>
          <p:nvPr/>
        </p:nvSpPr>
        <p:spPr>
          <a:xfrm>
            <a:off x="5922611" y="4043556"/>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35" name="Atask-return">
            <a:extLst>
              <a:ext uri="{FF2B5EF4-FFF2-40B4-BE49-F238E27FC236}">
                <ns2:creationId id="{06DF0995-AED0-418D-85D1-A5170DEF902F}"/>
              </a:ext>
            </a:extLst>
          </p:cNvPr>
          <p:cNvSpPr>
            <a:spLocks noGrp="1"/>
          </p:cNvSpPr>
          <p:nvPr/>
        </p:nvSpPr>
        <p:spPr>
          <a:xfrm>
            <a:off x="5238750" y="4191000"/>
            <a:ext cx="752475" cy="953"/>
          </a:xfrm>
          <a:custGeom>
            <a:pathLst>
              <a:path w="752475" h="953">
                <a:moveTo>
                  <a:pt x="752475" y="0"/>
                </a:moveTo>
                <a:lnTo>
                  <a:pt x="0" y="0"/>
                </a:lnTo>
              </a:path>
            </a:pathLst>
          </a:custGeom>
          <a:noFill/>
          <a:ln w="12383">
            <a:solidFill>
              <a:srgbClr val="000000"/>
            </a:solidFill>
            <a:prstDash val="dash"/>
          </a:ln>
        </p:spPr>
      </p:sp>
      <p:sp>
        <p:nvSpPr>
          <p:cNvPr id="36" name="Atask-return-arrow">
            <a:extLst>
              <a:ext uri="{FF2B5EF4-FFF2-40B4-BE49-F238E27FC236}">
                <ns2:creationId id="{AD69A4E8-7ECA-412E-813B-D390124E9D11}"/>
              </a:ext>
            </a:extLst>
          </p:cNvPr>
          <p:cNvSpPr>
            <a:spLocks noGrp="1"/>
          </p:cNvSpPr>
          <p:nvPr/>
        </p:nvSpPr>
        <p:spPr>
          <a:xfrm>
            <a:off x="5238750" y="4157856"/>
            <a:ext cx="68614" cy="66289"/>
          </a:xfrm>
          <a:custGeom>
            <a:pathLst>
              <a:path w="68614" h="66289">
                <a:moveTo>
                  <a:pt x="68614" y="0"/>
                </a:moveTo>
                <a:lnTo>
                  <a:pt x="0" y="33144"/>
                </a:lnTo>
                <a:lnTo>
                  <a:pt x="68614" y="66289"/>
                </a:lnTo>
              </a:path>
            </a:pathLst>
          </a:custGeom>
          <a:noFill/>
          <a:ln w="12383">
            <a:solidFill>
              <a:srgbClr val="000000"/>
            </a:solidFill>
            <a:prstDash val="solid"/>
          </a:ln>
        </p:spPr>
      </p:sp>
      <p:sp>
        <p:nvSpPr>
          <p:cNvPr id="37" name="Aprepare">
            <a:extLst>
              <a:ext uri="{FF2B5EF4-FFF2-40B4-BE49-F238E27FC236}">
                <ns2:creationId id="{414B92B0-FF5E-4B20-8E6D-5EB5BFA10CE6}"/>
              </a:ext>
            </a:extLst>
          </p:cNvPr>
          <p:cNvSpPr>
            <a:spLocks noGrp="1"/>
          </p:cNvSpPr>
          <p:nvPr/>
        </p:nvSpPr>
        <p:spPr>
          <a:xfrm>
            <a:off x="5238750" y="4238625"/>
            <a:ext cx="3171825" cy="247650"/>
          </a:xfrm>
          <a:custGeom>
            <a:pathLst>
              <a:path w="3171825" h="247650">
                <a:moveTo>
                  <a:pt x="0" y="247650"/>
                </a:moveTo>
                <a:lnTo>
                  <a:pt x="390525" y="247650"/>
                </a:lnTo>
                <a:lnTo>
                  <a:pt x="390525" y="57150"/>
                </a:lnTo>
                <a:lnTo>
                  <a:pt x="3171825" y="57150"/>
                </a:lnTo>
                <a:lnTo>
                  <a:pt x="3171825" y="0"/>
                </a:lnTo>
              </a:path>
            </a:pathLst>
          </a:custGeom>
          <a:noFill/>
          <a:ln w="12383">
            <a:solidFill>
              <a:srgbClr val="000000"/>
            </a:solidFill>
            <a:prstDash val="solid"/>
          </a:ln>
        </p:spPr>
      </p:sp>
      <p:sp>
        <p:nvSpPr>
          <p:cNvPr id="38" name="Aprepare-arrow">
            <a:extLst>
              <a:ext uri="{FF2B5EF4-FFF2-40B4-BE49-F238E27FC236}">
                <ns2:creationId id="{35B8C232-E5E6-4D20-B8D3-31AD7DFD1911}"/>
              </a:ext>
            </a:extLst>
          </p:cNvPr>
          <p:cNvSpPr>
            <a:spLocks noGrp="1"/>
          </p:cNvSpPr>
          <p:nvPr/>
        </p:nvSpPr>
        <p:spPr>
          <a:xfrm>
            <a:off x="8377431" y="4238625"/>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39" name="Areceipt">
            <a:extLst>
              <a:ext uri="{FF2B5EF4-FFF2-40B4-BE49-F238E27FC236}">
                <ns2:creationId id="{978E9D04-70FB-4943-96E1-F19FA0AFBF8C}"/>
              </a:ext>
            </a:extLst>
          </p:cNvPr>
          <p:cNvSpPr>
            <a:spLocks noGrp="1"/>
          </p:cNvSpPr>
          <p:nvPr/>
        </p:nvSpPr>
        <p:spPr>
          <a:xfrm>
            <a:off x="5238750" y="4162425"/>
            <a:ext cx="2466975" cy="1095375"/>
          </a:xfrm>
          <a:custGeom>
            <a:pathLst>
              <a:path w="2466975" h="1095375">
                <a:moveTo>
                  <a:pt x="2466975" y="0"/>
                </a:moveTo>
                <a:lnTo>
                  <a:pt x="2343150" y="0"/>
                </a:lnTo>
                <a:lnTo>
                  <a:pt x="2343150" y="923925"/>
                </a:lnTo>
                <a:lnTo>
                  <a:pt x="257175" y="923925"/>
                </a:lnTo>
                <a:lnTo>
                  <a:pt x="257175" y="1095375"/>
                </a:lnTo>
                <a:lnTo>
                  <a:pt x="0" y="1095375"/>
                </a:lnTo>
              </a:path>
            </a:pathLst>
          </a:custGeom>
          <a:noFill/>
          <a:ln w="12383">
            <a:solidFill>
              <a:srgbClr val="000000"/>
            </a:solidFill>
            <a:prstDash val="dash"/>
          </a:ln>
        </p:spPr>
      </p:sp>
      <p:sp>
        <p:nvSpPr>
          <p:cNvPr id="40" name="Areceipt-arrow">
            <a:extLst>
              <a:ext uri="{FF2B5EF4-FFF2-40B4-BE49-F238E27FC236}">
                <ns2:creationId id="{4792ACC9-9B02-4E21-AEC3-9AF574A304D2}"/>
              </a:ext>
            </a:extLst>
          </p:cNvPr>
          <p:cNvSpPr>
            <a:spLocks noGrp="1"/>
          </p:cNvSpPr>
          <p:nvPr/>
        </p:nvSpPr>
        <p:spPr>
          <a:xfrm>
            <a:off x="5238750" y="5224656"/>
            <a:ext cx="68614" cy="66289"/>
          </a:xfrm>
          <a:custGeom>
            <a:pathLst>
              <a:path w="68614" h="66289">
                <a:moveTo>
                  <a:pt x="68614" y="0"/>
                </a:moveTo>
                <a:lnTo>
                  <a:pt x="0" y="33144"/>
                </a:lnTo>
                <a:lnTo>
                  <a:pt x="68614" y="66289"/>
                </a:lnTo>
              </a:path>
            </a:pathLst>
          </a:custGeom>
          <a:noFill/>
          <a:ln w="12383">
            <a:solidFill>
              <a:srgbClr val="000000"/>
            </a:solidFill>
            <a:prstDash val="solid"/>
          </a:ln>
        </p:spPr>
      </p:sp>
      <p:sp>
        <p:nvSpPr>
          <p:cNvPr id="41" name="Aclaim">
            <a:extLst>
              <a:ext uri="{FF2B5EF4-FFF2-40B4-BE49-F238E27FC236}">
                <ns2:creationId id="{49755E7C-F08A-49D4-A023-F765A678F187}"/>
              </a:ext>
            </a:extLst>
          </p:cNvPr>
          <p:cNvSpPr>
            <a:spLocks noGrp="1"/>
          </p:cNvSpPr>
          <p:nvPr/>
        </p:nvSpPr>
        <p:spPr>
          <a:xfrm>
            <a:off x="6724650" y="4638675"/>
            <a:ext cx="953" cy="885825"/>
          </a:xfrm>
          <a:custGeom>
            <a:pathLst>
              <a:path w="953" h="885825">
                <a:moveTo>
                  <a:pt x="0" y="885825"/>
                </a:moveTo>
                <a:lnTo>
                  <a:pt x="0" y="0"/>
                </a:lnTo>
              </a:path>
            </a:pathLst>
          </a:custGeom>
          <a:noFill/>
          <a:ln w="12383">
            <a:solidFill>
              <a:srgbClr val="000000"/>
            </a:solidFill>
            <a:prstDash val="solid"/>
          </a:ln>
        </p:spPr>
      </p:sp>
      <p:sp>
        <p:nvSpPr>
          <p:cNvPr id="42" name="Aclaim-arrow">
            <a:extLst>
              <a:ext uri="{FF2B5EF4-FFF2-40B4-BE49-F238E27FC236}">
                <ns2:creationId id="{F3BC997B-4E43-42B4-873A-C8D218CCA4A7}"/>
              </a:ext>
            </a:extLst>
          </p:cNvPr>
          <p:cNvSpPr>
            <a:spLocks noGrp="1"/>
          </p:cNvSpPr>
          <p:nvPr/>
        </p:nvSpPr>
        <p:spPr>
          <a:xfrm>
            <a:off x="6691506" y="4638675"/>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43" name="Asend-agent">
            <a:extLst>
              <a:ext uri="{FF2B5EF4-FFF2-40B4-BE49-F238E27FC236}">
                <ns2:creationId id="{6FA33A85-F49E-40A3-B52F-E0EE9499946E}"/>
              </a:ext>
            </a:extLst>
          </p:cNvPr>
          <p:cNvSpPr>
            <a:spLocks noGrp="1"/>
          </p:cNvSpPr>
          <p:nvPr/>
        </p:nvSpPr>
        <p:spPr>
          <a:xfrm>
            <a:off x="7477125" y="3181350"/>
            <a:ext cx="1933575" cy="2428875"/>
          </a:xfrm>
          <a:custGeom>
            <a:pathLst>
              <a:path w="1933575" h="2428875">
                <a:moveTo>
                  <a:pt x="0" y="2428875"/>
                </a:moveTo>
                <a:lnTo>
                  <a:pt x="1933575" y="2428875"/>
                </a:lnTo>
                <a:lnTo>
                  <a:pt x="1933575" y="0"/>
                </a:lnTo>
                <a:lnTo>
                  <a:pt x="1895475" y="0"/>
                </a:lnTo>
              </a:path>
            </a:pathLst>
          </a:custGeom>
          <a:noFill/>
          <a:ln w="12383">
            <a:solidFill>
              <a:srgbClr val="000000"/>
            </a:solidFill>
            <a:prstDash val="solid"/>
          </a:ln>
        </p:spPr>
      </p:sp>
      <p:sp>
        <p:nvSpPr>
          <p:cNvPr id="44" name="Asend-agent-arrow">
            <a:extLst>
              <a:ext uri="{FF2B5EF4-FFF2-40B4-BE49-F238E27FC236}">
                <ns2:creationId id="{1F8ED225-D50D-4079-962C-A7991665C7E1}"/>
              </a:ext>
            </a:extLst>
          </p:cNvPr>
          <p:cNvSpPr>
            <a:spLocks noGrp="1"/>
          </p:cNvSpPr>
          <p:nvPr/>
        </p:nvSpPr>
        <p:spPr>
          <a:xfrm>
            <a:off x="9372600" y="3148206"/>
            <a:ext cx="68614" cy="66289"/>
          </a:xfrm>
          <a:custGeom>
            <a:pathLst>
              <a:path w="68614" h="66289">
                <a:moveTo>
                  <a:pt x="68614" y="0"/>
                </a:moveTo>
                <a:lnTo>
                  <a:pt x="0" y="33144"/>
                </a:lnTo>
                <a:lnTo>
                  <a:pt x="68614" y="66289"/>
                </a:lnTo>
              </a:path>
            </a:pathLst>
          </a:custGeom>
          <a:noFill/>
          <a:ln w="12383">
            <a:solidFill>
              <a:srgbClr val="000000"/>
            </a:solidFill>
            <a:prstDash val="solid"/>
          </a:ln>
        </p:spPr>
      </p:sp>
      <p:sp>
        <p:nvSpPr>
          <p:cNvPr id="45" name="Aevent">
            <a:extLst>
              <a:ext uri="{FF2B5EF4-FFF2-40B4-BE49-F238E27FC236}">
                <ns2:creationId id="{28E5FBA0-A885-4A15-AB02-1340F9058FDD}"/>
              </a:ext>
            </a:extLst>
          </p:cNvPr>
          <p:cNvSpPr>
            <a:spLocks noGrp="1"/>
          </p:cNvSpPr>
          <p:nvPr/>
        </p:nvSpPr>
        <p:spPr>
          <a:xfrm>
            <a:off x="9124950" y="3295650"/>
            <a:ext cx="352425" cy="2562225"/>
          </a:xfrm>
          <a:custGeom>
            <a:pathLst>
              <a:path w="352425" h="2562225">
                <a:moveTo>
                  <a:pt x="76200" y="0"/>
                </a:moveTo>
                <a:lnTo>
                  <a:pt x="352425" y="0"/>
                </a:lnTo>
                <a:lnTo>
                  <a:pt x="352425" y="2562225"/>
                </a:lnTo>
                <a:lnTo>
                  <a:pt x="0" y="2562225"/>
                </a:lnTo>
                <a:lnTo>
                  <a:pt x="0" y="2428875"/>
                </a:lnTo>
              </a:path>
            </a:pathLst>
          </a:custGeom>
          <a:noFill/>
          <a:ln w="12383">
            <a:solidFill>
              <a:srgbClr val="000000"/>
            </a:solidFill>
            <a:prstDash val="dash"/>
          </a:ln>
        </p:spPr>
      </p:sp>
      <p:sp>
        <p:nvSpPr>
          <p:cNvPr id="46" name="Aevent-arrow">
            <a:extLst>
              <a:ext uri="{FF2B5EF4-FFF2-40B4-BE49-F238E27FC236}">
                <ns2:creationId id="{54FBB6BA-FD2C-4E3E-9EAE-775A84DD79E7}"/>
              </a:ext>
            </a:extLst>
          </p:cNvPr>
          <p:cNvSpPr>
            <a:spLocks noGrp="1"/>
          </p:cNvSpPr>
          <p:nvPr/>
        </p:nvSpPr>
        <p:spPr>
          <a:xfrm>
            <a:off x="9091806" y="5724525"/>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47" name="Aunknown">
            <a:extLst>
              <a:ext uri="{FF2B5EF4-FFF2-40B4-BE49-F238E27FC236}">
                <ns2:creationId id="{36C631C2-0212-427D-B377-4D33B739E275}"/>
              </a:ext>
            </a:extLst>
          </p:cNvPr>
          <p:cNvSpPr>
            <a:spLocks noGrp="1"/>
          </p:cNvSpPr>
          <p:nvPr/>
        </p:nvSpPr>
        <p:spPr>
          <a:xfrm>
            <a:off x="6743700" y="5724525"/>
            <a:ext cx="953" cy="38100"/>
          </a:xfrm>
          <a:custGeom>
            <a:pathLst>
              <a:path w="953" h="38100">
                <a:moveTo>
                  <a:pt x="0" y="0"/>
                </a:moveTo>
                <a:lnTo>
                  <a:pt x="0" y="38100"/>
                </a:lnTo>
              </a:path>
            </a:pathLst>
          </a:custGeom>
          <a:noFill/>
          <a:ln w="12383">
            <a:solidFill>
              <a:srgbClr val="000000"/>
            </a:solidFill>
            <a:prstDash val="dash"/>
          </a:ln>
        </p:spPr>
      </p:sp>
      <p:sp>
        <p:nvSpPr>
          <p:cNvPr id="48" name="Aunknown-arrow">
            <a:extLst>
              <a:ext uri="{FF2B5EF4-FFF2-40B4-BE49-F238E27FC236}">
                <ns2:creationId id="{6E6A1041-4065-485A-A34B-C95AFB9811AF}"/>
              </a:ext>
            </a:extLst>
          </p:cNvPr>
          <p:cNvSpPr>
            <a:spLocks noGrp="1"/>
          </p:cNvSpPr>
          <p:nvPr/>
        </p:nvSpPr>
        <p:spPr>
          <a:xfrm>
            <a:off x="6710556" y="5694011"/>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49" name="Afact">
            <a:extLst>
              <a:ext uri="{FF2B5EF4-FFF2-40B4-BE49-F238E27FC236}">
                <ns2:creationId id="{391BB29D-A69F-43B6-AC78-E239B40FD9A5}"/>
              </a:ext>
            </a:extLst>
          </p:cNvPr>
          <p:cNvSpPr>
            <a:spLocks noGrp="1"/>
          </p:cNvSpPr>
          <p:nvPr/>
        </p:nvSpPr>
        <p:spPr>
          <a:xfrm>
            <a:off x="8410575" y="4953000"/>
            <a:ext cx="953" cy="571500"/>
          </a:xfrm>
          <a:custGeom>
            <a:pathLst>
              <a:path w="953" h="571500">
                <a:moveTo>
                  <a:pt x="0" y="571500"/>
                </a:moveTo>
                <a:lnTo>
                  <a:pt x="0" y="0"/>
                </a:lnTo>
              </a:path>
            </a:pathLst>
          </a:custGeom>
          <a:noFill/>
          <a:ln w="12383">
            <a:solidFill>
              <a:srgbClr val="000000"/>
            </a:solidFill>
            <a:prstDash val="dash"/>
          </a:ln>
        </p:spPr>
      </p:sp>
      <p:sp>
        <p:nvSpPr>
          <p:cNvPr id="50" name="Afact-arrow">
            <a:extLst>
              <a:ext uri="{FF2B5EF4-FFF2-40B4-BE49-F238E27FC236}">
                <ns2:creationId id="{866886ED-765A-45A2-8503-22B740B603E6}"/>
              </a:ext>
            </a:extLst>
          </p:cNvPr>
          <p:cNvSpPr>
            <a:spLocks noGrp="1"/>
          </p:cNvSpPr>
          <p:nvPr/>
        </p:nvSpPr>
        <p:spPr>
          <a:xfrm>
            <a:off x="8377431" y="4953000"/>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51" name="Apublish-permit">
            <a:extLst>
              <a:ext uri="{FF2B5EF4-FFF2-40B4-BE49-F238E27FC236}">
                <ns2:creationId id="{973BBD68-D757-453D-A6CB-1C6998542E23}"/>
              </a:ext>
            </a:extLst>
          </p:cNvPr>
          <p:cNvSpPr>
            <a:spLocks noGrp="1"/>
          </p:cNvSpPr>
          <p:nvPr/>
        </p:nvSpPr>
        <p:spPr>
          <a:xfrm>
            <a:off x="2828925" y="5257800"/>
            <a:ext cx="409575" cy="247650"/>
          </a:xfrm>
          <a:custGeom>
            <a:pathLst>
              <a:path w="409575" h="247650">
                <a:moveTo>
                  <a:pt x="409575" y="0"/>
                </a:moveTo>
                <a:lnTo>
                  <a:pt x="200025" y="0"/>
                </a:lnTo>
                <a:lnTo>
                  <a:pt x="200025" y="247650"/>
                </a:lnTo>
                <a:lnTo>
                  <a:pt x="0" y="247650"/>
                </a:lnTo>
              </a:path>
            </a:pathLst>
          </a:custGeom>
          <a:noFill/>
          <a:ln w="12383">
            <a:solidFill>
              <a:srgbClr val="000000"/>
            </a:solidFill>
            <a:prstDash val="solid"/>
          </a:ln>
        </p:spPr>
      </p:sp>
      <p:sp>
        <p:nvSpPr>
          <p:cNvPr id="52" name="Apublish-permit-arrow">
            <a:extLst>
              <a:ext uri="{FF2B5EF4-FFF2-40B4-BE49-F238E27FC236}">
                <ns2:creationId id="{B621E95F-F307-4D60-A68E-FCEB3438F4FE}"/>
              </a:ext>
            </a:extLst>
          </p:cNvPr>
          <p:cNvSpPr>
            <a:spLocks noGrp="1"/>
          </p:cNvSpPr>
          <p:nvPr/>
        </p:nvSpPr>
        <p:spPr>
          <a:xfrm>
            <a:off x="2828925" y="5472306"/>
            <a:ext cx="68614" cy="66289"/>
          </a:xfrm>
          <a:custGeom>
            <a:pathLst>
              <a:path w="68614" h="66289">
                <a:moveTo>
                  <a:pt x="68614" y="0"/>
                </a:moveTo>
                <a:lnTo>
                  <a:pt x="0" y="33144"/>
                </a:lnTo>
                <a:lnTo>
                  <a:pt x="68614" y="66289"/>
                </a:lnTo>
              </a:path>
            </a:pathLst>
          </a:custGeom>
          <a:noFill/>
          <a:ln w="12383">
            <a:solidFill>
              <a:srgbClr val="000000"/>
            </a:solidFill>
            <a:prstDash val="solid"/>
          </a:ln>
        </p:spPr>
      </p:sp>
      <p:sp>
        <p:nvSpPr>
          <p:cNvPr id="53" name="Adisplay">
            <a:extLst>
              <a:ext uri="{FF2B5EF4-FFF2-40B4-BE49-F238E27FC236}">
                <ns2:creationId id="{82E225D4-1ACE-4823-BB7D-EB3F9C59ED4D}"/>
              </a:ext>
            </a:extLst>
          </p:cNvPr>
          <p:cNvSpPr>
            <a:spLocks noGrp="1"/>
          </p:cNvSpPr>
          <p:nvPr/>
        </p:nvSpPr>
        <p:spPr>
          <a:xfrm>
            <a:off x="1162050" y="2905125"/>
            <a:ext cx="6905625" cy="2600325"/>
          </a:xfrm>
          <a:custGeom>
            <a:pathLst>
              <a:path w="6905625" h="2600325">
                <a:moveTo>
                  <a:pt x="142875" y="2600325"/>
                </a:moveTo>
                <a:lnTo>
                  <a:pt x="0" y="2600325"/>
                </a:lnTo>
                <a:lnTo>
                  <a:pt x="0" y="76200"/>
                </a:lnTo>
                <a:lnTo>
                  <a:pt x="6905625" y="76200"/>
                </a:lnTo>
                <a:lnTo>
                  <a:pt x="6905625" y="0"/>
                </a:lnTo>
              </a:path>
            </a:pathLst>
          </a:custGeom>
          <a:noFill/>
          <a:ln w="12383">
            <a:solidFill>
              <a:srgbClr val="000000"/>
            </a:solidFill>
            <a:prstDash val="solid"/>
          </a:ln>
        </p:spPr>
      </p:sp>
      <p:sp>
        <p:nvSpPr>
          <p:cNvPr id="54" name="Adisplay-arrow">
            <a:extLst>
              <a:ext uri="{FF2B5EF4-FFF2-40B4-BE49-F238E27FC236}">
                <ns2:creationId id="{8BF83ACA-DFE9-4225-BA0D-3356FB6206A9}"/>
              </a:ext>
            </a:extLst>
          </p:cNvPr>
          <p:cNvSpPr>
            <a:spLocks noGrp="1"/>
          </p:cNvSpPr>
          <p:nvPr/>
        </p:nvSpPr>
        <p:spPr>
          <a:xfrm>
            <a:off x="8034531" y="2905125"/>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55" name="Aactual">
            <a:extLst>
              <a:ext uri="{FF2B5EF4-FFF2-40B4-BE49-F238E27FC236}">
                <ns2:creationId id="{4ABC391E-976E-45DD-A20C-C9D3D60D943C}"/>
              </a:ext>
            </a:extLst>
          </p:cNvPr>
          <p:cNvSpPr>
            <a:spLocks noGrp="1"/>
          </p:cNvSpPr>
          <p:nvPr/>
        </p:nvSpPr>
        <p:spPr>
          <a:xfrm>
            <a:off x="2066925" y="2800350"/>
            <a:ext cx="7467600" cy="3314700"/>
          </a:xfrm>
          <a:custGeom>
            <a:pathLst>
              <a:path w="7467600" h="3314700">
                <a:moveTo>
                  <a:pt x="7191375" y="0"/>
                </a:moveTo>
                <a:lnTo>
                  <a:pt x="7467600" y="0"/>
                </a:lnTo>
                <a:lnTo>
                  <a:pt x="7467600" y="3314700"/>
                </a:lnTo>
                <a:lnTo>
                  <a:pt x="0" y="3314700"/>
                </a:lnTo>
                <a:lnTo>
                  <a:pt x="0" y="3105150"/>
                </a:lnTo>
              </a:path>
            </a:pathLst>
          </a:custGeom>
          <a:noFill/>
          <a:ln w="12383">
            <a:solidFill>
              <a:srgbClr val="000000"/>
            </a:solidFill>
            <a:prstDash val="dash"/>
          </a:ln>
        </p:spPr>
      </p:sp>
      <p:sp>
        <p:nvSpPr>
          <p:cNvPr id="56" name="Aactual-arrow">
            <a:extLst>
              <a:ext uri="{FF2B5EF4-FFF2-40B4-BE49-F238E27FC236}">
                <ns2:creationId id="{1B7EDB6A-7403-456B-9433-49046FF85E49}"/>
              </a:ext>
            </a:extLst>
          </p:cNvPr>
          <p:cNvSpPr>
            <a:spLocks noGrp="1"/>
          </p:cNvSpPr>
          <p:nvPr/>
        </p:nvSpPr>
        <p:spPr>
          <a:xfrm>
            <a:off x="2033781" y="5905500"/>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57" name="Bdcommit">
            <a:extLst>
              <a:ext uri="{FF2B5EF4-FFF2-40B4-BE49-F238E27FC236}">
                <ns2:creationId id="{78169DAD-450A-4804-B75D-88829F0476C0}"/>
              </a:ext>
            </a:extLst>
          </p:cNvPr>
          <p:cNvSpPr>
            <a:spLocks noGrp="1"/>
          </p:cNvSpPr>
          <p:nvPr/>
        </p:nvSpPr>
        <p:spPr>
          <a:xfrm>
            <a:off x="12811125" y="5962650"/>
            <a:ext cx="953" cy="476250"/>
          </a:xfrm>
          <a:custGeom>
            <a:pathLst>
              <a:path w="953" h="476250">
                <a:moveTo>
                  <a:pt x="0" y="0"/>
                </a:moveTo>
                <a:lnTo>
                  <a:pt x="0" y="476250"/>
                </a:lnTo>
              </a:path>
            </a:pathLst>
          </a:custGeom>
          <a:noFill/>
          <a:ln w="12383">
            <a:solidFill>
              <a:srgbClr val="000000"/>
            </a:solidFill>
            <a:prstDash val="solid"/>
          </a:ln>
        </p:spPr>
      </p:sp>
      <p:sp>
        <p:nvSpPr>
          <p:cNvPr id="58" name="Bdcommit-arrow">
            <a:extLst>
              <a:ext uri="{FF2B5EF4-FFF2-40B4-BE49-F238E27FC236}">
                <ns2:creationId id="{66392818-B1E2-4F08-96DE-C7359639FF8E}"/>
              </a:ext>
            </a:extLst>
          </p:cNvPr>
          <p:cNvSpPr>
            <a:spLocks noGrp="1"/>
          </p:cNvSpPr>
          <p:nvPr/>
        </p:nvSpPr>
        <p:spPr>
          <a:xfrm>
            <a:off x="12777981" y="637028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59" name="Bwcommit">
            <a:extLst>
              <a:ext uri="{FF2B5EF4-FFF2-40B4-BE49-F238E27FC236}">
                <ns2:creationId id="{E8F61AC3-A21C-4669-A764-97FED8F2FBEF}"/>
              </a:ext>
            </a:extLst>
          </p:cNvPr>
          <p:cNvSpPr>
            <a:spLocks noGrp="1"/>
          </p:cNvSpPr>
          <p:nvPr/>
        </p:nvSpPr>
        <p:spPr>
          <a:xfrm>
            <a:off x="14363700" y="4505325"/>
            <a:ext cx="1762125" cy="1933575"/>
          </a:xfrm>
          <a:custGeom>
            <a:pathLst>
              <a:path w="1762125" h="1933575">
                <a:moveTo>
                  <a:pt x="200025" y="0"/>
                </a:moveTo>
                <a:lnTo>
                  <a:pt x="0" y="0"/>
                </a:lnTo>
                <a:lnTo>
                  <a:pt x="0" y="1628775"/>
                </a:lnTo>
                <a:lnTo>
                  <a:pt x="1762125" y="1628775"/>
                </a:lnTo>
                <a:lnTo>
                  <a:pt x="1762125" y="1933575"/>
                </a:lnTo>
              </a:path>
            </a:pathLst>
          </a:custGeom>
          <a:noFill/>
          <a:ln w="12383">
            <a:solidFill>
              <a:srgbClr val="000000"/>
            </a:solidFill>
            <a:prstDash val="solid"/>
          </a:ln>
        </p:spPr>
      </p:sp>
      <p:sp>
        <p:nvSpPr>
          <p:cNvPr id="60" name="Bwcommit-arrow">
            <a:extLst>
              <a:ext uri="{FF2B5EF4-FFF2-40B4-BE49-F238E27FC236}">
                <ns2:creationId id="{C2417140-FD75-4F89-B576-7EFD7A23955F}"/>
              </a:ext>
            </a:extLst>
          </p:cNvPr>
          <p:cNvSpPr>
            <a:spLocks noGrp="1"/>
          </p:cNvSpPr>
          <p:nvPr/>
        </p:nvSpPr>
        <p:spPr>
          <a:xfrm>
            <a:off x="16092681" y="637028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61" name="Binput-route">
            <a:extLst>
              <a:ext uri="{FF2B5EF4-FFF2-40B4-BE49-F238E27FC236}">
                <ns2:creationId id="{BE8646B1-70BF-481D-A1A2-D7D2886D5067}"/>
              </a:ext>
            </a:extLst>
          </p:cNvPr>
          <p:cNvSpPr>
            <a:spLocks noGrp="1"/>
          </p:cNvSpPr>
          <p:nvPr/>
        </p:nvSpPr>
        <p:spPr>
          <a:xfrm>
            <a:off x="10763250" y="2905125"/>
            <a:ext cx="3409950" cy="1057275"/>
          </a:xfrm>
          <a:custGeom>
            <a:pathLst>
              <a:path w="3409950" h="1057275">
                <a:moveTo>
                  <a:pt x="0" y="0"/>
                </a:moveTo>
                <a:lnTo>
                  <a:pt x="0" y="104775"/>
                </a:lnTo>
                <a:lnTo>
                  <a:pt x="3409950" y="104775"/>
                </a:lnTo>
                <a:lnTo>
                  <a:pt x="3409950" y="647700"/>
                </a:lnTo>
                <a:lnTo>
                  <a:pt x="2038350" y="647700"/>
                </a:lnTo>
                <a:lnTo>
                  <a:pt x="2038350" y="1057275"/>
                </a:lnTo>
              </a:path>
            </a:pathLst>
          </a:custGeom>
          <a:noFill/>
          <a:ln w="12383">
            <a:solidFill>
              <a:srgbClr val="000000"/>
            </a:solidFill>
            <a:prstDash val="solid"/>
          </a:ln>
        </p:spPr>
      </p:sp>
      <p:sp>
        <p:nvSpPr>
          <p:cNvPr id="62" name="Binput-route-arrow">
            <a:extLst>
              <a:ext uri="{FF2B5EF4-FFF2-40B4-BE49-F238E27FC236}">
                <ns2:creationId id="{706A7ED1-94BA-46C2-93CB-481D92E85E6D}"/>
              </a:ext>
            </a:extLst>
          </p:cNvPr>
          <p:cNvSpPr>
            <a:spLocks noGrp="1"/>
          </p:cNvSpPr>
          <p:nvPr/>
        </p:nvSpPr>
        <p:spPr>
          <a:xfrm>
            <a:off x="12768456" y="3893786"/>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63" name="Bsem">
            <a:extLst>
              <a:ext uri="{FF2B5EF4-FFF2-40B4-BE49-F238E27FC236}">
                <ns2:creationId id="{D129FED9-3153-40CD-A250-6BE2E5C022C8}"/>
              </a:ext>
            </a:extLst>
          </p:cNvPr>
          <p:cNvSpPr>
            <a:spLocks noGrp="1"/>
          </p:cNvSpPr>
          <p:nvPr/>
        </p:nvSpPr>
        <p:spPr>
          <a:xfrm>
            <a:off x="11401425" y="4076700"/>
            <a:ext cx="409575" cy="953"/>
          </a:xfrm>
          <a:custGeom>
            <a:pathLst>
              <a:path w="409575" h="953">
                <a:moveTo>
                  <a:pt x="409575" y="0"/>
                </a:moveTo>
                <a:lnTo>
                  <a:pt x="0" y="0"/>
                </a:lnTo>
              </a:path>
            </a:pathLst>
          </a:custGeom>
          <a:noFill/>
          <a:ln w="12383">
            <a:solidFill>
              <a:srgbClr val="000000"/>
            </a:solidFill>
            <a:prstDash val="solid"/>
          </a:ln>
        </p:spPr>
      </p:sp>
      <p:sp>
        <p:nvSpPr>
          <p:cNvPr id="64" name="Bsem-arrow">
            <a:extLst>
              <a:ext uri="{FF2B5EF4-FFF2-40B4-BE49-F238E27FC236}">
                <ns2:creationId id="{C0E704D2-8A8A-4818-A6F0-3B2A9F965E00}"/>
              </a:ext>
            </a:extLst>
          </p:cNvPr>
          <p:cNvSpPr>
            <a:spLocks noGrp="1"/>
          </p:cNvSpPr>
          <p:nvPr/>
        </p:nvSpPr>
        <p:spPr>
          <a:xfrm>
            <a:off x="11401425" y="4043556"/>
            <a:ext cx="68614" cy="66289"/>
          </a:xfrm>
          <a:custGeom>
            <a:pathLst>
              <a:path w="68614" h="66289">
                <a:moveTo>
                  <a:pt x="68614" y="0"/>
                </a:moveTo>
                <a:lnTo>
                  <a:pt x="0" y="33144"/>
                </a:lnTo>
                <a:lnTo>
                  <a:pt x="68614" y="66289"/>
                </a:lnTo>
              </a:path>
            </a:pathLst>
          </a:custGeom>
          <a:noFill/>
          <a:ln w="12383">
            <a:solidFill>
              <a:srgbClr val="000000"/>
            </a:solidFill>
            <a:prstDash val="solid"/>
          </a:ln>
        </p:spPr>
      </p:sp>
      <p:sp>
        <p:nvSpPr>
          <p:cNvPr id="65" name="Bsem-return">
            <a:extLst>
              <a:ext uri="{FF2B5EF4-FFF2-40B4-BE49-F238E27FC236}">
                <ns2:creationId id="{287A29AC-C758-4344-BA88-53FF8DC1DDD9}"/>
              </a:ext>
            </a:extLst>
          </p:cNvPr>
          <p:cNvSpPr>
            <a:spLocks noGrp="1"/>
          </p:cNvSpPr>
          <p:nvPr/>
        </p:nvSpPr>
        <p:spPr>
          <a:xfrm>
            <a:off x="11401425" y="4191000"/>
            <a:ext cx="409575" cy="953"/>
          </a:xfrm>
          <a:custGeom>
            <a:pathLst>
              <a:path w="409575" h="953">
                <a:moveTo>
                  <a:pt x="0" y="0"/>
                </a:moveTo>
                <a:lnTo>
                  <a:pt x="409575" y="0"/>
                </a:lnTo>
              </a:path>
            </a:pathLst>
          </a:custGeom>
          <a:noFill/>
          <a:ln w="12383">
            <a:solidFill>
              <a:srgbClr val="000000"/>
            </a:solidFill>
            <a:prstDash val="dash"/>
          </a:ln>
        </p:spPr>
      </p:sp>
      <p:sp>
        <p:nvSpPr>
          <p:cNvPr id="66" name="Bsem-return-arrow">
            <a:extLst>
              <a:ext uri="{FF2B5EF4-FFF2-40B4-BE49-F238E27FC236}">
                <ns2:creationId id="{EECF5425-8F75-4E9C-859B-56A07D8D8617}"/>
              </a:ext>
            </a:extLst>
          </p:cNvPr>
          <p:cNvSpPr>
            <a:spLocks noGrp="1"/>
          </p:cNvSpPr>
          <p:nvPr/>
        </p:nvSpPr>
        <p:spPr>
          <a:xfrm>
            <a:off x="11742386" y="4157856"/>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67" name="Btask-read">
            <a:extLst>
              <a:ext uri="{FF2B5EF4-FFF2-40B4-BE49-F238E27FC236}">
                <ns2:creationId id="{864CA726-A77C-452B-B7BF-A19BFFB69DD3}"/>
              </a:ext>
            </a:extLst>
          </p:cNvPr>
          <p:cNvSpPr>
            <a:spLocks noGrp="1"/>
          </p:cNvSpPr>
          <p:nvPr/>
        </p:nvSpPr>
        <p:spPr>
          <a:xfrm>
            <a:off x="13811250" y="4076700"/>
            <a:ext cx="752475" cy="953"/>
          </a:xfrm>
          <a:custGeom>
            <a:pathLst>
              <a:path w="752475" h="953">
                <a:moveTo>
                  <a:pt x="0" y="0"/>
                </a:moveTo>
                <a:lnTo>
                  <a:pt x="752475" y="0"/>
                </a:lnTo>
              </a:path>
            </a:pathLst>
          </a:custGeom>
          <a:noFill/>
          <a:ln w="12383">
            <a:solidFill>
              <a:srgbClr val="000000"/>
            </a:solidFill>
            <a:prstDash val="solid"/>
          </a:ln>
        </p:spPr>
      </p:sp>
      <p:sp>
        <p:nvSpPr>
          <p:cNvPr id="68" name="Btask-read-arrow">
            <a:extLst>
              <a:ext uri="{FF2B5EF4-FFF2-40B4-BE49-F238E27FC236}">
                <ns2:creationId id="{9E043FFE-9CEB-41C0-81D0-D620B4041FBE}"/>
              </a:ext>
            </a:extLst>
          </p:cNvPr>
          <p:cNvSpPr>
            <a:spLocks noGrp="1"/>
          </p:cNvSpPr>
          <p:nvPr/>
        </p:nvSpPr>
        <p:spPr>
          <a:xfrm>
            <a:off x="14495111" y="4043556"/>
            <a:ext cx="68614" cy="66289"/>
          </a:xfrm>
          <a:custGeom>
            <a:pathLst>
              <a:path w="68614" h="66289">
                <a:moveTo>
                  <a:pt x="0" y="66289"/>
                </a:moveTo>
                <a:lnTo>
                  <a:pt x="68614" y="33144"/>
                </a:lnTo>
                <a:lnTo>
                  <a:pt x="0" y="0"/>
                </a:lnTo>
              </a:path>
            </a:pathLst>
          </a:custGeom>
          <a:noFill/>
          <a:ln w="12383">
            <a:solidFill>
              <a:srgbClr val="000000"/>
            </a:solidFill>
            <a:prstDash val="solid"/>
          </a:ln>
        </p:spPr>
      </p:sp>
      <p:sp>
        <p:nvSpPr>
          <p:cNvPr id="69" name="Btask-return">
            <a:extLst>
              <a:ext uri="{FF2B5EF4-FFF2-40B4-BE49-F238E27FC236}">
                <ns2:creationId id="{1673EF8F-6C4D-4873-9DB9-CD4F3393EC95}"/>
              </a:ext>
            </a:extLst>
          </p:cNvPr>
          <p:cNvSpPr>
            <a:spLocks noGrp="1"/>
          </p:cNvSpPr>
          <p:nvPr/>
        </p:nvSpPr>
        <p:spPr>
          <a:xfrm>
            <a:off x="13811250" y="4191000"/>
            <a:ext cx="752475" cy="953"/>
          </a:xfrm>
          <a:custGeom>
            <a:pathLst>
              <a:path w="752475" h="953">
                <a:moveTo>
                  <a:pt x="752475" y="0"/>
                </a:moveTo>
                <a:lnTo>
                  <a:pt x="0" y="0"/>
                </a:lnTo>
              </a:path>
            </a:pathLst>
          </a:custGeom>
          <a:noFill/>
          <a:ln w="12383">
            <a:solidFill>
              <a:srgbClr val="000000"/>
            </a:solidFill>
            <a:prstDash val="dash"/>
          </a:ln>
        </p:spPr>
      </p:sp>
      <p:sp>
        <p:nvSpPr>
          <p:cNvPr id="70" name="Btask-return-arrow">
            <a:extLst>
              <a:ext uri="{FF2B5EF4-FFF2-40B4-BE49-F238E27FC236}">
                <ns2:creationId id="{3225EF88-C7A9-4B35-A59D-FD3ABF75BFD4}"/>
              </a:ext>
            </a:extLst>
          </p:cNvPr>
          <p:cNvSpPr>
            <a:spLocks noGrp="1"/>
          </p:cNvSpPr>
          <p:nvPr/>
        </p:nvSpPr>
        <p:spPr>
          <a:xfrm>
            <a:off x="13811250" y="4157856"/>
            <a:ext cx="68614" cy="66289"/>
          </a:xfrm>
          <a:custGeom>
            <a:pathLst>
              <a:path w="68614" h="66289">
                <a:moveTo>
                  <a:pt x="68614" y="0"/>
                </a:moveTo>
                <a:lnTo>
                  <a:pt x="0" y="33144"/>
                </a:lnTo>
                <a:lnTo>
                  <a:pt x="68614" y="66289"/>
                </a:lnTo>
              </a:path>
            </a:pathLst>
          </a:custGeom>
          <a:noFill/>
          <a:ln w="12383">
            <a:solidFill>
              <a:srgbClr val="000000"/>
            </a:solidFill>
            <a:prstDash val="solid"/>
          </a:ln>
        </p:spPr>
      </p:sp>
      <p:sp>
        <p:nvSpPr>
          <p:cNvPr id="71" name="Bprepare">
            <a:extLst>
              <a:ext uri="{FF2B5EF4-FFF2-40B4-BE49-F238E27FC236}">
                <ns2:creationId id="{0E2FF6D8-4AB8-48C4-80EF-66CDDB82946E}"/>
              </a:ext>
            </a:extLst>
          </p:cNvPr>
          <p:cNvSpPr>
            <a:spLocks noGrp="1"/>
          </p:cNvSpPr>
          <p:nvPr/>
        </p:nvSpPr>
        <p:spPr>
          <a:xfrm>
            <a:off x="13811250" y="4238625"/>
            <a:ext cx="3171825" cy="247650"/>
          </a:xfrm>
          <a:custGeom>
            <a:pathLst>
              <a:path w="3171825" h="247650">
                <a:moveTo>
                  <a:pt x="0" y="247650"/>
                </a:moveTo>
                <a:lnTo>
                  <a:pt x="390525" y="247650"/>
                </a:lnTo>
                <a:lnTo>
                  <a:pt x="390525" y="57150"/>
                </a:lnTo>
                <a:lnTo>
                  <a:pt x="3171825" y="57150"/>
                </a:lnTo>
                <a:lnTo>
                  <a:pt x="3171825" y="0"/>
                </a:lnTo>
              </a:path>
            </a:pathLst>
          </a:custGeom>
          <a:noFill/>
          <a:ln w="12383">
            <a:solidFill>
              <a:srgbClr val="000000"/>
            </a:solidFill>
            <a:prstDash val="solid"/>
          </a:ln>
        </p:spPr>
      </p:sp>
      <p:sp>
        <p:nvSpPr>
          <p:cNvPr id="72" name="Bprepare-arrow">
            <a:extLst>
              <a:ext uri="{FF2B5EF4-FFF2-40B4-BE49-F238E27FC236}">
                <ns2:creationId id="{24D02D25-3D52-4BDD-993A-1DF38C90A69B}"/>
              </a:ext>
            </a:extLst>
          </p:cNvPr>
          <p:cNvSpPr>
            <a:spLocks noGrp="1"/>
          </p:cNvSpPr>
          <p:nvPr/>
        </p:nvSpPr>
        <p:spPr>
          <a:xfrm>
            <a:off x="16949931" y="4238625"/>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73" name="Breceipt">
            <a:extLst>
              <a:ext uri="{FF2B5EF4-FFF2-40B4-BE49-F238E27FC236}">
                <ns2:creationId id="{E99E8E02-B844-4457-8940-2F54EDABF015}"/>
              </a:ext>
            </a:extLst>
          </p:cNvPr>
          <p:cNvSpPr>
            <a:spLocks noGrp="1"/>
          </p:cNvSpPr>
          <p:nvPr/>
        </p:nvSpPr>
        <p:spPr>
          <a:xfrm>
            <a:off x="13811250" y="4162425"/>
            <a:ext cx="2466975" cy="1095375"/>
          </a:xfrm>
          <a:custGeom>
            <a:pathLst>
              <a:path w="2466975" h="1095375">
                <a:moveTo>
                  <a:pt x="2466975" y="0"/>
                </a:moveTo>
                <a:lnTo>
                  <a:pt x="2343150" y="0"/>
                </a:lnTo>
                <a:lnTo>
                  <a:pt x="2343150" y="923925"/>
                </a:lnTo>
                <a:lnTo>
                  <a:pt x="257175" y="923925"/>
                </a:lnTo>
                <a:lnTo>
                  <a:pt x="257175" y="1095375"/>
                </a:lnTo>
                <a:lnTo>
                  <a:pt x="0" y="1095375"/>
                </a:lnTo>
              </a:path>
            </a:pathLst>
          </a:custGeom>
          <a:noFill/>
          <a:ln w="12383">
            <a:solidFill>
              <a:srgbClr val="000000"/>
            </a:solidFill>
            <a:prstDash val="dash"/>
          </a:ln>
        </p:spPr>
      </p:sp>
      <p:sp>
        <p:nvSpPr>
          <p:cNvPr id="74" name="Breceipt-arrow">
            <a:extLst>
              <a:ext uri="{FF2B5EF4-FFF2-40B4-BE49-F238E27FC236}">
                <ns2:creationId id="{89D07793-3ECE-468C-BD9A-9052E90AFC45}"/>
              </a:ext>
            </a:extLst>
          </p:cNvPr>
          <p:cNvSpPr>
            <a:spLocks noGrp="1"/>
          </p:cNvSpPr>
          <p:nvPr/>
        </p:nvSpPr>
        <p:spPr>
          <a:xfrm>
            <a:off x="13811250" y="5224656"/>
            <a:ext cx="68614" cy="66289"/>
          </a:xfrm>
          <a:custGeom>
            <a:pathLst>
              <a:path w="68614" h="66289">
                <a:moveTo>
                  <a:pt x="68614" y="0"/>
                </a:moveTo>
                <a:lnTo>
                  <a:pt x="0" y="33144"/>
                </a:lnTo>
                <a:lnTo>
                  <a:pt x="68614" y="66289"/>
                </a:lnTo>
              </a:path>
            </a:pathLst>
          </a:custGeom>
          <a:noFill/>
          <a:ln w="12383">
            <a:solidFill>
              <a:srgbClr val="000000"/>
            </a:solidFill>
            <a:prstDash val="solid"/>
          </a:ln>
        </p:spPr>
      </p:sp>
      <p:sp>
        <p:nvSpPr>
          <p:cNvPr id="75" name="Bclaim">
            <a:extLst>
              <a:ext uri="{FF2B5EF4-FFF2-40B4-BE49-F238E27FC236}">
                <ns2:creationId id="{26C44476-B7A3-467B-8A22-C1F5E3EE94F2}"/>
              </a:ext>
            </a:extLst>
          </p:cNvPr>
          <p:cNvSpPr>
            <a:spLocks noGrp="1"/>
          </p:cNvSpPr>
          <p:nvPr/>
        </p:nvSpPr>
        <p:spPr>
          <a:xfrm>
            <a:off x="15297150" y="4638675"/>
            <a:ext cx="953" cy="885825"/>
          </a:xfrm>
          <a:custGeom>
            <a:pathLst>
              <a:path w="953" h="885825">
                <a:moveTo>
                  <a:pt x="0" y="885825"/>
                </a:moveTo>
                <a:lnTo>
                  <a:pt x="0" y="0"/>
                </a:lnTo>
              </a:path>
            </a:pathLst>
          </a:custGeom>
          <a:noFill/>
          <a:ln w="12383">
            <a:solidFill>
              <a:srgbClr val="000000"/>
            </a:solidFill>
            <a:prstDash val="solid"/>
          </a:ln>
        </p:spPr>
      </p:sp>
      <p:sp>
        <p:nvSpPr>
          <p:cNvPr id="76" name="Bclaim-arrow">
            <a:extLst>
              <a:ext uri="{FF2B5EF4-FFF2-40B4-BE49-F238E27FC236}">
                <ns2:creationId id="{142DCC3A-3D01-4352-BC90-612222822A21}"/>
              </a:ext>
            </a:extLst>
          </p:cNvPr>
          <p:cNvSpPr>
            <a:spLocks noGrp="1"/>
          </p:cNvSpPr>
          <p:nvPr/>
        </p:nvSpPr>
        <p:spPr>
          <a:xfrm>
            <a:off x="15264006" y="4638675"/>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77" name="Bsend-agent">
            <a:extLst>
              <a:ext uri="{FF2B5EF4-FFF2-40B4-BE49-F238E27FC236}">
                <ns2:creationId id="{A0429977-3535-4342-A3FF-C2A520106E66}"/>
              </a:ext>
            </a:extLst>
          </p:cNvPr>
          <p:cNvSpPr>
            <a:spLocks noGrp="1"/>
          </p:cNvSpPr>
          <p:nvPr/>
        </p:nvSpPr>
        <p:spPr>
          <a:xfrm>
            <a:off x="16049625" y="3181350"/>
            <a:ext cx="1933575" cy="2428875"/>
          </a:xfrm>
          <a:custGeom>
            <a:pathLst>
              <a:path w="1933575" h="2428875">
                <a:moveTo>
                  <a:pt x="0" y="2428875"/>
                </a:moveTo>
                <a:lnTo>
                  <a:pt x="1933575" y="2428875"/>
                </a:lnTo>
                <a:lnTo>
                  <a:pt x="1933575" y="0"/>
                </a:lnTo>
                <a:lnTo>
                  <a:pt x="1895475" y="0"/>
                </a:lnTo>
              </a:path>
            </a:pathLst>
          </a:custGeom>
          <a:noFill/>
          <a:ln w="12383">
            <a:solidFill>
              <a:srgbClr val="000000"/>
            </a:solidFill>
            <a:prstDash val="solid"/>
          </a:ln>
        </p:spPr>
      </p:sp>
      <p:sp>
        <p:nvSpPr>
          <p:cNvPr id="78" name="Bsend-agent-arrow">
            <a:extLst>
              <a:ext uri="{FF2B5EF4-FFF2-40B4-BE49-F238E27FC236}">
                <ns2:creationId id="{AF1922F4-9975-46BF-84DC-3CF6D07EDA63}"/>
              </a:ext>
            </a:extLst>
          </p:cNvPr>
          <p:cNvSpPr>
            <a:spLocks noGrp="1"/>
          </p:cNvSpPr>
          <p:nvPr/>
        </p:nvSpPr>
        <p:spPr>
          <a:xfrm>
            <a:off x="17945100" y="3148206"/>
            <a:ext cx="68614" cy="66289"/>
          </a:xfrm>
          <a:custGeom>
            <a:pathLst>
              <a:path w="68614" h="66289">
                <a:moveTo>
                  <a:pt x="68614" y="0"/>
                </a:moveTo>
                <a:lnTo>
                  <a:pt x="0" y="33144"/>
                </a:lnTo>
                <a:lnTo>
                  <a:pt x="68614" y="66289"/>
                </a:lnTo>
              </a:path>
            </a:pathLst>
          </a:custGeom>
          <a:noFill/>
          <a:ln w="12383">
            <a:solidFill>
              <a:srgbClr val="000000"/>
            </a:solidFill>
            <a:prstDash val="solid"/>
          </a:ln>
        </p:spPr>
      </p:sp>
      <p:sp>
        <p:nvSpPr>
          <p:cNvPr id="79" name="Bevent">
            <a:extLst>
              <a:ext uri="{FF2B5EF4-FFF2-40B4-BE49-F238E27FC236}">
                <ns2:creationId id="{4F7C3313-DA92-4E56-91A7-C994510BA0DB}"/>
              </a:ext>
            </a:extLst>
          </p:cNvPr>
          <p:cNvSpPr>
            <a:spLocks noGrp="1"/>
          </p:cNvSpPr>
          <p:nvPr/>
        </p:nvSpPr>
        <p:spPr>
          <a:xfrm>
            <a:off x="17697450" y="3295650"/>
            <a:ext cx="352425" cy="2562225"/>
          </a:xfrm>
          <a:custGeom>
            <a:pathLst>
              <a:path w="352425" h="2562225">
                <a:moveTo>
                  <a:pt x="76200" y="0"/>
                </a:moveTo>
                <a:lnTo>
                  <a:pt x="352425" y="0"/>
                </a:lnTo>
                <a:lnTo>
                  <a:pt x="352425" y="2562225"/>
                </a:lnTo>
                <a:lnTo>
                  <a:pt x="0" y="2562225"/>
                </a:lnTo>
                <a:lnTo>
                  <a:pt x="0" y="2428875"/>
                </a:lnTo>
              </a:path>
            </a:pathLst>
          </a:custGeom>
          <a:noFill/>
          <a:ln w="12383">
            <a:solidFill>
              <a:srgbClr val="000000"/>
            </a:solidFill>
            <a:prstDash val="dash"/>
          </a:ln>
        </p:spPr>
      </p:sp>
      <p:sp>
        <p:nvSpPr>
          <p:cNvPr id="80" name="Bevent-arrow">
            <a:extLst>
              <a:ext uri="{FF2B5EF4-FFF2-40B4-BE49-F238E27FC236}">
                <ns2:creationId id="{16AD1465-3938-459E-AAA1-FAFB827655E4}"/>
              </a:ext>
            </a:extLst>
          </p:cNvPr>
          <p:cNvSpPr>
            <a:spLocks noGrp="1"/>
          </p:cNvSpPr>
          <p:nvPr/>
        </p:nvSpPr>
        <p:spPr>
          <a:xfrm>
            <a:off x="17664306" y="5724525"/>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81" name="Bunknown">
            <a:extLst>
              <a:ext uri="{FF2B5EF4-FFF2-40B4-BE49-F238E27FC236}">
                <ns2:creationId id="{573C624C-A493-442D-9645-CB51F0B71A03}"/>
              </a:ext>
            </a:extLst>
          </p:cNvPr>
          <p:cNvSpPr>
            <a:spLocks noGrp="1"/>
          </p:cNvSpPr>
          <p:nvPr/>
        </p:nvSpPr>
        <p:spPr>
          <a:xfrm>
            <a:off x="15316200" y="5724525"/>
            <a:ext cx="953" cy="38100"/>
          </a:xfrm>
          <a:custGeom>
            <a:pathLst>
              <a:path w="953" h="38100">
                <a:moveTo>
                  <a:pt x="0" y="0"/>
                </a:moveTo>
                <a:lnTo>
                  <a:pt x="0" y="38100"/>
                </a:lnTo>
              </a:path>
            </a:pathLst>
          </a:custGeom>
          <a:noFill/>
          <a:ln w="12383">
            <a:solidFill>
              <a:srgbClr val="000000"/>
            </a:solidFill>
            <a:prstDash val="dash"/>
          </a:ln>
        </p:spPr>
      </p:sp>
      <p:sp>
        <p:nvSpPr>
          <p:cNvPr id="82" name="Bunknown-arrow">
            <a:extLst>
              <a:ext uri="{FF2B5EF4-FFF2-40B4-BE49-F238E27FC236}">
                <ns2:creationId id="{D3241578-CAEF-409D-A27C-1CC6F0C673AC}"/>
              </a:ext>
            </a:extLst>
          </p:cNvPr>
          <p:cNvSpPr>
            <a:spLocks noGrp="1"/>
          </p:cNvSpPr>
          <p:nvPr/>
        </p:nvSpPr>
        <p:spPr>
          <a:xfrm>
            <a:off x="15283056" y="5694011"/>
            <a:ext cx="66289" cy="68614"/>
          </a:xfrm>
          <a:custGeom>
            <a:pathLst>
              <a:path w="66289" h="68614">
                <a:moveTo>
                  <a:pt x="0" y="0"/>
                </a:moveTo>
                <a:lnTo>
                  <a:pt x="33144" y="68614"/>
                </a:lnTo>
                <a:lnTo>
                  <a:pt x="66289" y="0"/>
                </a:lnTo>
              </a:path>
            </a:pathLst>
          </a:custGeom>
          <a:noFill/>
          <a:ln w="12383">
            <a:solidFill>
              <a:srgbClr val="000000"/>
            </a:solidFill>
            <a:prstDash val="solid"/>
          </a:ln>
        </p:spPr>
      </p:sp>
      <p:sp>
        <p:nvSpPr>
          <p:cNvPr id="83" name="Bfact">
            <a:extLst>
              <a:ext uri="{FF2B5EF4-FFF2-40B4-BE49-F238E27FC236}">
                <ns2:creationId id="{A4A158C9-2593-4C61-856E-CB18FF18CDE3}"/>
              </a:ext>
            </a:extLst>
          </p:cNvPr>
          <p:cNvSpPr>
            <a:spLocks noGrp="1"/>
          </p:cNvSpPr>
          <p:nvPr/>
        </p:nvSpPr>
        <p:spPr>
          <a:xfrm>
            <a:off x="16983075" y="4953000"/>
            <a:ext cx="953" cy="571500"/>
          </a:xfrm>
          <a:custGeom>
            <a:pathLst>
              <a:path w="953" h="571500">
                <a:moveTo>
                  <a:pt x="0" y="571500"/>
                </a:moveTo>
                <a:lnTo>
                  <a:pt x="0" y="0"/>
                </a:lnTo>
              </a:path>
            </a:pathLst>
          </a:custGeom>
          <a:noFill/>
          <a:ln w="12383">
            <a:solidFill>
              <a:srgbClr val="000000"/>
            </a:solidFill>
            <a:prstDash val="dash"/>
          </a:ln>
        </p:spPr>
      </p:sp>
      <p:sp>
        <p:nvSpPr>
          <p:cNvPr id="84" name="Bfact-arrow">
            <a:extLst>
              <a:ext uri="{FF2B5EF4-FFF2-40B4-BE49-F238E27FC236}">
                <ns2:creationId id="{22ECBEB3-F327-476E-AA09-E0BEC2C15760}"/>
              </a:ext>
            </a:extLst>
          </p:cNvPr>
          <p:cNvSpPr>
            <a:spLocks noGrp="1"/>
          </p:cNvSpPr>
          <p:nvPr/>
        </p:nvSpPr>
        <p:spPr>
          <a:xfrm>
            <a:off x="16949931" y="4953000"/>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85" name="Bpublish-permit">
            <a:extLst>
              <a:ext uri="{FF2B5EF4-FFF2-40B4-BE49-F238E27FC236}">
                <ns2:creationId id="{85DC335D-DE90-4FCC-8B12-534502C8F39E}"/>
              </a:ext>
            </a:extLst>
          </p:cNvPr>
          <p:cNvSpPr>
            <a:spLocks noGrp="1"/>
          </p:cNvSpPr>
          <p:nvPr/>
        </p:nvSpPr>
        <p:spPr>
          <a:xfrm>
            <a:off x="11401425" y="5257800"/>
            <a:ext cx="409575" cy="247650"/>
          </a:xfrm>
          <a:custGeom>
            <a:pathLst>
              <a:path w="409575" h="247650">
                <a:moveTo>
                  <a:pt x="409575" y="0"/>
                </a:moveTo>
                <a:lnTo>
                  <a:pt x="200025" y="0"/>
                </a:lnTo>
                <a:lnTo>
                  <a:pt x="200025" y="247650"/>
                </a:lnTo>
                <a:lnTo>
                  <a:pt x="0" y="247650"/>
                </a:lnTo>
              </a:path>
            </a:pathLst>
          </a:custGeom>
          <a:noFill/>
          <a:ln w="12383">
            <a:solidFill>
              <a:srgbClr val="000000"/>
            </a:solidFill>
            <a:prstDash val="solid"/>
          </a:ln>
        </p:spPr>
      </p:sp>
      <p:sp>
        <p:nvSpPr>
          <p:cNvPr id="86" name="Bpublish-permit-arrow">
            <a:extLst>
              <a:ext uri="{FF2B5EF4-FFF2-40B4-BE49-F238E27FC236}">
                <ns2:creationId id="{15689AA5-FE14-47BC-8BD8-03E2F015F0D5}"/>
              </a:ext>
            </a:extLst>
          </p:cNvPr>
          <p:cNvSpPr>
            <a:spLocks noGrp="1"/>
          </p:cNvSpPr>
          <p:nvPr/>
        </p:nvSpPr>
        <p:spPr>
          <a:xfrm>
            <a:off x="11401425" y="5472306"/>
            <a:ext cx="68614" cy="66289"/>
          </a:xfrm>
          <a:custGeom>
            <a:pathLst>
              <a:path w="68614" h="66289">
                <a:moveTo>
                  <a:pt x="68614" y="0"/>
                </a:moveTo>
                <a:lnTo>
                  <a:pt x="0" y="33144"/>
                </a:lnTo>
                <a:lnTo>
                  <a:pt x="68614" y="66289"/>
                </a:lnTo>
              </a:path>
            </a:pathLst>
          </a:custGeom>
          <a:noFill/>
          <a:ln w="12383">
            <a:solidFill>
              <a:srgbClr val="000000"/>
            </a:solidFill>
            <a:prstDash val="solid"/>
          </a:ln>
        </p:spPr>
      </p:sp>
      <p:sp>
        <p:nvSpPr>
          <p:cNvPr id="87" name="Bdisplay">
            <a:extLst>
              <a:ext uri="{FF2B5EF4-FFF2-40B4-BE49-F238E27FC236}">
                <ns2:creationId id="{B1B466D4-C578-4EAA-A155-F95E11F83329}"/>
              </a:ext>
            </a:extLst>
          </p:cNvPr>
          <p:cNvSpPr>
            <a:spLocks noGrp="1"/>
          </p:cNvSpPr>
          <p:nvPr/>
        </p:nvSpPr>
        <p:spPr>
          <a:xfrm>
            <a:off x="9734550" y="2905125"/>
            <a:ext cx="6905625" cy="2600325"/>
          </a:xfrm>
          <a:custGeom>
            <a:pathLst>
              <a:path w="6905625" h="2600325">
                <a:moveTo>
                  <a:pt x="142875" y="2600325"/>
                </a:moveTo>
                <a:lnTo>
                  <a:pt x="0" y="2600325"/>
                </a:lnTo>
                <a:lnTo>
                  <a:pt x="0" y="76200"/>
                </a:lnTo>
                <a:lnTo>
                  <a:pt x="6905625" y="76200"/>
                </a:lnTo>
                <a:lnTo>
                  <a:pt x="6905625" y="0"/>
                </a:lnTo>
              </a:path>
            </a:pathLst>
          </a:custGeom>
          <a:noFill/>
          <a:ln w="12383">
            <a:solidFill>
              <a:srgbClr val="000000"/>
            </a:solidFill>
            <a:prstDash val="solid"/>
          </a:ln>
        </p:spPr>
      </p:sp>
      <p:sp>
        <p:nvSpPr>
          <p:cNvPr id="88" name="Bdisplay-arrow">
            <a:extLst>
              <a:ext uri="{FF2B5EF4-FFF2-40B4-BE49-F238E27FC236}">
                <ns2:creationId id="{F085DF2F-7E5C-4249-AD9C-E9D73EC1588E}"/>
              </a:ext>
            </a:extLst>
          </p:cNvPr>
          <p:cNvSpPr>
            <a:spLocks noGrp="1"/>
          </p:cNvSpPr>
          <p:nvPr/>
        </p:nvSpPr>
        <p:spPr>
          <a:xfrm>
            <a:off x="16607031" y="2905125"/>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89" name="Bactual">
            <a:extLst>
              <a:ext uri="{FF2B5EF4-FFF2-40B4-BE49-F238E27FC236}">
                <ns2:creationId id="{11BE6E1C-92F7-4AC9-8496-B01C131F38C8}"/>
              </a:ext>
            </a:extLst>
          </p:cNvPr>
          <p:cNvSpPr>
            <a:spLocks noGrp="1"/>
          </p:cNvSpPr>
          <p:nvPr/>
        </p:nvSpPr>
        <p:spPr>
          <a:xfrm>
            <a:off x="10639425" y="2800350"/>
            <a:ext cx="7467600" cy="3314700"/>
          </a:xfrm>
          <a:custGeom>
            <a:pathLst>
              <a:path w="7467600" h="3314700">
                <a:moveTo>
                  <a:pt x="7191375" y="0"/>
                </a:moveTo>
                <a:lnTo>
                  <a:pt x="7467600" y="0"/>
                </a:lnTo>
                <a:lnTo>
                  <a:pt x="7467600" y="3314700"/>
                </a:lnTo>
                <a:lnTo>
                  <a:pt x="0" y="3314700"/>
                </a:lnTo>
                <a:lnTo>
                  <a:pt x="0" y="3105150"/>
                </a:lnTo>
              </a:path>
            </a:pathLst>
          </a:custGeom>
          <a:noFill/>
          <a:ln w="12383">
            <a:solidFill>
              <a:srgbClr val="000000"/>
            </a:solidFill>
            <a:prstDash val="dash"/>
          </a:ln>
        </p:spPr>
      </p:sp>
      <p:sp>
        <p:nvSpPr>
          <p:cNvPr id="90" name="Bactual-arrow">
            <a:extLst>
              <a:ext uri="{FF2B5EF4-FFF2-40B4-BE49-F238E27FC236}">
                <ns2:creationId id="{488F8D9D-F118-4A63-995B-B4E822DA14BE}"/>
              </a:ext>
            </a:extLst>
          </p:cNvPr>
          <p:cNvSpPr>
            <a:spLocks noGrp="1"/>
          </p:cNvSpPr>
          <p:nvPr/>
        </p:nvSpPr>
        <p:spPr>
          <a:xfrm>
            <a:off x="10606281" y="5905500"/>
            <a:ext cx="66289" cy="68614"/>
          </a:xfrm>
          <a:custGeom>
            <a:pathLst>
              <a:path w="66289" h="68614">
                <a:moveTo>
                  <a:pt x="66289" y="68614"/>
                </a:moveTo>
                <a:lnTo>
                  <a:pt x="33144" y="0"/>
                </a:lnTo>
                <a:lnTo>
                  <a:pt x="0" y="68614"/>
                </a:lnTo>
              </a:path>
            </a:pathLst>
          </a:custGeom>
          <a:noFill/>
          <a:ln w="12383">
            <a:solidFill>
              <a:srgbClr val="000000"/>
            </a:solidFill>
            <a:prstDash val="solid"/>
          </a:ln>
        </p:spPr>
      </p:sp>
      <p:sp>
        <p:nvSpPr>
          <p:cNvPr id="91" name="title">
            <a:extLst>
              <a:ext uri="{FF2B5EF4-FFF2-40B4-BE49-F238E27FC236}">
                <ns2:creationId id="{AD3997D7-CF5C-44D0-AA5B-79F45A972B68}"/>
              </a:ext>
            </a:extLst>
          </p:cNvPr>
          <p:cNvSpPr>
            <a:spLocks noGrp="1"/>
          </p:cNvSpPr>
          <p:nvPr/>
        </p:nvSpPr>
        <p:spPr>
          <a:xfrm>
            <a:off x="609600" y="276225"/>
            <a:ext cx="10096500" cy="552450"/>
          </a:xfrm>
          <a:prstGeom prst="rect">
            <a:avLst/>
          </a:prstGeom>
          <a:noFill/>
          <a:ln w="0">
            <a:noFill/>
            <a:prstDash val="solid"/>
          </a:ln>
        </p:spPr>
        <p:txBody>
          <a:bodyPr wrap="none" lIns="38100" tIns="19050" rIns="38100" bIns="19050" anchor="ctr">
            <a:noAutofit/>
          </a:bodyPr>
          <a:lstStyle>
            <a:defPPr algn="l">
              <a:defRPr sz="3000" b="1" lang="ko-KR">
                <a:solidFill>
                  <a:srgbClr val="000000"/>
                </a:solidFill>
                <a:latin typeface="Calibri"/>
                <a:ea typeface="Calibri"/>
                <a:cs typeface="Calibri"/>
              </a:defRPr>
            </a:defPPr>
          </a:lstStyle>
          <a:p>
            <a:pPr algn="l">
              <a:lnSpc>
                <a:spcPct val="100000"/>
              </a:lnSpc>
              <a:buNone/>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대화와 업무의 상태 관리 경계</a:t>
            </a:r>
            <a:endParaRPr lang="ko-KR">
              <a:latin typeface="Calibri"/>
              <a:ea typeface="Calibri"/>
              <a:cs typeface="Calibri"/>
            </a:endParaRPr>
          </a:p>
        </p:txBody>
      </p:sp>
      <p:sp>
        <p:nvSpPr>
          <p:cNvPr id="92" name="nav-0">
            <a:extLst>
              <a:ext uri="{FF2B5EF4-FFF2-40B4-BE49-F238E27FC236}">
                <ns2:creationId id="{977451B5-BAB9-4667-B925-1C1CEEE03039}"/>
              </a:ext>
            </a:extLst>
          </p:cNvPr>
          <p:cNvSpPr>
            <a:spLocks noGrp="1"/>
          </p:cNvSpPr>
          <p:nvPr/>
        </p:nvSpPr>
        <p:spPr>
          <a:xfrm>
            <a:off x="10744200" y="266700"/>
            <a:ext cx="1447800" cy="419100"/>
          </a:xfrm>
          <a:prstGeom prst="rect">
            <a:avLst/>
          </a:prstGeom>
          <a:solidFill>
            <a:srgbClr val="969898"/>
          </a:solidFill>
          <a:ln w="10478">
            <a:solidFill>
              <a:srgbClr val="FFFFFF"/>
            </a:solidFill>
            <a:prstDash val="solid"/>
          </a:ln>
        </p:spPr>
        <p:txBody>
          <a:bodyPr wrap="none" lIns="38100" tIns="19050" rIns="38100" bIns="19050" anchor="ctr">
            <a:noAutofit/>
          </a:bodyPr>
          <a:lstStyle>
            <a:defPPr algn="ctr">
              <a:defRPr sz="1300" b="1" lang="ko-KR">
                <a:solidFill>
                  <a:srgbClr val="FFFFFF"/>
                </a:solidFill>
                <a:latin typeface="Calibri"/>
                <a:ea typeface="Calibri"/>
                <a:cs typeface="Calibri"/>
              </a:defRPr>
            </a:defPPr>
          </a:lstStyle>
          <a:p>
            <a:pPr algn="ctr">
              <a:lnSpc>
                <a:spcPct val="100000"/>
              </a:lnSpc>
              <a:buNone/>
              <a:defRPr sz="1300" b="1" lang="ko-KR">
                <a:solidFill>
                  <a:srgbClr val="FFFFFF"/>
                </a:solidFill>
                <a:latin typeface="Calibri"/>
                <a:ea typeface="Calibri"/>
                <a:cs typeface="Calibri"/>
              </a:defRPr>
            </a:pPr>
            <a:r>
              <a:rPr sz="1300" b="1" lang="ko-KR">
                <a:solidFill>
                  <a:srgbClr val="FFFFFF"/>
                </a:solidFill>
                <a:latin typeface="Calibri"/>
                <a:ea typeface="Calibri"/>
                <a:cs typeface="Calibri"/>
              </a:rPr>
              <a:t>과제 소개</a:t>
            </a:r>
            <a:endParaRPr lang="ko-KR">
              <a:latin typeface="Calibri"/>
              <a:ea typeface="Calibri"/>
              <a:cs typeface="Calibri"/>
            </a:endParaRPr>
          </a:p>
        </p:txBody>
      </p:sp>
      <p:sp>
        <p:nvSpPr>
          <p:cNvPr id="93" name="nav-1">
            <a:extLst>
              <a:ext uri="{FF2B5EF4-FFF2-40B4-BE49-F238E27FC236}">
                <ns2:creationId id="{9343D46D-AD6A-4DCC-89C6-451279061AD2}"/>
              </a:ext>
            </a:extLst>
          </p:cNvPr>
          <p:cNvSpPr>
            <a:spLocks noGrp="1"/>
          </p:cNvSpPr>
          <p:nvPr/>
        </p:nvSpPr>
        <p:spPr>
          <a:xfrm>
            <a:off x="12192000" y="266700"/>
            <a:ext cx="1447800" cy="419100"/>
          </a:xfrm>
          <a:prstGeom prst="chevron">
            <a:avLst/>
          </a:prstGeom>
          <a:solidFill>
            <a:srgbClr val="969898"/>
          </a:solidFill>
          <a:ln w="10478">
            <a:solidFill>
              <a:srgbClr val="FFFFFF"/>
            </a:solidFill>
            <a:prstDash val="solid"/>
          </a:ln>
        </p:spPr>
        <p:txBody>
          <a:bodyPr wrap="none" lIns="38100" tIns="19050" rIns="38100" bIns="19050" anchor="ctr">
            <a:noAutofit/>
          </a:bodyPr>
          <a:lstStyle>
            <a:defPPr algn="ctr">
              <a:defRPr sz="1300" b="1" lang="ko-KR">
                <a:solidFill>
                  <a:srgbClr val="FFFFFF"/>
                </a:solidFill>
                <a:latin typeface="Calibri"/>
                <a:ea typeface="Calibri"/>
                <a:cs typeface="Calibri"/>
              </a:defRPr>
            </a:defPPr>
          </a:lstStyle>
          <a:p>
            <a:pPr algn="ctr">
              <a:lnSpc>
                <a:spcPct val="100000"/>
              </a:lnSpc>
              <a:buNone/>
              <a:defRPr sz="1300" b="1" lang="ko-KR">
                <a:solidFill>
                  <a:srgbClr val="FFFFFF"/>
                </a:solidFill>
                <a:latin typeface="Calibri"/>
                <a:ea typeface="Calibri"/>
                <a:cs typeface="Calibri"/>
              </a:defRPr>
            </a:pPr>
            <a:r>
              <a:rPr sz="13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94" name="nav-2">
            <a:extLst>
              <a:ext uri="{FF2B5EF4-FFF2-40B4-BE49-F238E27FC236}">
                <ns2:creationId id="{BE408B58-C42B-496F-BADD-2251BBD3FB47}"/>
              </a:ext>
            </a:extLst>
          </p:cNvPr>
          <p:cNvSpPr>
            <a:spLocks noGrp="1"/>
          </p:cNvSpPr>
          <p:nvPr/>
        </p:nvSpPr>
        <p:spPr>
          <a:xfrm>
            <a:off x="13639800" y="266700"/>
            <a:ext cx="1447800" cy="419100"/>
          </a:xfrm>
          <a:prstGeom prst="chevron">
            <a:avLst/>
          </a:prstGeom>
          <a:solidFill>
            <a:srgbClr val="37ACCD"/>
          </a:solidFill>
          <a:ln w="10478">
            <a:solidFill>
              <a:srgbClr val="FFFFFF"/>
            </a:solidFill>
            <a:prstDash val="solid"/>
          </a:ln>
        </p:spPr>
        <p:txBody>
          <a:bodyPr wrap="none" lIns="38100" tIns="19050" rIns="38100" bIns="19050" anchor="ctr">
            <a:noAutofit/>
          </a:bodyPr>
          <a:lstStyle>
            <a:defPPr algn="ctr">
              <a:defRPr sz="1300" b="1" lang="ko-KR">
                <a:solidFill>
                  <a:srgbClr val="FFFFFF"/>
                </a:solidFill>
                <a:latin typeface="Calibri"/>
                <a:ea typeface="Calibri"/>
                <a:cs typeface="Calibri"/>
              </a:defRPr>
            </a:defPPr>
          </a:lstStyle>
          <a:p>
            <a:pPr algn="ctr">
              <a:lnSpc>
                <a:spcPct val="100000"/>
              </a:lnSpc>
              <a:buNone/>
              <a:defRPr sz="1300" b="1" lang="ko-KR">
                <a:solidFill>
                  <a:srgbClr val="FFFFFF"/>
                </a:solidFill>
                <a:latin typeface="Calibri"/>
                <a:ea typeface="Calibri"/>
                <a:cs typeface="Calibri"/>
              </a:defRPr>
            </a:pPr>
            <a:r>
              <a:rPr sz="1300" b="1" lang="ko-KR">
                <a:solidFill>
                  <a:srgbClr val="FFFFFF"/>
                </a:solidFill>
                <a:latin typeface="Calibri"/>
                <a:ea typeface="Calibri"/>
                <a:cs typeface="Calibri"/>
              </a:rPr>
              <a:t>설계</a:t>
            </a:r>
            <a:endParaRPr lang="ko-KR">
              <a:latin typeface="Calibri"/>
              <a:ea typeface="Calibri"/>
              <a:cs typeface="Calibri"/>
            </a:endParaRPr>
          </a:p>
        </p:txBody>
      </p:sp>
      <p:sp>
        <p:nvSpPr>
          <p:cNvPr id="95" name="nav-3">
            <a:extLst>
              <a:ext uri="{FF2B5EF4-FFF2-40B4-BE49-F238E27FC236}">
                <ns2:creationId id="{3A9EEE3B-0ABF-4AE4-A8A6-BBCDCA1FC8BE}"/>
              </a:ext>
            </a:extLst>
          </p:cNvPr>
          <p:cNvSpPr>
            <a:spLocks noGrp="1"/>
          </p:cNvSpPr>
          <p:nvPr/>
        </p:nvSpPr>
        <p:spPr>
          <a:xfrm>
            <a:off x="15087600" y="266700"/>
            <a:ext cx="1447800" cy="419100"/>
          </a:xfrm>
          <a:prstGeom prst="chevron">
            <a:avLst/>
          </a:prstGeom>
          <a:solidFill>
            <a:srgbClr val="969898"/>
          </a:solidFill>
          <a:ln w="10478">
            <a:solidFill>
              <a:srgbClr val="FFFFFF"/>
            </a:solidFill>
            <a:prstDash val="solid"/>
          </a:ln>
        </p:spPr>
        <p:txBody>
          <a:bodyPr wrap="none" lIns="38100" tIns="19050" rIns="38100" bIns="19050" anchor="ctr">
            <a:noAutofit/>
          </a:bodyPr>
          <a:lstStyle>
            <a:defPPr algn="ctr">
              <a:defRPr sz="1300" b="1" lang="ko-KR">
                <a:solidFill>
                  <a:srgbClr val="FFFFFF"/>
                </a:solidFill>
                <a:latin typeface="Calibri"/>
                <a:ea typeface="Calibri"/>
                <a:cs typeface="Calibri"/>
              </a:defRPr>
            </a:defPPr>
          </a:lstStyle>
          <a:p>
            <a:pPr algn="ctr">
              <a:lnSpc>
                <a:spcPct val="100000"/>
              </a:lnSpc>
              <a:buNone/>
              <a:defRPr sz="1300" b="1" lang="ko-KR">
                <a:solidFill>
                  <a:srgbClr val="FFFFFF"/>
                </a:solidFill>
                <a:latin typeface="Calibri"/>
                <a:ea typeface="Calibri"/>
                <a:cs typeface="Calibri"/>
              </a:defRPr>
            </a:pPr>
            <a:r>
              <a:rPr sz="13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96" name="nav-4">
            <a:extLst>
              <a:ext uri="{FF2B5EF4-FFF2-40B4-BE49-F238E27FC236}">
                <ns2:creationId id="{05F964FF-8A4B-4C2B-A4C5-399A72EE86F4}"/>
              </a:ext>
            </a:extLst>
          </p:cNvPr>
          <p:cNvSpPr>
            <a:spLocks noGrp="1"/>
          </p:cNvSpPr>
          <p:nvPr/>
        </p:nvSpPr>
        <p:spPr>
          <a:xfrm>
            <a:off x="16535400" y="266700"/>
            <a:ext cx="1447800" cy="419100"/>
          </a:xfrm>
          <a:prstGeom prst="chevron">
            <a:avLst/>
          </a:prstGeom>
          <a:solidFill>
            <a:srgbClr val="969898"/>
          </a:solidFill>
          <a:ln w="10478">
            <a:solidFill>
              <a:srgbClr val="FFFFFF"/>
            </a:solidFill>
            <a:prstDash val="solid"/>
          </a:ln>
        </p:spPr>
        <p:txBody>
          <a:bodyPr wrap="none" lIns="38100" tIns="19050" rIns="38100" bIns="19050" anchor="ctr">
            <a:noAutofit/>
          </a:bodyPr>
          <a:lstStyle>
            <a:defPPr algn="ctr">
              <a:defRPr sz="1300" b="1" lang="ko-KR">
                <a:solidFill>
                  <a:srgbClr val="FFFFFF"/>
                </a:solidFill>
                <a:latin typeface="Calibri"/>
                <a:ea typeface="Calibri"/>
                <a:cs typeface="Calibri"/>
              </a:defRPr>
            </a:defPPr>
          </a:lstStyle>
          <a:p>
            <a:pPr algn="ctr">
              <a:lnSpc>
                <a:spcPct val="100000"/>
              </a:lnSpc>
              <a:buNone/>
              <a:defRPr sz="1300" b="1" lang="ko-KR">
                <a:solidFill>
                  <a:srgbClr val="FFFFFF"/>
                </a:solidFill>
                <a:latin typeface="Calibri"/>
                <a:ea typeface="Calibri"/>
                <a:cs typeface="Calibri"/>
              </a:defRPr>
            </a:pPr>
            <a:r>
              <a:rPr sz="1300" b="1" lang="ko-KR">
                <a:solidFill>
                  <a:srgbClr val="FFFFFF"/>
                </a:solidFill>
                <a:latin typeface="Calibri"/>
                <a:ea typeface="Calibri"/>
                <a:cs typeface="Calibri"/>
              </a:rPr>
              <a:t>결론</a:t>
            </a:r>
            <a:endParaRPr lang="ko-KR">
              <a:latin typeface="Calibri"/>
              <a:ea typeface="Calibri"/>
              <a:cs typeface="Calibri"/>
            </a:endParaRPr>
          </a:p>
        </p:txBody>
      </p:sp>
      <p:sp>
        <p:nvSpPr>
          <p:cNvPr id="97" name="fr">
            <a:extLst>
              <a:ext uri="{FF2B5EF4-FFF2-40B4-BE49-F238E27FC236}">
                <ns2:creationId id="{C0C278DA-C98C-4A11-A17A-FAB3740893EB}"/>
              </a:ext>
            </a:extLst>
          </p:cNvPr>
          <p:cNvSpPr>
            <a:spLocks noGrp="1"/>
          </p:cNvSpPr>
          <p:nvPr/>
        </p:nvSpPr>
        <p:spPr>
          <a:xfrm>
            <a:off x="13716000" y="904875"/>
            <a:ext cx="4438650" cy="228600"/>
          </a:xfrm>
          <a:prstGeom prst="roundRect">
            <a:avLst>
              <a:gd name="adj" fmla="val 33333"/>
            </a:avLst>
          </a:prstGeom>
          <a:solidFill>
            <a:srgbClr val="75AF45"/>
          </a:solidFill>
          <a:ln w="0">
            <a:noFill/>
            <a:prstDash val="solid"/>
          </a:ln>
        </p:spPr>
        <p:txBody>
          <a:bodyPr wrap="none" lIns="38100" tIns="19050" rIns="38100" bIns="19050" anchor="ctr">
            <a:noAutofit/>
          </a:bodyPr>
          <a:lstStyle>
            <a:defPPr algn="ctr">
              <a:defRPr sz="1200" b="0" lang="ko-KR">
                <a:solidFill>
                  <a:srgbClr val="FFFFFF"/>
                </a:solidFill>
                <a:latin typeface="Calibri"/>
                <a:ea typeface="Calibri"/>
                <a:cs typeface="Calibri"/>
              </a:defRPr>
            </a:defPPr>
          </a:lstStyle>
          <a:p>
            <a:pPr algn="ctr">
              <a:lnSpc>
                <a:spcPct val="100000"/>
              </a:lnSpc>
              <a:buNone/>
              <a:defRPr sz="1200" b="0" lang="ko-KR">
                <a:solidFill>
                  <a:srgbClr val="FFFFFF"/>
                </a:solidFill>
                <a:latin typeface="Calibri"/>
                <a:ea typeface="Calibri"/>
                <a:cs typeface="Calibri"/>
              </a:defRPr>
            </a:pPr>
            <a:r>
              <a:rPr sz="1200" b="0" lang="ko-KR">
                <a:solidFill>
                  <a:srgbClr val="FFFFFF"/>
                </a:solidFill>
                <a:latin typeface="Calibri"/>
                <a:ea typeface="Calibri"/>
                <a:cs typeface="Calibri"/>
              </a:rPr>
              <a:t>기능 요구: 수명이 다른 대화와 업무의 연속성 유지</a:t>
            </a:r>
            <a:endParaRPr lang="ko-KR">
              <a:latin typeface="Calibri"/>
              <a:ea typeface="Calibri"/>
              <a:cs typeface="Calibri"/>
            </a:endParaRPr>
          </a:p>
        </p:txBody>
      </p:sp>
      <p:sp>
        <p:nvSpPr>
          <p:cNvPr id="98" name="qa-tag-QA04">
            <a:extLst>
              <a:ext uri="{FF2B5EF4-FFF2-40B4-BE49-F238E27FC236}">
                <ns2:creationId id="{61E2651B-593D-49A0-B753-701B18CFFD74}"/>
              </a:ext>
            </a:extLst>
          </p:cNvPr>
          <p:cNvSpPr>
            <a:spLocks noGrp="1"/>
          </p:cNvSpPr>
          <p:nvPr/>
        </p:nvSpPr>
        <p:spPr>
          <a:xfrm>
            <a:off x="12439650" y="1171575"/>
            <a:ext cx="2790825" cy="219075"/>
          </a:xfrm>
          <a:prstGeom prst="roundRect">
            <a:avLst>
              <a:gd name="adj" fmla="val 34783"/>
            </a:avLst>
          </a:prstGeom>
          <a:solidFill>
            <a:srgbClr val="376CB5"/>
          </a:solidFill>
          <a:ln w="0">
            <a:noFill/>
            <a:prstDash val="solid"/>
          </a:ln>
        </p:spPr>
        <p:txBody>
          <a:bodyPr wrap="none" lIns="38100" tIns="19050" rIns="38100" bIns="19050" anchor="ctr">
            <a:noAutofit/>
          </a:bodyPr>
          <a:lstStyle>
            <a:defPPr algn="ctr">
              <a:defRPr sz="1100" b="0" lang="ko-KR">
                <a:solidFill>
                  <a:srgbClr val="FFFFFF"/>
                </a:solidFill>
                <a:latin typeface="Calibri"/>
                <a:ea typeface="Calibri"/>
                <a:cs typeface="Calibri"/>
              </a:defRPr>
            </a:defPPr>
          </a:lstStyle>
          <a:p>
            <a:pPr algn="ctr">
              <a:lnSpc>
                <a:spcPct val="100000"/>
              </a:lnSpc>
              <a:buNone/>
              <a:defRPr sz="1100" b="0" lang="ko-KR">
                <a:solidFill>
                  <a:srgbClr val="FFFFFF"/>
                </a:solidFill>
                <a:latin typeface="Calibri"/>
                <a:ea typeface="Calibri"/>
                <a:cs typeface="Calibri"/>
              </a:defRPr>
            </a:pPr>
            <a:r>
              <a:rPr sz="1100" b="0" lang="ko-KR">
                <a:solidFill>
                  <a:srgbClr val="FFFFFF"/>
                </a:solidFill>
                <a:latin typeface="Calibri"/>
                <a:ea typeface="Calibri"/>
                <a:cs typeface="Calibri"/>
              </a:rPr>
              <a:t>QA04. 변경 범위</a:t>
            </a:r>
            <a:endParaRPr lang="ko-KR">
              <a:latin typeface="Calibri"/>
              <a:ea typeface="Calibri"/>
              <a:cs typeface="Calibri"/>
            </a:endParaRPr>
          </a:p>
        </p:txBody>
      </p:sp>
      <p:sp>
        <p:nvSpPr>
          <p:cNvPr id="99" name="qa-tag-QA06">
            <a:extLst>
              <a:ext uri="{FF2B5EF4-FFF2-40B4-BE49-F238E27FC236}">
                <ns2:creationId id="{8D9A36EA-59BF-4BD0-B715-ED8CBF2CD08E}"/>
              </a:ext>
            </a:extLst>
          </p:cNvPr>
          <p:cNvSpPr>
            <a:spLocks noGrp="1"/>
          </p:cNvSpPr>
          <p:nvPr/>
        </p:nvSpPr>
        <p:spPr>
          <a:xfrm>
            <a:off x="15297150" y="1171575"/>
            <a:ext cx="2790825" cy="219075"/>
          </a:xfrm>
          <a:prstGeom prst="roundRect">
            <a:avLst>
              <a:gd name="adj" fmla="val 34783"/>
            </a:avLst>
          </a:prstGeom>
          <a:solidFill>
            <a:srgbClr val="376CB5"/>
          </a:solidFill>
          <a:ln w="0">
            <a:noFill/>
            <a:prstDash val="solid"/>
          </a:ln>
        </p:spPr>
        <p:txBody>
          <a:bodyPr wrap="none" lIns="38100" tIns="19050" rIns="38100" bIns="19050" anchor="ctr">
            <a:noAutofit/>
          </a:bodyPr>
          <a:lstStyle>
            <a:defPPr algn="ctr">
              <a:defRPr sz="1100" b="0" lang="ko-KR">
                <a:solidFill>
                  <a:srgbClr val="FFFFFF"/>
                </a:solidFill>
                <a:latin typeface="Calibri"/>
                <a:ea typeface="Calibri"/>
                <a:cs typeface="Calibri"/>
              </a:defRPr>
            </a:defPPr>
          </a:lstStyle>
          <a:p>
            <a:pPr algn="ctr">
              <a:lnSpc>
                <a:spcPct val="100000"/>
              </a:lnSpc>
              <a:buNone/>
              <a:defRPr sz="1100" b="0" lang="ko-KR">
                <a:solidFill>
                  <a:srgbClr val="FFFFFF"/>
                </a:solidFill>
                <a:latin typeface="Calibri"/>
                <a:ea typeface="Calibri"/>
                <a:cs typeface="Calibri"/>
              </a:defRPr>
            </a:pPr>
            <a:r>
              <a:rPr sz="1100" b="0" lang="ko-KR">
                <a:solidFill>
                  <a:srgbClr val="FFFFFF"/>
                </a:solidFill>
                <a:latin typeface="Calibri"/>
                <a:ea typeface="Calibri"/>
                <a:cs typeface="Calibri"/>
              </a:rPr>
              <a:t>QA06. 최대 RAM 사용량</a:t>
            </a:r>
            <a:endParaRPr lang="ko-KR">
              <a:latin typeface="Calibri"/>
              <a:ea typeface="Calibri"/>
              <a:cs typeface="Calibri"/>
            </a:endParaRPr>
          </a:p>
        </p:txBody>
      </p:sp>
      <p:sp>
        <p:nvSpPr>
          <p:cNvPr id="100" name="legend-title">
            <a:extLst>
              <a:ext uri="{FF2B5EF4-FFF2-40B4-BE49-F238E27FC236}">
                <ns2:creationId id="{CA038CB7-095E-423B-AFC2-5280168CAFEF}"/>
              </a:ext>
            </a:extLst>
          </p:cNvPr>
          <p:cNvSpPr>
            <a:spLocks noGrp="1"/>
          </p:cNvSpPr>
          <p:nvPr/>
        </p:nvSpPr>
        <p:spPr>
          <a:xfrm>
            <a:off x="152400" y="2505075"/>
            <a:ext cx="838200" cy="247650"/>
          </a:xfrm>
          <a:prstGeom prst="rect">
            <a:avLst/>
          </a:prstGeom>
          <a:noFill/>
          <a:ln w="0">
            <a:noFill/>
            <a:prstDash val="solid"/>
          </a:ln>
        </p:spPr>
        <p:txBody>
          <a:bodyPr wrap="none" lIns="38100" tIns="19050" rIns="38100" bIns="19050" anchor="ctr">
            <a:noAutofit/>
          </a:bodyPr>
          <a:lstStyle>
            <a:defPPr algn="ctr">
              <a:defRPr sz="1300" b="1" lang="ko-KR">
                <a:solidFill>
                  <a:srgbClr val="000000"/>
                </a:solidFill>
                <a:latin typeface="Calibri"/>
                <a:ea typeface="Calibri"/>
                <a:cs typeface="Calibri"/>
              </a:defRPr>
            </a:defPPr>
          </a:lstStyle>
          <a:p>
            <a:pPr algn="ctr">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Legend</a:t>
            </a:r>
            <a:endParaRPr lang="ko-KR">
              <a:latin typeface="Calibri"/>
              <a:ea typeface="Calibri"/>
              <a:cs typeface="Calibri"/>
            </a:endParaRPr>
          </a:p>
        </p:txBody>
      </p:sp>
      <p:sp>
        <p:nvSpPr>
          <p:cNvPr id="101" name="legend-component">
            <a:extLst>
              <a:ext uri="{FF2B5EF4-FFF2-40B4-BE49-F238E27FC236}">
                <ns2:creationId id="{68C010D1-CEED-4DD5-90D3-25DF5305AA9F}"/>
              </a:ext>
            </a:extLst>
          </p:cNvPr>
          <p:cNvSpPr>
            <a:spLocks noGrp="1"/>
          </p:cNvSpPr>
          <p:nvPr/>
        </p:nvSpPr>
        <p:spPr>
          <a:xfrm>
            <a:off x="209550" y="2905125"/>
            <a:ext cx="723900" cy="371475"/>
          </a:xfrm>
          <a:prstGeom prst="rect">
            <a:avLst/>
          </a:prstGeom>
          <a:solidFill>
            <a:srgbClr val="FFFFFF"/>
          </a:solidFill>
          <a:ln w="10478">
            <a:solidFill>
              <a:srgbClr val="000000"/>
            </a:solidFill>
            <a:prstDash val="solid"/>
          </a:ln>
        </p:spPr>
        <p:txBody>
          <a:bodyPr wrap="none" lIns="38100" tIns="19050" rIns="38100" bIns="19050" anchor="ctr">
            <a:noAutofit/>
          </a:bodyPr>
          <a:lstStyle>
            <a:defPPr algn="ctr">
              <a:defRPr sz="900" b="1" lang="ko-KR">
                <a:solidFill>
                  <a:srgbClr val="000000"/>
                </a:solidFill>
                <a:latin typeface="Calibri"/>
                <a:ea typeface="Calibri"/>
                <a:cs typeface="Calibri"/>
              </a:defRPr>
            </a:defPPr>
          </a:lstStyle>
          <a:p>
            <a:pPr algn="ctr">
              <a:lnSpc>
                <a:spcPct val="100000"/>
              </a:lnSpc>
              <a:buNone/>
              <a:defRPr sz="900" b="1" lang="ko-KR">
                <a:solidFill>
                  <a:srgbClr val="000000"/>
                </a:solidFill>
                <a:latin typeface="Calibri"/>
                <a:ea typeface="Calibri"/>
                <a:cs typeface="Calibri"/>
              </a:defRPr>
            </a:pPr>
            <a:r>
              <a:rPr sz="900" b="1" lang="ko-KR">
                <a:solidFill>
                  <a:srgbClr val="000000"/>
                </a:solidFill>
                <a:latin typeface="Calibri"/>
                <a:ea typeface="Calibri"/>
                <a:cs typeface="Calibri"/>
              </a:rPr>
              <a:t>Component</a:t>
            </a:r>
            <a:endParaRPr lang="ko-KR">
              <a:latin typeface="Calibri"/>
              <a:ea typeface="Calibri"/>
              <a:cs typeface="Calibri"/>
            </a:endParaRPr>
          </a:p>
        </p:txBody>
      </p:sp>
      <p:sp>
        <p:nvSpPr>
          <p:cNvPr id="102" name="legend-module">
            <a:extLst>
              <a:ext uri="{FF2B5EF4-FFF2-40B4-BE49-F238E27FC236}">
                <ns2:creationId id="{427C4735-1D8D-47BA-87AE-2719B2F46FA3}"/>
              </a:ext>
            </a:extLst>
          </p:cNvPr>
          <p:cNvSpPr>
            <a:spLocks noGrp="1"/>
          </p:cNvSpPr>
          <p:nvPr/>
        </p:nvSpPr>
        <p:spPr>
          <a:xfrm>
            <a:off x="209550" y="3476625"/>
            <a:ext cx="723900" cy="371475"/>
          </a:xfrm>
          <a:prstGeom prst="roundRect">
            <a:avLst>
              <a:gd name="adj" fmla="val 20513"/>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Module</a:t>
            </a:r>
            <a:endParaRPr lang="ko-KR">
              <a:latin typeface="Calibri"/>
              <a:ea typeface="Calibri"/>
              <a:cs typeface="Calibri"/>
            </a:endParaRPr>
          </a:p>
        </p:txBody>
      </p:sp>
      <p:sp>
        <p:nvSpPr>
          <p:cNvPr id="103" name="legend-state">
            <a:extLst>
              <a:ext uri="{FF2B5EF4-FFF2-40B4-BE49-F238E27FC236}">
                <ns2:creationId id="{A85A4EE4-C78F-4E43-9845-B0F0EB19415E}"/>
              </a:ext>
            </a:extLst>
          </p:cNvPr>
          <p:cNvSpPr>
            <a:spLocks noGrp="1"/>
          </p:cNvSpPr>
          <p:nvPr/>
        </p:nvSpPr>
        <p:spPr>
          <a:xfrm>
            <a:off x="209550" y="4067175"/>
            <a:ext cx="723900" cy="371475"/>
          </a:xfrm>
          <a:prstGeom prst="can">
            <a:avLst>
              <a:gd name="adj" fmla="val 9000"/>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상태</a:t>
            </a:r>
            <a:endParaRPr lang="ko-KR">
              <a:latin typeface="Calibri"/>
              <a:ea typeface="Calibri"/>
              <a:cs typeface="Calibri"/>
            </a:endParaRPr>
          </a:p>
        </p:txBody>
      </p:sp>
      <p:sp>
        <p:nvSpPr>
          <p:cNvPr id="104" name="legend-diff">
            <a:extLst>
              <a:ext uri="{FF2B5EF4-FFF2-40B4-BE49-F238E27FC236}">
                <ns2:creationId id="{E3412282-884C-41AC-89CC-B43F421FE130}"/>
              </a:ext>
            </a:extLst>
          </p:cNvPr>
          <p:cNvSpPr>
            <a:spLocks noGrp="1"/>
          </p:cNvSpPr>
          <p:nvPr/>
        </p:nvSpPr>
        <p:spPr>
          <a:xfrm>
            <a:off x="209550" y="4695825"/>
            <a:ext cx="723900" cy="371475"/>
          </a:xfrm>
          <a:prstGeom prst="rect">
            <a:avLst/>
          </a:prstGeom>
          <a:solidFill>
            <a:srgbClr val="FFF4D7"/>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비교 대상</a:t>
            </a:r>
            <a:endParaRPr lang="ko-KR">
              <a:latin typeface="Calibri"/>
              <a:ea typeface="Calibri"/>
              <a:cs typeface="Calibri"/>
            </a:endParaRPr>
          </a:p>
        </p:txBody>
      </p:sp>
      <p:sp>
        <p:nvSpPr>
          <p:cNvPr id="105" name="legend-call-label">
            <a:extLst>
              <a:ext uri="{FF2B5EF4-FFF2-40B4-BE49-F238E27FC236}">
                <ns2:creationId id="{570FE34D-53A8-4643-B97E-C828C5FCC629}"/>
              </a:ext>
            </a:extLst>
          </p:cNvPr>
          <p:cNvSpPr>
            <a:spLocks noGrp="1"/>
          </p:cNvSpPr>
          <p:nvPr/>
        </p:nvSpPr>
        <p:spPr>
          <a:xfrm>
            <a:off x="152400" y="5438775"/>
            <a:ext cx="838200" cy="333375"/>
          </a:xfrm>
          <a:prstGeom prst="rect">
            <a:avLst/>
          </a:prstGeom>
          <a:noFill/>
          <a:ln w="0">
            <a:no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호출 / 전달</a:t>
            </a:r>
            <a:endParaRPr lang="ko-KR">
              <a:latin typeface="Calibri"/>
              <a:ea typeface="Calibri"/>
              <a:cs typeface="Calibri"/>
            </a:endParaRPr>
          </a:p>
        </p:txBody>
      </p:sp>
      <p:sp>
        <p:nvSpPr>
          <p:cNvPr id="106" name="legend-return-label">
            <a:extLst>
              <a:ext uri="{FF2B5EF4-FFF2-40B4-BE49-F238E27FC236}">
                <ns2:creationId id="{309559E0-3842-486A-B3D2-366363E215B4}"/>
              </a:ext>
            </a:extLst>
          </p:cNvPr>
          <p:cNvSpPr>
            <a:spLocks noGrp="1"/>
          </p:cNvSpPr>
          <p:nvPr/>
        </p:nvSpPr>
        <p:spPr>
          <a:xfrm>
            <a:off x="152400" y="6000750"/>
            <a:ext cx="838200" cy="333375"/>
          </a:xfrm>
          <a:prstGeom prst="rect">
            <a:avLst/>
          </a:prstGeom>
          <a:noFill/>
          <a:ln w="0">
            <a:no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반환 / 사실</a:t>
            </a:r>
            <a:endParaRPr lang="ko-KR">
              <a:latin typeface="Calibri"/>
              <a:ea typeface="Calibri"/>
              <a:cs typeface="Calibri"/>
            </a:endParaRPr>
          </a:p>
        </p:txBody>
      </p:sp>
      <p:sp>
        <p:nvSpPr>
          <p:cNvPr id="107" name="legend-step">
            <a:extLst>
              <a:ext uri="{FF2B5EF4-FFF2-40B4-BE49-F238E27FC236}">
                <ns2:creationId id="{0CB922B3-DFFC-4EF3-B1EF-F8B34E6A6BB2}"/>
              </a:ext>
            </a:extLst>
          </p:cNvPr>
          <p:cNvSpPr>
            <a:spLocks noGrp="1"/>
          </p:cNvSpPr>
          <p:nvPr/>
        </p:nvSpPr>
        <p:spPr>
          <a:xfrm>
            <a:off x="400050" y="6572250"/>
            <a:ext cx="266700" cy="247650"/>
          </a:xfrm>
          <a:prstGeom prst="rect">
            <a:avLst/>
          </a:prstGeom>
          <a:solidFill>
            <a:srgbClr val="C6E0B4"/>
          </a:solidFill>
          <a:ln w="10478">
            <a:solidFill>
              <a:srgbClr val="72AD49"/>
            </a:solidFill>
            <a:prstDash val="solid"/>
          </a:ln>
        </p:spPr>
        <p:txBody>
          <a:bodyPr wrap="none" lIns="38100" tIns="19050" rIns="38100" bIns="19050" anchor="ctr">
            <a:noAutofit/>
          </a:bodyPr>
          <a:lstStyle>
            <a:defPPr algn="ctr">
              <a:defRPr sz="1200" b="0" lang="ko-KR">
                <a:solidFill>
                  <a:srgbClr val="000000"/>
                </a:solidFill>
                <a:latin typeface="Calibri"/>
                <a:ea typeface="Calibri"/>
                <a:cs typeface="Calibri"/>
              </a:defRPr>
            </a:defPPr>
          </a:lstStyle>
          <a:p>
            <a:pPr algn="ctr">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1</a:t>
            </a:r>
            <a:endParaRPr lang="ko-KR">
              <a:latin typeface="Calibri"/>
              <a:ea typeface="Calibri"/>
              <a:cs typeface="Calibri"/>
            </a:endParaRPr>
          </a:p>
        </p:txBody>
      </p:sp>
      <p:sp>
        <p:nvSpPr>
          <p:cNvPr id="108" name="metric-QA04-A">
            <a:extLst>
              <a:ext uri="{FF2B5EF4-FFF2-40B4-BE49-F238E27FC236}">
                <ns2:creationId id="{31BC749F-143C-4D72-9C60-DBE250B81813}"/>
              </a:ext>
            </a:extLst>
          </p:cNvPr>
          <p:cNvSpPr>
            <a:spLocks noGrp="1"/>
          </p:cNvSpPr>
          <p:nvPr/>
        </p:nvSpPr>
        <p:spPr>
          <a:xfrm>
            <a:off x="1190625" y="8982075"/>
            <a:ext cx="2781300" cy="276225"/>
          </a:xfrm>
          <a:prstGeom prst="rect">
            <a:avLst/>
          </a:prstGeom>
          <a:noFill/>
          <a:ln w="0">
            <a:noFill/>
            <a:prstDash val="solid"/>
          </a:ln>
        </p:spPr>
        <p:txBody>
          <a:bodyPr wrap="none" lIns="38100" tIns="19050" rIns="38100" bIns="19050" anchor="ctr">
            <a:noAutofit/>
          </a:bodyPr>
          <a:lstStyle>
            <a:defPPr algn="l">
              <a:defRPr sz="1300" b="0" lang="ko-KR">
                <a:solidFill>
                  <a:srgbClr val="000000"/>
                </a:solidFill>
                <a:latin typeface="Calibri"/>
                <a:ea typeface="Calibri"/>
                <a:cs typeface="Calibri"/>
              </a:defRPr>
            </a:defPPr>
          </a:lstStyle>
          <a:p>
            <a:pPr algn="l">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QA04 변경 범위</a:t>
            </a:r>
            <a:endParaRPr lang="ko-KR">
              <a:latin typeface="Calibri"/>
              <a:ea typeface="Calibri"/>
              <a:cs typeface="Calibri"/>
            </a:endParaRPr>
          </a:p>
        </p:txBody>
      </p:sp>
      <p:sp>
        <p:nvSpPr>
          <p:cNvPr id="109" name="score-QA04-A">
            <a:extLst>
              <a:ext uri="{FF2B5EF4-FFF2-40B4-BE49-F238E27FC236}">
                <ns2:creationId id="{3517FC49-BBAD-4B58-9750-43B9601494DB}"/>
              </a:ext>
            </a:extLst>
          </p:cNvPr>
          <p:cNvSpPr>
            <a:spLocks noGrp="1"/>
          </p:cNvSpPr>
          <p:nvPr/>
        </p:nvSpPr>
        <p:spPr>
          <a:xfrm>
            <a:off x="3990975" y="8982075"/>
            <a:ext cx="1104900" cy="276225"/>
          </a:xfrm>
          <a:prstGeom prst="rect">
            <a:avLst/>
          </a:prstGeom>
          <a:noFill/>
          <a:ln w="0">
            <a:noFill/>
            <a:prstDash val="solid"/>
          </a:ln>
        </p:spPr>
        <p:txBody>
          <a:bodyPr wrap="none" lIns="38100" tIns="19050" rIns="38100" bIns="19050" anchor="ctr">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 1/6</a:t>
            </a:r>
            <a:endParaRPr lang="ko-KR">
              <a:latin typeface="Calibri"/>
              <a:ea typeface="Calibri"/>
              <a:cs typeface="Calibri"/>
            </a:endParaRPr>
          </a:p>
        </p:txBody>
      </p:sp>
      <p:sp>
        <p:nvSpPr>
          <p:cNvPr id="110" name="value-QA04-A">
            <a:extLst>
              <a:ext uri="{FF2B5EF4-FFF2-40B4-BE49-F238E27FC236}">
                <ns2:creationId id="{CC90357E-05A8-4351-9399-CA26CD2B608F}"/>
              </a:ext>
            </a:extLst>
          </p:cNvPr>
          <p:cNvSpPr>
            <a:spLocks noGrp="1"/>
          </p:cNvSpPr>
          <p:nvPr/>
        </p:nvSpPr>
        <p:spPr>
          <a:xfrm>
            <a:off x="5162550" y="8982075"/>
            <a:ext cx="4191000" cy="276225"/>
          </a:xfrm>
          <a:prstGeom prst="rect">
            <a:avLst/>
          </a:prstGeom>
          <a:noFill/>
          <a:ln w="0">
            <a:noFill/>
            <a:prstDash val="solid"/>
          </a:ln>
        </p:spPr>
        <p:txBody>
          <a:bodyPr wrap="none" lIns="38100" tIns="19050" rIns="38100" bIns="19050" anchor="ctr">
            <a:noAutofit/>
          </a:bodyPr>
          <a:lstStyle>
            <a:defPPr algn="l">
              <a:defRPr sz="1200" b="0" lang="ko-KR">
                <a:solidFill>
                  <a:srgbClr val="000000"/>
                </a:solidFill>
                <a:latin typeface="Calibri"/>
                <a:ea typeface="Calibri"/>
                <a:cs typeface="Calibri"/>
              </a:defRPr>
            </a:defPPr>
          </a:lstStyle>
          <a:p>
            <a:pPr algn="l">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3 모듈 / 변경 [공동 확정 계약]</a:t>
            </a:r>
            <a:endParaRPr lang="ko-KR">
              <a:latin typeface="Calibri"/>
              <a:ea typeface="Calibri"/>
              <a:cs typeface="Calibri"/>
            </a:endParaRPr>
          </a:p>
        </p:txBody>
      </p:sp>
      <p:sp>
        <p:nvSpPr>
          <p:cNvPr id="111" name="metric-QA04-B">
            <a:extLst>
              <a:ext uri="{FF2B5EF4-FFF2-40B4-BE49-F238E27FC236}">
                <ns2:creationId id="{13F45D9C-CCDA-4111-848F-5044B4EBC24C}"/>
              </a:ext>
            </a:extLst>
          </p:cNvPr>
          <p:cNvSpPr>
            <a:spLocks noGrp="1"/>
          </p:cNvSpPr>
          <p:nvPr/>
        </p:nvSpPr>
        <p:spPr>
          <a:xfrm>
            <a:off x="9763125" y="8982075"/>
            <a:ext cx="2781300" cy="276225"/>
          </a:xfrm>
          <a:prstGeom prst="rect">
            <a:avLst/>
          </a:prstGeom>
          <a:noFill/>
          <a:ln w="0">
            <a:noFill/>
            <a:prstDash val="solid"/>
          </a:ln>
        </p:spPr>
        <p:txBody>
          <a:bodyPr wrap="none" lIns="38100" tIns="19050" rIns="38100" bIns="19050" anchor="ctr">
            <a:noAutofit/>
          </a:bodyPr>
          <a:lstStyle>
            <a:defPPr algn="l">
              <a:defRPr sz="1300" b="0" lang="ko-KR">
                <a:solidFill>
                  <a:srgbClr val="000000"/>
                </a:solidFill>
                <a:latin typeface="Calibri"/>
                <a:ea typeface="Calibri"/>
                <a:cs typeface="Calibri"/>
              </a:defRPr>
            </a:defPPr>
          </a:lstStyle>
          <a:p>
            <a:pPr algn="l">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QA04 변경 범위</a:t>
            </a:r>
            <a:endParaRPr lang="ko-KR">
              <a:latin typeface="Calibri"/>
              <a:ea typeface="Calibri"/>
              <a:cs typeface="Calibri"/>
            </a:endParaRPr>
          </a:p>
        </p:txBody>
      </p:sp>
      <p:sp>
        <p:nvSpPr>
          <p:cNvPr id="112" name="score-QA04-B">
            <a:extLst>
              <a:ext uri="{FF2B5EF4-FFF2-40B4-BE49-F238E27FC236}">
                <ns2:creationId id="{2821500C-D212-4DB1-800D-F5853D4AC871}"/>
              </a:ext>
            </a:extLst>
          </p:cNvPr>
          <p:cNvSpPr>
            <a:spLocks noGrp="1"/>
          </p:cNvSpPr>
          <p:nvPr/>
        </p:nvSpPr>
        <p:spPr>
          <a:xfrm>
            <a:off x="12563475" y="8982075"/>
            <a:ext cx="1104900" cy="276225"/>
          </a:xfrm>
          <a:prstGeom prst="rect">
            <a:avLst/>
          </a:prstGeom>
          <a:noFill/>
          <a:ln w="0">
            <a:noFill/>
            <a:prstDash val="solid"/>
          </a:ln>
        </p:spPr>
        <p:txBody>
          <a:bodyPr wrap="none" lIns="38100" tIns="19050" rIns="38100" bIns="19050" anchor="ctr">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 0/6</a:t>
            </a:r>
            <a:endParaRPr lang="ko-KR">
              <a:latin typeface="Calibri"/>
              <a:ea typeface="Calibri"/>
              <a:cs typeface="Calibri"/>
            </a:endParaRPr>
          </a:p>
        </p:txBody>
      </p:sp>
      <p:sp>
        <p:nvSpPr>
          <p:cNvPr id="113" name="value-QA04-B">
            <a:extLst>
              <a:ext uri="{FF2B5EF4-FFF2-40B4-BE49-F238E27FC236}">
                <ns2:creationId id="{FBA9DE98-7127-4515-827A-D9544B5B9498}"/>
              </a:ext>
            </a:extLst>
          </p:cNvPr>
          <p:cNvSpPr>
            <a:spLocks noGrp="1"/>
          </p:cNvSpPr>
          <p:nvPr/>
        </p:nvSpPr>
        <p:spPr>
          <a:xfrm>
            <a:off x="13735050" y="8982075"/>
            <a:ext cx="4191000" cy="276225"/>
          </a:xfrm>
          <a:prstGeom prst="rect">
            <a:avLst/>
          </a:prstGeom>
          <a:noFill/>
          <a:ln w="0">
            <a:noFill/>
            <a:prstDash val="solid"/>
          </a:ln>
        </p:spPr>
        <p:txBody>
          <a:bodyPr wrap="none" lIns="38100" tIns="19050" rIns="38100" bIns="19050" anchor="ctr">
            <a:noAutofit/>
          </a:bodyPr>
          <a:lstStyle>
            <a:defPPr algn="l">
              <a:defRPr sz="1200" b="0" lang="ko-KR">
                <a:solidFill>
                  <a:srgbClr val="000000"/>
                </a:solidFill>
                <a:latin typeface="Calibri"/>
                <a:ea typeface="Calibri"/>
                <a:cs typeface="Calibri"/>
              </a:defRPr>
            </a:defPPr>
          </a:lstStyle>
          <a:p>
            <a:pPr algn="l">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4.3333 모듈 / 변경 [서비스 간 계약]</a:t>
            </a:r>
            <a:endParaRPr lang="ko-KR">
              <a:latin typeface="Calibri"/>
              <a:ea typeface="Calibri"/>
              <a:cs typeface="Calibri"/>
            </a:endParaRPr>
          </a:p>
        </p:txBody>
      </p:sp>
      <p:sp>
        <p:nvSpPr>
          <p:cNvPr id="114" name="metric-QA06-A">
            <a:extLst>
              <a:ext uri="{FF2B5EF4-FFF2-40B4-BE49-F238E27FC236}">
                <ns2:creationId id="{140E228C-578F-456C-ACE0-25643A585B26}"/>
              </a:ext>
            </a:extLst>
          </p:cNvPr>
          <p:cNvSpPr>
            <a:spLocks noGrp="1"/>
          </p:cNvSpPr>
          <p:nvPr/>
        </p:nvSpPr>
        <p:spPr>
          <a:xfrm>
            <a:off x="1190625" y="9277350"/>
            <a:ext cx="2781300" cy="276225"/>
          </a:xfrm>
          <a:prstGeom prst="rect">
            <a:avLst/>
          </a:prstGeom>
          <a:noFill/>
          <a:ln w="0">
            <a:noFill/>
            <a:prstDash val="solid"/>
          </a:ln>
        </p:spPr>
        <p:txBody>
          <a:bodyPr wrap="none" lIns="38100" tIns="19050" rIns="38100" bIns="19050" anchor="ctr">
            <a:noAutofit/>
          </a:bodyPr>
          <a:lstStyle>
            <a:defPPr algn="l">
              <a:defRPr sz="1300" b="0" lang="ko-KR">
                <a:solidFill>
                  <a:srgbClr val="000000"/>
                </a:solidFill>
                <a:latin typeface="Calibri"/>
                <a:ea typeface="Calibri"/>
                <a:cs typeface="Calibri"/>
              </a:defRPr>
            </a:defPPr>
          </a:lstStyle>
          <a:p>
            <a:pPr algn="l">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QA06 최대 RAM 사용량</a:t>
            </a:r>
            <a:endParaRPr lang="ko-KR">
              <a:latin typeface="Calibri"/>
              <a:ea typeface="Calibri"/>
              <a:cs typeface="Calibri"/>
            </a:endParaRPr>
          </a:p>
        </p:txBody>
      </p:sp>
      <p:sp>
        <p:nvSpPr>
          <p:cNvPr id="115" name="score-QA06-A">
            <a:extLst>
              <a:ext uri="{FF2B5EF4-FFF2-40B4-BE49-F238E27FC236}">
                <ns2:creationId id="{3FB9C10B-5BE2-42C1-91A1-FEF1E2BE24BF}"/>
              </a:ext>
            </a:extLst>
          </p:cNvPr>
          <p:cNvSpPr>
            <a:spLocks noGrp="1"/>
          </p:cNvSpPr>
          <p:nvPr/>
        </p:nvSpPr>
        <p:spPr>
          <a:xfrm>
            <a:off x="3990975" y="9277350"/>
            <a:ext cx="1104900" cy="276225"/>
          </a:xfrm>
          <a:prstGeom prst="rect">
            <a:avLst/>
          </a:prstGeom>
          <a:noFill/>
          <a:ln w="0">
            <a:noFill/>
            <a:prstDash val="solid"/>
          </a:ln>
        </p:spPr>
        <p:txBody>
          <a:bodyPr wrap="none" lIns="38100" tIns="19050" rIns="38100" bIns="19050" anchor="ctr">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 3/6</a:t>
            </a:r>
            <a:endParaRPr lang="ko-KR">
              <a:latin typeface="Calibri"/>
              <a:ea typeface="Calibri"/>
              <a:cs typeface="Calibri"/>
            </a:endParaRPr>
          </a:p>
        </p:txBody>
      </p:sp>
      <p:sp>
        <p:nvSpPr>
          <p:cNvPr id="116" name="value-QA06-A">
            <a:extLst>
              <a:ext uri="{FF2B5EF4-FFF2-40B4-BE49-F238E27FC236}">
                <ns2:creationId id="{C9B508DC-DF29-45C3-B74A-815476AFF4E0}"/>
              </a:ext>
            </a:extLst>
          </p:cNvPr>
          <p:cNvSpPr>
            <a:spLocks noGrp="1"/>
          </p:cNvSpPr>
          <p:nvPr/>
        </p:nvSpPr>
        <p:spPr>
          <a:xfrm>
            <a:off x="5162550" y="9277350"/>
            <a:ext cx="4191000" cy="276225"/>
          </a:xfrm>
          <a:prstGeom prst="rect">
            <a:avLst/>
          </a:prstGeom>
          <a:noFill/>
          <a:ln w="0">
            <a:noFill/>
            <a:prstDash val="solid"/>
          </a:ln>
        </p:spPr>
        <p:txBody>
          <a:bodyPr wrap="none" lIns="38100" tIns="19050" rIns="38100" bIns="19050" anchor="ctr">
            <a:noAutofit/>
          </a:bodyPr>
          <a:lstStyle>
            <a:defPPr algn="l">
              <a:defRPr sz="1200" b="0" lang="ko-KR">
                <a:solidFill>
                  <a:srgbClr val="000000"/>
                </a:solidFill>
                <a:latin typeface="Calibri"/>
                <a:ea typeface="Calibri"/>
                <a:cs typeface="Calibri"/>
              </a:defRPr>
            </a:defPPr>
          </a:lstStyle>
          <a:p>
            <a:pPr algn="l">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386 MB [통합 Core]</a:t>
            </a:r>
            <a:endParaRPr lang="ko-KR">
              <a:latin typeface="Calibri"/>
              <a:ea typeface="Calibri"/>
              <a:cs typeface="Calibri"/>
            </a:endParaRPr>
          </a:p>
        </p:txBody>
      </p:sp>
      <p:sp>
        <p:nvSpPr>
          <p:cNvPr id="117" name="metric-QA06-B">
            <a:extLst>
              <a:ext uri="{FF2B5EF4-FFF2-40B4-BE49-F238E27FC236}">
                <ns2:creationId id="{87CCB74C-D16A-439D-B0B2-F67AF4EFF346}"/>
              </a:ext>
            </a:extLst>
          </p:cNvPr>
          <p:cNvSpPr>
            <a:spLocks noGrp="1"/>
          </p:cNvSpPr>
          <p:nvPr/>
        </p:nvSpPr>
        <p:spPr>
          <a:xfrm>
            <a:off x="9763125" y="9277350"/>
            <a:ext cx="2781300" cy="276225"/>
          </a:xfrm>
          <a:prstGeom prst="rect">
            <a:avLst/>
          </a:prstGeom>
          <a:noFill/>
          <a:ln w="0">
            <a:noFill/>
            <a:prstDash val="solid"/>
          </a:ln>
        </p:spPr>
        <p:txBody>
          <a:bodyPr wrap="none" lIns="38100" tIns="19050" rIns="38100" bIns="19050" anchor="ctr">
            <a:noAutofit/>
          </a:bodyPr>
          <a:lstStyle>
            <a:defPPr algn="l">
              <a:defRPr sz="1300" b="0" lang="ko-KR">
                <a:solidFill>
                  <a:srgbClr val="000000"/>
                </a:solidFill>
                <a:latin typeface="Calibri"/>
                <a:ea typeface="Calibri"/>
                <a:cs typeface="Calibri"/>
              </a:defRPr>
            </a:defPPr>
          </a:lstStyle>
          <a:p>
            <a:pPr algn="l">
              <a:lnSpc>
                <a:spcPct val="100000"/>
              </a:lnSpc>
              <a:buNone/>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QA06 최대 RAM 사용량</a:t>
            </a:r>
            <a:endParaRPr lang="ko-KR">
              <a:latin typeface="Calibri"/>
              <a:ea typeface="Calibri"/>
              <a:cs typeface="Calibri"/>
            </a:endParaRPr>
          </a:p>
        </p:txBody>
      </p:sp>
      <p:sp>
        <p:nvSpPr>
          <p:cNvPr id="118" name="score-QA06-B">
            <a:extLst>
              <a:ext uri="{FF2B5EF4-FFF2-40B4-BE49-F238E27FC236}">
                <ns2:creationId id="{BF4FA55F-B3DC-4473-AD7E-24CE3F172951}"/>
              </a:ext>
            </a:extLst>
          </p:cNvPr>
          <p:cNvSpPr>
            <a:spLocks noGrp="1"/>
          </p:cNvSpPr>
          <p:nvPr/>
        </p:nvSpPr>
        <p:spPr>
          <a:xfrm>
            <a:off x="12563475" y="9277350"/>
            <a:ext cx="1104900" cy="276225"/>
          </a:xfrm>
          <a:prstGeom prst="rect">
            <a:avLst/>
          </a:prstGeom>
          <a:noFill/>
          <a:ln w="0">
            <a:noFill/>
            <a:prstDash val="solid"/>
          </a:ln>
        </p:spPr>
        <p:txBody>
          <a:bodyPr wrap="none" lIns="38100" tIns="19050" rIns="38100" bIns="19050" anchor="ctr">
            <a:noAutofit/>
          </a:bodyPr>
          <a:lstStyle>
            <a:defPPr algn="l">
              <a:defRPr sz="1300" b="1" lang="ko-KR">
                <a:solidFill>
                  <a:srgbClr val="000000"/>
                </a:solidFill>
                <a:latin typeface="Calibri"/>
                <a:ea typeface="Calibri"/>
                <a:cs typeface="Calibri"/>
              </a:defRPr>
            </a:defPPr>
          </a:lstStyle>
          <a:p>
            <a:pPr algn="l">
              <a:lnSpc>
                <a:spcPct val="100000"/>
              </a:lnSpc>
              <a:buNone/>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 2/6</a:t>
            </a:r>
            <a:endParaRPr lang="ko-KR">
              <a:latin typeface="Calibri"/>
              <a:ea typeface="Calibri"/>
              <a:cs typeface="Calibri"/>
            </a:endParaRPr>
          </a:p>
        </p:txBody>
      </p:sp>
      <p:sp>
        <p:nvSpPr>
          <p:cNvPr id="119" name="value-QA06-B">
            <a:extLst>
              <a:ext uri="{FF2B5EF4-FFF2-40B4-BE49-F238E27FC236}">
                <ns2:creationId id="{959E3CD9-CC7C-4BE4-862C-1AC40EE113A8}"/>
              </a:ext>
            </a:extLst>
          </p:cNvPr>
          <p:cNvSpPr>
            <a:spLocks noGrp="1"/>
          </p:cNvSpPr>
          <p:nvPr/>
        </p:nvSpPr>
        <p:spPr>
          <a:xfrm>
            <a:off x="13735050" y="9277350"/>
            <a:ext cx="4191000" cy="276225"/>
          </a:xfrm>
          <a:prstGeom prst="rect">
            <a:avLst/>
          </a:prstGeom>
          <a:noFill/>
          <a:ln w="0">
            <a:noFill/>
            <a:prstDash val="solid"/>
          </a:ln>
        </p:spPr>
        <p:txBody>
          <a:bodyPr wrap="none" lIns="38100" tIns="19050" rIns="38100" bIns="19050" anchor="ctr">
            <a:noAutofit/>
          </a:bodyPr>
          <a:lstStyle>
            <a:defPPr algn="l">
              <a:defRPr sz="1200" b="0" lang="ko-KR">
                <a:solidFill>
                  <a:srgbClr val="000000"/>
                </a:solidFill>
                <a:latin typeface="Calibri"/>
                <a:ea typeface="Calibri"/>
                <a:cs typeface="Calibri"/>
              </a:defRPr>
            </a:defPPr>
          </a:lstStyle>
          <a:p>
            <a:pPr algn="l">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446 MB [별도 heap과 buffer]</a:t>
            </a:r>
            <a:endParaRPr lang="ko-KR">
              <a:latin typeface="Calibri"/>
              <a:ea typeface="Calibri"/>
              <a:cs typeface="Calibri"/>
            </a:endParaRPr>
          </a:p>
        </p:txBody>
      </p:sp>
      <p:sp>
        <p:nvSpPr>
          <p:cNvPr id="120" name="evidence-status">
            <a:extLst>
              <a:ext uri="{FF2B5EF4-FFF2-40B4-BE49-F238E27FC236}">
                <ns2:creationId id="{DDFB10D0-9608-42BE-B809-5FDA11544B27}"/>
              </a:ext>
            </a:extLst>
          </p:cNvPr>
          <p:cNvSpPr>
            <a:spLocks noGrp="1"/>
          </p:cNvSpPr>
          <p:nvPr/>
        </p:nvSpPr>
        <p:spPr>
          <a:xfrm>
            <a:off x="133350" y="10020300"/>
            <a:ext cx="17573625" cy="228600"/>
          </a:xfrm>
          <a:prstGeom prst="rect">
            <a:avLst/>
          </a:prstGeom>
          <a:no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동일 관련 시나리오에 대한 구조 기반 예상값 / 미측정 / A/B 미선정 / ○=0, ◐=1, ●=2 (총 6점)</a:t>
            </a:r>
            <a:endParaRPr lang="ko-KR">
              <a:latin typeface="Calibri"/>
              <a:ea typeface="Calibri"/>
              <a:cs typeface="Calibri"/>
            </a:endParaRPr>
          </a:p>
        </p:txBody>
      </p:sp>
      <p:sp>
        <p:nvSpPr>
          <p:cNvPr id="121" name="page">
            <a:extLst>
              <a:ext uri="{FF2B5EF4-FFF2-40B4-BE49-F238E27FC236}">
                <ns2:creationId id="{2815B183-864B-4706-99D5-77D83DFA1EAB}"/>
              </a:ext>
            </a:extLst>
          </p:cNvPr>
          <p:cNvSpPr>
            <a:spLocks noGrp="1"/>
          </p:cNvSpPr>
          <p:nvPr/>
        </p:nvSpPr>
        <p:spPr>
          <a:xfrm>
            <a:off x="16992600" y="10020300"/>
            <a:ext cx="1143000" cy="228600"/>
          </a:xfrm>
          <a:prstGeom prst="rect">
            <a:avLst/>
          </a:prstGeom>
          <a:noFill/>
          <a:ln w="0">
            <a:noFill/>
            <a:prstDash val="solid"/>
          </a:ln>
        </p:spPr>
        <p:txBody>
          <a:bodyPr wrap="none" lIns="38100" tIns="19050" rIns="38100" bIns="19050" anchor="ctr">
            <a:noAutofit/>
          </a:bodyPr>
          <a:lstStyle>
            <a:defPPr algn="r">
              <a:defRPr sz="1100" b="0" lang="ko-KR">
                <a:solidFill>
                  <a:srgbClr val="000000"/>
                </a:solidFill>
                <a:latin typeface="Calibri"/>
                <a:ea typeface="Calibri"/>
                <a:cs typeface="Calibri"/>
              </a:defRPr>
            </a:defPPr>
          </a:lstStyle>
          <a:p>
            <a:pPr algn="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24 / 49</a:t>
            </a:r>
            <a:endParaRPr lang="ko-KR">
              <a:latin typeface="Calibri"/>
              <a:ea typeface="Calibri"/>
              <a:cs typeface="Calibri"/>
            </a:endParaRPr>
          </a:p>
        </p:txBody>
      </p:sp>
      <p:sp>
        <p:nvSpPr>
          <p:cNvPr id="122" name="Alife">
            <a:extLst>
              <a:ext uri="{FF2B5EF4-FFF2-40B4-BE49-F238E27FC236}">
                <ns2:creationId id="{448BE4CE-AC45-4C7D-B34A-24BDF8BC9DAF}"/>
              </a:ext>
            </a:extLst>
          </p:cNvPr>
          <p:cNvSpPr>
            <a:spLocks noGrp="1"/>
          </p:cNvSpPr>
          <p:nvPr/>
        </p:nvSpPr>
        <p:spPr>
          <a:xfrm>
            <a:off x="1123950" y="1962150"/>
            <a:ext cx="8334375" cy="400050"/>
          </a:xfrm>
          <a:prstGeom prst="rect">
            <a:avLst/>
          </a:prstGeom>
          <a:no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C1 대화 / R1 위임 → Q1 질문 → P1 실제 제시 → R2 답변 / T1 업무와 X1 실행은 지속</a:t>
            </a:r>
            <a:endParaRPr lang="ko-KR">
              <a:latin typeface="Calibri"/>
              <a:ea typeface="Calibri"/>
              <a:cs typeface="Calibri"/>
            </a:endParaRPr>
          </a:p>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R3 정정 → X2 후속 실행. 같은 Q1 답변 명령 K1의 저장과 전송을 비교</a:t>
            </a:r>
            <a:endParaRPr lang="ko-KR">
              <a:latin typeface="Calibri"/>
              <a:ea typeface="Calibri"/>
              <a:cs typeface="Calibri"/>
            </a:endParaRPr>
          </a:p>
        </p:txBody>
      </p:sp>
      <p:sp>
        <p:nvSpPr>
          <p:cNvPr id="123" name="Ainput">
            <a:extLst>
              <a:ext uri="{FF2B5EF4-FFF2-40B4-BE49-F238E27FC236}">
                <ns2:creationId id="{6F7A9BEE-F71F-45B9-B9BA-C61A10B8DCEA}"/>
              </a:ext>
            </a:extLst>
          </p:cNvPr>
          <p:cNvSpPr>
            <a:spLocks noGrp="1"/>
          </p:cNvSpPr>
          <p:nvPr/>
        </p:nvSpPr>
        <p:spPr>
          <a:xfrm>
            <a:off x="1238250" y="2667000"/>
            <a:ext cx="1905000" cy="238125"/>
          </a:xfrm>
          <a:prstGeom prst="roundRect">
            <a:avLst>
              <a:gd name="adj" fmla="val 32000"/>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입력 수집기</a:t>
            </a:r>
            <a:endParaRPr lang="ko-KR">
              <a:latin typeface="Calibri"/>
              <a:ea typeface="Calibri"/>
              <a:cs typeface="Calibri"/>
            </a:endParaRPr>
          </a:p>
        </p:txBody>
      </p:sp>
      <p:sp>
        <p:nvSpPr>
          <p:cNvPr id="124" name="Astop">
            <a:extLst>
              <a:ext uri="{FF2B5EF4-FFF2-40B4-BE49-F238E27FC236}">
                <ns2:creationId id="{4F5E9EB2-3633-4DFA-A1DA-05FF423630C5}"/>
              </a:ext>
            </a:extLst>
          </p:cNvPr>
          <p:cNvSpPr>
            <a:spLocks noGrp="1"/>
          </p:cNvSpPr>
          <p:nvPr/>
        </p:nvSpPr>
        <p:spPr>
          <a:xfrm>
            <a:off x="3914775" y="2667000"/>
            <a:ext cx="1905000" cy="238125"/>
          </a:xfrm>
          <a:prstGeom prst="roundRect">
            <a:avLst>
              <a:gd name="adj" fmla="val 32000"/>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로컬 출력 제어기</a:t>
            </a:r>
            <a:endParaRPr lang="ko-KR">
              <a:latin typeface="Calibri"/>
              <a:ea typeface="Calibri"/>
              <a:cs typeface="Calibri"/>
            </a:endParaRPr>
          </a:p>
        </p:txBody>
      </p:sp>
      <p:sp>
        <p:nvSpPr>
          <p:cNvPr id="125" name="Aout">
            <a:extLst>
              <a:ext uri="{FF2B5EF4-FFF2-40B4-BE49-F238E27FC236}">
                <ns2:creationId id="{F763ED5F-1E4D-47F8-8A9D-E28C405BC0A6}"/>
              </a:ext>
            </a:extLst>
          </p:cNvPr>
          <p:cNvSpPr>
            <a:spLocks noGrp="1"/>
          </p:cNvSpPr>
          <p:nvPr/>
        </p:nvSpPr>
        <p:spPr>
          <a:xfrm>
            <a:off x="6877050" y="2667000"/>
            <a:ext cx="2381250" cy="238125"/>
          </a:xfrm>
          <a:prstGeom prst="roundRect">
            <a:avLst>
              <a:gd name="adj" fmla="val 32000"/>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출력 실행 / 실제 전달 확인</a:t>
            </a:r>
            <a:endParaRPr lang="ko-KR">
              <a:latin typeface="Calibri"/>
              <a:ea typeface="Calibri"/>
              <a:cs typeface="Calibri"/>
            </a:endParaRPr>
          </a:p>
        </p:txBody>
      </p:sp>
      <p:sp>
        <p:nvSpPr>
          <p:cNvPr id="126" name="Adep0">
            <a:extLst>
              <a:ext uri="{FF2B5EF4-FFF2-40B4-BE49-F238E27FC236}">
                <ns2:creationId id="{7D01EDAB-5CEC-42F2-95C9-B63FBE647CF3}"/>
              </a:ext>
            </a:extLst>
          </p:cNvPr>
          <p:cNvSpPr>
            <a:spLocks noGrp="1"/>
          </p:cNvSpPr>
          <p:nvPr/>
        </p:nvSpPr>
        <p:spPr>
          <a:xfrm>
            <a:off x="1143000" y="3057525"/>
            <a:ext cx="1352550" cy="238125"/>
          </a:xfrm>
          <a:prstGeom prst="rect">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Model Access</a:t>
            </a:r>
            <a:endParaRPr lang="ko-KR">
              <a:latin typeface="Calibri"/>
              <a:ea typeface="Calibri"/>
              <a:cs typeface="Calibri"/>
            </a:endParaRPr>
          </a:p>
        </p:txBody>
      </p:sp>
      <p:sp>
        <p:nvSpPr>
          <p:cNvPr id="127" name="Adep1">
            <a:extLst>
              <a:ext uri="{FF2B5EF4-FFF2-40B4-BE49-F238E27FC236}">
                <ns2:creationId id="{3661A5E4-5F11-43DC-9CF4-3456DE18A68B}"/>
              </a:ext>
            </a:extLst>
          </p:cNvPr>
          <p:cNvSpPr>
            <a:spLocks noGrp="1"/>
          </p:cNvSpPr>
          <p:nvPr/>
        </p:nvSpPr>
        <p:spPr>
          <a:xfrm>
            <a:off x="2571750" y="3057525"/>
            <a:ext cx="1352550" cy="238125"/>
          </a:xfrm>
          <a:prstGeom prst="rect">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Context Manager</a:t>
            </a:r>
            <a:endParaRPr lang="ko-KR">
              <a:latin typeface="Calibri"/>
              <a:ea typeface="Calibri"/>
              <a:cs typeface="Calibri"/>
            </a:endParaRPr>
          </a:p>
        </p:txBody>
      </p:sp>
      <p:sp>
        <p:nvSpPr>
          <p:cNvPr id="128" name="Adep2">
            <a:extLst>
              <a:ext uri="{FF2B5EF4-FFF2-40B4-BE49-F238E27FC236}">
                <ns2:creationId id="{208F8F85-77F4-47AF-8100-B974CC0718D8}"/>
              </a:ext>
            </a:extLst>
          </p:cNvPr>
          <p:cNvSpPr>
            <a:spLocks noGrp="1"/>
          </p:cNvSpPr>
          <p:nvPr/>
        </p:nvSpPr>
        <p:spPr>
          <a:xfrm>
            <a:off x="4000500" y="3057525"/>
            <a:ext cx="1352550" cy="238125"/>
          </a:xfrm>
          <a:prstGeom prst="rect">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Policy Manager</a:t>
            </a:r>
            <a:endParaRPr lang="ko-KR">
              <a:latin typeface="Calibri"/>
              <a:ea typeface="Calibri"/>
              <a:cs typeface="Calibri"/>
            </a:endParaRPr>
          </a:p>
        </p:txBody>
      </p:sp>
      <p:sp>
        <p:nvSpPr>
          <p:cNvPr id="129" name="Aagent">
            <a:extLst>
              <a:ext uri="{FF2B5EF4-FFF2-40B4-BE49-F238E27FC236}">
                <ns2:creationId id="{DEB51083-A39E-4C88-9EED-E77F725E1626}"/>
              </a:ext>
            </a:extLst>
          </p:cNvPr>
          <p:cNvSpPr>
            <a:spLocks noGrp="1"/>
          </p:cNvSpPr>
          <p:nvPr/>
        </p:nvSpPr>
        <p:spPr>
          <a:xfrm>
            <a:off x="6115050" y="3057525"/>
            <a:ext cx="3257550" cy="238125"/>
          </a:xfrm>
          <a:prstGeom prst="rect">
            <a:avLst/>
          </a:prstGeom>
          <a:solidFill>
            <a:srgbClr val="FFFFFF"/>
          </a:solidFill>
          <a:ln w="10478">
            <a:solidFill>
              <a:srgbClr val="000000"/>
            </a:solidFill>
            <a:prstDash val="solid"/>
          </a:ln>
        </p:spPr>
        <p:txBody>
          <a:bodyPr wrap="none" lIns="38100" tIns="19050" rIns="38100" bIns="19050" anchor="ctr">
            <a:noAutofit/>
          </a:bodyPr>
          <a:lstStyle>
            <a:defPPr algn="ctr">
              <a:defRPr sz="1200" b="0" lang="ko-KR">
                <a:solidFill>
                  <a:srgbClr val="000000"/>
                </a:solidFill>
                <a:latin typeface="Calibri"/>
                <a:ea typeface="Calibri"/>
                <a:cs typeface="Calibri"/>
              </a:defRPr>
            </a:defPPr>
          </a:lstStyle>
          <a:p>
            <a:pPr algn="ctr">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Downstream Agent</a:t>
            </a:r>
            <a:endParaRPr lang="ko-KR">
              <a:latin typeface="Calibri"/>
              <a:ea typeface="Calibri"/>
              <a:cs typeface="Calibri"/>
            </a:endParaRPr>
          </a:p>
        </p:txBody>
      </p:sp>
      <p:sp>
        <p:nvSpPr>
          <p:cNvPr id="130" name="Ainterpret">
            <a:extLst>
              <a:ext uri="{FF2B5EF4-FFF2-40B4-BE49-F238E27FC236}">
                <ns2:creationId id="{A1713730-C881-458D-A9FF-74AE2953B9B0}"/>
              </a:ext>
            </a:extLst>
          </p:cNvPr>
          <p:cNvSpPr>
            <a:spLocks noGrp="1"/>
          </p:cNvSpPr>
          <p:nvPr/>
        </p:nvSpPr>
        <p:spPr>
          <a:xfrm>
            <a:off x="1304925" y="3971925"/>
            <a:ext cx="1524000" cy="285750"/>
          </a:xfrm>
          <a:prstGeom prst="roundRect">
            <a:avLst>
              <a:gd name="adj" fmla="val 26667"/>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요청 해석기</a:t>
            </a:r>
            <a:endParaRPr lang="ko-KR">
              <a:latin typeface="Calibri"/>
              <a:ea typeface="Calibri"/>
              <a:cs typeface="Calibri"/>
            </a:endParaRPr>
          </a:p>
        </p:txBody>
      </p:sp>
      <p:sp>
        <p:nvSpPr>
          <p:cNvPr id="131" name="Ascratch">
            <a:extLst>
              <a:ext uri="{FF2B5EF4-FFF2-40B4-BE49-F238E27FC236}">
                <ns2:creationId id="{3F27DABC-D618-4C76-BDF2-3930161AA614}"/>
              </a:ext>
            </a:extLst>
          </p:cNvPr>
          <p:cNvSpPr>
            <a:spLocks noGrp="1"/>
          </p:cNvSpPr>
          <p:nvPr/>
        </p:nvSpPr>
        <p:spPr>
          <a:xfrm>
            <a:off x="1304925" y="4495800"/>
            <a:ext cx="1524000" cy="257175"/>
          </a:xfrm>
          <a:prstGeom prst="can">
            <a:avLst>
              <a:gd name="adj" fmla="val 9000"/>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해석 작업 / RAM</a:t>
            </a:r>
            <a:endParaRPr lang="ko-KR">
              <a:latin typeface="Calibri"/>
              <a:ea typeface="Calibri"/>
              <a:cs typeface="Calibri"/>
            </a:endParaRPr>
          </a:p>
        </p:txBody>
      </p:sp>
      <p:sp>
        <p:nvSpPr>
          <p:cNvPr id="132" name="Arc0">
            <a:extLst>
              <a:ext uri="{FF2B5EF4-FFF2-40B4-BE49-F238E27FC236}">
                <ns2:creationId id="{8DE641F3-16FC-4CB8-8E55-D7DB39971039}"/>
              </a:ext>
            </a:extLst>
          </p:cNvPr>
          <p:cNvSpPr>
            <a:spLocks noGrp="1"/>
          </p:cNvSpPr>
          <p:nvPr/>
        </p:nvSpPr>
        <p:spPr>
          <a:xfrm>
            <a:off x="3238500" y="3962400"/>
            <a:ext cx="2000250" cy="276225"/>
          </a:xfrm>
          <a:prstGeom prst="roundRect">
            <a:avLst>
              <a:gd name="adj" fmla="val 27586"/>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요청 채택기</a:t>
            </a:r>
            <a:endParaRPr lang="ko-KR">
              <a:latin typeface="Calibri"/>
              <a:ea typeface="Calibri"/>
              <a:cs typeface="Calibri"/>
            </a:endParaRPr>
          </a:p>
        </p:txBody>
      </p:sp>
      <p:sp>
        <p:nvSpPr>
          <p:cNvPr id="133" name="Arc1">
            <a:extLst>
              <a:ext uri="{FF2B5EF4-FFF2-40B4-BE49-F238E27FC236}">
                <ns2:creationId id="{59ED0B21-CCD7-4AE0-9846-5A5918E23EA8}"/>
              </a:ext>
            </a:extLst>
          </p:cNvPr>
          <p:cNvSpPr>
            <a:spLocks noGrp="1"/>
          </p:cNvSpPr>
          <p:nvPr/>
        </p:nvSpPr>
        <p:spPr>
          <a:xfrm>
            <a:off x="3238500" y="4352925"/>
            <a:ext cx="2000250" cy="276225"/>
          </a:xfrm>
          <a:prstGeom prst="roundRect">
            <a:avLst>
              <a:gd name="adj" fmla="val 27586"/>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관계 변경 준비기</a:t>
            </a:r>
            <a:endParaRPr lang="ko-KR">
              <a:latin typeface="Calibri"/>
              <a:ea typeface="Calibri"/>
              <a:cs typeface="Calibri"/>
            </a:endParaRPr>
          </a:p>
        </p:txBody>
      </p:sp>
      <p:sp>
        <p:nvSpPr>
          <p:cNvPr id="134" name="Arc2">
            <a:extLst>
              <a:ext uri="{FF2B5EF4-FFF2-40B4-BE49-F238E27FC236}">
                <ns2:creationId id="{869C0923-31B0-4FF3-B818-26378173E272}"/>
              </a:ext>
            </a:extLst>
          </p:cNvPr>
          <p:cNvSpPr>
            <a:spLocks noGrp="1"/>
          </p:cNvSpPr>
          <p:nvPr/>
        </p:nvSpPr>
        <p:spPr>
          <a:xfrm>
            <a:off x="3238500" y="4743450"/>
            <a:ext cx="2000250" cy="276225"/>
          </a:xfrm>
          <a:prstGeom prst="roundRect">
            <a:avLst>
              <a:gd name="adj" fmla="val 27586"/>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현재 입력 제어기</a:t>
            </a:r>
            <a:endParaRPr lang="ko-KR">
              <a:latin typeface="Calibri"/>
              <a:ea typeface="Calibri"/>
              <a:cs typeface="Calibri"/>
            </a:endParaRPr>
          </a:p>
        </p:txBody>
      </p:sp>
      <p:sp>
        <p:nvSpPr>
          <p:cNvPr id="135" name="Arc3">
            <a:extLst>
              <a:ext uri="{FF2B5EF4-FFF2-40B4-BE49-F238E27FC236}">
                <ns2:creationId id="{B078B7EE-C2ED-4F68-8142-822C8298CE92}"/>
              </a:ext>
            </a:extLst>
          </p:cNvPr>
          <p:cNvSpPr>
            <a:spLocks noGrp="1"/>
          </p:cNvSpPr>
          <p:nvPr/>
        </p:nvSpPr>
        <p:spPr>
          <a:xfrm>
            <a:off x="3238500" y="5133975"/>
            <a:ext cx="2000250" cy="276225"/>
          </a:xfrm>
          <a:prstGeom prst="roundRect">
            <a:avLst>
              <a:gd name="adj" fmla="val 27586"/>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진행 사실 반영기</a:t>
            </a:r>
            <a:endParaRPr lang="ko-KR">
              <a:latin typeface="Calibri"/>
              <a:ea typeface="Calibri"/>
              <a:cs typeface="Calibri"/>
            </a:endParaRPr>
          </a:p>
        </p:txBody>
      </p:sp>
      <p:sp>
        <p:nvSpPr>
          <p:cNvPr id="136" name="Arc4">
            <a:extLst>
              <a:ext uri="{FF2B5EF4-FFF2-40B4-BE49-F238E27FC236}">
                <ns2:creationId id="{BCB2AE94-863B-46B8-AFD9-EFD6D1607120}"/>
              </a:ext>
            </a:extLst>
          </p:cNvPr>
          <p:cNvSpPr>
            <a:spLocks noGrp="1"/>
          </p:cNvSpPr>
          <p:nvPr/>
        </p:nvSpPr>
        <p:spPr>
          <a:xfrm>
            <a:off x="3238500" y="5524500"/>
            <a:ext cx="2000250" cy="276225"/>
          </a:xfrm>
          <a:prstGeom prst="roundRect">
            <a:avLst>
              <a:gd name="adj" fmla="val 27586"/>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재개 조정기</a:t>
            </a:r>
            <a:endParaRPr lang="ko-KR">
              <a:latin typeface="Calibri"/>
              <a:ea typeface="Calibri"/>
              <a:cs typeface="Calibri"/>
            </a:endParaRPr>
          </a:p>
        </p:txBody>
      </p:sp>
      <p:sp>
        <p:nvSpPr>
          <p:cNvPr id="137" name="Apublish">
            <a:extLst>
              <a:ext uri="{FF2B5EF4-FFF2-40B4-BE49-F238E27FC236}">
                <ns2:creationId id="{DE3F9458-8687-4D11-B636-4F8B2A035846}"/>
              </a:ext>
            </a:extLst>
          </p:cNvPr>
          <p:cNvSpPr>
            <a:spLocks noGrp="1"/>
          </p:cNvSpPr>
          <p:nvPr/>
        </p:nvSpPr>
        <p:spPr>
          <a:xfrm>
            <a:off x="1304925" y="5391150"/>
            <a:ext cx="1524000" cy="219075"/>
          </a:xfrm>
          <a:prstGeom prst="roundRect">
            <a:avLst>
              <a:gd name="adj" fmla="val 34783"/>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게시 제어기</a:t>
            </a:r>
            <a:endParaRPr lang="ko-KR">
              <a:latin typeface="Calibri"/>
              <a:ea typeface="Calibri"/>
              <a:cs typeface="Calibri"/>
            </a:endParaRPr>
          </a:p>
        </p:txBody>
      </p:sp>
      <p:sp>
        <p:nvSpPr>
          <p:cNvPr id="138" name="Aledger">
            <a:extLst>
              <a:ext uri="{FF2B5EF4-FFF2-40B4-BE49-F238E27FC236}">
                <ns2:creationId id="{BF4D1836-419E-4E07-B1F8-ADD80BDC1F42}"/>
              </a:ext>
            </a:extLst>
          </p:cNvPr>
          <p:cNvSpPr>
            <a:spLocks noGrp="1"/>
          </p:cNvSpPr>
          <p:nvPr/>
        </p:nvSpPr>
        <p:spPr>
          <a:xfrm>
            <a:off x="1304925" y="5686425"/>
            <a:ext cx="1524000" cy="219075"/>
          </a:xfrm>
          <a:prstGeom prst="roundRect">
            <a:avLst>
              <a:gd name="adj" fmla="val 34783"/>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실제 전달 기록기</a:t>
            </a:r>
            <a:endParaRPr lang="ko-KR">
              <a:latin typeface="Calibri"/>
              <a:ea typeface="Calibri"/>
              <a:cs typeface="Calibri"/>
            </a:endParaRPr>
          </a:p>
        </p:txBody>
      </p:sp>
      <p:sp>
        <p:nvSpPr>
          <p:cNvPr id="139" name="Aquery">
            <a:extLst>
              <a:ext uri="{FF2B5EF4-FFF2-40B4-BE49-F238E27FC236}">
                <ns2:creationId id="{8C585459-08A6-4766-8CE9-2D5ACBD7F35C}"/>
              </a:ext>
            </a:extLst>
          </p:cNvPr>
          <p:cNvSpPr>
            <a:spLocks noGrp="1"/>
          </p:cNvSpPr>
          <p:nvPr/>
        </p:nvSpPr>
        <p:spPr>
          <a:xfrm>
            <a:off x="5991225" y="3962400"/>
            <a:ext cx="1438275" cy="276225"/>
          </a:xfrm>
          <a:prstGeom prst="roundRect">
            <a:avLst>
              <a:gd name="adj" fmla="val 27586"/>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업무 조회기</a:t>
            </a:r>
            <a:endParaRPr lang="ko-KR">
              <a:latin typeface="Calibri"/>
              <a:ea typeface="Calibri"/>
              <a:cs typeface="Calibri"/>
            </a:endParaRPr>
          </a:p>
        </p:txBody>
      </p:sp>
      <p:sp>
        <p:nvSpPr>
          <p:cNvPr id="140" name="Aaccept">
            <a:extLst>
              <a:ext uri="{FF2B5EF4-FFF2-40B4-BE49-F238E27FC236}">
                <ns2:creationId id="{3E4EE2E3-63EE-4F34-9BB3-C7FFCACFB920}"/>
              </a:ext>
            </a:extLst>
          </p:cNvPr>
          <p:cNvSpPr>
            <a:spLocks noGrp="1"/>
          </p:cNvSpPr>
          <p:nvPr/>
        </p:nvSpPr>
        <p:spPr>
          <a:xfrm>
            <a:off x="7705725" y="3962400"/>
            <a:ext cx="1438275" cy="276225"/>
          </a:xfrm>
          <a:prstGeom prst="roundRect">
            <a:avLst>
              <a:gd name="adj" fmla="val 27586"/>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답변 접수기</a:t>
            </a:r>
            <a:endParaRPr lang="ko-KR">
              <a:latin typeface="Calibri"/>
              <a:ea typeface="Calibri"/>
              <a:cs typeface="Calibri"/>
            </a:endParaRPr>
          </a:p>
        </p:txBody>
      </p:sp>
      <p:sp>
        <p:nvSpPr>
          <p:cNvPr id="141" name="Agate">
            <a:extLst>
              <a:ext uri="{FF2B5EF4-FFF2-40B4-BE49-F238E27FC236}">
                <ns2:creationId id="{C47DDFD7-A5DE-4B3A-9C0D-AF04E8D0719B}"/>
              </a:ext>
            </a:extLst>
          </p:cNvPr>
          <p:cNvSpPr>
            <a:spLocks noGrp="1"/>
          </p:cNvSpPr>
          <p:nvPr/>
        </p:nvSpPr>
        <p:spPr>
          <a:xfrm>
            <a:off x="5991225" y="4371975"/>
            <a:ext cx="3152775" cy="266700"/>
          </a:xfrm>
          <a:prstGeom prst="roundRect">
            <a:avLst>
              <a:gd name="adj" fmla="val 28571"/>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업무 접수 및 전송 게이트</a:t>
            </a:r>
            <a:endParaRPr lang="ko-KR">
              <a:latin typeface="Calibri"/>
              <a:ea typeface="Calibri"/>
              <a:cs typeface="Calibri"/>
            </a:endParaRPr>
          </a:p>
        </p:txBody>
      </p:sp>
      <p:sp>
        <p:nvSpPr>
          <p:cNvPr id="142" name="Aapply">
            <a:extLst>
              <a:ext uri="{FF2B5EF4-FFF2-40B4-BE49-F238E27FC236}">
                <ns2:creationId id="{7B6C432C-B42E-4473-8123-145D4AC2A36A}"/>
              </a:ext>
            </a:extLst>
          </p:cNvPr>
          <p:cNvSpPr>
            <a:spLocks noGrp="1"/>
          </p:cNvSpPr>
          <p:nvPr/>
        </p:nvSpPr>
        <p:spPr>
          <a:xfrm>
            <a:off x="5991225" y="4733925"/>
            <a:ext cx="3152775" cy="219075"/>
          </a:xfrm>
          <a:prstGeom prst="roundRect">
            <a:avLst>
              <a:gd name="adj" fmla="val 34783"/>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업무 사건 적용기</a:t>
            </a:r>
            <a:endParaRPr lang="ko-KR">
              <a:latin typeface="Calibri"/>
              <a:ea typeface="Calibri"/>
              <a:cs typeface="Calibri"/>
            </a:endParaRPr>
          </a:p>
        </p:txBody>
      </p:sp>
      <p:sp>
        <p:nvSpPr>
          <p:cNvPr id="143" name="Asend">
            <a:extLst>
              <a:ext uri="{FF2B5EF4-FFF2-40B4-BE49-F238E27FC236}">
                <ns2:creationId id="{BB28908C-A397-45D4-B84E-7D52D8CD1B25}"/>
              </a:ext>
            </a:extLst>
          </p:cNvPr>
          <p:cNvSpPr>
            <a:spLocks noGrp="1"/>
          </p:cNvSpPr>
          <p:nvPr/>
        </p:nvSpPr>
        <p:spPr>
          <a:xfrm>
            <a:off x="5991225" y="5495925"/>
            <a:ext cx="1485900" cy="228600"/>
          </a:xfrm>
          <a:prstGeom prst="roundRect">
            <a:avLst>
              <a:gd name="adj" fmla="val 33333"/>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명령 전송 및 확인</a:t>
            </a:r>
            <a:endParaRPr lang="ko-KR">
              <a:latin typeface="Calibri"/>
              <a:ea typeface="Calibri"/>
              <a:cs typeface="Calibri"/>
            </a:endParaRPr>
          </a:p>
        </p:txBody>
      </p:sp>
      <p:sp>
        <p:nvSpPr>
          <p:cNvPr id="144" name="Aingress">
            <a:extLst>
              <a:ext uri="{FF2B5EF4-FFF2-40B4-BE49-F238E27FC236}">
                <ns2:creationId id="{E541AD8B-576A-4817-87A3-BD6B9DB0672B}"/>
              </a:ext>
            </a:extLst>
          </p:cNvPr>
          <p:cNvSpPr>
            <a:spLocks noGrp="1"/>
          </p:cNvSpPr>
          <p:nvPr/>
        </p:nvSpPr>
        <p:spPr>
          <a:xfrm>
            <a:off x="7696200" y="5495925"/>
            <a:ext cx="1447800" cy="228600"/>
          </a:xfrm>
          <a:prstGeom prst="roundRect">
            <a:avLst>
              <a:gd name="adj" fmla="val 33333"/>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외부 사건 수신기</a:t>
            </a:r>
            <a:endParaRPr lang="ko-KR">
              <a:latin typeface="Calibri"/>
              <a:ea typeface="Calibri"/>
              <a:cs typeface="Calibri"/>
            </a:endParaRPr>
          </a:p>
        </p:txBody>
      </p:sp>
      <p:sp>
        <p:nvSpPr>
          <p:cNvPr id="145" name="Arecovery">
            <a:extLst>
              <a:ext uri="{FF2B5EF4-FFF2-40B4-BE49-F238E27FC236}">
                <ns2:creationId id="{7BA79AC1-AD0A-4AE1-BE68-AF9100F3BBE3}"/>
              </a:ext>
            </a:extLst>
          </p:cNvPr>
          <p:cNvSpPr>
            <a:spLocks noGrp="1"/>
          </p:cNvSpPr>
          <p:nvPr/>
        </p:nvSpPr>
        <p:spPr>
          <a:xfrm>
            <a:off x="5991225" y="5762625"/>
            <a:ext cx="1485900" cy="161925"/>
          </a:xfrm>
          <a:prstGeom prst="roundRect">
            <a:avLst>
              <a:gd name="adj" fmla="val 47059"/>
            </a:avLst>
          </a:prstGeom>
          <a:solidFill>
            <a:srgbClr val="FFFFFF"/>
          </a:solidFill>
          <a:ln w="10478">
            <a:solidFill>
              <a:srgbClr val="000000"/>
            </a:solidFill>
            <a:prstDash val="solid"/>
          </a:ln>
        </p:spPr>
        <p:txBody>
          <a:bodyPr wrap="none" lIns="38100" tIns="19050" rIns="38100" bIns="19050" anchor="ctr">
            <a:noAutofit/>
          </a:bodyPr>
          <a:lstStyle>
            <a:defPPr algn="ctr">
              <a:defRPr sz="900" b="0" lang="ko-KR">
                <a:solidFill>
                  <a:srgbClr val="000000"/>
                </a:solidFill>
                <a:latin typeface="Calibri"/>
                <a:ea typeface="Calibri"/>
                <a:cs typeface="Calibri"/>
              </a:defRPr>
            </a:defPPr>
          </a:lstStyle>
          <a:p>
            <a:pPr algn="ctr">
              <a:lnSpc>
                <a:spcPct val="100000"/>
              </a:lnSpc>
              <a:buNone/>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전송 복구기 / 상태 조회</a:t>
            </a:r>
            <a:endParaRPr lang="ko-KR">
              <a:latin typeface="Calibri"/>
              <a:ea typeface="Calibri"/>
              <a:cs typeface="Calibri"/>
            </a:endParaRPr>
          </a:p>
        </p:txBody>
      </p:sp>
      <p:sp>
        <p:nvSpPr>
          <p:cNvPr id="146" name="Atx">
            <a:extLst>
              <a:ext uri="{FF2B5EF4-FFF2-40B4-BE49-F238E27FC236}">
                <ns2:creationId id="{CA7F18B0-8EC2-44E8-B446-B0FB412550DC}"/>
              </a:ext>
            </a:extLst>
          </p:cNvPr>
          <p:cNvSpPr>
            <a:spLocks noGrp="1"/>
          </p:cNvSpPr>
          <p:nvPr/>
        </p:nvSpPr>
        <p:spPr>
          <a:xfrm>
            <a:off x="1314450" y="6438900"/>
            <a:ext cx="7829550" cy="209550"/>
          </a:xfrm>
          <a:prstGeom prst="roundRect">
            <a:avLst>
              <a:gd name="adj" fmla="val 36364"/>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트랜잭션 관리자</a:t>
            </a:r>
            <a:endParaRPr lang="ko-KR">
              <a:latin typeface="Calibri"/>
              <a:ea typeface="Calibri"/>
              <a:cs typeface="Calibri"/>
            </a:endParaRPr>
          </a:p>
        </p:txBody>
      </p:sp>
      <p:sp>
        <p:nvSpPr>
          <p:cNvPr id="147" name="Adialogue-db">
            <a:extLst>
              <a:ext uri="{FF2B5EF4-FFF2-40B4-BE49-F238E27FC236}">
                <ns2:creationId id="{325EA4A9-2D6B-4709-B109-D0898F188A96}"/>
              </a:ext>
            </a:extLst>
          </p:cNvPr>
          <p:cNvSpPr>
            <a:spLocks noGrp="1"/>
          </p:cNvSpPr>
          <p:nvPr/>
        </p:nvSpPr>
        <p:spPr>
          <a:xfrm>
            <a:off x="1314450" y="6724650"/>
            <a:ext cx="2381250" cy="171450"/>
          </a:xfrm>
          <a:prstGeom prst="can">
            <a:avLst>
              <a:gd name="adj" fmla="val 9000"/>
            </a:avLst>
          </a:prstGeom>
          <a:solidFill>
            <a:srgbClr val="FFFFFF"/>
          </a:solidFill>
          <a:ln w="10478">
            <a:solidFill>
              <a:srgbClr val="000000"/>
            </a:solidFill>
            <a:prstDash val="solid"/>
          </a:ln>
        </p:spPr>
        <p:txBody>
          <a:bodyPr wrap="none" lIns="38100" tIns="19050" rIns="38100" bIns="19050" anchor="ctr">
            <a:noAutofit/>
          </a:bodyPr>
          <a:lstStyle>
            <a:defPPr algn="ctr">
              <a:defRPr sz="900" b="0" lang="ko-KR">
                <a:solidFill>
                  <a:srgbClr val="000000"/>
                </a:solidFill>
                <a:latin typeface="Calibri"/>
                <a:ea typeface="Calibri"/>
                <a:cs typeface="Calibri"/>
              </a:defRPr>
            </a:defPPr>
          </a:lstStyle>
          <a:p>
            <a:pPr algn="ctr">
              <a:lnSpc>
                <a:spcPct val="100000"/>
              </a:lnSpc>
              <a:buNone/>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요청 C1/R1~R3 / 실제 전달 P1</a:t>
            </a:r>
            <a:endParaRPr lang="ko-KR">
              <a:latin typeface="Calibri"/>
              <a:ea typeface="Calibri"/>
              <a:cs typeface="Calibri"/>
            </a:endParaRPr>
          </a:p>
        </p:txBody>
      </p:sp>
      <p:sp>
        <p:nvSpPr>
          <p:cNvPr id="148" name="Atask-db">
            <a:extLst>
              <a:ext uri="{FF2B5EF4-FFF2-40B4-BE49-F238E27FC236}">
                <ns2:creationId id="{C67A1979-EFFA-4B0C-814E-FF41703321C2}"/>
              </a:ext>
            </a:extLst>
          </p:cNvPr>
          <p:cNvSpPr>
            <a:spLocks noGrp="1"/>
          </p:cNvSpPr>
          <p:nvPr/>
        </p:nvSpPr>
        <p:spPr>
          <a:xfrm>
            <a:off x="3981450" y="6724650"/>
            <a:ext cx="2381250" cy="171450"/>
          </a:xfrm>
          <a:prstGeom prst="can">
            <a:avLst>
              <a:gd name="adj" fmla="val 9000"/>
            </a:avLst>
          </a:prstGeom>
          <a:solidFill>
            <a:srgbClr val="FFFFFF"/>
          </a:solidFill>
          <a:ln w="10478">
            <a:solidFill>
              <a:srgbClr val="000000"/>
            </a:solidFill>
            <a:prstDash val="solid"/>
          </a:ln>
        </p:spPr>
        <p:txBody>
          <a:bodyPr wrap="none" lIns="38100" tIns="19050" rIns="38100" bIns="19050" anchor="ctr">
            <a:noAutofit/>
          </a:bodyPr>
          <a:lstStyle>
            <a:defPPr algn="ctr">
              <a:defRPr sz="900" b="0" lang="ko-KR">
                <a:solidFill>
                  <a:srgbClr val="000000"/>
                </a:solidFill>
                <a:latin typeface="Calibri"/>
                <a:ea typeface="Calibri"/>
                <a:cs typeface="Calibri"/>
              </a:defRPr>
            </a:defPPr>
          </a:lstStyle>
          <a:p>
            <a:pPr algn="ctr">
              <a:lnSpc>
                <a:spcPct val="100000"/>
              </a:lnSpc>
              <a:buNone/>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업무 T1 / 실행 X1,X2 / 질문 Q1</a:t>
            </a:r>
            <a:endParaRPr lang="ko-KR">
              <a:latin typeface="Calibri"/>
              <a:ea typeface="Calibri"/>
              <a:cs typeface="Calibri"/>
            </a:endParaRPr>
          </a:p>
        </p:txBody>
      </p:sp>
      <p:sp>
        <p:nvSpPr>
          <p:cNvPr id="149" name="Acommands-db">
            <a:extLst>
              <a:ext uri="{FF2B5EF4-FFF2-40B4-BE49-F238E27FC236}">
                <ns2:creationId id="{5A1BEF9C-8695-472C-BAD8-83F432A2CB36}"/>
              </a:ext>
            </a:extLst>
          </p:cNvPr>
          <p:cNvSpPr>
            <a:spLocks noGrp="1"/>
          </p:cNvSpPr>
          <p:nvPr/>
        </p:nvSpPr>
        <p:spPr>
          <a:xfrm>
            <a:off x="6648450" y="6724650"/>
            <a:ext cx="2495550" cy="171450"/>
          </a:xfrm>
          <a:prstGeom prst="can">
            <a:avLst>
              <a:gd name="adj" fmla="val 9000"/>
            </a:avLst>
          </a:prstGeom>
          <a:solidFill>
            <a:srgbClr val="FFFFFF"/>
          </a:solidFill>
          <a:ln w="10478">
            <a:solidFill>
              <a:srgbClr val="000000"/>
            </a:solidFill>
            <a:prstDash val="solid"/>
          </a:ln>
        </p:spPr>
        <p:txBody>
          <a:bodyPr wrap="none" lIns="38100" tIns="19050" rIns="38100" bIns="19050" anchor="ctr">
            <a:noAutofit/>
          </a:bodyPr>
          <a:lstStyle>
            <a:defPPr algn="ctr">
              <a:defRPr sz="900" b="0" lang="ko-KR">
                <a:solidFill>
                  <a:srgbClr val="000000"/>
                </a:solidFill>
                <a:latin typeface="Calibri"/>
                <a:ea typeface="Calibri"/>
                <a:cs typeface="Calibri"/>
              </a:defRPr>
            </a:defPPr>
          </a:lstStyle>
          <a:p>
            <a:pPr algn="ctr">
              <a:lnSpc>
                <a:spcPct val="100000"/>
              </a:lnSpc>
              <a:buNone/>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명령 K1 / gate / 외부 inbox</a:t>
            </a:r>
            <a:endParaRPr lang="ko-KR">
              <a:latin typeface="Calibri"/>
              <a:ea typeface="Calibri"/>
              <a:cs typeface="Calibri"/>
            </a:endParaRPr>
          </a:p>
        </p:txBody>
      </p:sp>
      <p:sp>
        <p:nvSpPr>
          <p:cNvPr id="150" name="As4-num">
            <a:extLst>
              <a:ext uri="{FF2B5EF4-FFF2-40B4-BE49-F238E27FC236}">
                <ns2:creationId id="{13C04BDA-2471-45C7-B231-80CB2F56F9C7}"/>
              </a:ext>
            </a:extLst>
          </p:cNvPr>
          <p:cNvSpPr>
            <a:spLocks noGrp="1"/>
          </p:cNvSpPr>
          <p:nvPr/>
        </p:nvSpPr>
        <p:spPr>
          <a:xfrm>
            <a:off x="4648200" y="601980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4</a:t>
            </a:r>
            <a:endParaRPr lang="ko-KR">
              <a:latin typeface="Calibri"/>
              <a:ea typeface="Calibri"/>
              <a:cs typeface="Calibri"/>
            </a:endParaRPr>
          </a:p>
        </p:txBody>
      </p:sp>
      <p:sp>
        <p:nvSpPr>
          <p:cNvPr id="151" name="As4-label">
            <a:extLst>
              <a:ext uri="{FF2B5EF4-FFF2-40B4-BE49-F238E27FC236}">
                <ns2:creationId id="{0BDF875C-4D94-46D5-A457-24BB6BC6378A}"/>
              </a:ext>
            </a:extLst>
          </p:cNvPr>
          <p:cNvSpPr>
            <a:spLocks noGrp="1"/>
          </p:cNvSpPr>
          <p:nvPr/>
        </p:nvSpPr>
        <p:spPr>
          <a:xfrm>
            <a:off x="4857750" y="6010275"/>
            <a:ext cx="247650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A1 관련 변경 공동 확정</a:t>
            </a:r>
            <a:endParaRPr lang="ko-KR">
              <a:latin typeface="Calibri"/>
              <a:ea typeface="Calibri"/>
              <a:cs typeface="Calibri"/>
            </a:endParaRPr>
          </a:p>
        </p:txBody>
      </p:sp>
      <p:sp>
        <p:nvSpPr>
          <p:cNvPr id="152" name="As1-num">
            <a:extLst>
              <a:ext uri="{FF2B5EF4-FFF2-40B4-BE49-F238E27FC236}">
                <ns2:creationId id="{7B3850F6-68B9-481C-A511-B3A8F42CA11D}"/>
              </a:ext>
            </a:extLst>
          </p:cNvPr>
          <p:cNvSpPr>
            <a:spLocks noGrp="1"/>
          </p:cNvSpPr>
          <p:nvPr/>
        </p:nvSpPr>
        <p:spPr>
          <a:xfrm>
            <a:off x="3695700" y="340042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1</a:t>
            </a:r>
            <a:endParaRPr lang="ko-KR">
              <a:latin typeface="Calibri"/>
              <a:ea typeface="Calibri"/>
              <a:cs typeface="Calibri"/>
            </a:endParaRPr>
          </a:p>
        </p:txBody>
      </p:sp>
      <p:sp>
        <p:nvSpPr>
          <p:cNvPr id="153" name="As1-label">
            <a:extLst>
              <a:ext uri="{FF2B5EF4-FFF2-40B4-BE49-F238E27FC236}">
                <ns2:creationId id="{A7E77E09-0B1A-48F4-8D1B-1D676536B7DC}"/>
              </a:ext>
            </a:extLst>
          </p:cNvPr>
          <p:cNvSpPr>
            <a:spLocks noGrp="1"/>
          </p:cNvSpPr>
          <p:nvPr/>
        </p:nvSpPr>
        <p:spPr>
          <a:xfrm>
            <a:off x="3905250" y="3390900"/>
            <a:ext cx="142875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입력 / hold</a:t>
            </a:r>
            <a:endParaRPr lang="ko-KR">
              <a:latin typeface="Calibri"/>
              <a:ea typeface="Calibri"/>
              <a:cs typeface="Calibri"/>
            </a:endParaRPr>
          </a:p>
        </p:txBody>
      </p:sp>
      <p:sp>
        <p:nvSpPr>
          <p:cNvPr id="154" name="As2-num">
            <a:extLst>
              <a:ext uri="{FF2B5EF4-FFF2-40B4-BE49-F238E27FC236}">
                <ns2:creationId id="{19830D72-A71D-44FE-A362-ECA7915621F3}"/>
              </a:ext>
            </a:extLst>
          </p:cNvPr>
          <p:cNvSpPr>
            <a:spLocks noGrp="1"/>
          </p:cNvSpPr>
          <p:nvPr/>
        </p:nvSpPr>
        <p:spPr>
          <a:xfrm>
            <a:off x="1209675" y="490537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2</a:t>
            </a:r>
            <a:endParaRPr lang="ko-KR">
              <a:latin typeface="Calibri"/>
              <a:ea typeface="Calibri"/>
              <a:cs typeface="Calibri"/>
            </a:endParaRPr>
          </a:p>
        </p:txBody>
      </p:sp>
      <p:sp>
        <p:nvSpPr>
          <p:cNvPr id="155" name="As2-label">
            <a:extLst>
              <a:ext uri="{FF2B5EF4-FFF2-40B4-BE49-F238E27FC236}">
                <ns2:creationId id="{234C304E-0E04-47E1-8278-9BAA28ECC13B}"/>
              </a:ext>
            </a:extLst>
          </p:cNvPr>
          <p:cNvSpPr>
            <a:spLocks noGrp="1"/>
          </p:cNvSpPr>
          <p:nvPr/>
        </p:nvSpPr>
        <p:spPr>
          <a:xfrm>
            <a:off x="1419225" y="4895850"/>
            <a:ext cx="1762125"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의미 제안 / 채택</a:t>
            </a:r>
            <a:endParaRPr lang="ko-KR">
              <a:latin typeface="Calibri"/>
              <a:ea typeface="Calibri"/>
              <a:cs typeface="Calibri"/>
            </a:endParaRPr>
          </a:p>
        </p:txBody>
      </p:sp>
      <p:sp>
        <p:nvSpPr>
          <p:cNvPr id="156" name="As3-num">
            <a:extLst>
              <a:ext uri="{FF2B5EF4-FFF2-40B4-BE49-F238E27FC236}">
                <ns2:creationId id="{F704009F-1D91-4975-9C24-F4CA1359AB9F}"/>
              </a:ext>
            </a:extLst>
          </p:cNvPr>
          <p:cNvSpPr>
            <a:spLocks noGrp="1"/>
          </p:cNvSpPr>
          <p:nvPr/>
        </p:nvSpPr>
        <p:spPr>
          <a:xfrm>
            <a:off x="1314450" y="600075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3</a:t>
            </a:r>
            <a:endParaRPr lang="ko-KR">
              <a:latin typeface="Calibri"/>
              <a:ea typeface="Calibri"/>
              <a:cs typeface="Calibri"/>
            </a:endParaRPr>
          </a:p>
        </p:txBody>
      </p:sp>
      <p:sp>
        <p:nvSpPr>
          <p:cNvPr id="157" name="As3-label">
            <a:extLst>
              <a:ext uri="{FF2B5EF4-FFF2-40B4-BE49-F238E27FC236}">
                <ns2:creationId id="{17E29346-8C8E-4B40-B585-B19A81E6A87A}"/>
              </a:ext>
            </a:extLst>
          </p:cNvPr>
          <p:cNvSpPr>
            <a:spLocks noGrp="1"/>
          </p:cNvSpPr>
          <p:nvPr/>
        </p:nvSpPr>
        <p:spPr>
          <a:xfrm>
            <a:off x="1524000" y="5991225"/>
            <a:ext cx="276225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변경 준비 K1</a:t>
            </a:r>
            <a:endParaRPr lang="ko-KR">
              <a:latin typeface="Calibri"/>
              <a:ea typeface="Calibri"/>
              <a:cs typeface="Calibri"/>
            </a:endParaRPr>
          </a:p>
        </p:txBody>
      </p:sp>
      <p:sp>
        <p:nvSpPr>
          <p:cNvPr id="158" name="As5-num">
            <a:extLst>
              <a:ext uri="{FF2B5EF4-FFF2-40B4-BE49-F238E27FC236}">
                <ns2:creationId id="{DE60A00F-F4DE-4A43-A166-A7DE4E6432DD}"/>
              </a:ext>
            </a:extLst>
          </p:cNvPr>
          <p:cNvSpPr>
            <a:spLocks noGrp="1"/>
          </p:cNvSpPr>
          <p:nvPr/>
        </p:nvSpPr>
        <p:spPr>
          <a:xfrm>
            <a:off x="6057900" y="501015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5</a:t>
            </a:r>
            <a:endParaRPr lang="ko-KR">
              <a:latin typeface="Calibri"/>
              <a:ea typeface="Calibri"/>
              <a:cs typeface="Calibri"/>
            </a:endParaRPr>
          </a:p>
        </p:txBody>
      </p:sp>
      <p:sp>
        <p:nvSpPr>
          <p:cNvPr id="159" name="As5-label">
            <a:extLst>
              <a:ext uri="{FF2B5EF4-FFF2-40B4-BE49-F238E27FC236}">
                <ns2:creationId id="{677EEAF9-C39B-4CB6-9FA4-EB02265C879C}"/>
              </a:ext>
            </a:extLst>
          </p:cNvPr>
          <p:cNvSpPr>
            <a:spLocks noGrp="1"/>
          </p:cNvSpPr>
          <p:nvPr/>
        </p:nvSpPr>
        <p:spPr>
          <a:xfrm>
            <a:off x="6267450" y="5000625"/>
            <a:ext cx="228600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gate / CAS 후 전송</a:t>
            </a:r>
            <a:endParaRPr lang="ko-KR">
              <a:latin typeface="Calibri"/>
              <a:ea typeface="Calibri"/>
              <a:cs typeface="Calibri"/>
            </a:endParaRPr>
          </a:p>
        </p:txBody>
      </p:sp>
      <p:sp>
        <p:nvSpPr>
          <p:cNvPr id="160" name="As6-num">
            <a:extLst>
              <a:ext uri="{FF2B5EF4-FFF2-40B4-BE49-F238E27FC236}">
                <ns2:creationId id="{A6DB47D1-AFAC-42FD-8AEE-C1DB86E1F9E0}"/>
              </a:ext>
            </a:extLst>
          </p:cNvPr>
          <p:cNvSpPr>
            <a:spLocks noGrp="1"/>
          </p:cNvSpPr>
          <p:nvPr/>
        </p:nvSpPr>
        <p:spPr>
          <a:xfrm>
            <a:off x="7724775" y="501015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6</a:t>
            </a:r>
            <a:endParaRPr lang="ko-KR">
              <a:latin typeface="Calibri"/>
              <a:ea typeface="Calibri"/>
              <a:cs typeface="Calibri"/>
            </a:endParaRPr>
          </a:p>
        </p:txBody>
      </p:sp>
      <p:sp>
        <p:nvSpPr>
          <p:cNvPr id="161" name="As6-label">
            <a:extLst>
              <a:ext uri="{FF2B5EF4-FFF2-40B4-BE49-F238E27FC236}">
                <ns2:creationId id="{22C0006C-1FC0-483E-9689-E32DB85BA07E}"/>
              </a:ext>
            </a:extLst>
          </p:cNvPr>
          <p:cNvSpPr>
            <a:spLocks noGrp="1"/>
          </p:cNvSpPr>
          <p:nvPr/>
        </p:nvSpPr>
        <p:spPr>
          <a:xfrm>
            <a:off x="7934325" y="5000625"/>
            <a:ext cx="142875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외부 사실</a:t>
            </a:r>
            <a:endParaRPr lang="ko-KR">
              <a:latin typeface="Calibri"/>
              <a:ea typeface="Calibri"/>
              <a:cs typeface="Calibri"/>
            </a:endParaRPr>
          </a:p>
        </p:txBody>
      </p:sp>
      <p:sp>
        <p:nvSpPr>
          <p:cNvPr id="162" name="As7-num">
            <a:extLst>
              <a:ext uri="{FF2B5EF4-FFF2-40B4-BE49-F238E27FC236}">
                <ns2:creationId id="{5F32F194-254D-4AC4-99F5-BF6128691220}"/>
              </a:ext>
            </a:extLst>
          </p:cNvPr>
          <p:cNvSpPr>
            <a:spLocks noGrp="1"/>
          </p:cNvSpPr>
          <p:nvPr/>
        </p:nvSpPr>
        <p:spPr>
          <a:xfrm>
            <a:off x="3028950" y="579120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7</a:t>
            </a:r>
            <a:endParaRPr lang="ko-KR">
              <a:latin typeface="Calibri"/>
              <a:ea typeface="Calibri"/>
              <a:cs typeface="Calibri"/>
            </a:endParaRPr>
          </a:p>
        </p:txBody>
      </p:sp>
      <p:sp>
        <p:nvSpPr>
          <p:cNvPr id="163" name="As7-label">
            <a:extLst>
              <a:ext uri="{FF2B5EF4-FFF2-40B4-BE49-F238E27FC236}">
                <ns2:creationId id="{EC6AA9AF-15A9-4C6B-A622-C546E1728D37}"/>
              </a:ext>
            </a:extLst>
          </p:cNvPr>
          <p:cNvSpPr>
            <a:spLocks noGrp="1"/>
          </p:cNvSpPr>
          <p:nvPr/>
        </p:nvSpPr>
        <p:spPr>
          <a:xfrm>
            <a:off x="3238500" y="5781675"/>
            <a:ext cx="1095375"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게시 허용</a:t>
            </a:r>
            <a:endParaRPr lang="ko-KR">
              <a:latin typeface="Calibri"/>
              <a:ea typeface="Calibri"/>
              <a:cs typeface="Calibri"/>
            </a:endParaRPr>
          </a:p>
        </p:txBody>
      </p:sp>
      <p:sp>
        <p:nvSpPr>
          <p:cNvPr id="164" name="As8-num">
            <a:extLst>
              <a:ext uri="{FF2B5EF4-FFF2-40B4-BE49-F238E27FC236}">
                <ns2:creationId id="{2837F072-16A8-4139-9552-FE50680CF95B}"/>
              </a:ext>
            </a:extLst>
          </p:cNvPr>
          <p:cNvSpPr>
            <a:spLocks noGrp="1"/>
          </p:cNvSpPr>
          <p:nvPr/>
        </p:nvSpPr>
        <p:spPr>
          <a:xfrm>
            <a:off x="7762875" y="581977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8</a:t>
            </a:r>
            <a:endParaRPr lang="ko-KR">
              <a:latin typeface="Calibri"/>
              <a:ea typeface="Calibri"/>
              <a:cs typeface="Calibri"/>
            </a:endParaRPr>
          </a:p>
        </p:txBody>
      </p:sp>
      <p:sp>
        <p:nvSpPr>
          <p:cNvPr id="165" name="As8-label">
            <a:extLst>
              <a:ext uri="{FF2B5EF4-FFF2-40B4-BE49-F238E27FC236}">
                <ns2:creationId id="{DA15C3D0-BF48-41B0-8C7E-CC660FC54A73}"/>
              </a:ext>
            </a:extLst>
          </p:cNvPr>
          <p:cNvSpPr>
            <a:spLocks noGrp="1"/>
          </p:cNvSpPr>
          <p:nvPr/>
        </p:nvSpPr>
        <p:spPr>
          <a:xfrm>
            <a:off x="7972425" y="5810250"/>
            <a:ext cx="161925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실제 전달 기록</a:t>
            </a:r>
            <a:endParaRPr lang="ko-KR">
              <a:latin typeface="Calibri"/>
              <a:ea typeface="Calibri"/>
              <a:cs typeface="Calibri"/>
            </a:endParaRPr>
          </a:p>
        </p:txBody>
      </p:sp>
      <p:sp>
        <p:nvSpPr>
          <p:cNvPr id="166" name="Blife">
            <a:extLst>
              <a:ext uri="{FF2B5EF4-FFF2-40B4-BE49-F238E27FC236}">
                <ns2:creationId id="{CE01C433-BD6E-4C42-9C7A-D86702F539B7}"/>
              </a:ext>
            </a:extLst>
          </p:cNvPr>
          <p:cNvSpPr>
            <a:spLocks noGrp="1"/>
          </p:cNvSpPr>
          <p:nvPr/>
        </p:nvSpPr>
        <p:spPr>
          <a:xfrm>
            <a:off x="9696450" y="1962150"/>
            <a:ext cx="8334375" cy="400050"/>
          </a:xfrm>
          <a:prstGeom prst="rect">
            <a:avLst/>
          </a:prstGeom>
          <a:no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C1 대화 / R1 위임 → Q1 질문 → P1 실제 제시 → R2 답변 / T1 업무와 X1 실행은 지속</a:t>
            </a:r>
            <a:endParaRPr lang="ko-KR">
              <a:latin typeface="Calibri"/>
              <a:ea typeface="Calibri"/>
              <a:cs typeface="Calibri"/>
            </a:endParaRPr>
          </a:p>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R3 정정 → X2 후속 실행. 같은 Q1 답변 명령 K1의 저장과 전송을 비교</a:t>
            </a:r>
            <a:endParaRPr lang="ko-KR">
              <a:latin typeface="Calibri"/>
              <a:ea typeface="Calibri"/>
              <a:cs typeface="Calibri"/>
            </a:endParaRPr>
          </a:p>
        </p:txBody>
      </p:sp>
      <p:sp>
        <p:nvSpPr>
          <p:cNvPr id="167" name="Binput">
            <a:extLst>
              <a:ext uri="{FF2B5EF4-FFF2-40B4-BE49-F238E27FC236}">
                <ns2:creationId id="{B35F4427-EFF6-49C3-904A-2E66DC80736E}"/>
              </a:ext>
            </a:extLst>
          </p:cNvPr>
          <p:cNvSpPr>
            <a:spLocks noGrp="1"/>
          </p:cNvSpPr>
          <p:nvPr/>
        </p:nvSpPr>
        <p:spPr>
          <a:xfrm>
            <a:off x="9810750" y="2667000"/>
            <a:ext cx="1905000" cy="238125"/>
          </a:xfrm>
          <a:prstGeom prst="roundRect">
            <a:avLst>
              <a:gd name="adj" fmla="val 32000"/>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입력 수집기</a:t>
            </a:r>
            <a:endParaRPr lang="ko-KR">
              <a:latin typeface="Calibri"/>
              <a:ea typeface="Calibri"/>
              <a:cs typeface="Calibri"/>
            </a:endParaRPr>
          </a:p>
        </p:txBody>
      </p:sp>
      <p:sp>
        <p:nvSpPr>
          <p:cNvPr id="168" name="Bstop">
            <a:extLst>
              <a:ext uri="{FF2B5EF4-FFF2-40B4-BE49-F238E27FC236}">
                <ns2:creationId id="{E70B47B1-6DA4-45DA-AB95-A8D29B11F976}"/>
              </a:ext>
            </a:extLst>
          </p:cNvPr>
          <p:cNvSpPr>
            <a:spLocks noGrp="1"/>
          </p:cNvSpPr>
          <p:nvPr/>
        </p:nvSpPr>
        <p:spPr>
          <a:xfrm>
            <a:off x="12487275" y="2667000"/>
            <a:ext cx="1905000" cy="238125"/>
          </a:xfrm>
          <a:prstGeom prst="roundRect">
            <a:avLst>
              <a:gd name="adj" fmla="val 32000"/>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로컬 출력 제어기</a:t>
            </a:r>
            <a:endParaRPr lang="ko-KR">
              <a:latin typeface="Calibri"/>
              <a:ea typeface="Calibri"/>
              <a:cs typeface="Calibri"/>
            </a:endParaRPr>
          </a:p>
        </p:txBody>
      </p:sp>
      <p:sp>
        <p:nvSpPr>
          <p:cNvPr id="169" name="Bout">
            <a:extLst>
              <a:ext uri="{FF2B5EF4-FFF2-40B4-BE49-F238E27FC236}">
                <ns2:creationId id="{0715A77D-DC67-43ED-BB12-17F90A70EF05}"/>
              </a:ext>
            </a:extLst>
          </p:cNvPr>
          <p:cNvSpPr>
            <a:spLocks noGrp="1"/>
          </p:cNvSpPr>
          <p:nvPr/>
        </p:nvSpPr>
        <p:spPr>
          <a:xfrm>
            <a:off x="15449550" y="2667000"/>
            <a:ext cx="2381250" cy="238125"/>
          </a:xfrm>
          <a:prstGeom prst="roundRect">
            <a:avLst>
              <a:gd name="adj" fmla="val 32000"/>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출력 실행 / 실제 전달 확인</a:t>
            </a:r>
            <a:endParaRPr lang="ko-KR">
              <a:latin typeface="Calibri"/>
              <a:ea typeface="Calibri"/>
              <a:cs typeface="Calibri"/>
            </a:endParaRPr>
          </a:p>
        </p:txBody>
      </p:sp>
      <p:sp>
        <p:nvSpPr>
          <p:cNvPr id="170" name="Bdep0">
            <a:extLst>
              <a:ext uri="{FF2B5EF4-FFF2-40B4-BE49-F238E27FC236}">
                <ns2:creationId id="{6ED6E52C-182C-42DC-B7AC-0F4CB2B915B1}"/>
              </a:ext>
            </a:extLst>
          </p:cNvPr>
          <p:cNvSpPr>
            <a:spLocks noGrp="1"/>
          </p:cNvSpPr>
          <p:nvPr/>
        </p:nvSpPr>
        <p:spPr>
          <a:xfrm>
            <a:off x="9715500" y="3057525"/>
            <a:ext cx="1352550" cy="238125"/>
          </a:xfrm>
          <a:prstGeom prst="rect">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Model Access</a:t>
            </a:r>
            <a:endParaRPr lang="ko-KR">
              <a:latin typeface="Calibri"/>
              <a:ea typeface="Calibri"/>
              <a:cs typeface="Calibri"/>
            </a:endParaRPr>
          </a:p>
        </p:txBody>
      </p:sp>
      <p:sp>
        <p:nvSpPr>
          <p:cNvPr id="171" name="Bdep1">
            <a:extLst>
              <a:ext uri="{FF2B5EF4-FFF2-40B4-BE49-F238E27FC236}">
                <ns2:creationId id="{EA52D6FF-FED5-4594-A725-9BA7BCA97F00}"/>
              </a:ext>
            </a:extLst>
          </p:cNvPr>
          <p:cNvSpPr>
            <a:spLocks noGrp="1"/>
          </p:cNvSpPr>
          <p:nvPr/>
        </p:nvSpPr>
        <p:spPr>
          <a:xfrm>
            <a:off x="11144250" y="3057525"/>
            <a:ext cx="1352550" cy="238125"/>
          </a:xfrm>
          <a:prstGeom prst="rect">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Context Manager</a:t>
            </a:r>
            <a:endParaRPr lang="ko-KR">
              <a:latin typeface="Calibri"/>
              <a:ea typeface="Calibri"/>
              <a:cs typeface="Calibri"/>
            </a:endParaRPr>
          </a:p>
        </p:txBody>
      </p:sp>
      <p:sp>
        <p:nvSpPr>
          <p:cNvPr id="172" name="Bdep2">
            <a:extLst>
              <a:ext uri="{FF2B5EF4-FFF2-40B4-BE49-F238E27FC236}">
                <ns2:creationId id="{89F54128-C530-440A-90C3-EC78DF5572AA}"/>
              </a:ext>
            </a:extLst>
          </p:cNvPr>
          <p:cNvSpPr>
            <a:spLocks noGrp="1"/>
          </p:cNvSpPr>
          <p:nvPr/>
        </p:nvSpPr>
        <p:spPr>
          <a:xfrm>
            <a:off x="12573000" y="3057525"/>
            <a:ext cx="1352550" cy="238125"/>
          </a:xfrm>
          <a:prstGeom prst="rect">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Policy Manager</a:t>
            </a:r>
            <a:endParaRPr lang="ko-KR">
              <a:latin typeface="Calibri"/>
              <a:ea typeface="Calibri"/>
              <a:cs typeface="Calibri"/>
            </a:endParaRPr>
          </a:p>
        </p:txBody>
      </p:sp>
      <p:sp>
        <p:nvSpPr>
          <p:cNvPr id="173" name="Bagent">
            <a:extLst>
              <a:ext uri="{FF2B5EF4-FFF2-40B4-BE49-F238E27FC236}">
                <ns2:creationId id="{64F3A7FA-05FA-4BB8-99C4-D58DC73C4CE9}"/>
              </a:ext>
            </a:extLst>
          </p:cNvPr>
          <p:cNvSpPr>
            <a:spLocks noGrp="1"/>
          </p:cNvSpPr>
          <p:nvPr/>
        </p:nvSpPr>
        <p:spPr>
          <a:xfrm>
            <a:off x="14687550" y="3057525"/>
            <a:ext cx="3257550" cy="238125"/>
          </a:xfrm>
          <a:prstGeom prst="rect">
            <a:avLst/>
          </a:prstGeom>
          <a:solidFill>
            <a:srgbClr val="FFFFFF"/>
          </a:solidFill>
          <a:ln w="10478">
            <a:solidFill>
              <a:srgbClr val="000000"/>
            </a:solidFill>
            <a:prstDash val="solid"/>
          </a:ln>
        </p:spPr>
        <p:txBody>
          <a:bodyPr wrap="none" lIns="38100" tIns="19050" rIns="38100" bIns="19050" anchor="ctr">
            <a:noAutofit/>
          </a:bodyPr>
          <a:lstStyle>
            <a:defPPr algn="ctr">
              <a:defRPr sz="1200" b="0" lang="ko-KR">
                <a:solidFill>
                  <a:srgbClr val="000000"/>
                </a:solidFill>
                <a:latin typeface="Calibri"/>
                <a:ea typeface="Calibri"/>
                <a:cs typeface="Calibri"/>
              </a:defRPr>
            </a:defPPr>
          </a:lstStyle>
          <a:p>
            <a:pPr algn="ctr">
              <a:lnSpc>
                <a:spcPct val="100000"/>
              </a:lnSpc>
              <a:buNone/>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Downstream Agent</a:t>
            </a:r>
            <a:endParaRPr lang="ko-KR">
              <a:latin typeface="Calibri"/>
              <a:ea typeface="Calibri"/>
              <a:cs typeface="Calibri"/>
            </a:endParaRPr>
          </a:p>
        </p:txBody>
      </p:sp>
      <p:sp>
        <p:nvSpPr>
          <p:cNvPr id="174" name="Binterpret">
            <a:extLst>
              <a:ext uri="{FF2B5EF4-FFF2-40B4-BE49-F238E27FC236}">
                <ns2:creationId id="{A1178BCF-39B1-4B75-B038-6E81695543A5}"/>
              </a:ext>
            </a:extLst>
          </p:cNvPr>
          <p:cNvSpPr>
            <a:spLocks noGrp="1"/>
          </p:cNvSpPr>
          <p:nvPr/>
        </p:nvSpPr>
        <p:spPr>
          <a:xfrm>
            <a:off x="9877425" y="3971925"/>
            <a:ext cx="1524000" cy="285750"/>
          </a:xfrm>
          <a:prstGeom prst="roundRect">
            <a:avLst>
              <a:gd name="adj" fmla="val 26667"/>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요청 해석기</a:t>
            </a:r>
            <a:endParaRPr lang="ko-KR">
              <a:latin typeface="Calibri"/>
              <a:ea typeface="Calibri"/>
              <a:cs typeface="Calibri"/>
            </a:endParaRPr>
          </a:p>
        </p:txBody>
      </p:sp>
      <p:sp>
        <p:nvSpPr>
          <p:cNvPr id="175" name="Bscratch">
            <a:extLst>
              <a:ext uri="{FF2B5EF4-FFF2-40B4-BE49-F238E27FC236}">
                <ns2:creationId id="{33CFD3FA-6824-4112-B8DB-4BC343CB63C3}"/>
              </a:ext>
            </a:extLst>
          </p:cNvPr>
          <p:cNvSpPr>
            <a:spLocks noGrp="1"/>
          </p:cNvSpPr>
          <p:nvPr/>
        </p:nvSpPr>
        <p:spPr>
          <a:xfrm>
            <a:off x="9877425" y="4495800"/>
            <a:ext cx="1524000" cy="257175"/>
          </a:xfrm>
          <a:prstGeom prst="can">
            <a:avLst>
              <a:gd name="adj" fmla="val 9000"/>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해석 작업 / RAM</a:t>
            </a:r>
            <a:endParaRPr lang="ko-KR">
              <a:latin typeface="Calibri"/>
              <a:ea typeface="Calibri"/>
              <a:cs typeface="Calibri"/>
            </a:endParaRPr>
          </a:p>
        </p:txBody>
      </p:sp>
      <p:sp>
        <p:nvSpPr>
          <p:cNvPr id="176" name="Brc0">
            <a:extLst>
              <a:ext uri="{FF2B5EF4-FFF2-40B4-BE49-F238E27FC236}">
                <ns2:creationId id="{6671C9D5-9640-47EC-972D-F1B23FAA7A6A}"/>
              </a:ext>
            </a:extLst>
          </p:cNvPr>
          <p:cNvSpPr>
            <a:spLocks noGrp="1"/>
          </p:cNvSpPr>
          <p:nvPr/>
        </p:nvSpPr>
        <p:spPr>
          <a:xfrm>
            <a:off x="11811000" y="3962400"/>
            <a:ext cx="2000250" cy="276225"/>
          </a:xfrm>
          <a:prstGeom prst="roundRect">
            <a:avLst>
              <a:gd name="adj" fmla="val 27586"/>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요청 채택기</a:t>
            </a:r>
            <a:endParaRPr lang="ko-KR">
              <a:latin typeface="Calibri"/>
              <a:ea typeface="Calibri"/>
              <a:cs typeface="Calibri"/>
            </a:endParaRPr>
          </a:p>
        </p:txBody>
      </p:sp>
      <p:sp>
        <p:nvSpPr>
          <p:cNvPr id="177" name="Brc1">
            <a:extLst>
              <a:ext uri="{FF2B5EF4-FFF2-40B4-BE49-F238E27FC236}">
                <ns2:creationId id="{E49FDD38-8D88-44C3-B53A-A2E15AFAAF02}"/>
              </a:ext>
            </a:extLst>
          </p:cNvPr>
          <p:cNvSpPr>
            <a:spLocks noGrp="1"/>
          </p:cNvSpPr>
          <p:nvPr/>
        </p:nvSpPr>
        <p:spPr>
          <a:xfrm>
            <a:off x="11811000" y="4352925"/>
            <a:ext cx="2000250" cy="276225"/>
          </a:xfrm>
          <a:prstGeom prst="roundRect">
            <a:avLst>
              <a:gd name="adj" fmla="val 27586"/>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명령 의도 기록기</a:t>
            </a:r>
            <a:endParaRPr lang="ko-KR">
              <a:latin typeface="Calibri"/>
              <a:ea typeface="Calibri"/>
              <a:cs typeface="Calibri"/>
            </a:endParaRPr>
          </a:p>
        </p:txBody>
      </p:sp>
      <p:sp>
        <p:nvSpPr>
          <p:cNvPr id="178" name="Brc2">
            <a:extLst>
              <a:ext uri="{FF2B5EF4-FFF2-40B4-BE49-F238E27FC236}">
                <ns2:creationId id="{72DED700-DF64-4D21-AE93-7F6C7B8768C9}"/>
              </a:ext>
            </a:extLst>
          </p:cNvPr>
          <p:cNvSpPr>
            <a:spLocks noGrp="1"/>
          </p:cNvSpPr>
          <p:nvPr/>
        </p:nvSpPr>
        <p:spPr>
          <a:xfrm>
            <a:off x="11811000" y="4743450"/>
            <a:ext cx="2000250" cy="276225"/>
          </a:xfrm>
          <a:prstGeom prst="roundRect">
            <a:avLst>
              <a:gd name="adj" fmla="val 27586"/>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현재 입력 제어기</a:t>
            </a:r>
            <a:endParaRPr lang="ko-KR">
              <a:latin typeface="Calibri"/>
              <a:ea typeface="Calibri"/>
              <a:cs typeface="Calibri"/>
            </a:endParaRPr>
          </a:p>
        </p:txBody>
      </p:sp>
      <p:sp>
        <p:nvSpPr>
          <p:cNvPr id="179" name="Brc3">
            <a:extLst>
              <a:ext uri="{FF2B5EF4-FFF2-40B4-BE49-F238E27FC236}">
                <ns2:creationId id="{2CF12F62-7010-4E2D-80B6-F0AB4E48DA03}"/>
              </a:ext>
            </a:extLst>
          </p:cNvPr>
          <p:cNvSpPr>
            <a:spLocks noGrp="1"/>
          </p:cNvSpPr>
          <p:nvPr/>
        </p:nvSpPr>
        <p:spPr>
          <a:xfrm>
            <a:off x="11811000" y="5133975"/>
            <a:ext cx="2000250" cy="276225"/>
          </a:xfrm>
          <a:prstGeom prst="roundRect">
            <a:avLst>
              <a:gd name="adj" fmla="val 27586"/>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진행 사실 반영기</a:t>
            </a:r>
            <a:endParaRPr lang="ko-KR">
              <a:latin typeface="Calibri"/>
              <a:ea typeface="Calibri"/>
              <a:cs typeface="Calibri"/>
            </a:endParaRPr>
          </a:p>
        </p:txBody>
      </p:sp>
      <p:sp>
        <p:nvSpPr>
          <p:cNvPr id="180" name="Brc4">
            <a:extLst>
              <a:ext uri="{FF2B5EF4-FFF2-40B4-BE49-F238E27FC236}">
                <ns2:creationId id="{EE1E7FA2-B1C3-480F-ABF4-9C5223920A6E}"/>
              </a:ext>
            </a:extLst>
          </p:cNvPr>
          <p:cNvSpPr>
            <a:spLocks noGrp="1"/>
          </p:cNvSpPr>
          <p:nvPr/>
        </p:nvSpPr>
        <p:spPr>
          <a:xfrm>
            <a:off x="11811000" y="5524500"/>
            <a:ext cx="2000250" cy="276225"/>
          </a:xfrm>
          <a:prstGeom prst="roundRect">
            <a:avLst>
              <a:gd name="adj" fmla="val 27586"/>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재연결 조정기</a:t>
            </a:r>
            <a:endParaRPr lang="ko-KR">
              <a:latin typeface="Calibri"/>
              <a:ea typeface="Calibri"/>
              <a:cs typeface="Calibri"/>
            </a:endParaRPr>
          </a:p>
        </p:txBody>
      </p:sp>
      <p:sp>
        <p:nvSpPr>
          <p:cNvPr id="181" name="Bpublish">
            <a:extLst>
              <a:ext uri="{FF2B5EF4-FFF2-40B4-BE49-F238E27FC236}">
                <ns2:creationId id="{B48F4B55-C3FC-496F-956E-404E5C6E60F8}"/>
              </a:ext>
            </a:extLst>
          </p:cNvPr>
          <p:cNvSpPr>
            <a:spLocks noGrp="1"/>
          </p:cNvSpPr>
          <p:nvPr/>
        </p:nvSpPr>
        <p:spPr>
          <a:xfrm>
            <a:off x="9877425" y="5391150"/>
            <a:ext cx="1524000" cy="219075"/>
          </a:xfrm>
          <a:prstGeom prst="roundRect">
            <a:avLst>
              <a:gd name="adj" fmla="val 34783"/>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게시 제어기</a:t>
            </a:r>
            <a:endParaRPr lang="ko-KR">
              <a:latin typeface="Calibri"/>
              <a:ea typeface="Calibri"/>
              <a:cs typeface="Calibri"/>
            </a:endParaRPr>
          </a:p>
        </p:txBody>
      </p:sp>
      <p:sp>
        <p:nvSpPr>
          <p:cNvPr id="182" name="Bledger">
            <a:extLst>
              <a:ext uri="{FF2B5EF4-FFF2-40B4-BE49-F238E27FC236}">
                <ns2:creationId id="{88C0BFF8-C3FF-497D-94A5-62D7481E6BD0}"/>
              </a:ext>
            </a:extLst>
          </p:cNvPr>
          <p:cNvSpPr>
            <a:spLocks noGrp="1"/>
          </p:cNvSpPr>
          <p:nvPr/>
        </p:nvSpPr>
        <p:spPr>
          <a:xfrm>
            <a:off x="9877425" y="5686425"/>
            <a:ext cx="1524000" cy="219075"/>
          </a:xfrm>
          <a:prstGeom prst="roundRect">
            <a:avLst>
              <a:gd name="adj" fmla="val 34783"/>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실제 전달 기록기</a:t>
            </a:r>
            <a:endParaRPr lang="ko-KR">
              <a:latin typeface="Calibri"/>
              <a:ea typeface="Calibri"/>
              <a:cs typeface="Calibri"/>
            </a:endParaRPr>
          </a:p>
        </p:txBody>
      </p:sp>
      <p:sp>
        <p:nvSpPr>
          <p:cNvPr id="183" name="Bquery">
            <a:extLst>
              <a:ext uri="{FF2B5EF4-FFF2-40B4-BE49-F238E27FC236}">
                <ns2:creationId id="{5C11D5AE-4F3E-497F-AF95-02C6922EFEF3}"/>
              </a:ext>
            </a:extLst>
          </p:cNvPr>
          <p:cNvSpPr>
            <a:spLocks noGrp="1"/>
          </p:cNvSpPr>
          <p:nvPr/>
        </p:nvSpPr>
        <p:spPr>
          <a:xfrm>
            <a:off x="14563725" y="3962400"/>
            <a:ext cx="1438275" cy="276225"/>
          </a:xfrm>
          <a:prstGeom prst="roundRect">
            <a:avLst>
              <a:gd name="adj" fmla="val 27586"/>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업무 조회기</a:t>
            </a:r>
            <a:endParaRPr lang="ko-KR">
              <a:latin typeface="Calibri"/>
              <a:ea typeface="Calibri"/>
              <a:cs typeface="Calibri"/>
            </a:endParaRPr>
          </a:p>
        </p:txBody>
      </p:sp>
      <p:sp>
        <p:nvSpPr>
          <p:cNvPr id="184" name="Baccept">
            <a:extLst>
              <a:ext uri="{FF2B5EF4-FFF2-40B4-BE49-F238E27FC236}">
                <ns2:creationId id="{CC643C1C-57A8-4179-AF3B-4C5ECF830196}"/>
              </a:ext>
            </a:extLst>
          </p:cNvPr>
          <p:cNvSpPr>
            <a:spLocks noGrp="1"/>
          </p:cNvSpPr>
          <p:nvPr/>
        </p:nvSpPr>
        <p:spPr>
          <a:xfrm>
            <a:off x="16278225" y="3962400"/>
            <a:ext cx="1438275" cy="276225"/>
          </a:xfrm>
          <a:prstGeom prst="roundRect">
            <a:avLst>
              <a:gd name="adj" fmla="val 27586"/>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답변 접수기</a:t>
            </a:r>
            <a:endParaRPr lang="ko-KR">
              <a:latin typeface="Calibri"/>
              <a:ea typeface="Calibri"/>
              <a:cs typeface="Calibri"/>
            </a:endParaRPr>
          </a:p>
        </p:txBody>
      </p:sp>
      <p:sp>
        <p:nvSpPr>
          <p:cNvPr id="185" name="Bgate">
            <a:extLst>
              <a:ext uri="{FF2B5EF4-FFF2-40B4-BE49-F238E27FC236}">
                <ns2:creationId id="{C647620E-4A3A-4076-A749-DB48180C372E}"/>
              </a:ext>
            </a:extLst>
          </p:cNvPr>
          <p:cNvSpPr>
            <a:spLocks noGrp="1"/>
          </p:cNvSpPr>
          <p:nvPr/>
        </p:nvSpPr>
        <p:spPr>
          <a:xfrm>
            <a:off x="14563725" y="4371975"/>
            <a:ext cx="3152775" cy="266700"/>
          </a:xfrm>
          <a:prstGeom prst="roundRect">
            <a:avLst>
              <a:gd name="adj" fmla="val 28571"/>
            </a:avLst>
          </a:prstGeom>
          <a:solidFill>
            <a:srgbClr val="FFF4D7"/>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업무 접수 및 전송 게이트</a:t>
            </a:r>
            <a:endParaRPr lang="ko-KR">
              <a:latin typeface="Calibri"/>
              <a:ea typeface="Calibri"/>
              <a:cs typeface="Calibri"/>
            </a:endParaRPr>
          </a:p>
        </p:txBody>
      </p:sp>
      <p:sp>
        <p:nvSpPr>
          <p:cNvPr id="186" name="Bapply">
            <a:extLst>
              <a:ext uri="{FF2B5EF4-FFF2-40B4-BE49-F238E27FC236}">
                <ns2:creationId id="{6E86FF26-E611-4A0E-A417-7B9CA373886B}"/>
              </a:ext>
            </a:extLst>
          </p:cNvPr>
          <p:cNvSpPr>
            <a:spLocks noGrp="1"/>
          </p:cNvSpPr>
          <p:nvPr/>
        </p:nvSpPr>
        <p:spPr>
          <a:xfrm>
            <a:off x="14563725" y="4733925"/>
            <a:ext cx="3152775" cy="219075"/>
          </a:xfrm>
          <a:prstGeom prst="roundRect">
            <a:avLst>
              <a:gd name="adj" fmla="val 34783"/>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업무 사건 적용기</a:t>
            </a:r>
            <a:endParaRPr lang="ko-KR">
              <a:latin typeface="Calibri"/>
              <a:ea typeface="Calibri"/>
              <a:cs typeface="Calibri"/>
            </a:endParaRPr>
          </a:p>
        </p:txBody>
      </p:sp>
      <p:sp>
        <p:nvSpPr>
          <p:cNvPr id="187" name="Bsend">
            <a:extLst>
              <a:ext uri="{FF2B5EF4-FFF2-40B4-BE49-F238E27FC236}">
                <ns2:creationId id="{23018569-D6D0-492F-9363-92A2C95B0EA3}"/>
              </a:ext>
            </a:extLst>
          </p:cNvPr>
          <p:cNvSpPr>
            <a:spLocks noGrp="1"/>
          </p:cNvSpPr>
          <p:nvPr/>
        </p:nvSpPr>
        <p:spPr>
          <a:xfrm>
            <a:off x="14563725" y="5495925"/>
            <a:ext cx="1485900" cy="228600"/>
          </a:xfrm>
          <a:prstGeom prst="roundRect">
            <a:avLst>
              <a:gd name="adj" fmla="val 33333"/>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명령 전송 및 확인</a:t>
            </a:r>
            <a:endParaRPr lang="ko-KR">
              <a:latin typeface="Calibri"/>
              <a:ea typeface="Calibri"/>
              <a:cs typeface="Calibri"/>
            </a:endParaRPr>
          </a:p>
        </p:txBody>
      </p:sp>
      <p:sp>
        <p:nvSpPr>
          <p:cNvPr id="188" name="Bingress">
            <a:extLst>
              <a:ext uri="{FF2B5EF4-FFF2-40B4-BE49-F238E27FC236}">
                <ns2:creationId id="{CEED60CE-74F7-4CD6-BDC6-594275F0BEB7}"/>
              </a:ext>
            </a:extLst>
          </p:cNvPr>
          <p:cNvSpPr>
            <a:spLocks noGrp="1"/>
          </p:cNvSpPr>
          <p:nvPr/>
        </p:nvSpPr>
        <p:spPr>
          <a:xfrm>
            <a:off x="16268700" y="5495925"/>
            <a:ext cx="1447800" cy="228600"/>
          </a:xfrm>
          <a:prstGeom prst="roundRect">
            <a:avLst>
              <a:gd name="adj" fmla="val 33333"/>
            </a:avLst>
          </a:prstGeom>
          <a:solidFill>
            <a:srgbClr val="FFFFFF"/>
          </a:solidFill>
          <a:ln w="10478">
            <a:solidFill>
              <a:srgbClr val="000000"/>
            </a:solidFill>
            <a:prstDash val="solid"/>
          </a:ln>
        </p:spPr>
        <p:txBody>
          <a:bodyPr wrap="none" lIns="38100" tIns="19050" rIns="38100" bIns="19050" anchor="ctr">
            <a:noAutofit/>
          </a:bodyPr>
          <a:lstStyle>
            <a:defPPr algn="ctr">
              <a:defRPr sz="1000" b="0" lang="ko-KR">
                <a:solidFill>
                  <a:srgbClr val="000000"/>
                </a:solidFill>
                <a:latin typeface="Calibri"/>
                <a:ea typeface="Calibri"/>
                <a:cs typeface="Calibri"/>
              </a:defRPr>
            </a:defPPr>
          </a:lstStyle>
          <a:p>
            <a:pPr algn="ctr">
              <a:lnSpc>
                <a:spcPct val="100000"/>
              </a:lnSpc>
              <a:buNone/>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외부 사건 수신기</a:t>
            </a:r>
            <a:endParaRPr lang="ko-KR">
              <a:latin typeface="Calibri"/>
              <a:ea typeface="Calibri"/>
              <a:cs typeface="Calibri"/>
            </a:endParaRPr>
          </a:p>
        </p:txBody>
      </p:sp>
      <p:sp>
        <p:nvSpPr>
          <p:cNvPr id="189" name="Brecovery">
            <a:extLst>
              <a:ext uri="{FF2B5EF4-FFF2-40B4-BE49-F238E27FC236}">
                <ns2:creationId id="{48574630-5DF7-4250-8497-19032989750B}"/>
              </a:ext>
            </a:extLst>
          </p:cNvPr>
          <p:cNvSpPr>
            <a:spLocks noGrp="1"/>
          </p:cNvSpPr>
          <p:nvPr/>
        </p:nvSpPr>
        <p:spPr>
          <a:xfrm>
            <a:off x="14563725" y="5762625"/>
            <a:ext cx="1485900" cy="161925"/>
          </a:xfrm>
          <a:prstGeom prst="roundRect">
            <a:avLst>
              <a:gd name="adj" fmla="val 47059"/>
            </a:avLst>
          </a:prstGeom>
          <a:solidFill>
            <a:srgbClr val="FFFFFF"/>
          </a:solidFill>
          <a:ln w="10478">
            <a:solidFill>
              <a:srgbClr val="000000"/>
            </a:solidFill>
            <a:prstDash val="solid"/>
          </a:ln>
        </p:spPr>
        <p:txBody>
          <a:bodyPr wrap="none" lIns="38100" tIns="19050" rIns="38100" bIns="19050" anchor="ctr">
            <a:noAutofit/>
          </a:bodyPr>
          <a:lstStyle>
            <a:defPPr algn="ctr">
              <a:defRPr sz="900" b="0" lang="ko-KR">
                <a:solidFill>
                  <a:srgbClr val="000000"/>
                </a:solidFill>
                <a:latin typeface="Calibri"/>
                <a:ea typeface="Calibri"/>
                <a:cs typeface="Calibri"/>
              </a:defRPr>
            </a:defPPr>
          </a:lstStyle>
          <a:p>
            <a:pPr algn="ctr">
              <a:lnSpc>
                <a:spcPct val="100000"/>
              </a:lnSpc>
              <a:buNone/>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전송 복구기 / 상태 조회</a:t>
            </a:r>
            <a:endParaRPr lang="ko-KR">
              <a:latin typeface="Calibri"/>
              <a:ea typeface="Calibri"/>
              <a:cs typeface="Calibri"/>
            </a:endParaRPr>
          </a:p>
        </p:txBody>
      </p:sp>
      <p:sp>
        <p:nvSpPr>
          <p:cNvPr id="190" name="Bdtx">
            <a:extLst>
              <a:ext uri="{FF2B5EF4-FFF2-40B4-BE49-F238E27FC236}">
                <ns2:creationId id="{CA27D196-BD80-4167-B6DD-91D59AD1ACFE}"/>
              </a:ext>
            </a:extLst>
          </p:cNvPr>
          <p:cNvSpPr>
            <a:spLocks noGrp="1"/>
          </p:cNvSpPr>
          <p:nvPr/>
        </p:nvSpPr>
        <p:spPr>
          <a:xfrm>
            <a:off x="9886950" y="6438900"/>
            <a:ext cx="3924300" cy="209550"/>
          </a:xfrm>
          <a:prstGeom prst="roundRect">
            <a:avLst>
              <a:gd name="adj" fmla="val 36364"/>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트랜잭션 관리자</a:t>
            </a:r>
            <a:endParaRPr lang="ko-KR">
              <a:latin typeface="Calibri"/>
              <a:ea typeface="Calibri"/>
              <a:cs typeface="Calibri"/>
            </a:endParaRPr>
          </a:p>
        </p:txBody>
      </p:sp>
      <p:sp>
        <p:nvSpPr>
          <p:cNvPr id="191" name="Bwtx">
            <a:extLst>
              <a:ext uri="{FF2B5EF4-FFF2-40B4-BE49-F238E27FC236}">
                <ns2:creationId id="{D196657B-4D04-4D38-A5D8-FC2E6ED03421}"/>
              </a:ext>
            </a:extLst>
          </p:cNvPr>
          <p:cNvSpPr>
            <a:spLocks noGrp="1"/>
          </p:cNvSpPr>
          <p:nvPr/>
        </p:nvSpPr>
        <p:spPr>
          <a:xfrm>
            <a:off x="14563725" y="6438900"/>
            <a:ext cx="3152775" cy="209550"/>
          </a:xfrm>
          <a:prstGeom prst="roundRect">
            <a:avLst>
              <a:gd name="adj" fmla="val 36364"/>
            </a:avLst>
          </a:prstGeom>
          <a:solidFill>
            <a:srgbClr val="FFFFFF"/>
          </a:solidFill>
          <a:ln w="10478">
            <a:solidFill>
              <a:srgbClr val="000000"/>
            </a:solidFill>
            <a:prstDash val="solid"/>
          </a:ln>
        </p:spPr>
        <p:txBody>
          <a:bodyPr wrap="none" lIns="38100" tIns="19050" rIns="38100" bIns="19050" anchor="ctr">
            <a:noAutofit/>
          </a:bodyPr>
          <a:lstStyle>
            <a:defPPr algn="ctr">
              <a:defRPr sz="1100" b="0" lang="ko-KR">
                <a:solidFill>
                  <a:srgbClr val="000000"/>
                </a:solidFill>
                <a:latin typeface="Calibri"/>
                <a:ea typeface="Calibri"/>
                <a:cs typeface="Calibri"/>
              </a:defRPr>
            </a:defPPr>
          </a:lstStyle>
          <a:p>
            <a:pPr algn="ctr">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트랜잭션 관리자</a:t>
            </a:r>
            <a:endParaRPr lang="ko-KR">
              <a:latin typeface="Calibri"/>
              <a:ea typeface="Calibri"/>
              <a:cs typeface="Calibri"/>
            </a:endParaRPr>
          </a:p>
        </p:txBody>
      </p:sp>
      <p:sp>
        <p:nvSpPr>
          <p:cNvPr id="192" name="Bdd">
            <a:extLst>
              <a:ext uri="{FF2B5EF4-FFF2-40B4-BE49-F238E27FC236}">
                <ns2:creationId id="{D437D7A7-B05D-48BF-8A8A-F69344CF5CE8}"/>
              </a:ext>
            </a:extLst>
          </p:cNvPr>
          <p:cNvSpPr>
            <a:spLocks noGrp="1"/>
          </p:cNvSpPr>
          <p:nvPr/>
        </p:nvSpPr>
        <p:spPr>
          <a:xfrm>
            <a:off x="9886950" y="6724650"/>
            <a:ext cx="1905000" cy="171450"/>
          </a:xfrm>
          <a:prstGeom prst="can">
            <a:avLst>
              <a:gd name="adj" fmla="val 9000"/>
            </a:avLst>
          </a:prstGeom>
          <a:solidFill>
            <a:srgbClr val="FFFFFF"/>
          </a:solidFill>
          <a:ln w="10478">
            <a:solidFill>
              <a:srgbClr val="000000"/>
            </a:solidFill>
            <a:prstDash val="solid"/>
          </a:ln>
        </p:spPr>
        <p:txBody>
          <a:bodyPr wrap="none" lIns="38100" tIns="19050" rIns="38100" bIns="19050" anchor="ctr">
            <a:noAutofit/>
          </a:bodyPr>
          <a:lstStyle>
            <a:defPPr algn="ctr">
              <a:defRPr sz="900" b="0" lang="ko-KR">
                <a:solidFill>
                  <a:srgbClr val="000000"/>
                </a:solidFill>
                <a:latin typeface="Calibri"/>
                <a:ea typeface="Calibri"/>
                <a:cs typeface="Calibri"/>
              </a:defRPr>
            </a:defPPr>
          </a:lstStyle>
          <a:p>
            <a:pPr algn="ctr">
              <a:lnSpc>
                <a:spcPct val="100000"/>
              </a:lnSpc>
              <a:buNone/>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C1 / R1~R3 / P1</a:t>
            </a:r>
            <a:endParaRPr lang="ko-KR">
              <a:latin typeface="Calibri"/>
              <a:ea typeface="Calibri"/>
              <a:cs typeface="Calibri"/>
            </a:endParaRPr>
          </a:p>
        </p:txBody>
      </p:sp>
      <p:sp>
        <p:nvSpPr>
          <p:cNvPr id="193" name="Bdo">
            <a:extLst>
              <a:ext uri="{FF2B5EF4-FFF2-40B4-BE49-F238E27FC236}">
                <ns2:creationId id="{BDBA6821-7FC3-4956-A5C0-0C4469CDBE78}"/>
              </a:ext>
            </a:extLst>
          </p:cNvPr>
          <p:cNvSpPr>
            <a:spLocks noGrp="1"/>
          </p:cNvSpPr>
          <p:nvPr/>
        </p:nvSpPr>
        <p:spPr>
          <a:xfrm>
            <a:off x="11934825" y="6724650"/>
            <a:ext cx="1876425" cy="171450"/>
          </a:xfrm>
          <a:prstGeom prst="can">
            <a:avLst>
              <a:gd name="adj" fmla="val 9000"/>
            </a:avLst>
          </a:prstGeom>
          <a:solidFill>
            <a:srgbClr val="FFFFFF"/>
          </a:solidFill>
          <a:ln w="10478">
            <a:solidFill>
              <a:srgbClr val="000000"/>
            </a:solidFill>
            <a:prstDash val="solid"/>
          </a:ln>
        </p:spPr>
        <p:txBody>
          <a:bodyPr wrap="none" lIns="38100" tIns="19050" rIns="38100" bIns="19050" anchor="ctr">
            <a:noAutofit/>
          </a:bodyPr>
          <a:lstStyle>
            <a:defPPr algn="ctr">
              <a:defRPr sz="900" b="0" lang="ko-KR">
                <a:solidFill>
                  <a:srgbClr val="000000"/>
                </a:solidFill>
                <a:latin typeface="Calibri"/>
                <a:ea typeface="Calibri"/>
                <a:cs typeface="Calibri"/>
              </a:defRPr>
            </a:defPPr>
          </a:lstStyle>
          <a:p>
            <a:pPr algn="ctr">
              <a:lnSpc>
                <a:spcPct val="100000"/>
              </a:lnSpc>
              <a:buNone/>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K1 의도 outbox / cursor</a:t>
            </a:r>
            <a:endParaRPr lang="ko-KR">
              <a:latin typeface="Calibri"/>
              <a:ea typeface="Calibri"/>
              <a:cs typeface="Calibri"/>
            </a:endParaRPr>
          </a:p>
        </p:txBody>
      </p:sp>
      <p:sp>
        <p:nvSpPr>
          <p:cNvPr id="194" name="Bwd">
            <a:extLst>
              <a:ext uri="{FF2B5EF4-FFF2-40B4-BE49-F238E27FC236}">
                <ns2:creationId id="{A7C12364-6D14-42E8-90DE-4523848FFFC9}"/>
              </a:ext>
            </a:extLst>
          </p:cNvPr>
          <p:cNvSpPr>
            <a:spLocks noGrp="1"/>
          </p:cNvSpPr>
          <p:nvPr/>
        </p:nvSpPr>
        <p:spPr>
          <a:xfrm>
            <a:off x="14563725" y="6724650"/>
            <a:ext cx="1504950" cy="171450"/>
          </a:xfrm>
          <a:prstGeom prst="can">
            <a:avLst>
              <a:gd name="adj" fmla="val 9000"/>
            </a:avLst>
          </a:prstGeom>
          <a:solidFill>
            <a:srgbClr val="FFFFFF"/>
          </a:solidFill>
          <a:ln w="10478">
            <a:solidFill>
              <a:srgbClr val="000000"/>
            </a:solidFill>
            <a:prstDash val="solid"/>
          </a:ln>
        </p:spPr>
        <p:txBody>
          <a:bodyPr wrap="none" lIns="38100" tIns="19050" rIns="38100" bIns="19050" anchor="ctr">
            <a:noAutofit/>
          </a:bodyPr>
          <a:lstStyle>
            <a:defPPr algn="ctr">
              <a:defRPr sz="900" b="0" lang="ko-KR">
                <a:solidFill>
                  <a:srgbClr val="000000"/>
                </a:solidFill>
                <a:latin typeface="Calibri"/>
                <a:ea typeface="Calibri"/>
                <a:cs typeface="Calibri"/>
              </a:defRPr>
            </a:defPPr>
          </a:lstStyle>
          <a:p>
            <a:pPr algn="ctr">
              <a:lnSpc>
                <a:spcPct val="100000"/>
              </a:lnSpc>
              <a:buNone/>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T1 / X1,X2 / Q1</a:t>
            </a:r>
            <a:endParaRPr lang="ko-KR">
              <a:latin typeface="Calibri"/>
              <a:ea typeface="Calibri"/>
              <a:cs typeface="Calibri"/>
            </a:endParaRPr>
          </a:p>
        </p:txBody>
      </p:sp>
      <p:sp>
        <p:nvSpPr>
          <p:cNvPr id="195" name="Bwo">
            <a:extLst>
              <a:ext uri="{FF2B5EF4-FFF2-40B4-BE49-F238E27FC236}">
                <ns2:creationId id="{BCC43BE6-9EED-43F2-B002-77EA15923C99}"/>
              </a:ext>
            </a:extLst>
          </p:cNvPr>
          <p:cNvSpPr>
            <a:spLocks noGrp="1"/>
          </p:cNvSpPr>
          <p:nvPr/>
        </p:nvSpPr>
        <p:spPr>
          <a:xfrm>
            <a:off x="16221075" y="6724650"/>
            <a:ext cx="1495425" cy="171450"/>
          </a:xfrm>
          <a:prstGeom prst="can">
            <a:avLst>
              <a:gd name="adj" fmla="val 9000"/>
            </a:avLst>
          </a:prstGeom>
          <a:solidFill>
            <a:srgbClr val="FFFFFF"/>
          </a:solidFill>
          <a:ln w="10478">
            <a:solidFill>
              <a:srgbClr val="000000"/>
            </a:solidFill>
            <a:prstDash val="solid"/>
          </a:ln>
        </p:spPr>
        <p:txBody>
          <a:bodyPr wrap="none" lIns="38100" tIns="19050" rIns="38100" bIns="19050" anchor="ctr">
            <a:noAutofit/>
          </a:bodyPr>
          <a:lstStyle>
            <a:defPPr algn="ctr">
              <a:defRPr sz="900" b="0" lang="ko-KR">
                <a:solidFill>
                  <a:srgbClr val="000000"/>
                </a:solidFill>
                <a:latin typeface="Calibri"/>
                <a:ea typeface="Calibri"/>
                <a:cs typeface="Calibri"/>
              </a:defRPr>
            </a:defPPr>
          </a:lstStyle>
          <a:p>
            <a:pPr algn="ctr">
              <a:lnSpc>
                <a:spcPct val="100000"/>
              </a:lnSpc>
              <a:buNone/>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K1 / gate / inbox</a:t>
            </a:r>
            <a:endParaRPr lang="ko-KR">
              <a:latin typeface="Calibri"/>
              <a:ea typeface="Calibri"/>
              <a:cs typeface="Calibri"/>
            </a:endParaRPr>
          </a:p>
        </p:txBody>
      </p:sp>
      <p:sp>
        <p:nvSpPr>
          <p:cNvPr id="196" name="Bs4-num">
            <a:extLst>
              <a:ext uri="{FF2B5EF4-FFF2-40B4-BE49-F238E27FC236}">
                <ns2:creationId id="{46446E24-7603-4379-821E-3284ADB9981A}"/>
              </a:ext>
            </a:extLst>
          </p:cNvPr>
          <p:cNvSpPr>
            <a:spLocks noGrp="1"/>
          </p:cNvSpPr>
          <p:nvPr/>
        </p:nvSpPr>
        <p:spPr>
          <a:xfrm>
            <a:off x="13192125" y="600075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4</a:t>
            </a:r>
            <a:endParaRPr lang="ko-KR">
              <a:latin typeface="Calibri"/>
              <a:ea typeface="Calibri"/>
              <a:cs typeface="Calibri"/>
            </a:endParaRPr>
          </a:p>
        </p:txBody>
      </p:sp>
      <p:sp>
        <p:nvSpPr>
          <p:cNvPr id="197" name="Bs4-label">
            <a:extLst>
              <a:ext uri="{FF2B5EF4-FFF2-40B4-BE49-F238E27FC236}">
                <ns2:creationId id="{0EBFCB31-E5F4-4192-A078-7D44F06F2C61}"/>
              </a:ext>
            </a:extLst>
          </p:cNvPr>
          <p:cNvSpPr>
            <a:spLocks noGrp="1"/>
          </p:cNvSpPr>
          <p:nvPr/>
        </p:nvSpPr>
        <p:spPr>
          <a:xfrm>
            <a:off x="13401675" y="5991225"/>
            <a:ext cx="428625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W1 접수 → D2 반영 / 로컬 확정</a:t>
            </a:r>
            <a:endParaRPr lang="ko-KR">
              <a:latin typeface="Calibri"/>
              <a:ea typeface="Calibri"/>
              <a:cs typeface="Calibri"/>
            </a:endParaRPr>
          </a:p>
        </p:txBody>
      </p:sp>
      <p:sp>
        <p:nvSpPr>
          <p:cNvPr id="198" name="Bs1-num">
            <a:extLst>
              <a:ext uri="{FF2B5EF4-FFF2-40B4-BE49-F238E27FC236}">
                <ns2:creationId id="{D0BDA86B-8493-47FA-9079-0A21E4DF8CEB}"/>
              </a:ext>
            </a:extLst>
          </p:cNvPr>
          <p:cNvSpPr>
            <a:spLocks noGrp="1"/>
          </p:cNvSpPr>
          <p:nvPr/>
        </p:nvSpPr>
        <p:spPr>
          <a:xfrm>
            <a:off x="12268200" y="340042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1</a:t>
            </a:r>
            <a:endParaRPr lang="ko-KR">
              <a:latin typeface="Calibri"/>
              <a:ea typeface="Calibri"/>
              <a:cs typeface="Calibri"/>
            </a:endParaRPr>
          </a:p>
        </p:txBody>
      </p:sp>
      <p:sp>
        <p:nvSpPr>
          <p:cNvPr id="199" name="Bs1-label">
            <a:extLst>
              <a:ext uri="{FF2B5EF4-FFF2-40B4-BE49-F238E27FC236}">
                <ns2:creationId id="{962F60CD-CDF3-46BA-AC50-8D83631F683F}"/>
              </a:ext>
            </a:extLst>
          </p:cNvPr>
          <p:cNvSpPr>
            <a:spLocks noGrp="1"/>
          </p:cNvSpPr>
          <p:nvPr/>
        </p:nvSpPr>
        <p:spPr>
          <a:xfrm>
            <a:off x="12477750" y="3390900"/>
            <a:ext cx="142875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입력 / hold</a:t>
            </a:r>
            <a:endParaRPr lang="ko-KR">
              <a:latin typeface="Calibri"/>
              <a:ea typeface="Calibri"/>
              <a:cs typeface="Calibri"/>
            </a:endParaRPr>
          </a:p>
        </p:txBody>
      </p:sp>
      <p:sp>
        <p:nvSpPr>
          <p:cNvPr id="200" name="Bs2-num">
            <a:extLst>
              <a:ext uri="{FF2B5EF4-FFF2-40B4-BE49-F238E27FC236}">
                <ns2:creationId id="{BAD8E765-BB3F-4FFA-83A2-E0794814A2BA}"/>
              </a:ext>
            </a:extLst>
          </p:cNvPr>
          <p:cNvSpPr>
            <a:spLocks noGrp="1"/>
          </p:cNvSpPr>
          <p:nvPr/>
        </p:nvSpPr>
        <p:spPr>
          <a:xfrm>
            <a:off x="9782175" y="490537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2</a:t>
            </a:r>
            <a:endParaRPr lang="ko-KR">
              <a:latin typeface="Calibri"/>
              <a:ea typeface="Calibri"/>
              <a:cs typeface="Calibri"/>
            </a:endParaRPr>
          </a:p>
        </p:txBody>
      </p:sp>
      <p:sp>
        <p:nvSpPr>
          <p:cNvPr id="201" name="Bs2-label">
            <a:extLst>
              <a:ext uri="{FF2B5EF4-FFF2-40B4-BE49-F238E27FC236}">
                <ns2:creationId id="{96636712-EA85-446A-AF19-FFFCFF13F445}"/>
              </a:ext>
            </a:extLst>
          </p:cNvPr>
          <p:cNvSpPr>
            <a:spLocks noGrp="1"/>
          </p:cNvSpPr>
          <p:nvPr/>
        </p:nvSpPr>
        <p:spPr>
          <a:xfrm>
            <a:off x="9991725" y="4895850"/>
            <a:ext cx="1762125"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의미 제안 / 채택</a:t>
            </a:r>
            <a:endParaRPr lang="ko-KR">
              <a:latin typeface="Calibri"/>
              <a:ea typeface="Calibri"/>
              <a:cs typeface="Calibri"/>
            </a:endParaRPr>
          </a:p>
        </p:txBody>
      </p:sp>
      <p:sp>
        <p:nvSpPr>
          <p:cNvPr id="202" name="Bs3-num">
            <a:extLst>
              <a:ext uri="{FF2B5EF4-FFF2-40B4-BE49-F238E27FC236}">
                <ns2:creationId id="{00862092-1ED3-4D4E-BEBB-C906EA7B4A53}"/>
              </a:ext>
            </a:extLst>
          </p:cNvPr>
          <p:cNvSpPr>
            <a:spLocks noGrp="1"/>
          </p:cNvSpPr>
          <p:nvPr/>
        </p:nvSpPr>
        <p:spPr>
          <a:xfrm>
            <a:off x="9886950" y="600075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3</a:t>
            </a:r>
            <a:endParaRPr lang="ko-KR">
              <a:latin typeface="Calibri"/>
              <a:ea typeface="Calibri"/>
              <a:cs typeface="Calibri"/>
            </a:endParaRPr>
          </a:p>
        </p:txBody>
      </p:sp>
      <p:sp>
        <p:nvSpPr>
          <p:cNvPr id="203" name="Bs3-label">
            <a:extLst>
              <a:ext uri="{FF2B5EF4-FFF2-40B4-BE49-F238E27FC236}">
                <ns2:creationId id="{0895372D-7EF9-4E74-9AE0-F6164DE842EF}"/>
              </a:ext>
            </a:extLst>
          </p:cNvPr>
          <p:cNvSpPr>
            <a:spLocks noGrp="1"/>
          </p:cNvSpPr>
          <p:nvPr/>
        </p:nvSpPr>
        <p:spPr>
          <a:xfrm>
            <a:off x="10096500" y="5991225"/>
            <a:ext cx="276225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D1 의도 기록 후 K1 전달</a:t>
            </a:r>
            <a:endParaRPr lang="ko-KR">
              <a:latin typeface="Calibri"/>
              <a:ea typeface="Calibri"/>
              <a:cs typeface="Calibri"/>
            </a:endParaRPr>
          </a:p>
        </p:txBody>
      </p:sp>
      <p:sp>
        <p:nvSpPr>
          <p:cNvPr id="204" name="Bs5-num">
            <a:extLst>
              <a:ext uri="{FF2B5EF4-FFF2-40B4-BE49-F238E27FC236}">
                <ns2:creationId id="{B68B9DAC-33C3-4D35-91D9-4FECE452FE53}"/>
              </a:ext>
            </a:extLst>
          </p:cNvPr>
          <p:cNvSpPr>
            <a:spLocks noGrp="1"/>
          </p:cNvSpPr>
          <p:nvPr/>
        </p:nvSpPr>
        <p:spPr>
          <a:xfrm>
            <a:off x="14630400" y="501015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5</a:t>
            </a:r>
            <a:endParaRPr lang="ko-KR">
              <a:latin typeface="Calibri"/>
              <a:ea typeface="Calibri"/>
              <a:cs typeface="Calibri"/>
            </a:endParaRPr>
          </a:p>
        </p:txBody>
      </p:sp>
      <p:sp>
        <p:nvSpPr>
          <p:cNvPr id="205" name="Bs5-label">
            <a:extLst>
              <a:ext uri="{FF2B5EF4-FFF2-40B4-BE49-F238E27FC236}">
                <ns2:creationId id="{BFFC06FF-7CBC-4DB9-A253-2D164DEBF8AF}"/>
              </a:ext>
            </a:extLst>
          </p:cNvPr>
          <p:cNvSpPr>
            <a:spLocks noGrp="1"/>
          </p:cNvSpPr>
          <p:nvPr/>
        </p:nvSpPr>
        <p:spPr>
          <a:xfrm>
            <a:off x="14839950" y="5000625"/>
            <a:ext cx="228600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gate / CAS 후 전송</a:t>
            </a:r>
            <a:endParaRPr lang="ko-KR">
              <a:latin typeface="Calibri"/>
              <a:ea typeface="Calibri"/>
              <a:cs typeface="Calibri"/>
            </a:endParaRPr>
          </a:p>
        </p:txBody>
      </p:sp>
      <p:sp>
        <p:nvSpPr>
          <p:cNvPr id="206" name="Bs6-num">
            <a:extLst>
              <a:ext uri="{FF2B5EF4-FFF2-40B4-BE49-F238E27FC236}">
                <ns2:creationId id="{2F47294B-6DE4-4C46-81AC-B50B2EB5D017}"/>
              </a:ext>
            </a:extLst>
          </p:cNvPr>
          <p:cNvSpPr>
            <a:spLocks noGrp="1"/>
          </p:cNvSpPr>
          <p:nvPr/>
        </p:nvSpPr>
        <p:spPr>
          <a:xfrm>
            <a:off x="16297275" y="501015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6</a:t>
            </a:r>
            <a:endParaRPr lang="ko-KR">
              <a:latin typeface="Calibri"/>
              <a:ea typeface="Calibri"/>
              <a:cs typeface="Calibri"/>
            </a:endParaRPr>
          </a:p>
        </p:txBody>
      </p:sp>
      <p:sp>
        <p:nvSpPr>
          <p:cNvPr id="207" name="Bs6-label">
            <a:extLst>
              <a:ext uri="{FF2B5EF4-FFF2-40B4-BE49-F238E27FC236}">
                <ns2:creationId id="{3D63CA79-3D42-4A72-9F87-DC1F26CEF3FF}"/>
              </a:ext>
            </a:extLst>
          </p:cNvPr>
          <p:cNvSpPr>
            <a:spLocks noGrp="1"/>
          </p:cNvSpPr>
          <p:nvPr/>
        </p:nvSpPr>
        <p:spPr>
          <a:xfrm>
            <a:off x="16506825" y="5000625"/>
            <a:ext cx="142875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외부 사실</a:t>
            </a:r>
            <a:endParaRPr lang="ko-KR">
              <a:latin typeface="Calibri"/>
              <a:ea typeface="Calibri"/>
              <a:cs typeface="Calibri"/>
            </a:endParaRPr>
          </a:p>
        </p:txBody>
      </p:sp>
      <p:sp>
        <p:nvSpPr>
          <p:cNvPr id="208" name="Bs7-num">
            <a:extLst>
              <a:ext uri="{FF2B5EF4-FFF2-40B4-BE49-F238E27FC236}">
                <ns2:creationId id="{44BC4D22-417F-4530-B7E1-DE706F740520}"/>
              </a:ext>
            </a:extLst>
          </p:cNvPr>
          <p:cNvSpPr>
            <a:spLocks noGrp="1"/>
          </p:cNvSpPr>
          <p:nvPr/>
        </p:nvSpPr>
        <p:spPr>
          <a:xfrm>
            <a:off x="11601450" y="5791200"/>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7</a:t>
            </a:r>
            <a:endParaRPr lang="ko-KR">
              <a:latin typeface="Calibri"/>
              <a:ea typeface="Calibri"/>
              <a:cs typeface="Calibri"/>
            </a:endParaRPr>
          </a:p>
        </p:txBody>
      </p:sp>
      <p:sp>
        <p:nvSpPr>
          <p:cNvPr id="209" name="Bs7-label">
            <a:extLst>
              <a:ext uri="{FF2B5EF4-FFF2-40B4-BE49-F238E27FC236}">
                <ns2:creationId id="{B4180E6C-58FE-4A7F-A179-2C0E242D2670}"/>
              </a:ext>
            </a:extLst>
          </p:cNvPr>
          <p:cNvSpPr>
            <a:spLocks noGrp="1"/>
          </p:cNvSpPr>
          <p:nvPr/>
        </p:nvSpPr>
        <p:spPr>
          <a:xfrm>
            <a:off x="11811000" y="5781675"/>
            <a:ext cx="1095375"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게시 허용</a:t>
            </a:r>
            <a:endParaRPr lang="ko-KR">
              <a:latin typeface="Calibri"/>
              <a:ea typeface="Calibri"/>
              <a:cs typeface="Calibri"/>
            </a:endParaRPr>
          </a:p>
        </p:txBody>
      </p:sp>
      <p:sp>
        <p:nvSpPr>
          <p:cNvPr id="210" name="Bs8-num">
            <a:extLst>
              <a:ext uri="{FF2B5EF4-FFF2-40B4-BE49-F238E27FC236}">
                <ns2:creationId id="{6D272034-46E5-4514-A48B-2A9ACA7B89C2}"/>
              </a:ext>
            </a:extLst>
          </p:cNvPr>
          <p:cNvSpPr>
            <a:spLocks noGrp="1"/>
          </p:cNvSpPr>
          <p:nvPr/>
        </p:nvSpPr>
        <p:spPr>
          <a:xfrm>
            <a:off x="16335375" y="5819775"/>
            <a:ext cx="180975" cy="190500"/>
          </a:xfrm>
          <a:prstGeom prst="roundRect">
            <a:avLst>
              <a:gd name="adj" fmla="val 42105"/>
            </a:avLst>
          </a:prstGeom>
          <a:solidFill>
            <a:srgbClr val="C6E0B4"/>
          </a:solidFill>
          <a:ln w="10478">
            <a:solidFill>
              <a:srgbClr val="72AD49"/>
            </a:solidFill>
            <a:prstDash val="solid"/>
          </a:ln>
        </p:spPr>
        <p:txBody>
          <a:bodyPr wrap="none" lIns="38100" tIns="19050" rIns="38100" bIns="19050" anchor="ctr">
            <a:noAutofit/>
          </a:bodyPr>
          <a:lstStyle>
            <a:defPPr algn="ctr">
              <a:defRPr sz="1100" b="1" lang="ko-KR">
                <a:solidFill>
                  <a:srgbClr val="000000"/>
                </a:solidFill>
                <a:latin typeface="Calibri"/>
                <a:ea typeface="Calibri"/>
                <a:cs typeface="Calibri"/>
              </a:defRPr>
            </a:defPPr>
          </a:lstStyle>
          <a:p>
            <a:pPr algn="ctr">
              <a:lnSpc>
                <a:spcPct val="100000"/>
              </a:lnSpc>
              <a:buNone/>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8</a:t>
            </a:r>
            <a:endParaRPr lang="ko-KR">
              <a:latin typeface="Calibri"/>
              <a:ea typeface="Calibri"/>
              <a:cs typeface="Calibri"/>
            </a:endParaRPr>
          </a:p>
        </p:txBody>
      </p:sp>
      <p:sp>
        <p:nvSpPr>
          <p:cNvPr id="211" name="Bs8-label">
            <a:extLst>
              <a:ext uri="{FF2B5EF4-FFF2-40B4-BE49-F238E27FC236}">
                <ns2:creationId id="{33DE82C8-C613-4B44-B7D1-39DC5969E721}"/>
              </a:ext>
            </a:extLst>
          </p:cNvPr>
          <p:cNvSpPr>
            <a:spLocks noGrp="1"/>
          </p:cNvSpPr>
          <p:nvPr/>
        </p:nvSpPr>
        <p:spPr>
          <a:xfrm>
            <a:off x="16544925" y="5810250"/>
            <a:ext cx="1619250" cy="219075"/>
          </a:xfrm>
          <a:prstGeom prst="rect">
            <a:avLst/>
          </a:prstGeom>
          <a:solidFill>
            <a:srgbClr val="FFFFFF"/>
          </a:solidFill>
          <a:ln w="0">
            <a:noFill/>
            <a:prstDash val="solid"/>
          </a:ln>
        </p:spPr>
        <p:txBody>
          <a:bodyPr wrap="none" lIns="38100" tIns="19050" rIns="38100" bIns="19050" anchor="ctr">
            <a:noAutofit/>
          </a:bodyPr>
          <a:lstStyle>
            <a:defPPr algn="l">
              <a:defRPr sz="1100" b="0" lang="ko-KR">
                <a:solidFill>
                  <a:srgbClr val="000000"/>
                </a:solidFill>
                <a:latin typeface="Calibri"/>
                <a:ea typeface="Calibri"/>
                <a:cs typeface="Calibri"/>
              </a:defRPr>
            </a:defPPr>
          </a:lstStyle>
          <a:p>
            <a:pPr algn="l">
              <a:lnSpc>
                <a:spcPct val="100000"/>
              </a:lnSpc>
              <a:buNone/>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실제 전달 기록</a:t>
            </a:r>
            <a:endParaRPr lang="ko-KR">
              <a:latin typeface="Calibri"/>
              <a:ea typeface="Calibri"/>
              <a:cs typeface="Calibri"/>
            </a:endParaRPr>
          </a:p>
        </p:txBody>
      </p:sp>
    </p:spTree>
    <p:extLst>
      <p:ext uri="{BB962C8B-B14F-4D97-AF65-F5344CB8AC3E}">
        <p14:creationId val="2948528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49</ns0:Slides>
  <ns0:Notes>49</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2026-10-11T13:29:11.1160000Z</ns2:created>
  <ns2:modified xsi:type="dcterms:W3CDTF">2026-10-11T13:29:11.1160000Z</ns2:modified>
  <dc:language>ko-KR</dc:language>
</ns0:coreProperties>
</file>