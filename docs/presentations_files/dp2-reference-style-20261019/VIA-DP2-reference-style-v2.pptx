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babe51d464462d" /><Relationship Type="http://schemas.openxmlformats.org/officeDocument/2006/relationships/extended-properties" Target="/docProps/app.xml" Id="Rd6ced20b17f74cf2" /><Relationship Type="http://schemas.openxmlformats.org/officeDocument/2006/relationships/officeDocument" Target="/ppt/presentation.xml" Id="R1228a91907264ba3" /></Relationships>
</file>

<file path=ppt/presentation.xml><?xml version="1.0" encoding="utf-8"?>
<p:presentation xmlns:p="http://schemas.openxmlformats.org/presentationml/2006/main">
  <p:sldMasterIdLst>
    <p:sldMasterId xmlns:r="http://schemas.openxmlformats.org/officeDocument/2006/relationships" id="2147483648" r:id="R7e74c61f795f4318"/>
  </p:sldMasterIdLst>
  <p:notesMasterIdLst>
    <p:notesMasterId xmlns:r="http://schemas.openxmlformats.org/officeDocument/2006/relationships" r:id="R291cd25dfa464082"/>
  </p:notesMasterIdLst>
  <p:sldIdLst>
    <p:sldId xmlns:r="http://schemas.openxmlformats.org/officeDocument/2006/relationships" id="256" r:id="R10705451b57648b7"/>
    <p:sldId xmlns:r="http://schemas.openxmlformats.org/officeDocument/2006/relationships" id="257" r:id="R1e2c9898795a48a1"/>
    <p:sldId xmlns:r="http://schemas.openxmlformats.org/officeDocument/2006/relationships" id="258" r:id="R64da387df22b4b21"/>
    <p:sldId xmlns:r="http://schemas.openxmlformats.org/officeDocument/2006/relationships" id="259" r:id="R4b34a011f2554b5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ae57cfe5174910" /><Relationship Type="http://schemas.openxmlformats.org/officeDocument/2006/relationships/slideMaster" Target="/ppt/slideMasters/slideMaster1.xml" Id="R7e74c61f795f4318" /><Relationship Type="http://schemas.openxmlformats.org/officeDocument/2006/relationships/notesMaster" Target="/ppt/notesMasters/notesMaster1.xml" Id="R291cd25dfa464082" /><Relationship Type="http://schemas.openxmlformats.org/officeDocument/2006/relationships/presProps" Target="/ppt/presProps.xml" Id="Rff8acfbc31ae49c1" /><Relationship Type="http://schemas.openxmlformats.org/officeDocument/2006/relationships/tableStyles" Target="/ppt/tableStyles.xml" Id="Radbc720372854799" /><Relationship Type="http://schemas.openxmlformats.org/officeDocument/2006/relationships/slide" Target="/ppt/slides/slide1.xml" Id="R10705451b57648b7" /><Relationship Type="http://schemas.openxmlformats.org/officeDocument/2006/relationships/slide" Target="/ppt/slides/slide2.xml" Id="R1e2c9898795a48a1" /><Relationship Type="http://schemas.openxmlformats.org/officeDocument/2006/relationships/slide" Target="/ppt/slides/slide3.xml" Id="R64da387df22b4b21" /><Relationship Type="http://schemas.openxmlformats.org/officeDocument/2006/relationships/slide" Target="/ppt/slides/slide4.xml" Id="R4b34a011f2554b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69bbf75c454b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93b680db4f470d" /><Relationship Type="http://schemas.openxmlformats.org/officeDocument/2006/relationships/notesMaster" Target="/ppt/notesMasters/notesMaster1.xml" Id="R47549d8ee6aa44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d0a08c7951430b" /><Relationship Type="http://schemas.openxmlformats.org/officeDocument/2006/relationships/notesMaster" Target="/ppt/notesMasters/notesMaster1.xml" Id="R89eb1ba2a8a24d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911c810db74b3d" /><Relationship Type="http://schemas.openxmlformats.org/officeDocument/2006/relationships/notesMaster" Target="/ppt/notesMasters/notesMaster1.xml" Id="R71f820ae9e4f4e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7fbba872674623" /><Relationship Type="http://schemas.openxmlformats.org/officeDocument/2006/relationships/notesMaster" Target="/ppt/notesMasters/notesMaster1.xml" Id="R87c1a255080c4b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p>
          <a:p xmlns:a="http://schemas.openxmlformats.org/drawingml/2006/main">
            <a: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p>
          <a:p xmlns:a="http://schemas.openxmlformats.org/drawingml/2006/main">
            <a: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p>
          <a:p xmlns:a="http://schemas.openxmlformats.org/drawingml/2006/main">
            <a:r>
              <a:t>내용 출처:</a:t>
            </a:r>
          </a:p>
          <a:p xmlns:a="http://schemas.openxmlformats.org/drawingml/2006/main">
            <a:r>
              <a:t>/Users/changbae/Workspace/via-sw-architecture/docs/architecture/12-decisions/decision-packages/seven-problem-review/02-interpretation-execution.md</a:t>
            </a:r>
          </a:p>
          <a:p xmlns:a="http://schemas.openxmlformats.org/drawingml/2006/main">
            <a:r>
              <a:t>/Users/changbae/Workspace/via-sw-architecture/docs/architecture/12-decisions/decision-packages/seven-problem-review/15-corrected-poc-results.md §DP02</a:t>
            </a:r>
          </a:p>
          <a:p xmlns:a="http://schemas.openxmlformats.org/drawingml/2006/main">
            <a:r>
              <a:t>/Users/changbae/Workspace/via-sw-architecture/docs/architecture/12-decisions/decision-packages/seven-problem-review/17-presentation-results.md §2~4</a:t>
            </a:r>
          </a:p>
          <a:p xmlns:a="http://schemas.openxmlformats.org/drawingml/2006/main">
            <a:r>
              <a:t>/Users/changbae/Workspace/via-sw-architecture/results/architecture-evaluation/current/four-dp-presentation-20261019/dp02/strict-control-v2/report.md</a:t>
            </a:r>
          </a:p>
          <a:p xmlns:a="http://schemas.openxmlformats.org/drawingml/2006/main">
            <a:r>
              <a:t>스타일 출처: DP1 v3 및 사용자 첨부 23-DP04방안, 24-DP04채택, 18-DP02채택.</a:t>
            </a:r>
          </a:p>
          <a:p xmlns:a="http://schemas.openxmlformats.org/drawingml/2006/main">
            <a:r>
              <a:t>배경은 정량 시간축이 아닌 사건 순서의 개념도다. 긴 막대는 VIA 모델/읽기 step이며 외부 Agent 업무 대기가 아니다. 새 독립 질문이 현재 step 중 도착하는 S2/E2 상황을 단순화했다. 입력이 도착한다고 즉시 의미 관계가 확정되는 것은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p>
          <a:p xmlns:a="http://schemas.openxmlformats.org/drawingml/2006/main">
            <a: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p>
          <a:p xmlns:a="http://schemas.openxmlformats.org/drawingml/2006/main">
            <a: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p>
          <a:p xmlns:a="http://schemas.openxmlformats.org/drawingml/2006/main">
            <a:r>
              <a:t>내용 출처:</a:t>
            </a:r>
          </a:p>
          <a:p xmlns:a="http://schemas.openxmlformats.org/drawingml/2006/main">
            <a:r>
              <a:t>/Users/changbae/Workspace/via-sw-architecture/docs/architecture/12-decisions/decision-packages/seven-problem-review/02-interpretation-execution.md</a:t>
            </a:r>
          </a:p>
          <a:p xmlns:a="http://schemas.openxmlformats.org/drawingml/2006/main">
            <a:r>
              <a:t>/Users/changbae/Workspace/via-sw-architecture/docs/architecture/12-decisions/decision-packages/seven-problem-review/15-corrected-poc-results.md §DP02</a:t>
            </a:r>
          </a:p>
          <a:p xmlns:a="http://schemas.openxmlformats.org/drawingml/2006/main">
            <a:r>
              <a:t>/Users/changbae/Workspace/via-sw-architecture/docs/architecture/12-decisions/decision-packages/seven-problem-review/17-presentation-results.md §2~4</a:t>
            </a:r>
          </a:p>
          <a:p xmlns:a="http://schemas.openxmlformats.org/drawingml/2006/main">
            <a:r>
              <a:t>/Users/changbae/Workspace/via-sw-architecture/results/architecture-evaluation/current/four-dp-presentation-20261019/dp02/strict-control-v2/report.md</a:t>
            </a:r>
          </a:p>
          <a:p xmlns:a="http://schemas.openxmlformats.org/drawingml/2006/main">
            <a:r>
              <a:t>스타일 출처: DP1 v3 및 사용자 첨부 23-DP04방안, 24-DP04채택, 18-DP02채택.</a:t>
            </a:r>
          </a:p>
          <a:p xmlns:a="http://schemas.openxmlformats.org/drawingml/2006/main">
            <a: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p>
          <a:p xmlns:a="http://schemas.openxmlformats.org/drawingml/2006/main">
            <a: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p>
          <a:p xmlns:a="http://schemas.openxmlformats.org/drawingml/2006/main">
            <a: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p>
          <a:p xmlns:a="http://schemas.openxmlformats.org/drawingml/2006/main">
            <a:r>
              <a:t>내용 출처:</a:t>
            </a:r>
          </a:p>
          <a:p xmlns:a="http://schemas.openxmlformats.org/drawingml/2006/main">
            <a:r>
              <a:t>/Users/changbae/Workspace/via-sw-architecture/docs/architecture/12-decisions/decision-packages/seven-problem-review/02-interpretation-execution.md</a:t>
            </a:r>
          </a:p>
          <a:p xmlns:a="http://schemas.openxmlformats.org/drawingml/2006/main">
            <a:r>
              <a:t>/Users/changbae/Workspace/via-sw-architecture/docs/architecture/12-decisions/decision-packages/seven-problem-review/15-corrected-poc-results.md §DP02</a:t>
            </a:r>
          </a:p>
          <a:p xmlns:a="http://schemas.openxmlformats.org/drawingml/2006/main">
            <a:r>
              <a:t>/Users/changbae/Workspace/via-sw-architecture/docs/architecture/12-decisions/decision-packages/seven-problem-review/17-presentation-results.md §2~4</a:t>
            </a:r>
          </a:p>
          <a:p xmlns:a="http://schemas.openxmlformats.org/drawingml/2006/main">
            <a:r>
              <a:t>/Users/changbae/Workspace/via-sw-architecture/results/architecture-evaluation/current/four-dp-presentation-20261019/dp02/strict-control-v2/report.md</a:t>
            </a:r>
          </a:p>
          <a:p xmlns:a="http://schemas.openxmlformats.org/drawingml/2006/main">
            <a:r>
              <a:t>스타일 출처: DP1 v3 및 사용자 첨부 23-DP04방안, 24-DP04채택, 18-DP02채택.</a:t>
            </a:r>
          </a:p>
          <a:p xmlns:a="http://schemas.openxmlformats.org/drawingml/2006/main">
            <a: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p>
          <a:p xmlns:a="http://schemas.openxmlformats.org/drawingml/2006/main">
            <a: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p>
          <a:p xmlns:a="http://schemas.openxmlformats.org/drawingml/2006/main">
            <a: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p>
          <a:p xmlns:a="http://schemas.openxmlformats.org/drawingml/2006/main">
            <a:r>
              <a:t>내용 출처:</a:t>
            </a:r>
          </a:p>
          <a:p xmlns:a="http://schemas.openxmlformats.org/drawingml/2006/main">
            <a:r>
              <a:t>/Users/changbae/Workspace/via-sw-architecture/docs/architecture/12-decisions/decision-packages/seven-problem-review/02-interpretation-execution.md</a:t>
            </a:r>
          </a:p>
          <a:p xmlns:a="http://schemas.openxmlformats.org/drawingml/2006/main">
            <a:r>
              <a:t>/Users/changbae/Workspace/via-sw-architecture/docs/architecture/12-decisions/decision-packages/seven-problem-review/15-corrected-poc-results.md §DP02</a:t>
            </a:r>
          </a:p>
          <a:p xmlns:a="http://schemas.openxmlformats.org/drawingml/2006/main">
            <a:r>
              <a:t>/Users/changbae/Workspace/via-sw-architecture/docs/architecture/12-decisions/decision-packages/seven-problem-review/17-presentation-results.md §2~4</a:t>
            </a:r>
          </a:p>
          <a:p xmlns:a="http://schemas.openxmlformats.org/drawingml/2006/main">
            <a:r>
              <a:t>/Users/changbae/Workspace/via-sw-architecture/results/architecture-evaluation/current/four-dp-presentation-20261019/dp02/strict-control-v2/report.md</a:t>
            </a:r>
          </a:p>
          <a:p xmlns:a="http://schemas.openxmlformats.org/drawingml/2006/main">
            <a:r>
              <a:t>스타일 출처: DP1 v3 및 사용자 첨부 23-DP04방안, 24-DP04채택, 18-DP02채택.</a:t>
            </a:r>
          </a:p>
          <a:p xmlns:a="http://schemas.openxmlformats.org/drawingml/2006/main">
            <a:r>
              <a:t>K=2/K=1 조건표는 각 같은 사례의 3회 평균이며 K=2는 첫 응답, K=1은 후속 목표 완료로 지표가 다르므로 행 간 직접 속도 비교를 하지 않는다. 각 N별 최고 RSS는 해당 안12회 중 최고 동시 Python+Rust 값이다. N=4 실제값32.325632→31.866880MB, N=1 30.097408→30.294016MB. 감소/증가는 반올림 전 값으로 계산해0.459/0.197MB로 표시한다. N=2 감소0.294912MB. 요청 할당 peak 평균은573372.3→365412.7byte이며 RSS와 같은 지표가 아니다. 전송 payload snapshot동등성을 확인했지만 새로운 모델 정확도나 원격 latency를 측정한 것은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c7d045dedb4f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767110c0ce44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e10c9cf856456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a5bbd5f836f47a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6e09d79c3f2430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247b9c8b6ab41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9970BE-2E2B-4F7B-A5CC-12E9852D818B}"/>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A0BD04A-640F-4870-9BE8-0C029AC5D8D3}"/>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F32370-41F7-4EDF-8F26-D9D06AA4C5C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CB1F07-FC0B-4446-80AF-5DF47A315FE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DE7F33-6176-4996-A64E-0F81D582434F}"/>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A32EB55-3560-41CF-A1C6-D0D11A974E5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6692A0-ED58-4E9B-928D-0ADE7F2A0DA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EAD4EAF-AD39-4A07-B0AA-A2995498D705}"/>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881458-2F37-4EFA-A66E-57E3A6EE2F4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F8C9A33-FEDA-4CA5-97DD-5A52F4B06933}"/>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c6b851fe9d4606" /><Relationship Type="http://schemas.openxmlformats.org/officeDocument/2006/relationships/slideLayout" Target="/ppt/slideLayouts/slideLayout1.xml" Id="R0fc3d0db60c14292" /><Relationship Type="http://schemas.openxmlformats.org/officeDocument/2006/relationships/slideLayout" Target="/ppt/slideLayouts/slideLayout2.xml" Id="Ref1f0f102f604295" /><Relationship Type="http://schemas.openxmlformats.org/officeDocument/2006/relationships/slideLayout" Target="/ppt/slideLayouts/slideLayout3.xml" Id="Rd4df778076ce4462" /><Relationship Type="http://schemas.openxmlformats.org/officeDocument/2006/relationships/slideLayout" Target="/ppt/slideLayouts/slideLayout4.xml" Id="Rbc61a503f3f94307" /><Relationship Type="http://schemas.openxmlformats.org/officeDocument/2006/relationships/slideLayout" Target="/ppt/slideLayouts/slideLayout5.xml" Id="R152e788e4fb049a7" /><Relationship Type="http://schemas.openxmlformats.org/officeDocument/2006/relationships/slideLayout" Target="/ppt/slideLayouts/slideLayout6.xml" Id="R8495fc8e5da343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c3d0db60c14292"/>
    <p:sldLayoutId xmlns:r="http://schemas.openxmlformats.org/officeDocument/2006/relationships" id="2147483650" r:id="Ref1f0f102f604295"/>
    <p:sldLayoutId xmlns:r="http://schemas.openxmlformats.org/officeDocument/2006/relationships" id="2147483651" r:id="Rd4df778076ce4462"/>
    <p:sldLayoutId xmlns:r="http://schemas.openxmlformats.org/officeDocument/2006/relationships" id="2147483652" r:id="Rbc61a503f3f94307"/>
    <p:sldLayoutId xmlns:r="http://schemas.openxmlformats.org/officeDocument/2006/relationships" id="2147483653" r:id="R152e788e4fb049a7"/>
    <p:sldLayoutId xmlns:r="http://schemas.openxmlformats.org/officeDocument/2006/relationships" id="2147483654" r:id="R8495fc8e5da343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9143d2dbbdb444b" /><Relationship Type="http://schemas.openxmlformats.org/officeDocument/2006/relationships/notesSlide" Target="/ppt/notesSlides/notesSlide1.xml" Id="R07e68dd35fd14e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581e2a237fd45c2" /><Relationship Type="http://schemas.openxmlformats.org/officeDocument/2006/relationships/notesSlide" Target="/ppt/notesSlides/notesSlide2.xml" Id="R026db6c9aa2a4b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7754ed10b034fa2" /><Relationship Type="http://schemas.openxmlformats.org/officeDocument/2006/relationships/notesSlide" Target="/ppt/notesSlides/notesSlide3.xml" Id="Rf87b6c31cba944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580d0a210ed4dde" /><Relationship Type="http://schemas.openxmlformats.org/officeDocument/2006/relationships/notesSlide" Target="/ppt/notesSlides/notesSlide4.xml" Id="Rcaed0edb64a94aa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DP2 object 1">
            <a:extLst xmlns:a="http://schemas.openxmlformats.org/drawingml/2006/main">
              <a:ext uri="{FF2B5EF4-FFF2-40B4-BE49-F238E27FC236}">
                <a16:creationId xmlns:a16="http://schemas.microsoft.com/office/drawing/2014/main" id="{555EB94E-A8A3-4A3E-903D-65AD2C93F82A}"/>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DP2. 후속 입력의 의미 판단 실행 방안 (배경)</a:t>
            </a:r>
          </a:p>
        </p:txBody>
      </p:sp>
      <p:sp>
        <p:nvSpPr>
          <p:cNvPr id="2" name="DP2 object 2">
            <a:extLst xmlns:a="http://schemas.openxmlformats.org/drawingml/2006/main">
              <a:ext uri="{FF2B5EF4-FFF2-40B4-BE49-F238E27FC236}">
                <a16:creationId xmlns:a16="http://schemas.microsoft.com/office/drawing/2014/main" id="{876FC64A-1778-4340-8F3E-2FCFA344AD9C}"/>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2 object 3">
            <a:extLst xmlns:a="http://schemas.openxmlformats.org/drawingml/2006/main">
              <a:ext uri="{FF2B5EF4-FFF2-40B4-BE49-F238E27FC236}">
                <a16:creationId xmlns:a16="http://schemas.microsoft.com/office/drawing/2014/main" id="{870E9B8D-8922-4448-825D-62A509449E81}"/>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2 object 4">
            <a:extLst xmlns:a="http://schemas.openxmlformats.org/drawingml/2006/main">
              <a:ext uri="{FF2B5EF4-FFF2-40B4-BE49-F238E27FC236}">
                <a16:creationId xmlns:a16="http://schemas.microsoft.com/office/drawing/2014/main" id="{C3BAD314-71FA-4AD5-AF81-00590CEF8463}"/>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2 object 5">
            <a:extLst xmlns:a="http://schemas.openxmlformats.org/drawingml/2006/main">
              <a:ext uri="{FF2B5EF4-FFF2-40B4-BE49-F238E27FC236}">
                <a16:creationId xmlns:a16="http://schemas.microsoft.com/office/drawing/2014/main" id="{FDC85C1B-AB44-4628-AC3E-D15985F9C1F5}"/>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2 object 6">
            <a:extLst xmlns:a="http://schemas.openxmlformats.org/drawingml/2006/main">
              <a:ext uri="{FF2B5EF4-FFF2-40B4-BE49-F238E27FC236}">
                <a16:creationId xmlns:a16="http://schemas.microsoft.com/office/drawing/2014/main" id="{62F99F9C-57DE-4FBB-8E37-089FB36F1607}"/>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2 object 7">
            <a:extLst xmlns:a="http://schemas.openxmlformats.org/drawingml/2006/main">
              <a:ext uri="{FF2B5EF4-FFF2-40B4-BE49-F238E27FC236}">
                <a16:creationId xmlns:a16="http://schemas.microsoft.com/office/drawing/2014/main" id="{31B1D328-7643-46B8-A0B8-993539D0E530}"/>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2 object 8">
            <a:extLst xmlns:a="http://schemas.openxmlformats.org/drawingml/2006/main">
              <a:ext uri="{FF2B5EF4-FFF2-40B4-BE49-F238E27FC236}">
                <a16:creationId xmlns:a16="http://schemas.microsoft.com/office/drawing/2014/main" id="{56A9C121-B7D7-4CE2-8935-F583D460AA10}"/>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2 object 9">
            <a:extLst xmlns:a="http://schemas.openxmlformats.org/drawingml/2006/main">
              <a:ext uri="{FF2B5EF4-FFF2-40B4-BE49-F238E27FC236}">
                <a16:creationId xmlns:a16="http://schemas.microsoft.com/office/drawing/2014/main" id="{0AF63B02-7A82-46DC-A4CD-81464F0395C3}"/>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2 object 10">
            <a:extLst xmlns:a="http://schemas.openxmlformats.org/drawingml/2006/main">
              <a:ext uri="{FF2B5EF4-FFF2-40B4-BE49-F238E27FC236}">
                <a16:creationId xmlns:a16="http://schemas.microsoft.com/office/drawing/2014/main" id="{04C4767C-164B-452D-ADBB-8613DD3E6D21}"/>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2 object 11">
            <a:extLst xmlns:a="http://schemas.openxmlformats.org/drawingml/2006/main">
              <a:ext uri="{FF2B5EF4-FFF2-40B4-BE49-F238E27FC236}">
                <a16:creationId xmlns:a16="http://schemas.microsoft.com/office/drawing/2014/main" id="{9D20C7CF-F895-4958-BA51-2DA4363B3928}"/>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12">
            <a:extLst xmlns:a="http://schemas.openxmlformats.org/drawingml/2006/main">
              <a:ext uri="{FF2B5EF4-FFF2-40B4-BE49-F238E27FC236}">
                <a16:creationId xmlns:a16="http://schemas.microsoft.com/office/drawing/2014/main" id="{E5C33418-A09F-4BDA-ADC1-B63259777766}"/>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2 object 13">
            <a:extLst xmlns:a="http://schemas.openxmlformats.org/drawingml/2006/main">
              <a:ext uri="{FF2B5EF4-FFF2-40B4-BE49-F238E27FC236}">
                <a16:creationId xmlns:a16="http://schemas.microsoft.com/office/drawing/2014/main" id="{64ACEAC4-3809-47DE-BEA2-73AAE0C1D9FE}"/>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1</a:t>
            </a:r>
          </a:p>
        </p:txBody>
      </p:sp>
      <p:sp>
        <p:nvSpPr>
          <p:cNvPr id="14" name="DP2 object 14">
            <a:extLst xmlns:a="http://schemas.openxmlformats.org/drawingml/2006/main">
              <a:ext uri="{FF2B5EF4-FFF2-40B4-BE49-F238E27FC236}">
                <a16:creationId xmlns:a16="http://schemas.microsoft.com/office/drawing/2014/main" id="{C7E6A1D1-9CA0-426D-91BE-96976C0FE5DB}"/>
              </a:ext>
            </a:extLst>
          </p:cNvPr>
          <p:cNvSpPr>
            <a:spLocks xmlns:a="http://schemas.openxmlformats.org/drawingml/2006/main" noGrp="1"/>
          </p:cNvSpPr>
          <p:nvPr/>
        </p:nvSpPr>
        <p:spPr>
          <a:xfrm xmlns:a="http://schemas.openxmlformats.org/drawingml/2006/main">
            <a:off x="628650" y="1381125"/>
            <a:ext cx="17002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225" b="1">
                <a:solidFill>
                  <a:srgbClr val="111111"/>
                </a:solidFill>
                <a:latin typeface="Apple SD Gothic Neo"/>
                <a:ea typeface="Apple SD Gothic Neo"/>
                <a:cs typeface="Apple SD Gothic Neo"/>
              </a:defRPr>
            </a:defPPr>
            <a:lvl1pPr algn="l">
              <a:defRPr sz="3225" b="1">
                <a:solidFill>
                  <a:srgbClr val="111111"/>
                </a:solidFill>
                <a:latin typeface="Apple SD Gothic Neo"/>
                <a:ea typeface="Apple SD Gothic Neo"/>
                <a:cs typeface="Apple SD Gothic Neo"/>
              </a:defRPr>
            </a:lvl1pPr>
            <a:lvl2pPr algn="l">
              <a:defRPr sz="3225" b="1">
                <a:solidFill>
                  <a:srgbClr val="111111"/>
                </a:solidFill>
                <a:latin typeface="Apple SD Gothic Neo"/>
                <a:ea typeface="Apple SD Gothic Neo"/>
                <a:cs typeface="Apple SD Gothic Neo"/>
              </a:defRPr>
            </a:lvl2pPr>
            <a:lvl3pPr algn="l">
              <a:defRPr sz="3225" b="1">
                <a:solidFill>
                  <a:srgbClr val="111111"/>
                </a:solidFill>
                <a:latin typeface="Apple SD Gothic Neo"/>
                <a:ea typeface="Apple SD Gothic Neo"/>
                <a:cs typeface="Apple SD Gothic Neo"/>
              </a:defRPr>
            </a:lvl3pPr>
            <a:lvl4pPr algn="l">
              <a:defRPr sz="3225" b="1">
                <a:solidFill>
                  <a:srgbClr val="111111"/>
                </a:solidFill>
                <a:latin typeface="Apple SD Gothic Neo"/>
                <a:ea typeface="Apple SD Gothic Neo"/>
                <a:cs typeface="Apple SD Gothic Neo"/>
              </a:defRPr>
            </a:lvl4pPr>
            <a:lvl5pPr algn="l">
              <a:defRPr sz="3225" b="1">
                <a:solidFill>
                  <a:srgbClr val="111111"/>
                </a:solidFill>
                <a:latin typeface="Apple SD Gothic Neo"/>
                <a:ea typeface="Apple SD Gothic Neo"/>
                <a:cs typeface="Apple SD Gothic Neo"/>
              </a:defRPr>
            </a:lvl5pPr>
            <a:lvl6pPr algn="l">
              <a:defRPr sz="3225" b="1">
                <a:solidFill>
                  <a:srgbClr val="111111"/>
                </a:solidFill>
                <a:latin typeface="Apple SD Gothic Neo"/>
                <a:ea typeface="Apple SD Gothic Neo"/>
                <a:cs typeface="Apple SD Gothic Neo"/>
              </a:defRPr>
            </a:lvl6pPr>
            <a:lvl7pPr algn="l">
              <a:defRPr sz="3225" b="1">
                <a:solidFill>
                  <a:srgbClr val="111111"/>
                </a:solidFill>
                <a:latin typeface="Apple SD Gothic Neo"/>
                <a:ea typeface="Apple SD Gothic Neo"/>
                <a:cs typeface="Apple SD Gothic Neo"/>
              </a:defRPr>
            </a:lvl7pPr>
            <a:lvl8pPr algn="l">
              <a:defRPr sz="3225" b="1">
                <a:solidFill>
                  <a:srgbClr val="111111"/>
                </a:solidFill>
                <a:latin typeface="Apple SD Gothic Neo"/>
                <a:ea typeface="Apple SD Gothic Neo"/>
                <a:cs typeface="Apple SD Gothic Neo"/>
              </a:defRPr>
            </a:lvl8pPr>
            <a:lvl9pPr algn="l">
              <a:defRPr sz="3225" b="1">
                <a:solidFill>
                  <a:srgbClr val="111111"/>
                </a:solidFill>
                <a:latin typeface="Apple SD Gothic Neo"/>
                <a:ea typeface="Apple SD Gothic Neo"/>
                <a:cs typeface="Apple SD Gothic Neo"/>
              </a:defRPr>
            </a:lvl9pPr>
          </a:lstStyle>
          <a:p xmlns:a="http://schemas.openxmlformats.org/drawingml/2006/main">
            <a:pPr algn="l">
              <a:defRPr sz="3225" b="1">
                <a:solidFill>
                  <a:srgbClr val="111111"/>
                </a:solidFill>
                <a:latin typeface="Apple SD Gothic Neo"/>
                <a:ea typeface="Apple SD Gothic Neo"/>
                <a:cs typeface="Apple SD Gothic Neo"/>
              </a:defRPr>
            </a:pPr>
            <a:r>
              <a:rPr sz="3225" b="1">
                <a:solidFill>
                  <a:srgbClr val="111111"/>
                </a:solidFill>
                <a:latin typeface="Apple SD Gothic Neo"/>
                <a:ea typeface="Apple SD Gothic Neo"/>
                <a:cs typeface="Apple SD Gothic Neo"/>
              </a:rPr>
              <a:t>앞선 판단이 끝나기 전에 새 질문이 들어온다</a:t>
            </a:r>
          </a:p>
        </p:txBody>
      </p:sp>
      <p:sp>
        <p:nvSpPr>
          <p:cNvPr id="15" name="DP2 object 15">
            <a:extLst xmlns:a="http://schemas.openxmlformats.org/drawingml/2006/main">
              <a:ext uri="{FF2B5EF4-FFF2-40B4-BE49-F238E27FC236}">
                <a16:creationId xmlns:a16="http://schemas.microsoft.com/office/drawing/2014/main" id="{2A944569-F12B-49C8-A8CE-7BB9D716A621}"/>
              </a:ext>
            </a:extLst>
          </p:cNvPr>
          <p:cNvSpPr>
            <a:spLocks xmlns:a="http://schemas.openxmlformats.org/drawingml/2006/main" noGrp="1"/>
          </p:cNvSpPr>
          <p:nvPr/>
        </p:nvSpPr>
        <p:spPr>
          <a:xfrm xmlns:a="http://schemas.openxmlformats.org/drawingml/2006/main">
            <a:off x="647700" y="2009775"/>
            <a:ext cx="1676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0">
                <a:solidFill>
                  <a:srgbClr val="111111"/>
                </a:solidFill>
                <a:latin typeface="Apple SD Gothic Neo"/>
                <a:ea typeface="Apple SD Gothic Neo"/>
                <a:cs typeface="Apple SD Gothic Neo"/>
              </a:defRPr>
            </a:defPPr>
            <a:lvl1pPr algn="l">
              <a:defRPr sz="2025" b="0">
                <a:solidFill>
                  <a:srgbClr val="111111"/>
                </a:solidFill>
                <a:latin typeface="Apple SD Gothic Neo"/>
                <a:ea typeface="Apple SD Gothic Neo"/>
                <a:cs typeface="Apple SD Gothic Neo"/>
              </a:defRPr>
            </a:lvl1pPr>
            <a:lvl2pPr algn="l">
              <a:defRPr sz="2025" b="0">
                <a:solidFill>
                  <a:srgbClr val="111111"/>
                </a:solidFill>
                <a:latin typeface="Apple SD Gothic Neo"/>
                <a:ea typeface="Apple SD Gothic Neo"/>
                <a:cs typeface="Apple SD Gothic Neo"/>
              </a:defRPr>
            </a:lvl2pPr>
            <a:lvl3pPr algn="l">
              <a:defRPr sz="2025" b="0">
                <a:solidFill>
                  <a:srgbClr val="111111"/>
                </a:solidFill>
                <a:latin typeface="Apple SD Gothic Neo"/>
                <a:ea typeface="Apple SD Gothic Neo"/>
                <a:cs typeface="Apple SD Gothic Neo"/>
              </a:defRPr>
            </a:lvl3pPr>
            <a:lvl4pPr algn="l">
              <a:defRPr sz="2025" b="0">
                <a:solidFill>
                  <a:srgbClr val="111111"/>
                </a:solidFill>
                <a:latin typeface="Apple SD Gothic Neo"/>
                <a:ea typeface="Apple SD Gothic Neo"/>
                <a:cs typeface="Apple SD Gothic Neo"/>
              </a:defRPr>
            </a:lvl4pPr>
            <a:lvl5pPr algn="l">
              <a:defRPr sz="2025" b="0">
                <a:solidFill>
                  <a:srgbClr val="111111"/>
                </a:solidFill>
                <a:latin typeface="Apple SD Gothic Neo"/>
                <a:ea typeface="Apple SD Gothic Neo"/>
                <a:cs typeface="Apple SD Gothic Neo"/>
              </a:defRPr>
            </a:lvl5pPr>
            <a:lvl6pPr algn="l">
              <a:defRPr sz="2025" b="0">
                <a:solidFill>
                  <a:srgbClr val="111111"/>
                </a:solidFill>
                <a:latin typeface="Apple SD Gothic Neo"/>
                <a:ea typeface="Apple SD Gothic Neo"/>
                <a:cs typeface="Apple SD Gothic Neo"/>
              </a:defRPr>
            </a:lvl6pPr>
            <a:lvl7pPr algn="l">
              <a:defRPr sz="2025" b="0">
                <a:solidFill>
                  <a:srgbClr val="111111"/>
                </a:solidFill>
                <a:latin typeface="Apple SD Gothic Neo"/>
                <a:ea typeface="Apple SD Gothic Neo"/>
                <a:cs typeface="Apple SD Gothic Neo"/>
              </a:defRPr>
            </a:lvl7pPr>
            <a:lvl8pPr algn="l">
              <a:defRPr sz="2025" b="0">
                <a:solidFill>
                  <a:srgbClr val="111111"/>
                </a:solidFill>
                <a:latin typeface="Apple SD Gothic Neo"/>
                <a:ea typeface="Apple SD Gothic Neo"/>
                <a:cs typeface="Apple SD Gothic Neo"/>
              </a:defRPr>
            </a:lvl8pPr>
            <a:lvl9pPr algn="l">
              <a:defRPr sz="2025" b="0">
                <a:solidFill>
                  <a:srgbClr val="111111"/>
                </a:solidFill>
                <a:latin typeface="Apple SD Gothic Neo"/>
                <a:ea typeface="Apple SD Gothic Neo"/>
                <a:cs typeface="Apple SD Gothic Neo"/>
              </a:defRPr>
            </a:lvl9pPr>
          </a:lstStyle>
          <a:p xmlns:a="http://schemas.openxmlformats.org/drawingml/2006/main">
            <a:pPr algn="l">
              <a:defRPr sz="2025" b="0">
                <a:solidFill>
                  <a:srgbClr val="111111"/>
                </a:solidFill>
                <a:latin typeface="Apple SD Gothic Neo"/>
                <a:ea typeface="Apple SD Gothic Neo"/>
                <a:cs typeface="Apple SD Gothic Neo"/>
              </a:defRPr>
            </a:pPr>
            <a:r>
              <a:rPr sz="2025" b="0">
                <a:solidFill>
                  <a:srgbClr val="111111"/>
                </a:solidFill>
                <a:latin typeface="Apple SD Gothic Neo"/>
                <a:ea typeface="Apple SD Gothic Neo"/>
                <a:cs typeface="Apple SD Gothic Neo"/>
              </a:rPr>
              <a:t>VIA는 입력을 계속 받으면서 원래 목표와 새 요청을 함께 이어가야 한다.</a:t>
            </a:r>
          </a:p>
        </p:txBody>
      </p:sp>
      <p:sp>
        <p:nvSpPr>
          <p:cNvPr id="16" name="Editable path 16">
            <a:extLst xmlns:a="http://schemas.openxmlformats.org/drawingml/2006/main">
              <a:ext uri="{FF2B5EF4-FFF2-40B4-BE49-F238E27FC236}">
                <a16:creationId xmlns:a16="http://schemas.microsoft.com/office/drawing/2014/main" id="{5998D98E-EA8E-4A3D-B0DB-B563D0894F75}"/>
              </a:ext>
            </a:extLst>
          </p:cNvPr>
          <p:cNvSpPr>
            <a:spLocks xmlns:a="http://schemas.openxmlformats.org/drawingml/2006/main" noGrp="1"/>
          </p:cNvSpPr>
          <p:nvPr/>
        </p:nvSpPr>
        <p:spPr>
          <a:xfrm xmlns:a="http://schemas.openxmlformats.org/drawingml/2006/main">
            <a:off x="12858750" y="2781300"/>
            <a:ext cx="953" cy="5314950"/>
          </a:xfrm>
          <a:custGeom xmlns:a="http://schemas.openxmlformats.org/drawingml/2006/main">
            <a:pathLst>
              <a:path w="953" h="5314950">
                <a:moveTo>
                  <a:pt x="0" y="0"/>
                </a:moveTo>
                <a:lnTo>
                  <a:pt x="0" y="5314950"/>
                </a:lnTo>
              </a:path>
            </a:pathLst>
          </a:custGeom>
          <a:noFill xmlns:a="http://schemas.openxmlformats.org/drawingml/2006/main"/>
          <a:ln xmlns:a="http://schemas.openxmlformats.org/drawingml/2006/main" w="12383">
            <a:solidFill>
              <a:srgbClr val="4676CB"/>
            </a:solidFill>
            <a:prstDash val="solid"/>
          </a:ln>
        </p:spPr>
      </p:sp>
      <p:sp>
        <p:nvSpPr>
          <p:cNvPr id="17" name="“문서 D1과 D2를 비교해줘.”">
            <a:extLst xmlns:a="http://schemas.openxmlformats.org/drawingml/2006/main">
              <a:ext uri="{FF2B5EF4-FFF2-40B4-BE49-F238E27FC236}">
                <a16:creationId xmlns:a16="http://schemas.microsoft.com/office/drawing/2014/main" id="{7C8F01CC-0704-4102-917E-45DF3A837347}"/>
              </a:ext>
            </a:extLst>
          </p:cNvPr>
          <p:cNvSpPr>
            <a:spLocks xmlns:a="http://schemas.openxmlformats.org/drawingml/2006/main" noGrp="1"/>
          </p:cNvSpPr>
          <p:nvPr/>
        </p:nvSpPr>
        <p:spPr>
          <a:xfrm xmlns:a="http://schemas.openxmlformats.org/drawingml/2006/main">
            <a:off x="876300" y="2895600"/>
            <a:ext cx="4667250" cy="8667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8" name="DP2 object 17">
            <a:extLst xmlns:a="http://schemas.openxmlformats.org/drawingml/2006/main">
              <a:ext uri="{FF2B5EF4-FFF2-40B4-BE49-F238E27FC236}">
                <a16:creationId xmlns:a16="http://schemas.microsoft.com/office/drawing/2014/main" id="{C6917718-26F1-453B-BB52-BF8953176AAE}"/>
              </a:ext>
            </a:extLst>
          </p:cNvPr>
          <p:cNvSpPr>
            <a:spLocks xmlns:a="http://schemas.openxmlformats.org/drawingml/2006/main" noGrp="1"/>
          </p:cNvSpPr>
          <p:nvPr/>
        </p:nvSpPr>
        <p:spPr>
          <a:xfrm xmlns:a="http://schemas.openxmlformats.org/drawingml/2006/main">
            <a:off x="942975" y="2933700"/>
            <a:ext cx="45339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325" b="1">
                <a:solidFill>
                  <a:srgbClr val="111111"/>
                </a:solidFill>
                <a:latin typeface="Apple SD Gothic Neo"/>
                <a:ea typeface="Apple SD Gothic Neo"/>
                <a:cs typeface="Apple SD Gothic Neo"/>
              </a:defRPr>
            </a:defPPr>
            <a:lvl1pPr algn="ctr">
              <a:defRPr sz="2325" b="1">
                <a:solidFill>
                  <a:srgbClr val="111111"/>
                </a:solidFill>
                <a:latin typeface="Apple SD Gothic Neo"/>
                <a:ea typeface="Apple SD Gothic Neo"/>
                <a:cs typeface="Apple SD Gothic Neo"/>
              </a:defRPr>
            </a:lvl1pPr>
            <a:lvl2pPr algn="ctr">
              <a:defRPr sz="2325" b="1">
                <a:solidFill>
                  <a:srgbClr val="111111"/>
                </a:solidFill>
                <a:latin typeface="Apple SD Gothic Neo"/>
                <a:ea typeface="Apple SD Gothic Neo"/>
                <a:cs typeface="Apple SD Gothic Neo"/>
              </a:defRPr>
            </a:lvl2pPr>
            <a:lvl3pPr algn="ctr">
              <a:defRPr sz="2325" b="1">
                <a:solidFill>
                  <a:srgbClr val="111111"/>
                </a:solidFill>
                <a:latin typeface="Apple SD Gothic Neo"/>
                <a:ea typeface="Apple SD Gothic Neo"/>
                <a:cs typeface="Apple SD Gothic Neo"/>
              </a:defRPr>
            </a:lvl3pPr>
            <a:lvl4pPr algn="ctr">
              <a:defRPr sz="2325" b="1">
                <a:solidFill>
                  <a:srgbClr val="111111"/>
                </a:solidFill>
                <a:latin typeface="Apple SD Gothic Neo"/>
                <a:ea typeface="Apple SD Gothic Neo"/>
                <a:cs typeface="Apple SD Gothic Neo"/>
              </a:defRPr>
            </a:lvl4pPr>
            <a:lvl5pPr algn="ctr">
              <a:defRPr sz="2325" b="1">
                <a:solidFill>
                  <a:srgbClr val="111111"/>
                </a:solidFill>
                <a:latin typeface="Apple SD Gothic Neo"/>
                <a:ea typeface="Apple SD Gothic Neo"/>
                <a:cs typeface="Apple SD Gothic Neo"/>
              </a:defRPr>
            </a:lvl5pPr>
            <a:lvl6pPr algn="ctr">
              <a:defRPr sz="2325" b="1">
                <a:solidFill>
                  <a:srgbClr val="111111"/>
                </a:solidFill>
                <a:latin typeface="Apple SD Gothic Neo"/>
                <a:ea typeface="Apple SD Gothic Neo"/>
                <a:cs typeface="Apple SD Gothic Neo"/>
              </a:defRPr>
            </a:lvl6pPr>
            <a:lvl7pPr algn="ctr">
              <a:defRPr sz="2325" b="1">
                <a:solidFill>
                  <a:srgbClr val="111111"/>
                </a:solidFill>
                <a:latin typeface="Apple SD Gothic Neo"/>
                <a:ea typeface="Apple SD Gothic Neo"/>
                <a:cs typeface="Apple SD Gothic Neo"/>
              </a:defRPr>
            </a:lvl7pPr>
            <a:lvl8pPr algn="ctr">
              <a:defRPr sz="2325" b="1">
                <a:solidFill>
                  <a:srgbClr val="111111"/>
                </a:solidFill>
                <a:latin typeface="Apple SD Gothic Neo"/>
                <a:ea typeface="Apple SD Gothic Neo"/>
                <a:cs typeface="Apple SD Gothic Neo"/>
              </a:defRPr>
            </a:lvl8pPr>
            <a:lvl9pPr algn="ctr">
              <a:defRPr sz="2325" b="1">
                <a:solidFill>
                  <a:srgbClr val="111111"/>
                </a:solidFill>
                <a:latin typeface="Apple SD Gothic Neo"/>
                <a:ea typeface="Apple SD Gothic Neo"/>
                <a:cs typeface="Apple SD Gothic Neo"/>
              </a:defRPr>
            </a:lvl9pPr>
          </a:lstStyle>
          <a:p xmlns:a="http://schemas.openxmlformats.org/drawingml/2006/main">
            <a:pPr algn="ctr">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“문서 D1과 D2를 비교해줘.”</a:t>
            </a:r>
          </a:p>
        </p:txBody>
      </p:sp>
      <p:sp>
        <p:nvSpPr>
          <p:cNvPr id="19" name="DP2 object 18">
            <a:extLst xmlns:a="http://schemas.openxmlformats.org/drawingml/2006/main">
              <a:ext uri="{FF2B5EF4-FFF2-40B4-BE49-F238E27FC236}">
                <a16:creationId xmlns:a16="http://schemas.microsoft.com/office/drawing/2014/main" id="{59382E4F-99F6-44C6-B3AE-642D721BAC16}"/>
              </a:ext>
            </a:extLst>
          </p:cNvPr>
          <p:cNvSpPr>
            <a:spLocks xmlns:a="http://schemas.openxmlformats.org/drawingml/2006/main" noGrp="1"/>
          </p:cNvSpPr>
          <p:nvPr/>
        </p:nvSpPr>
        <p:spPr>
          <a:xfrm xmlns:a="http://schemas.openxmlformats.org/drawingml/2006/main">
            <a:off x="6324600" y="2886075"/>
            <a:ext cx="5867400" cy="1209675"/>
          </a:xfrm>
          <a:prstGeom xmlns:a="http://schemas.openxmlformats.org/drawingml/2006/main" prst="roundRect">
            <a:avLst>
              <a:gd name="adj" fmla="val 6299"/>
            </a:avLst>
          </a:prstGeom>
          <a:solidFill xmlns:a="http://schemas.openxmlformats.org/drawingml/2006/main">
            <a:srgbClr val="F1F6FC"/>
          </a:solidFill>
          <a:ln xmlns:a="http://schemas.openxmlformats.org/drawingml/2006/main" w="21908">
            <a:solidFill>
              <a:srgbClr val="4676CB"/>
            </a:solidFill>
            <a:prstDash val="solid"/>
          </a:ln>
        </p:spPr>
      </p:sp>
      <p:sp>
        <p:nvSpPr>
          <p:cNvPr id="20" name="DP2 object 19">
            <a:extLst xmlns:a="http://schemas.openxmlformats.org/drawingml/2006/main">
              <a:ext uri="{FF2B5EF4-FFF2-40B4-BE49-F238E27FC236}">
                <a16:creationId xmlns:a16="http://schemas.microsoft.com/office/drawing/2014/main" id="{8B506A40-5EAD-4B3F-91CA-9D4B8C75D22B}"/>
              </a:ext>
            </a:extLst>
          </p:cNvPr>
          <p:cNvSpPr>
            <a:spLocks xmlns:a="http://schemas.openxmlformats.org/drawingml/2006/main" noGrp="1"/>
          </p:cNvSpPr>
          <p:nvPr/>
        </p:nvSpPr>
        <p:spPr>
          <a:xfrm xmlns:a="http://schemas.openxmlformats.org/drawingml/2006/main">
            <a:off x="6543675" y="3000375"/>
            <a:ext cx="531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1">
                <a:solidFill>
                  <a:srgbClr val="4676CB"/>
                </a:solidFill>
                <a:latin typeface="Apple SD Gothic Neo"/>
                <a:ea typeface="Apple SD Gothic Neo"/>
                <a:cs typeface="Apple SD Gothic Neo"/>
              </a:defRPr>
            </a:defPPr>
            <a:lvl1pPr algn="l">
              <a:defRPr sz="1725" b="1">
                <a:solidFill>
                  <a:srgbClr val="4676CB"/>
                </a:solidFill>
                <a:latin typeface="Apple SD Gothic Neo"/>
                <a:ea typeface="Apple SD Gothic Neo"/>
                <a:cs typeface="Apple SD Gothic Neo"/>
              </a:defRPr>
            </a:lvl1pPr>
            <a:lvl2pPr algn="l">
              <a:defRPr sz="1725" b="1">
                <a:solidFill>
                  <a:srgbClr val="4676CB"/>
                </a:solidFill>
                <a:latin typeface="Apple SD Gothic Neo"/>
                <a:ea typeface="Apple SD Gothic Neo"/>
                <a:cs typeface="Apple SD Gothic Neo"/>
              </a:defRPr>
            </a:lvl2pPr>
            <a:lvl3pPr algn="l">
              <a:defRPr sz="1725" b="1">
                <a:solidFill>
                  <a:srgbClr val="4676CB"/>
                </a:solidFill>
                <a:latin typeface="Apple SD Gothic Neo"/>
                <a:ea typeface="Apple SD Gothic Neo"/>
                <a:cs typeface="Apple SD Gothic Neo"/>
              </a:defRPr>
            </a:lvl3pPr>
            <a:lvl4pPr algn="l">
              <a:defRPr sz="1725" b="1">
                <a:solidFill>
                  <a:srgbClr val="4676CB"/>
                </a:solidFill>
                <a:latin typeface="Apple SD Gothic Neo"/>
                <a:ea typeface="Apple SD Gothic Neo"/>
                <a:cs typeface="Apple SD Gothic Neo"/>
              </a:defRPr>
            </a:lvl4pPr>
            <a:lvl5pPr algn="l">
              <a:defRPr sz="1725" b="1">
                <a:solidFill>
                  <a:srgbClr val="4676CB"/>
                </a:solidFill>
                <a:latin typeface="Apple SD Gothic Neo"/>
                <a:ea typeface="Apple SD Gothic Neo"/>
                <a:cs typeface="Apple SD Gothic Neo"/>
              </a:defRPr>
            </a:lvl5pPr>
            <a:lvl6pPr algn="l">
              <a:defRPr sz="1725" b="1">
                <a:solidFill>
                  <a:srgbClr val="4676CB"/>
                </a:solidFill>
                <a:latin typeface="Apple SD Gothic Neo"/>
                <a:ea typeface="Apple SD Gothic Neo"/>
                <a:cs typeface="Apple SD Gothic Neo"/>
              </a:defRPr>
            </a:lvl6pPr>
            <a:lvl7pPr algn="l">
              <a:defRPr sz="1725" b="1">
                <a:solidFill>
                  <a:srgbClr val="4676CB"/>
                </a:solidFill>
                <a:latin typeface="Apple SD Gothic Neo"/>
                <a:ea typeface="Apple SD Gothic Neo"/>
                <a:cs typeface="Apple SD Gothic Neo"/>
              </a:defRPr>
            </a:lvl7pPr>
            <a:lvl8pPr algn="l">
              <a:defRPr sz="1725" b="1">
                <a:solidFill>
                  <a:srgbClr val="4676CB"/>
                </a:solidFill>
                <a:latin typeface="Apple SD Gothic Neo"/>
                <a:ea typeface="Apple SD Gothic Neo"/>
                <a:cs typeface="Apple SD Gothic Neo"/>
              </a:defRPr>
            </a:lvl8pPr>
            <a:lvl9pPr algn="l">
              <a:defRPr sz="1725" b="1">
                <a:solidFill>
                  <a:srgbClr val="4676CB"/>
                </a:solidFill>
                <a:latin typeface="Apple SD Gothic Neo"/>
                <a:ea typeface="Apple SD Gothic Neo"/>
                <a:cs typeface="Apple SD Gothic Neo"/>
              </a:defRPr>
            </a:lvl9pPr>
          </a:lstStyle>
          <a:p xmlns:a="http://schemas.openxmlformats.org/drawingml/2006/main">
            <a:pPr algn="l">
              <a:defRPr sz="1725" b="1">
                <a:solidFill>
                  <a:srgbClr val="4676CB"/>
                </a:solidFill>
                <a:latin typeface="Apple SD Gothic Neo"/>
                <a:ea typeface="Apple SD Gothic Neo"/>
                <a:cs typeface="Apple SD Gothic Neo"/>
              </a:defRPr>
            </a:pPr>
            <a:r>
              <a:rPr sz="1725" b="1">
                <a:solidFill>
                  <a:srgbClr val="4676CB"/>
                </a:solidFill>
                <a:latin typeface="Apple SD Gothic Neo"/>
                <a:ea typeface="Apple SD Gothic Neo"/>
                <a:cs typeface="Apple SD Gothic Neo"/>
              </a:rPr>
              <a:t>새 독립 질문</a:t>
            </a:r>
          </a:p>
        </p:txBody>
      </p:sp>
      <p:sp>
        <p:nvSpPr>
          <p:cNvPr id="21" name="DP2 object 20">
            <a:extLst xmlns:a="http://schemas.openxmlformats.org/drawingml/2006/main">
              <a:ext uri="{FF2B5EF4-FFF2-40B4-BE49-F238E27FC236}">
                <a16:creationId xmlns:a16="http://schemas.microsoft.com/office/drawing/2014/main" id="{2A94B171-E0BA-4B0F-A401-93917A998F8E}"/>
              </a:ext>
            </a:extLst>
          </p:cNvPr>
          <p:cNvSpPr>
            <a:spLocks xmlns:a="http://schemas.openxmlformats.org/drawingml/2006/main" noGrp="1"/>
          </p:cNvSpPr>
          <p:nvPr/>
        </p:nvSpPr>
        <p:spPr>
          <a:xfrm xmlns:a="http://schemas.openxmlformats.org/drawingml/2006/main">
            <a:off x="6543675" y="3333750"/>
            <a:ext cx="53149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250" b="1">
                <a:solidFill>
                  <a:srgbClr val="111111"/>
                </a:solidFill>
                <a:latin typeface="Apple SD Gothic Neo"/>
                <a:ea typeface="Apple SD Gothic Neo"/>
                <a:cs typeface="Apple SD Gothic Neo"/>
              </a:defRPr>
            </a:defPPr>
            <a:lvl1pPr algn="ctr">
              <a:defRPr sz="2250" b="1">
                <a:solidFill>
                  <a:srgbClr val="111111"/>
                </a:solidFill>
                <a:latin typeface="Apple SD Gothic Neo"/>
                <a:ea typeface="Apple SD Gothic Neo"/>
                <a:cs typeface="Apple SD Gothic Neo"/>
              </a:defRPr>
            </a:lvl1pPr>
            <a:lvl2pPr algn="ctr">
              <a:defRPr sz="2250" b="1">
                <a:solidFill>
                  <a:srgbClr val="111111"/>
                </a:solidFill>
                <a:latin typeface="Apple SD Gothic Neo"/>
                <a:ea typeface="Apple SD Gothic Neo"/>
                <a:cs typeface="Apple SD Gothic Neo"/>
              </a:defRPr>
            </a:lvl2pPr>
            <a:lvl3pPr algn="ctr">
              <a:defRPr sz="2250" b="1">
                <a:solidFill>
                  <a:srgbClr val="111111"/>
                </a:solidFill>
                <a:latin typeface="Apple SD Gothic Neo"/>
                <a:ea typeface="Apple SD Gothic Neo"/>
                <a:cs typeface="Apple SD Gothic Neo"/>
              </a:defRPr>
            </a:lvl3pPr>
            <a:lvl4pPr algn="ctr">
              <a:defRPr sz="2250" b="1">
                <a:solidFill>
                  <a:srgbClr val="111111"/>
                </a:solidFill>
                <a:latin typeface="Apple SD Gothic Neo"/>
                <a:ea typeface="Apple SD Gothic Neo"/>
                <a:cs typeface="Apple SD Gothic Neo"/>
              </a:defRPr>
            </a:lvl4pPr>
            <a:lvl5pPr algn="ctr">
              <a:defRPr sz="2250" b="1">
                <a:solidFill>
                  <a:srgbClr val="111111"/>
                </a:solidFill>
                <a:latin typeface="Apple SD Gothic Neo"/>
                <a:ea typeface="Apple SD Gothic Neo"/>
                <a:cs typeface="Apple SD Gothic Neo"/>
              </a:defRPr>
            </a:lvl5pPr>
            <a:lvl6pPr algn="ctr">
              <a:defRPr sz="2250" b="1">
                <a:solidFill>
                  <a:srgbClr val="111111"/>
                </a:solidFill>
                <a:latin typeface="Apple SD Gothic Neo"/>
                <a:ea typeface="Apple SD Gothic Neo"/>
                <a:cs typeface="Apple SD Gothic Neo"/>
              </a:defRPr>
            </a:lvl6pPr>
            <a:lvl7pPr algn="ctr">
              <a:defRPr sz="2250" b="1">
                <a:solidFill>
                  <a:srgbClr val="111111"/>
                </a:solidFill>
                <a:latin typeface="Apple SD Gothic Neo"/>
                <a:ea typeface="Apple SD Gothic Neo"/>
                <a:cs typeface="Apple SD Gothic Neo"/>
              </a:defRPr>
            </a:lvl7pPr>
            <a:lvl8pPr algn="ctr">
              <a:defRPr sz="2250" b="1">
                <a:solidFill>
                  <a:srgbClr val="111111"/>
                </a:solidFill>
                <a:latin typeface="Apple SD Gothic Neo"/>
                <a:ea typeface="Apple SD Gothic Neo"/>
                <a:cs typeface="Apple SD Gothic Neo"/>
              </a:defRPr>
            </a:lvl8pPr>
            <a:lvl9pPr algn="ctr">
              <a:defRPr sz="2250" b="1">
                <a:solidFill>
                  <a:srgbClr val="111111"/>
                </a:solidFill>
                <a:latin typeface="Apple SD Gothic Neo"/>
                <a:ea typeface="Apple SD Gothic Neo"/>
                <a:cs typeface="Apple SD Gothic Neo"/>
              </a:defRPr>
            </a:lvl9pPr>
          </a:lstStyle>
          <a:p xmlns:a="http://schemas.openxmlformats.org/drawingml/2006/main">
            <a:pPr algn="ctr">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“그건 계속하고,</a:t>
            </a:r>
          </a:p>
          <a:p xmlns:a="http://schemas.openxmlformats.org/drawingml/2006/main">
            <a:pPr algn="ctr">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TCP와 UDP 차이도 알려줘.”</a:t>
            </a:r>
          </a:p>
        </p:txBody>
      </p:sp>
      <p:sp>
        <p:nvSpPr>
          <p:cNvPr id="22" name="Editable path 21">
            <a:extLst xmlns:a="http://schemas.openxmlformats.org/drawingml/2006/main">
              <a:ext uri="{FF2B5EF4-FFF2-40B4-BE49-F238E27FC236}">
                <a16:creationId xmlns:a16="http://schemas.microsoft.com/office/drawing/2014/main" id="{92E0AD61-144A-4DD8-813F-65F601B411F7}"/>
              </a:ext>
            </a:extLst>
          </p:cNvPr>
          <p:cNvSpPr>
            <a:spLocks xmlns:a="http://schemas.openxmlformats.org/drawingml/2006/main" noGrp="1"/>
          </p:cNvSpPr>
          <p:nvPr/>
        </p:nvSpPr>
        <p:spPr>
          <a:xfrm xmlns:a="http://schemas.openxmlformats.org/drawingml/2006/main">
            <a:off x="3200400" y="3762375"/>
            <a:ext cx="953" cy="904875"/>
          </a:xfrm>
          <a:custGeom xmlns:a="http://schemas.openxmlformats.org/drawingml/2006/main">
            <a:pathLst>
              <a:path w="953" h="904875">
                <a:moveTo>
                  <a:pt x="0" y="0"/>
                </a:moveTo>
                <a:lnTo>
                  <a:pt x="0" y="904875"/>
                </a:lnTo>
              </a:path>
            </a:pathLst>
          </a:custGeom>
          <a:noFill xmlns:a="http://schemas.openxmlformats.org/drawingml/2006/main"/>
          <a:ln xmlns:a="http://schemas.openxmlformats.org/drawingml/2006/main" w="20955">
            <a:solidFill>
              <a:srgbClr val="111111"/>
            </a:solidFill>
            <a:prstDash val="solid"/>
          </a:ln>
        </p:spPr>
      </p:sp>
      <p:sp>
        <p:nvSpPr>
          <p:cNvPr id="23" name="Editable arrowhead 22">
            <a:extLst xmlns:a="http://schemas.openxmlformats.org/drawingml/2006/main">
              <a:ext uri="{FF2B5EF4-FFF2-40B4-BE49-F238E27FC236}">
                <a16:creationId xmlns:a16="http://schemas.microsoft.com/office/drawing/2014/main" id="{00AFFDAC-8B70-4ADC-B239-3241E7461943}"/>
              </a:ext>
            </a:extLst>
          </p:cNvPr>
          <p:cNvSpPr>
            <a:spLocks xmlns:a="http://schemas.openxmlformats.org/drawingml/2006/main" noGrp="1"/>
          </p:cNvSpPr>
          <p:nvPr/>
        </p:nvSpPr>
        <p:spPr>
          <a:xfrm xmlns:a="http://schemas.openxmlformats.org/drawingml/2006/main">
            <a:off x="3152775" y="45720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24" name="Editable path 23">
            <a:extLst xmlns:a="http://schemas.openxmlformats.org/drawingml/2006/main">
              <a:ext uri="{FF2B5EF4-FFF2-40B4-BE49-F238E27FC236}">
                <a16:creationId xmlns:a16="http://schemas.microsoft.com/office/drawing/2014/main" id="{236F250D-43E5-4264-A9F2-654019BD6AD5}"/>
              </a:ext>
            </a:extLst>
          </p:cNvPr>
          <p:cNvSpPr>
            <a:spLocks xmlns:a="http://schemas.openxmlformats.org/drawingml/2006/main" noGrp="1"/>
          </p:cNvSpPr>
          <p:nvPr/>
        </p:nvSpPr>
        <p:spPr>
          <a:xfrm xmlns:a="http://schemas.openxmlformats.org/drawingml/2006/main">
            <a:off x="7334250" y="4095750"/>
            <a:ext cx="953" cy="2390775"/>
          </a:xfrm>
          <a:custGeom xmlns:a="http://schemas.openxmlformats.org/drawingml/2006/main">
            <a:pathLst>
              <a:path w="953" h="2390775">
                <a:moveTo>
                  <a:pt x="0" y="0"/>
                </a:moveTo>
                <a:lnTo>
                  <a:pt x="0" y="2390775"/>
                </a:lnTo>
              </a:path>
            </a:pathLst>
          </a:custGeom>
          <a:noFill xmlns:a="http://schemas.openxmlformats.org/drawingml/2006/main"/>
          <a:ln xmlns:a="http://schemas.openxmlformats.org/drawingml/2006/main" w="20003">
            <a:solidFill>
              <a:srgbClr val="4676CB"/>
            </a:solidFill>
            <a:prstDash val="dash"/>
          </a:ln>
        </p:spPr>
      </p:sp>
      <p:sp>
        <p:nvSpPr>
          <p:cNvPr id="25" name="Editable arrowhead 24">
            <a:extLst xmlns:a="http://schemas.openxmlformats.org/drawingml/2006/main">
              <a:ext uri="{FF2B5EF4-FFF2-40B4-BE49-F238E27FC236}">
                <a16:creationId xmlns:a16="http://schemas.microsoft.com/office/drawing/2014/main" id="{BBE44381-1364-4EF6-8E74-B88572C4EDCE}"/>
              </a:ext>
            </a:extLst>
          </p:cNvPr>
          <p:cNvSpPr>
            <a:spLocks xmlns:a="http://schemas.openxmlformats.org/drawingml/2006/main" noGrp="1"/>
          </p:cNvSpPr>
          <p:nvPr/>
        </p:nvSpPr>
        <p:spPr>
          <a:xfrm xmlns:a="http://schemas.openxmlformats.org/drawingml/2006/main">
            <a:off x="7286625" y="63912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26" name="DP2 object 25">
            <a:extLst xmlns:a="http://schemas.openxmlformats.org/drawingml/2006/main">
              <a:ext uri="{FF2B5EF4-FFF2-40B4-BE49-F238E27FC236}">
                <a16:creationId xmlns:a16="http://schemas.microsoft.com/office/drawing/2014/main" id="{CE9578FD-4E51-43C4-9D61-FAF06734B8C4}"/>
              </a:ext>
            </a:extLst>
          </p:cNvPr>
          <p:cNvSpPr>
            <a:spLocks xmlns:a="http://schemas.openxmlformats.org/drawingml/2006/main" noGrp="1"/>
          </p:cNvSpPr>
          <p:nvPr/>
        </p:nvSpPr>
        <p:spPr>
          <a:xfrm xmlns:a="http://schemas.openxmlformats.org/drawingml/2006/main">
            <a:off x="857250" y="4276725"/>
            <a:ext cx="2333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1">
                <a:solidFill>
                  <a:srgbClr val="111111"/>
                </a:solidFill>
                <a:latin typeface="Apple SD Gothic Neo"/>
                <a:ea typeface="Apple SD Gothic Neo"/>
                <a:cs typeface="Apple SD Gothic Neo"/>
              </a:defRPr>
            </a:defPPr>
            <a:lvl1pPr algn="l">
              <a:defRPr sz="1875" b="1">
                <a:solidFill>
                  <a:srgbClr val="111111"/>
                </a:solidFill>
                <a:latin typeface="Apple SD Gothic Neo"/>
                <a:ea typeface="Apple SD Gothic Neo"/>
                <a:cs typeface="Apple SD Gothic Neo"/>
              </a:defRPr>
            </a:lvl1pPr>
            <a:lvl2pPr algn="l">
              <a:defRPr sz="1875" b="1">
                <a:solidFill>
                  <a:srgbClr val="111111"/>
                </a:solidFill>
                <a:latin typeface="Apple SD Gothic Neo"/>
                <a:ea typeface="Apple SD Gothic Neo"/>
                <a:cs typeface="Apple SD Gothic Neo"/>
              </a:defRPr>
            </a:lvl2pPr>
            <a:lvl3pPr algn="l">
              <a:defRPr sz="1875" b="1">
                <a:solidFill>
                  <a:srgbClr val="111111"/>
                </a:solidFill>
                <a:latin typeface="Apple SD Gothic Neo"/>
                <a:ea typeface="Apple SD Gothic Neo"/>
                <a:cs typeface="Apple SD Gothic Neo"/>
              </a:defRPr>
            </a:lvl3pPr>
            <a:lvl4pPr algn="l">
              <a:defRPr sz="1875" b="1">
                <a:solidFill>
                  <a:srgbClr val="111111"/>
                </a:solidFill>
                <a:latin typeface="Apple SD Gothic Neo"/>
                <a:ea typeface="Apple SD Gothic Neo"/>
                <a:cs typeface="Apple SD Gothic Neo"/>
              </a:defRPr>
            </a:lvl4pPr>
            <a:lvl5pPr algn="l">
              <a:defRPr sz="1875" b="1">
                <a:solidFill>
                  <a:srgbClr val="111111"/>
                </a:solidFill>
                <a:latin typeface="Apple SD Gothic Neo"/>
                <a:ea typeface="Apple SD Gothic Neo"/>
                <a:cs typeface="Apple SD Gothic Neo"/>
              </a:defRPr>
            </a:lvl5pPr>
            <a:lvl6pPr algn="l">
              <a:defRPr sz="1875" b="1">
                <a:solidFill>
                  <a:srgbClr val="111111"/>
                </a:solidFill>
                <a:latin typeface="Apple SD Gothic Neo"/>
                <a:ea typeface="Apple SD Gothic Neo"/>
                <a:cs typeface="Apple SD Gothic Neo"/>
              </a:defRPr>
            </a:lvl6pPr>
            <a:lvl7pPr algn="l">
              <a:defRPr sz="1875" b="1">
                <a:solidFill>
                  <a:srgbClr val="111111"/>
                </a:solidFill>
                <a:latin typeface="Apple SD Gothic Neo"/>
                <a:ea typeface="Apple SD Gothic Neo"/>
                <a:cs typeface="Apple SD Gothic Neo"/>
              </a:defRPr>
            </a:lvl7pPr>
            <a:lvl8pPr algn="l">
              <a:defRPr sz="1875" b="1">
                <a:solidFill>
                  <a:srgbClr val="111111"/>
                </a:solidFill>
                <a:latin typeface="Apple SD Gothic Neo"/>
                <a:ea typeface="Apple SD Gothic Neo"/>
                <a:cs typeface="Apple SD Gothic Neo"/>
              </a:defRPr>
            </a:lvl8pPr>
            <a:lvl9pPr algn="l">
              <a:defRPr sz="1875" b="1">
                <a:solidFill>
                  <a:srgbClr val="111111"/>
                </a:solidFill>
                <a:latin typeface="Apple SD Gothic Neo"/>
                <a:ea typeface="Apple SD Gothic Neo"/>
                <a:cs typeface="Apple SD Gothic Neo"/>
              </a:defRPr>
            </a:lvl9pPr>
          </a:lstStyle>
          <a:p xmlns:a="http://schemas.openxmlformats.org/drawingml/2006/main">
            <a:pPr algn="l">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VIA의 처리</a:t>
            </a:r>
          </a:p>
        </p:txBody>
      </p:sp>
      <p:sp>
        <p:nvSpPr>
          <p:cNvPr id="27" name="DP2 object 26">
            <a:extLst xmlns:a="http://schemas.openxmlformats.org/drawingml/2006/main">
              <a:ext uri="{FF2B5EF4-FFF2-40B4-BE49-F238E27FC236}">
                <a16:creationId xmlns:a16="http://schemas.microsoft.com/office/drawing/2014/main" id="{7472723F-C0FB-4FB0-9B30-AF376859C415}"/>
              </a:ext>
            </a:extLst>
          </p:cNvPr>
          <p:cNvSpPr>
            <a:spLocks xmlns:a="http://schemas.openxmlformats.org/drawingml/2006/main" noGrp="1"/>
          </p:cNvSpPr>
          <p:nvPr/>
        </p:nvSpPr>
        <p:spPr>
          <a:xfrm xmlns:a="http://schemas.openxmlformats.org/drawingml/2006/main">
            <a:off x="2019300" y="4667250"/>
            <a:ext cx="10191750" cy="914400"/>
          </a:xfrm>
          <a:prstGeom xmlns:a="http://schemas.openxmlformats.org/drawingml/2006/main" prst="rect">
            <a:avLst/>
          </a:prstGeom>
          <a:solidFill xmlns:a="http://schemas.openxmlformats.org/drawingml/2006/main">
            <a:srgbClr val="FFF6DD"/>
          </a:solidFill>
          <a:ln xmlns:a="http://schemas.openxmlformats.org/drawingml/2006/main" w="19050">
            <a:solidFill>
              <a:srgbClr val="111111"/>
            </a:solidFill>
            <a:prstDash val="solid"/>
          </a:ln>
        </p:spPr>
      </p:sp>
      <p:sp>
        <p:nvSpPr>
          <p:cNvPr id="28" name="DP2 object 27">
            <a:extLst xmlns:a="http://schemas.openxmlformats.org/drawingml/2006/main">
              <a:ext uri="{FF2B5EF4-FFF2-40B4-BE49-F238E27FC236}">
                <a16:creationId xmlns:a16="http://schemas.microsoft.com/office/drawing/2014/main" id="{CCEEE8E9-C30D-42E0-BF9A-C7439617B87A}"/>
              </a:ext>
            </a:extLst>
          </p:cNvPr>
          <p:cNvSpPr>
            <a:spLocks xmlns:a="http://schemas.openxmlformats.org/drawingml/2006/main" noGrp="1"/>
          </p:cNvSpPr>
          <p:nvPr/>
        </p:nvSpPr>
        <p:spPr>
          <a:xfrm xmlns:a="http://schemas.openxmlformats.org/drawingml/2006/main">
            <a:off x="2238375" y="4829175"/>
            <a:ext cx="976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325" b="1">
                <a:solidFill>
                  <a:srgbClr val="111111"/>
                </a:solidFill>
                <a:latin typeface="Apple SD Gothic Neo"/>
                <a:ea typeface="Apple SD Gothic Neo"/>
                <a:cs typeface="Apple SD Gothic Neo"/>
              </a:defRPr>
            </a:defPPr>
            <a:lvl1pPr algn="ctr">
              <a:defRPr sz="2325" b="1">
                <a:solidFill>
                  <a:srgbClr val="111111"/>
                </a:solidFill>
                <a:latin typeface="Apple SD Gothic Neo"/>
                <a:ea typeface="Apple SD Gothic Neo"/>
                <a:cs typeface="Apple SD Gothic Neo"/>
              </a:defRPr>
            </a:lvl1pPr>
            <a:lvl2pPr algn="ctr">
              <a:defRPr sz="2325" b="1">
                <a:solidFill>
                  <a:srgbClr val="111111"/>
                </a:solidFill>
                <a:latin typeface="Apple SD Gothic Neo"/>
                <a:ea typeface="Apple SD Gothic Neo"/>
                <a:cs typeface="Apple SD Gothic Neo"/>
              </a:defRPr>
            </a:lvl2pPr>
            <a:lvl3pPr algn="ctr">
              <a:defRPr sz="2325" b="1">
                <a:solidFill>
                  <a:srgbClr val="111111"/>
                </a:solidFill>
                <a:latin typeface="Apple SD Gothic Neo"/>
                <a:ea typeface="Apple SD Gothic Neo"/>
                <a:cs typeface="Apple SD Gothic Neo"/>
              </a:defRPr>
            </a:lvl3pPr>
            <a:lvl4pPr algn="ctr">
              <a:defRPr sz="2325" b="1">
                <a:solidFill>
                  <a:srgbClr val="111111"/>
                </a:solidFill>
                <a:latin typeface="Apple SD Gothic Neo"/>
                <a:ea typeface="Apple SD Gothic Neo"/>
                <a:cs typeface="Apple SD Gothic Neo"/>
              </a:defRPr>
            </a:lvl4pPr>
            <a:lvl5pPr algn="ctr">
              <a:defRPr sz="2325" b="1">
                <a:solidFill>
                  <a:srgbClr val="111111"/>
                </a:solidFill>
                <a:latin typeface="Apple SD Gothic Neo"/>
                <a:ea typeface="Apple SD Gothic Neo"/>
                <a:cs typeface="Apple SD Gothic Neo"/>
              </a:defRPr>
            </a:lvl5pPr>
            <a:lvl6pPr algn="ctr">
              <a:defRPr sz="2325" b="1">
                <a:solidFill>
                  <a:srgbClr val="111111"/>
                </a:solidFill>
                <a:latin typeface="Apple SD Gothic Neo"/>
                <a:ea typeface="Apple SD Gothic Neo"/>
                <a:cs typeface="Apple SD Gothic Neo"/>
              </a:defRPr>
            </a:lvl6pPr>
            <a:lvl7pPr algn="ctr">
              <a:defRPr sz="2325" b="1">
                <a:solidFill>
                  <a:srgbClr val="111111"/>
                </a:solidFill>
                <a:latin typeface="Apple SD Gothic Neo"/>
                <a:ea typeface="Apple SD Gothic Neo"/>
                <a:cs typeface="Apple SD Gothic Neo"/>
              </a:defRPr>
            </a:lvl7pPr>
            <a:lvl8pPr algn="ctr">
              <a:defRPr sz="2325" b="1">
                <a:solidFill>
                  <a:srgbClr val="111111"/>
                </a:solidFill>
                <a:latin typeface="Apple SD Gothic Neo"/>
                <a:ea typeface="Apple SD Gothic Neo"/>
                <a:cs typeface="Apple SD Gothic Neo"/>
              </a:defRPr>
            </a:lvl8pPr>
            <a:lvl9pPr algn="ctr">
              <a:defRPr sz="2325" b="1">
                <a:solidFill>
                  <a:srgbClr val="111111"/>
                </a:solidFill>
                <a:latin typeface="Apple SD Gothic Neo"/>
                <a:ea typeface="Apple SD Gothic Neo"/>
                <a:cs typeface="Apple SD Gothic Neo"/>
              </a:defRPr>
            </a:lvl9pPr>
          </a:lstStyle>
          <a:p xmlns:a="http://schemas.openxmlformats.org/drawingml/2006/main">
            <a:pPr algn="ctr">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문서 읽기와 진행 중 의미 판단</a:t>
            </a:r>
          </a:p>
        </p:txBody>
      </p:sp>
      <p:sp>
        <p:nvSpPr>
          <p:cNvPr id="29" name="DP2 object 28">
            <a:extLst xmlns:a="http://schemas.openxmlformats.org/drawingml/2006/main">
              <a:ext uri="{FF2B5EF4-FFF2-40B4-BE49-F238E27FC236}">
                <a16:creationId xmlns:a16="http://schemas.microsoft.com/office/drawing/2014/main" id="{4E87DA22-8F0B-47AE-9D11-EC41D3061522}"/>
              </a:ext>
            </a:extLst>
          </p:cNvPr>
          <p:cNvSpPr>
            <a:spLocks xmlns:a="http://schemas.openxmlformats.org/drawingml/2006/main" noGrp="1"/>
          </p:cNvSpPr>
          <p:nvPr/>
        </p:nvSpPr>
        <p:spPr>
          <a:xfrm xmlns:a="http://schemas.openxmlformats.org/drawingml/2006/main">
            <a:off x="2238375" y="5229225"/>
            <a:ext cx="9763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50555B"/>
                </a:solidFill>
                <a:latin typeface="Apple SD Gothic Neo"/>
                <a:ea typeface="Apple SD Gothic Neo"/>
                <a:cs typeface="Apple SD Gothic Neo"/>
              </a:defRPr>
            </a:defPPr>
            <a:lvl1pPr algn="ctr">
              <a:defRPr sz="1650" b="0">
                <a:solidFill>
                  <a:srgbClr val="50555B"/>
                </a:solidFill>
                <a:latin typeface="Apple SD Gothic Neo"/>
                <a:ea typeface="Apple SD Gothic Neo"/>
                <a:cs typeface="Apple SD Gothic Neo"/>
              </a:defRPr>
            </a:lvl1pPr>
            <a:lvl2pPr algn="ctr">
              <a:defRPr sz="1650" b="0">
                <a:solidFill>
                  <a:srgbClr val="50555B"/>
                </a:solidFill>
                <a:latin typeface="Apple SD Gothic Neo"/>
                <a:ea typeface="Apple SD Gothic Neo"/>
                <a:cs typeface="Apple SD Gothic Neo"/>
              </a:defRPr>
            </a:lvl2pPr>
            <a:lvl3pPr algn="ctr">
              <a:defRPr sz="1650" b="0">
                <a:solidFill>
                  <a:srgbClr val="50555B"/>
                </a:solidFill>
                <a:latin typeface="Apple SD Gothic Neo"/>
                <a:ea typeface="Apple SD Gothic Neo"/>
                <a:cs typeface="Apple SD Gothic Neo"/>
              </a:defRPr>
            </a:lvl3pPr>
            <a:lvl4pPr algn="ctr">
              <a:defRPr sz="1650" b="0">
                <a:solidFill>
                  <a:srgbClr val="50555B"/>
                </a:solidFill>
                <a:latin typeface="Apple SD Gothic Neo"/>
                <a:ea typeface="Apple SD Gothic Neo"/>
                <a:cs typeface="Apple SD Gothic Neo"/>
              </a:defRPr>
            </a:lvl4pPr>
            <a:lvl5pPr algn="ctr">
              <a:defRPr sz="1650" b="0">
                <a:solidFill>
                  <a:srgbClr val="50555B"/>
                </a:solidFill>
                <a:latin typeface="Apple SD Gothic Neo"/>
                <a:ea typeface="Apple SD Gothic Neo"/>
                <a:cs typeface="Apple SD Gothic Neo"/>
              </a:defRPr>
            </a:lvl5pPr>
            <a:lvl6pPr algn="ctr">
              <a:defRPr sz="1650" b="0">
                <a:solidFill>
                  <a:srgbClr val="50555B"/>
                </a:solidFill>
                <a:latin typeface="Apple SD Gothic Neo"/>
                <a:ea typeface="Apple SD Gothic Neo"/>
                <a:cs typeface="Apple SD Gothic Neo"/>
              </a:defRPr>
            </a:lvl6pPr>
            <a:lvl7pPr algn="ctr">
              <a:defRPr sz="1650" b="0">
                <a:solidFill>
                  <a:srgbClr val="50555B"/>
                </a:solidFill>
                <a:latin typeface="Apple SD Gothic Neo"/>
                <a:ea typeface="Apple SD Gothic Neo"/>
                <a:cs typeface="Apple SD Gothic Neo"/>
              </a:defRPr>
            </a:lvl7pPr>
            <a:lvl8pPr algn="ctr">
              <a:defRPr sz="1650" b="0">
                <a:solidFill>
                  <a:srgbClr val="50555B"/>
                </a:solidFill>
                <a:latin typeface="Apple SD Gothic Neo"/>
                <a:ea typeface="Apple SD Gothic Neo"/>
                <a:cs typeface="Apple SD Gothic Neo"/>
              </a:defRPr>
            </a:lvl8pPr>
            <a:lvl9pPr algn="ctr">
              <a:defRPr sz="1650" b="0">
                <a:solidFill>
                  <a:srgbClr val="50555B"/>
                </a:solidFill>
                <a:latin typeface="Apple SD Gothic Neo"/>
                <a:ea typeface="Apple SD Gothic Neo"/>
                <a:cs typeface="Apple SD Gothic Neo"/>
              </a:defRPr>
            </a:lvl9pPr>
          </a:lstStyle>
          <a:p xmlns:a="http://schemas.openxmlformats.org/drawingml/2006/main">
            <a:pPr algn="ctr">
              <a:defRPr sz="1650" b="0">
                <a:solidFill>
                  <a:srgbClr val="50555B"/>
                </a:solidFill>
                <a:latin typeface="Apple SD Gothic Neo"/>
                <a:ea typeface="Apple SD Gothic Neo"/>
                <a:cs typeface="Apple SD Gothic Neo"/>
              </a:defRPr>
            </a:pPr>
            <a:r>
              <a:rPr sz="1650" b="0">
                <a:solidFill>
                  <a:srgbClr val="50555B"/>
                </a:solidFill>
                <a:latin typeface="Apple SD Gothic Neo"/>
                <a:ea typeface="Apple SD Gothic Neo"/>
                <a:cs typeface="Apple SD Gothic Neo"/>
              </a:rPr>
              <a:t>현재 모델 / 읽기 step</a:t>
            </a:r>
          </a:p>
        </p:txBody>
      </p:sp>
      <p:sp>
        <p:nvSpPr>
          <p:cNvPr id="30" name="Editable path 29">
            <a:extLst xmlns:a="http://schemas.openxmlformats.org/drawingml/2006/main">
              <a:ext uri="{FF2B5EF4-FFF2-40B4-BE49-F238E27FC236}">
                <a16:creationId xmlns:a16="http://schemas.microsoft.com/office/drawing/2014/main" id="{0F4B5735-5720-4871-A413-B4894E6F45FA}"/>
              </a:ext>
            </a:extLst>
          </p:cNvPr>
          <p:cNvSpPr>
            <a:spLocks xmlns:a="http://schemas.openxmlformats.org/drawingml/2006/main" noGrp="1"/>
          </p:cNvSpPr>
          <p:nvPr/>
        </p:nvSpPr>
        <p:spPr>
          <a:xfrm xmlns:a="http://schemas.openxmlformats.org/drawingml/2006/main">
            <a:off x="12211050" y="4667250"/>
            <a:ext cx="953" cy="2466975"/>
          </a:xfrm>
          <a:custGeom xmlns:a="http://schemas.openxmlformats.org/drawingml/2006/main">
            <a:pathLst>
              <a:path w="953" h="2466975">
                <a:moveTo>
                  <a:pt x="0" y="0"/>
                </a:moveTo>
                <a:lnTo>
                  <a:pt x="0" y="2466975"/>
                </a:lnTo>
              </a:path>
            </a:pathLst>
          </a:custGeom>
          <a:noFill xmlns:a="http://schemas.openxmlformats.org/drawingml/2006/main"/>
          <a:ln xmlns:a="http://schemas.openxmlformats.org/drawingml/2006/main" w="16193">
            <a:solidFill>
              <a:srgbClr val="98999B"/>
            </a:solidFill>
            <a:prstDash val="dash"/>
          </a:ln>
        </p:spPr>
      </p:sp>
      <p:sp>
        <p:nvSpPr>
          <p:cNvPr id="31" name="DP2 object 30">
            <a:extLst xmlns:a="http://schemas.openxmlformats.org/drawingml/2006/main">
              <a:ext uri="{FF2B5EF4-FFF2-40B4-BE49-F238E27FC236}">
                <a16:creationId xmlns:a16="http://schemas.microsoft.com/office/drawing/2014/main" id="{B3277BB8-1768-453D-BD87-C035C2C763D6}"/>
              </a:ext>
            </a:extLst>
          </p:cNvPr>
          <p:cNvSpPr>
            <a:spLocks xmlns:a="http://schemas.openxmlformats.org/drawingml/2006/main" noGrp="1"/>
          </p:cNvSpPr>
          <p:nvPr/>
        </p:nvSpPr>
        <p:spPr>
          <a:xfrm xmlns:a="http://schemas.openxmlformats.org/drawingml/2006/main">
            <a:off x="10382250" y="5715000"/>
            <a:ext cx="2143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현재 step 경계</a:t>
            </a:r>
          </a:p>
        </p:txBody>
      </p:sp>
      <p:sp>
        <p:nvSpPr>
          <p:cNvPr id="32" name="DP2 object 31">
            <a:extLst xmlns:a="http://schemas.openxmlformats.org/drawingml/2006/main">
              <a:ext uri="{FF2B5EF4-FFF2-40B4-BE49-F238E27FC236}">
                <a16:creationId xmlns:a16="http://schemas.microsoft.com/office/drawing/2014/main" id="{77014D08-4C80-48C2-ADD8-CF03E9DB36C5}"/>
              </a:ext>
            </a:extLst>
          </p:cNvPr>
          <p:cNvSpPr>
            <a:spLocks xmlns:a="http://schemas.openxmlformats.org/drawingml/2006/main" noGrp="1"/>
          </p:cNvSpPr>
          <p:nvPr/>
        </p:nvSpPr>
        <p:spPr>
          <a:xfrm xmlns:a="http://schemas.openxmlformats.org/drawingml/2006/main">
            <a:off x="857250" y="63722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입력 수신</a:t>
            </a:r>
          </a:p>
        </p:txBody>
      </p:sp>
      <p:sp>
        <p:nvSpPr>
          <p:cNvPr id="33" name="새 입력은 즉시 보존">
            <a:extLst xmlns:a="http://schemas.openxmlformats.org/drawingml/2006/main">
              <a:ext uri="{FF2B5EF4-FFF2-40B4-BE49-F238E27FC236}">
                <a16:creationId xmlns:a16="http://schemas.microsoft.com/office/drawing/2014/main" id="{C77DE7A9-DDA7-4F2D-9BE3-E95A28A51F88}"/>
              </a:ext>
            </a:extLst>
          </p:cNvPr>
          <p:cNvSpPr>
            <a:spLocks xmlns:a="http://schemas.openxmlformats.org/drawingml/2006/main" noGrp="1"/>
          </p:cNvSpPr>
          <p:nvPr/>
        </p:nvSpPr>
        <p:spPr>
          <a:xfrm xmlns:a="http://schemas.openxmlformats.org/drawingml/2006/main">
            <a:off x="6115050" y="6496050"/>
            <a:ext cx="2619375" cy="581025"/>
          </a:xfrm>
          <a:prstGeom xmlns:a="http://schemas.openxmlformats.org/drawingml/2006/main" prst="rect">
            <a:avLst/>
          </a:prstGeom>
          <a:solidFill xmlns:a="http://schemas.openxmlformats.org/drawingml/2006/main">
            <a:srgbClr val="F1F6FC"/>
          </a:solidFill>
          <a:ln xmlns:a="http://schemas.openxmlformats.org/drawingml/2006/main" w="28575">
            <a:solidFill>
              <a:srgbClr val="4676CB"/>
            </a:solidFill>
            <a:prstDash val="solid"/>
          </a:ln>
        </p:spPr>
      </p:sp>
      <p:sp>
        <p:nvSpPr>
          <p:cNvPr id="34" name="DP2 object 32">
            <a:extLst xmlns:a="http://schemas.openxmlformats.org/drawingml/2006/main">
              <a:ext uri="{FF2B5EF4-FFF2-40B4-BE49-F238E27FC236}">
                <a16:creationId xmlns:a16="http://schemas.microsoft.com/office/drawing/2014/main" id="{8FD09BC8-8099-4DB2-8381-06799BC399CC}"/>
              </a:ext>
            </a:extLst>
          </p:cNvPr>
          <p:cNvSpPr>
            <a:spLocks xmlns:a="http://schemas.openxmlformats.org/drawingml/2006/main" noGrp="1"/>
          </p:cNvSpPr>
          <p:nvPr/>
        </p:nvSpPr>
        <p:spPr>
          <a:xfrm xmlns:a="http://schemas.openxmlformats.org/drawingml/2006/main">
            <a:off x="6181725" y="6534150"/>
            <a:ext cx="24860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1">
                <a:solidFill>
                  <a:srgbClr val="4676CB"/>
                </a:solidFill>
                <a:latin typeface="Apple SD Gothic Neo"/>
                <a:ea typeface="Apple SD Gothic Neo"/>
                <a:cs typeface="Apple SD Gothic Neo"/>
              </a:defRPr>
            </a:defPPr>
            <a:lvl1pPr algn="ctr">
              <a:defRPr sz="1950" b="1">
                <a:solidFill>
                  <a:srgbClr val="4676CB"/>
                </a:solidFill>
                <a:latin typeface="Apple SD Gothic Neo"/>
                <a:ea typeface="Apple SD Gothic Neo"/>
                <a:cs typeface="Apple SD Gothic Neo"/>
              </a:defRPr>
            </a:lvl1pPr>
            <a:lvl2pPr algn="ctr">
              <a:defRPr sz="1950" b="1">
                <a:solidFill>
                  <a:srgbClr val="4676CB"/>
                </a:solidFill>
                <a:latin typeface="Apple SD Gothic Neo"/>
                <a:ea typeface="Apple SD Gothic Neo"/>
                <a:cs typeface="Apple SD Gothic Neo"/>
              </a:defRPr>
            </a:lvl2pPr>
            <a:lvl3pPr algn="ctr">
              <a:defRPr sz="1950" b="1">
                <a:solidFill>
                  <a:srgbClr val="4676CB"/>
                </a:solidFill>
                <a:latin typeface="Apple SD Gothic Neo"/>
                <a:ea typeface="Apple SD Gothic Neo"/>
                <a:cs typeface="Apple SD Gothic Neo"/>
              </a:defRPr>
            </a:lvl3pPr>
            <a:lvl4pPr algn="ctr">
              <a:defRPr sz="1950" b="1">
                <a:solidFill>
                  <a:srgbClr val="4676CB"/>
                </a:solidFill>
                <a:latin typeface="Apple SD Gothic Neo"/>
                <a:ea typeface="Apple SD Gothic Neo"/>
                <a:cs typeface="Apple SD Gothic Neo"/>
              </a:defRPr>
            </a:lvl4pPr>
            <a:lvl5pPr algn="ctr">
              <a:defRPr sz="1950" b="1">
                <a:solidFill>
                  <a:srgbClr val="4676CB"/>
                </a:solidFill>
                <a:latin typeface="Apple SD Gothic Neo"/>
                <a:ea typeface="Apple SD Gothic Neo"/>
                <a:cs typeface="Apple SD Gothic Neo"/>
              </a:defRPr>
            </a:lvl5pPr>
            <a:lvl6pPr algn="ctr">
              <a:defRPr sz="1950" b="1">
                <a:solidFill>
                  <a:srgbClr val="4676CB"/>
                </a:solidFill>
                <a:latin typeface="Apple SD Gothic Neo"/>
                <a:ea typeface="Apple SD Gothic Neo"/>
                <a:cs typeface="Apple SD Gothic Neo"/>
              </a:defRPr>
            </a:lvl6pPr>
            <a:lvl7pPr algn="ctr">
              <a:defRPr sz="1950" b="1">
                <a:solidFill>
                  <a:srgbClr val="4676CB"/>
                </a:solidFill>
                <a:latin typeface="Apple SD Gothic Neo"/>
                <a:ea typeface="Apple SD Gothic Neo"/>
                <a:cs typeface="Apple SD Gothic Neo"/>
              </a:defRPr>
            </a:lvl7pPr>
            <a:lvl8pPr algn="ctr">
              <a:defRPr sz="1950" b="1">
                <a:solidFill>
                  <a:srgbClr val="4676CB"/>
                </a:solidFill>
                <a:latin typeface="Apple SD Gothic Neo"/>
                <a:ea typeface="Apple SD Gothic Neo"/>
                <a:cs typeface="Apple SD Gothic Neo"/>
              </a:defRPr>
            </a:lvl8pPr>
            <a:lvl9pPr algn="ctr">
              <a:defRPr sz="1950" b="1">
                <a:solidFill>
                  <a:srgbClr val="4676CB"/>
                </a:solidFill>
                <a:latin typeface="Apple SD Gothic Neo"/>
                <a:ea typeface="Apple SD Gothic Neo"/>
                <a:cs typeface="Apple SD Gothic Neo"/>
              </a:defRPr>
            </a:lvl9pPr>
          </a:lstStyle>
          <a:p xmlns:a="http://schemas.openxmlformats.org/drawingml/2006/main">
            <a:pPr algn="ctr">
              <a:defRPr sz="1950" b="1">
                <a:solidFill>
                  <a:srgbClr val="4676CB"/>
                </a:solidFill>
                <a:latin typeface="Apple SD Gothic Neo"/>
                <a:ea typeface="Apple SD Gothic Neo"/>
                <a:cs typeface="Apple SD Gothic Neo"/>
              </a:defRPr>
            </a:pPr>
            <a:r>
              <a:rPr sz="1950" b="1">
                <a:solidFill>
                  <a:srgbClr val="4676CB"/>
                </a:solidFill>
                <a:latin typeface="Apple SD Gothic Neo"/>
                <a:ea typeface="Apple SD Gothic Neo"/>
                <a:cs typeface="Apple SD Gothic Neo"/>
              </a:rPr>
              <a:t>새 입력은 즉시 보존</a:t>
            </a:r>
          </a:p>
        </p:txBody>
      </p:sp>
      <p:sp>
        <p:nvSpPr>
          <p:cNvPr id="35" name="Editable path 33">
            <a:extLst xmlns:a="http://schemas.openxmlformats.org/drawingml/2006/main">
              <a:ext uri="{FF2B5EF4-FFF2-40B4-BE49-F238E27FC236}">
                <a16:creationId xmlns:a16="http://schemas.microsoft.com/office/drawing/2014/main" id="{1D5931A8-820D-4C5A-B0E9-D3BD48EA50E5}"/>
              </a:ext>
            </a:extLst>
          </p:cNvPr>
          <p:cNvSpPr>
            <a:spLocks xmlns:a="http://schemas.openxmlformats.org/drawingml/2006/main" noGrp="1"/>
          </p:cNvSpPr>
          <p:nvPr/>
        </p:nvSpPr>
        <p:spPr>
          <a:xfrm xmlns:a="http://schemas.openxmlformats.org/drawingml/2006/main">
            <a:off x="8734425" y="6781800"/>
            <a:ext cx="3476625" cy="953"/>
          </a:xfrm>
          <a:custGeom xmlns:a="http://schemas.openxmlformats.org/drawingml/2006/main">
            <a:pathLst>
              <a:path w="3476625" h="953">
                <a:moveTo>
                  <a:pt x="0" y="0"/>
                </a:moveTo>
                <a:lnTo>
                  <a:pt x="3476625" y="0"/>
                </a:lnTo>
              </a:path>
            </a:pathLst>
          </a:custGeom>
          <a:noFill xmlns:a="http://schemas.openxmlformats.org/drawingml/2006/main"/>
          <a:ln xmlns:a="http://schemas.openxmlformats.org/drawingml/2006/main" w="28575">
            <a:solidFill>
              <a:srgbClr val="C00000"/>
            </a:solidFill>
            <a:prstDash val="dash"/>
          </a:ln>
        </p:spPr>
      </p:sp>
      <p:sp>
        <p:nvSpPr>
          <p:cNvPr id="36" name="Editable arrowhead 34">
            <a:extLst xmlns:a="http://schemas.openxmlformats.org/drawingml/2006/main">
              <a:ext uri="{FF2B5EF4-FFF2-40B4-BE49-F238E27FC236}">
                <a16:creationId xmlns:a16="http://schemas.microsoft.com/office/drawing/2014/main" id="{371C0328-FA7C-4DA5-A689-046A5D68E7E8}"/>
              </a:ext>
            </a:extLst>
          </p:cNvPr>
          <p:cNvSpPr>
            <a:spLocks xmlns:a="http://schemas.openxmlformats.org/drawingml/2006/main" noGrp="1"/>
          </p:cNvSpPr>
          <p:nvPr/>
        </p:nvSpPr>
        <p:spPr>
          <a:xfrm xmlns:a="http://schemas.openxmlformats.org/drawingml/2006/main">
            <a:off x="12115800" y="673417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C00000"/>
          </a:solidFill>
          <a:ln xmlns:a="http://schemas.openxmlformats.org/drawingml/2006/main" w="5715">
            <a:solidFill>
              <a:srgbClr val="C00000"/>
            </a:solidFill>
            <a:prstDash val="solid"/>
          </a:ln>
        </p:spPr>
      </p:sp>
      <p:sp>
        <p:nvSpPr>
          <p:cNvPr id="37" name="DP2 object 35">
            <a:extLst xmlns:a="http://schemas.openxmlformats.org/drawingml/2006/main">
              <a:ext uri="{FF2B5EF4-FFF2-40B4-BE49-F238E27FC236}">
                <a16:creationId xmlns:a16="http://schemas.microsoft.com/office/drawing/2014/main" id="{D0D7F6AD-2FA6-486D-B641-A1600D5341F4}"/>
              </a:ext>
            </a:extLst>
          </p:cNvPr>
          <p:cNvSpPr>
            <a:spLocks xmlns:a="http://schemas.openxmlformats.org/drawingml/2006/main" noGrp="1"/>
          </p:cNvSpPr>
          <p:nvPr/>
        </p:nvSpPr>
        <p:spPr>
          <a:xfrm xmlns:a="http://schemas.openxmlformats.org/drawingml/2006/main">
            <a:off x="8905875" y="6334125"/>
            <a:ext cx="3286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C00000"/>
                </a:solidFill>
                <a:latin typeface="Apple SD Gothic Neo"/>
                <a:ea typeface="Apple SD Gothic Neo"/>
                <a:cs typeface="Apple SD Gothic Neo"/>
              </a:defRPr>
            </a:defPPr>
            <a:lvl1pPr algn="ctr">
              <a:defRPr sz="1875" b="1">
                <a:solidFill>
                  <a:srgbClr val="C00000"/>
                </a:solidFill>
                <a:latin typeface="Apple SD Gothic Neo"/>
                <a:ea typeface="Apple SD Gothic Neo"/>
                <a:cs typeface="Apple SD Gothic Neo"/>
              </a:defRPr>
            </a:lvl1pPr>
            <a:lvl2pPr algn="ctr">
              <a:defRPr sz="1875" b="1">
                <a:solidFill>
                  <a:srgbClr val="C00000"/>
                </a:solidFill>
                <a:latin typeface="Apple SD Gothic Neo"/>
                <a:ea typeface="Apple SD Gothic Neo"/>
                <a:cs typeface="Apple SD Gothic Neo"/>
              </a:defRPr>
            </a:lvl2pPr>
            <a:lvl3pPr algn="ctr">
              <a:defRPr sz="1875" b="1">
                <a:solidFill>
                  <a:srgbClr val="C00000"/>
                </a:solidFill>
                <a:latin typeface="Apple SD Gothic Neo"/>
                <a:ea typeface="Apple SD Gothic Neo"/>
                <a:cs typeface="Apple SD Gothic Neo"/>
              </a:defRPr>
            </a:lvl3pPr>
            <a:lvl4pPr algn="ctr">
              <a:defRPr sz="1875" b="1">
                <a:solidFill>
                  <a:srgbClr val="C00000"/>
                </a:solidFill>
                <a:latin typeface="Apple SD Gothic Neo"/>
                <a:ea typeface="Apple SD Gothic Neo"/>
                <a:cs typeface="Apple SD Gothic Neo"/>
              </a:defRPr>
            </a:lvl4pPr>
            <a:lvl5pPr algn="ctr">
              <a:defRPr sz="1875" b="1">
                <a:solidFill>
                  <a:srgbClr val="C00000"/>
                </a:solidFill>
                <a:latin typeface="Apple SD Gothic Neo"/>
                <a:ea typeface="Apple SD Gothic Neo"/>
                <a:cs typeface="Apple SD Gothic Neo"/>
              </a:defRPr>
            </a:lvl5pPr>
            <a:lvl6pPr algn="ctr">
              <a:defRPr sz="1875" b="1">
                <a:solidFill>
                  <a:srgbClr val="C00000"/>
                </a:solidFill>
                <a:latin typeface="Apple SD Gothic Neo"/>
                <a:ea typeface="Apple SD Gothic Neo"/>
                <a:cs typeface="Apple SD Gothic Neo"/>
              </a:defRPr>
            </a:lvl6pPr>
            <a:lvl7pPr algn="ctr">
              <a:defRPr sz="1875" b="1">
                <a:solidFill>
                  <a:srgbClr val="C00000"/>
                </a:solidFill>
                <a:latin typeface="Apple SD Gothic Neo"/>
                <a:ea typeface="Apple SD Gothic Neo"/>
                <a:cs typeface="Apple SD Gothic Neo"/>
              </a:defRPr>
            </a:lvl7pPr>
            <a:lvl8pPr algn="ctr">
              <a:defRPr sz="1875" b="1">
                <a:solidFill>
                  <a:srgbClr val="C00000"/>
                </a:solidFill>
                <a:latin typeface="Apple SD Gothic Neo"/>
                <a:ea typeface="Apple SD Gothic Neo"/>
                <a:cs typeface="Apple SD Gothic Neo"/>
              </a:defRPr>
            </a:lvl8pPr>
            <a:lvl9pPr algn="ctr">
              <a:defRPr sz="1875" b="1">
                <a:solidFill>
                  <a:srgbClr val="C00000"/>
                </a:solidFill>
                <a:latin typeface="Apple SD Gothic Neo"/>
                <a:ea typeface="Apple SD Gothic Neo"/>
                <a:cs typeface="Apple SD Gothic Neo"/>
              </a:defRPr>
            </a:lvl9pPr>
          </a:lstStyle>
          <a:p xmlns:a="http://schemas.openxmlformats.org/drawingml/2006/main">
            <a:pPr algn="ctr">
              <a:defRPr sz="1875" b="1">
                <a:solidFill>
                  <a:srgbClr val="C00000"/>
                </a:solidFill>
                <a:latin typeface="Apple SD Gothic Neo"/>
                <a:ea typeface="Apple SD Gothic Neo"/>
                <a:cs typeface="Apple SD Gothic Neo"/>
              </a:defRPr>
            </a:pPr>
            <a:r>
              <a:rPr sz="1875" b="1">
                <a:solidFill>
                  <a:srgbClr val="C00000"/>
                </a:solidFill>
                <a:latin typeface="Apple SD Gothic Neo"/>
                <a:ea typeface="Apple SD Gothic Neo"/>
                <a:cs typeface="Apple SD Gothic Neo"/>
              </a:rPr>
              <a:t>이 대기를 줄일 수 있는가?</a:t>
            </a:r>
          </a:p>
        </p:txBody>
      </p:sp>
      <p:sp>
        <p:nvSpPr>
          <p:cNvPr id="38" name="Editable path 36">
            <a:extLst xmlns:a="http://schemas.openxmlformats.org/drawingml/2006/main">
              <a:ext uri="{FF2B5EF4-FFF2-40B4-BE49-F238E27FC236}">
                <a16:creationId xmlns:a16="http://schemas.microsoft.com/office/drawing/2014/main" id="{3A060BA2-F754-4EFC-8996-DA3D3C51A6F5}"/>
              </a:ext>
            </a:extLst>
          </p:cNvPr>
          <p:cNvSpPr>
            <a:spLocks xmlns:a="http://schemas.openxmlformats.org/drawingml/2006/main" noGrp="1"/>
          </p:cNvSpPr>
          <p:nvPr/>
        </p:nvSpPr>
        <p:spPr>
          <a:xfrm xmlns:a="http://schemas.openxmlformats.org/drawingml/2006/main">
            <a:off x="2028825" y="7629525"/>
            <a:ext cx="10258425" cy="953"/>
          </a:xfrm>
          <a:custGeom xmlns:a="http://schemas.openxmlformats.org/drawingml/2006/main">
            <a:pathLst>
              <a:path w="10258425" h="953">
                <a:moveTo>
                  <a:pt x="0" y="0"/>
                </a:moveTo>
                <a:lnTo>
                  <a:pt x="10258425" y="0"/>
                </a:lnTo>
              </a:path>
            </a:pathLst>
          </a:custGeom>
          <a:noFill xmlns:a="http://schemas.openxmlformats.org/drawingml/2006/main"/>
          <a:ln xmlns:a="http://schemas.openxmlformats.org/drawingml/2006/main" w="16193">
            <a:solidFill>
              <a:srgbClr val="111111"/>
            </a:solidFill>
            <a:prstDash val="solid"/>
          </a:ln>
        </p:spPr>
      </p:sp>
      <p:sp>
        <p:nvSpPr>
          <p:cNvPr id="39" name="Editable arrowhead 37">
            <a:extLst xmlns:a="http://schemas.openxmlformats.org/drawingml/2006/main">
              <a:ext uri="{FF2B5EF4-FFF2-40B4-BE49-F238E27FC236}">
                <a16:creationId xmlns:a16="http://schemas.microsoft.com/office/drawing/2014/main" id="{1260287B-7CC3-4BFB-B0DF-C1D01A2F304E}"/>
              </a:ext>
            </a:extLst>
          </p:cNvPr>
          <p:cNvSpPr>
            <a:spLocks xmlns:a="http://schemas.openxmlformats.org/drawingml/2006/main" noGrp="1"/>
          </p:cNvSpPr>
          <p:nvPr/>
        </p:nvSpPr>
        <p:spPr>
          <a:xfrm xmlns:a="http://schemas.openxmlformats.org/drawingml/2006/main">
            <a:off x="12192000" y="75819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0" name="DP2 object 38">
            <a:extLst xmlns:a="http://schemas.openxmlformats.org/drawingml/2006/main">
              <a:ext uri="{FF2B5EF4-FFF2-40B4-BE49-F238E27FC236}">
                <a16:creationId xmlns:a16="http://schemas.microsoft.com/office/drawing/2014/main" id="{20392CD4-189C-4D00-B3E7-3DF58E4A60E8}"/>
              </a:ext>
            </a:extLst>
          </p:cNvPr>
          <p:cNvSpPr>
            <a:spLocks xmlns:a="http://schemas.openxmlformats.org/drawingml/2006/main" noGrp="1"/>
          </p:cNvSpPr>
          <p:nvPr/>
        </p:nvSpPr>
        <p:spPr>
          <a:xfrm xmlns:a="http://schemas.openxmlformats.org/drawingml/2006/main">
            <a:off x="11753850" y="7743825"/>
            <a:ext cx="7143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650" b="0">
                <a:solidFill>
                  <a:srgbClr val="111111"/>
                </a:solidFill>
                <a:latin typeface="Apple SD Gothic Neo"/>
                <a:ea typeface="Apple SD Gothic Neo"/>
                <a:cs typeface="Apple SD Gothic Neo"/>
              </a:defRPr>
            </a:defPPr>
            <a:lvl1pPr algn="r">
              <a:defRPr sz="1650" b="0">
                <a:solidFill>
                  <a:srgbClr val="111111"/>
                </a:solidFill>
                <a:latin typeface="Apple SD Gothic Neo"/>
                <a:ea typeface="Apple SD Gothic Neo"/>
                <a:cs typeface="Apple SD Gothic Neo"/>
              </a:defRPr>
            </a:lvl1pPr>
            <a:lvl2pPr algn="r">
              <a:defRPr sz="1650" b="0">
                <a:solidFill>
                  <a:srgbClr val="111111"/>
                </a:solidFill>
                <a:latin typeface="Apple SD Gothic Neo"/>
                <a:ea typeface="Apple SD Gothic Neo"/>
                <a:cs typeface="Apple SD Gothic Neo"/>
              </a:defRPr>
            </a:lvl2pPr>
            <a:lvl3pPr algn="r">
              <a:defRPr sz="1650" b="0">
                <a:solidFill>
                  <a:srgbClr val="111111"/>
                </a:solidFill>
                <a:latin typeface="Apple SD Gothic Neo"/>
                <a:ea typeface="Apple SD Gothic Neo"/>
                <a:cs typeface="Apple SD Gothic Neo"/>
              </a:defRPr>
            </a:lvl3pPr>
            <a:lvl4pPr algn="r">
              <a:defRPr sz="1650" b="0">
                <a:solidFill>
                  <a:srgbClr val="111111"/>
                </a:solidFill>
                <a:latin typeface="Apple SD Gothic Neo"/>
                <a:ea typeface="Apple SD Gothic Neo"/>
                <a:cs typeface="Apple SD Gothic Neo"/>
              </a:defRPr>
            </a:lvl4pPr>
            <a:lvl5pPr algn="r">
              <a:defRPr sz="1650" b="0">
                <a:solidFill>
                  <a:srgbClr val="111111"/>
                </a:solidFill>
                <a:latin typeface="Apple SD Gothic Neo"/>
                <a:ea typeface="Apple SD Gothic Neo"/>
                <a:cs typeface="Apple SD Gothic Neo"/>
              </a:defRPr>
            </a:lvl5pPr>
            <a:lvl6pPr algn="r">
              <a:defRPr sz="1650" b="0">
                <a:solidFill>
                  <a:srgbClr val="111111"/>
                </a:solidFill>
                <a:latin typeface="Apple SD Gothic Neo"/>
                <a:ea typeface="Apple SD Gothic Neo"/>
                <a:cs typeface="Apple SD Gothic Neo"/>
              </a:defRPr>
            </a:lvl6pPr>
            <a:lvl7pPr algn="r">
              <a:defRPr sz="1650" b="0">
                <a:solidFill>
                  <a:srgbClr val="111111"/>
                </a:solidFill>
                <a:latin typeface="Apple SD Gothic Neo"/>
                <a:ea typeface="Apple SD Gothic Neo"/>
                <a:cs typeface="Apple SD Gothic Neo"/>
              </a:defRPr>
            </a:lvl7pPr>
            <a:lvl8pPr algn="r">
              <a:defRPr sz="1650" b="0">
                <a:solidFill>
                  <a:srgbClr val="111111"/>
                </a:solidFill>
                <a:latin typeface="Apple SD Gothic Neo"/>
                <a:ea typeface="Apple SD Gothic Neo"/>
                <a:cs typeface="Apple SD Gothic Neo"/>
              </a:defRPr>
            </a:lvl8pPr>
            <a:lvl9pPr algn="r">
              <a:defRPr sz="1650" b="0">
                <a:solidFill>
                  <a:srgbClr val="111111"/>
                </a:solidFill>
                <a:latin typeface="Apple SD Gothic Neo"/>
                <a:ea typeface="Apple SD Gothic Neo"/>
                <a:cs typeface="Apple SD Gothic Neo"/>
              </a:defRPr>
            </a:lvl9pPr>
          </a:lstStyle>
          <a:p xmlns:a="http://schemas.openxmlformats.org/drawingml/2006/main">
            <a:pPr algn="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시간</a:t>
            </a:r>
          </a:p>
        </p:txBody>
      </p:sp>
      <p:sp>
        <p:nvSpPr>
          <p:cNvPr id="41" name="DP2 object 39">
            <a:extLst xmlns:a="http://schemas.openxmlformats.org/drawingml/2006/main">
              <a:ext uri="{FF2B5EF4-FFF2-40B4-BE49-F238E27FC236}">
                <a16:creationId xmlns:a16="http://schemas.microsoft.com/office/drawing/2014/main" id="{6254F66E-BC67-4736-B5D1-9465798361BD}"/>
              </a:ext>
            </a:extLst>
          </p:cNvPr>
          <p:cNvSpPr>
            <a:spLocks xmlns:a="http://schemas.openxmlformats.org/drawingml/2006/main" noGrp="1"/>
          </p:cNvSpPr>
          <p:nvPr/>
        </p:nvSpPr>
        <p:spPr>
          <a:xfrm xmlns:a="http://schemas.openxmlformats.org/drawingml/2006/main">
            <a:off x="2057400" y="7839075"/>
            <a:ext cx="890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4676CB"/>
                </a:solidFill>
                <a:latin typeface="Apple SD Gothic Neo"/>
                <a:ea typeface="Apple SD Gothic Neo"/>
                <a:cs typeface="Apple SD Gothic Neo"/>
              </a:defRPr>
            </a:defPPr>
            <a:lvl1pPr algn="l">
              <a:defRPr sz="1950" b="1">
                <a:solidFill>
                  <a:srgbClr val="4676CB"/>
                </a:solidFill>
                <a:latin typeface="Apple SD Gothic Neo"/>
                <a:ea typeface="Apple SD Gothic Neo"/>
                <a:cs typeface="Apple SD Gothic Neo"/>
              </a:defRPr>
            </a:lvl1pPr>
            <a:lvl2pPr algn="l">
              <a:defRPr sz="1950" b="1">
                <a:solidFill>
                  <a:srgbClr val="4676CB"/>
                </a:solidFill>
                <a:latin typeface="Apple SD Gothic Neo"/>
                <a:ea typeface="Apple SD Gothic Neo"/>
                <a:cs typeface="Apple SD Gothic Neo"/>
              </a:defRPr>
            </a:lvl2pPr>
            <a:lvl3pPr algn="l">
              <a:defRPr sz="1950" b="1">
                <a:solidFill>
                  <a:srgbClr val="4676CB"/>
                </a:solidFill>
                <a:latin typeface="Apple SD Gothic Neo"/>
                <a:ea typeface="Apple SD Gothic Neo"/>
                <a:cs typeface="Apple SD Gothic Neo"/>
              </a:defRPr>
            </a:lvl3pPr>
            <a:lvl4pPr algn="l">
              <a:defRPr sz="1950" b="1">
                <a:solidFill>
                  <a:srgbClr val="4676CB"/>
                </a:solidFill>
                <a:latin typeface="Apple SD Gothic Neo"/>
                <a:ea typeface="Apple SD Gothic Neo"/>
                <a:cs typeface="Apple SD Gothic Neo"/>
              </a:defRPr>
            </a:lvl4pPr>
            <a:lvl5pPr algn="l">
              <a:defRPr sz="1950" b="1">
                <a:solidFill>
                  <a:srgbClr val="4676CB"/>
                </a:solidFill>
                <a:latin typeface="Apple SD Gothic Neo"/>
                <a:ea typeface="Apple SD Gothic Neo"/>
                <a:cs typeface="Apple SD Gothic Neo"/>
              </a:defRPr>
            </a:lvl5pPr>
            <a:lvl6pPr algn="l">
              <a:defRPr sz="1950" b="1">
                <a:solidFill>
                  <a:srgbClr val="4676CB"/>
                </a:solidFill>
                <a:latin typeface="Apple SD Gothic Neo"/>
                <a:ea typeface="Apple SD Gothic Neo"/>
                <a:cs typeface="Apple SD Gothic Neo"/>
              </a:defRPr>
            </a:lvl6pPr>
            <a:lvl7pPr algn="l">
              <a:defRPr sz="1950" b="1">
                <a:solidFill>
                  <a:srgbClr val="4676CB"/>
                </a:solidFill>
                <a:latin typeface="Apple SD Gothic Neo"/>
                <a:ea typeface="Apple SD Gothic Neo"/>
                <a:cs typeface="Apple SD Gothic Neo"/>
              </a:defRPr>
            </a:lvl7pPr>
            <a:lvl8pPr algn="l">
              <a:defRPr sz="1950" b="1">
                <a:solidFill>
                  <a:srgbClr val="4676CB"/>
                </a:solidFill>
                <a:latin typeface="Apple SD Gothic Neo"/>
                <a:ea typeface="Apple SD Gothic Neo"/>
                <a:cs typeface="Apple SD Gothic Neo"/>
              </a:defRPr>
            </a:lvl8pPr>
            <a:lvl9pPr algn="l">
              <a:defRPr sz="1950" b="1">
                <a:solidFill>
                  <a:srgbClr val="4676CB"/>
                </a:solidFill>
                <a:latin typeface="Apple SD Gothic Neo"/>
                <a:ea typeface="Apple SD Gothic Neo"/>
                <a:cs typeface="Apple SD Gothic Neo"/>
              </a:defRPr>
            </a:lvl9pPr>
          </a:lstStyle>
          <a:p xmlns:a="http://schemas.openxmlformats.org/drawingml/2006/main">
            <a:pPr algn="l">
              <a:defRPr sz="1950" b="1">
                <a:solidFill>
                  <a:srgbClr val="4676CB"/>
                </a:solidFill>
                <a:latin typeface="Apple SD Gothic Neo"/>
                <a:ea typeface="Apple SD Gothic Neo"/>
                <a:cs typeface="Apple SD Gothic Neo"/>
              </a:defRPr>
            </a:pPr>
            <a:r>
              <a:rPr sz="1950" b="1">
                <a:solidFill>
                  <a:srgbClr val="4676CB"/>
                </a:solidFill>
                <a:latin typeface="Apple SD Gothic Neo"/>
                <a:ea typeface="Apple SD Gothic Neo"/>
                <a:cs typeface="Apple SD Gothic Neo"/>
              </a:rPr>
              <a:t>수신과 의미 판단 시작은 다른 사건</a:t>
            </a:r>
          </a:p>
        </p:txBody>
      </p:sp>
      <p:sp>
        <p:nvSpPr>
          <p:cNvPr id="42" name="DP2 object 40">
            <a:extLst xmlns:a="http://schemas.openxmlformats.org/drawingml/2006/main">
              <a:ext uri="{FF2B5EF4-FFF2-40B4-BE49-F238E27FC236}">
                <a16:creationId xmlns:a16="http://schemas.microsoft.com/office/drawing/2014/main" id="{29DDE67A-BA1F-4674-A471-94BB7A0E4375}"/>
              </a:ext>
            </a:extLst>
          </p:cNvPr>
          <p:cNvSpPr>
            <a:spLocks xmlns:a="http://schemas.openxmlformats.org/drawingml/2006/main" noGrp="1"/>
          </p:cNvSpPr>
          <p:nvPr/>
        </p:nvSpPr>
        <p:spPr>
          <a:xfrm xmlns:a="http://schemas.openxmlformats.org/drawingml/2006/main">
            <a:off x="13315950" y="2952750"/>
            <a:ext cx="419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325" b="1">
                <a:solidFill>
                  <a:srgbClr val="111111"/>
                </a:solidFill>
                <a:latin typeface="Apple SD Gothic Neo"/>
                <a:ea typeface="Apple SD Gothic Neo"/>
                <a:cs typeface="Apple SD Gothic Neo"/>
              </a:defRPr>
            </a:defPPr>
            <a:lvl1pPr algn="l">
              <a:defRPr sz="2325" b="1">
                <a:solidFill>
                  <a:srgbClr val="111111"/>
                </a:solidFill>
                <a:latin typeface="Apple SD Gothic Neo"/>
                <a:ea typeface="Apple SD Gothic Neo"/>
                <a:cs typeface="Apple SD Gothic Neo"/>
              </a:defRPr>
            </a:lvl1pPr>
            <a:lvl2pPr algn="l">
              <a:defRPr sz="2325" b="1">
                <a:solidFill>
                  <a:srgbClr val="111111"/>
                </a:solidFill>
                <a:latin typeface="Apple SD Gothic Neo"/>
                <a:ea typeface="Apple SD Gothic Neo"/>
                <a:cs typeface="Apple SD Gothic Neo"/>
              </a:defRPr>
            </a:lvl2pPr>
            <a:lvl3pPr algn="l">
              <a:defRPr sz="2325" b="1">
                <a:solidFill>
                  <a:srgbClr val="111111"/>
                </a:solidFill>
                <a:latin typeface="Apple SD Gothic Neo"/>
                <a:ea typeface="Apple SD Gothic Neo"/>
                <a:cs typeface="Apple SD Gothic Neo"/>
              </a:defRPr>
            </a:lvl3pPr>
            <a:lvl4pPr algn="l">
              <a:defRPr sz="2325" b="1">
                <a:solidFill>
                  <a:srgbClr val="111111"/>
                </a:solidFill>
                <a:latin typeface="Apple SD Gothic Neo"/>
                <a:ea typeface="Apple SD Gothic Neo"/>
                <a:cs typeface="Apple SD Gothic Neo"/>
              </a:defRPr>
            </a:lvl4pPr>
            <a:lvl5pPr algn="l">
              <a:defRPr sz="2325" b="1">
                <a:solidFill>
                  <a:srgbClr val="111111"/>
                </a:solidFill>
                <a:latin typeface="Apple SD Gothic Neo"/>
                <a:ea typeface="Apple SD Gothic Neo"/>
                <a:cs typeface="Apple SD Gothic Neo"/>
              </a:defRPr>
            </a:lvl5pPr>
            <a:lvl6pPr algn="l">
              <a:defRPr sz="2325" b="1">
                <a:solidFill>
                  <a:srgbClr val="111111"/>
                </a:solidFill>
                <a:latin typeface="Apple SD Gothic Neo"/>
                <a:ea typeface="Apple SD Gothic Neo"/>
                <a:cs typeface="Apple SD Gothic Neo"/>
              </a:defRPr>
            </a:lvl6pPr>
            <a:lvl7pPr algn="l">
              <a:defRPr sz="2325" b="1">
                <a:solidFill>
                  <a:srgbClr val="111111"/>
                </a:solidFill>
                <a:latin typeface="Apple SD Gothic Neo"/>
                <a:ea typeface="Apple SD Gothic Neo"/>
                <a:cs typeface="Apple SD Gothic Neo"/>
              </a:defRPr>
            </a:lvl7pPr>
            <a:lvl8pPr algn="l">
              <a:defRPr sz="2325" b="1">
                <a:solidFill>
                  <a:srgbClr val="111111"/>
                </a:solidFill>
                <a:latin typeface="Apple SD Gothic Neo"/>
                <a:ea typeface="Apple SD Gothic Neo"/>
                <a:cs typeface="Apple SD Gothic Neo"/>
              </a:defRPr>
            </a:lvl8pPr>
            <a:lvl9pPr algn="l">
              <a:defRPr sz="2325" b="1">
                <a:solidFill>
                  <a:srgbClr val="111111"/>
                </a:solidFill>
                <a:latin typeface="Apple SD Gothic Neo"/>
                <a:ea typeface="Apple SD Gothic Neo"/>
                <a:cs typeface="Apple SD Gothic Neo"/>
              </a:defRPr>
            </a:lvl9pPr>
          </a:lstStyle>
          <a:p xmlns:a="http://schemas.openxmlformats.org/drawingml/2006/main">
            <a:pPr algn="l">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무엇이 문제인가?</a:t>
            </a:r>
          </a:p>
        </p:txBody>
      </p:sp>
      <p:sp>
        <p:nvSpPr>
          <p:cNvPr id="43" name="DP2 object 41">
            <a:extLst xmlns:a="http://schemas.openxmlformats.org/drawingml/2006/main">
              <a:ext uri="{FF2B5EF4-FFF2-40B4-BE49-F238E27FC236}">
                <a16:creationId xmlns:a16="http://schemas.microsoft.com/office/drawing/2014/main" id="{815669AA-5DCD-472C-B200-85477D6EC945}"/>
              </a:ext>
            </a:extLst>
          </p:cNvPr>
          <p:cNvSpPr>
            <a:spLocks xmlns:a="http://schemas.openxmlformats.org/drawingml/2006/main" noGrp="1"/>
          </p:cNvSpPr>
          <p:nvPr/>
        </p:nvSpPr>
        <p:spPr>
          <a:xfrm xmlns:a="http://schemas.openxmlformats.org/drawingml/2006/main">
            <a:off x="13373100" y="38671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4" name="DP2 object 42">
            <a:extLst xmlns:a="http://schemas.openxmlformats.org/drawingml/2006/main">
              <a:ext uri="{FF2B5EF4-FFF2-40B4-BE49-F238E27FC236}">
                <a16:creationId xmlns:a16="http://schemas.microsoft.com/office/drawing/2014/main" id="{FD2BB58A-5588-4CBB-A850-51494C266AEE}"/>
              </a:ext>
            </a:extLst>
          </p:cNvPr>
          <p:cNvSpPr>
            <a:spLocks xmlns:a="http://schemas.openxmlformats.org/drawingml/2006/main" noGrp="1"/>
          </p:cNvSpPr>
          <p:nvPr/>
        </p:nvSpPr>
        <p:spPr>
          <a:xfrm xmlns:a="http://schemas.openxmlformats.org/drawingml/2006/main">
            <a:off x="13373100" y="38671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45" name="DP2 object 43">
            <a:extLst xmlns:a="http://schemas.openxmlformats.org/drawingml/2006/main">
              <a:ext uri="{FF2B5EF4-FFF2-40B4-BE49-F238E27FC236}">
                <a16:creationId xmlns:a16="http://schemas.microsoft.com/office/drawing/2014/main" id="{CD7DA522-2FFE-4DB1-B4C3-17CC717F5773}"/>
              </a:ext>
            </a:extLst>
          </p:cNvPr>
          <p:cNvSpPr>
            <a:spLocks xmlns:a="http://schemas.openxmlformats.org/drawingml/2006/main" noGrp="1"/>
          </p:cNvSpPr>
          <p:nvPr/>
        </p:nvSpPr>
        <p:spPr>
          <a:xfrm xmlns:a="http://schemas.openxmlformats.org/drawingml/2006/main">
            <a:off x="13830300" y="3800475"/>
            <a:ext cx="36480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1">
                <a:solidFill>
                  <a:srgbClr val="111111"/>
                </a:solidFill>
                <a:latin typeface="Apple SD Gothic Neo"/>
                <a:ea typeface="Apple SD Gothic Neo"/>
                <a:cs typeface="Apple SD Gothic Neo"/>
              </a:defRPr>
            </a:defPPr>
            <a:lvl1pPr algn="l">
              <a:defRPr sz="2025" b="1">
                <a:solidFill>
                  <a:srgbClr val="111111"/>
                </a:solidFill>
                <a:latin typeface="Apple SD Gothic Neo"/>
                <a:ea typeface="Apple SD Gothic Neo"/>
                <a:cs typeface="Apple SD Gothic Neo"/>
              </a:defRPr>
            </a:lvl1pPr>
            <a:lvl2pPr algn="l">
              <a:defRPr sz="2025" b="1">
                <a:solidFill>
                  <a:srgbClr val="111111"/>
                </a:solidFill>
                <a:latin typeface="Apple SD Gothic Neo"/>
                <a:ea typeface="Apple SD Gothic Neo"/>
                <a:cs typeface="Apple SD Gothic Neo"/>
              </a:defRPr>
            </a:lvl2pPr>
            <a:lvl3pPr algn="l">
              <a:defRPr sz="2025" b="1">
                <a:solidFill>
                  <a:srgbClr val="111111"/>
                </a:solidFill>
                <a:latin typeface="Apple SD Gothic Neo"/>
                <a:ea typeface="Apple SD Gothic Neo"/>
                <a:cs typeface="Apple SD Gothic Neo"/>
              </a:defRPr>
            </a:lvl3pPr>
            <a:lvl4pPr algn="l">
              <a:defRPr sz="2025" b="1">
                <a:solidFill>
                  <a:srgbClr val="111111"/>
                </a:solidFill>
                <a:latin typeface="Apple SD Gothic Neo"/>
                <a:ea typeface="Apple SD Gothic Neo"/>
                <a:cs typeface="Apple SD Gothic Neo"/>
              </a:defRPr>
            </a:lvl4pPr>
            <a:lvl5pPr algn="l">
              <a:defRPr sz="2025" b="1">
                <a:solidFill>
                  <a:srgbClr val="111111"/>
                </a:solidFill>
                <a:latin typeface="Apple SD Gothic Neo"/>
                <a:ea typeface="Apple SD Gothic Neo"/>
                <a:cs typeface="Apple SD Gothic Neo"/>
              </a:defRPr>
            </a:lvl5pPr>
            <a:lvl6pPr algn="l">
              <a:defRPr sz="2025" b="1">
                <a:solidFill>
                  <a:srgbClr val="111111"/>
                </a:solidFill>
                <a:latin typeface="Apple SD Gothic Neo"/>
                <a:ea typeface="Apple SD Gothic Neo"/>
                <a:cs typeface="Apple SD Gothic Neo"/>
              </a:defRPr>
            </a:lvl6pPr>
            <a:lvl7pPr algn="l">
              <a:defRPr sz="2025" b="1">
                <a:solidFill>
                  <a:srgbClr val="111111"/>
                </a:solidFill>
                <a:latin typeface="Apple SD Gothic Neo"/>
                <a:ea typeface="Apple SD Gothic Neo"/>
                <a:cs typeface="Apple SD Gothic Neo"/>
              </a:defRPr>
            </a:lvl7pPr>
            <a:lvl8pPr algn="l">
              <a:defRPr sz="2025" b="1">
                <a:solidFill>
                  <a:srgbClr val="111111"/>
                </a:solidFill>
                <a:latin typeface="Apple SD Gothic Neo"/>
                <a:ea typeface="Apple SD Gothic Neo"/>
                <a:cs typeface="Apple SD Gothic Neo"/>
              </a:defRPr>
            </a:lvl8pPr>
            <a:lvl9pPr algn="l">
              <a:defRPr sz="2025" b="1">
                <a:solidFill>
                  <a:srgbClr val="111111"/>
                </a:solidFill>
                <a:latin typeface="Apple SD Gothic Neo"/>
                <a:ea typeface="Apple SD Gothic Neo"/>
                <a:cs typeface="Apple SD Gothic Neo"/>
              </a:defRPr>
            </a:lvl9pPr>
          </a:lstStyle>
          <a:p xmlns:a="http://schemas.openxmlformats.org/drawingml/2006/main">
            <a:pPr algn="l">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같은 실행에서 기다리면</a:t>
            </a:r>
          </a:p>
        </p:txBody>
      </p:sp>
      <p:sp>
        <p:nvSpPr>
          <p:cNvPr id="46" name="DP2 object 44">
            <a:extLst xmlns:a="http://schemas.openxmlformats.org/drawingml/2006/main">
              <a:ext uri="{FF2B5EF4-FFF2-40B4-BE49-F238E27FC236}">
                <a16:creationId xmlns:a16="http://schemas.microsoft.com/office/drawing/2014/main" id="{F1936AFB-C3F4-41BA-BE35-F362CA9E9973}"/>
              </a:ext>
            </a:extLst>
          </p:cNvPr>
          <p:cNvSpPr>
            <a:spLocks xmlns:a="http://schemas.openxmlformats.org/drawingml/2006/main" noGrp="1"/>
          </p:cNvSpPr>
          <p:nvPr/>
        </p:nvSpPr>
        <p:spPr>
          <a:xfrm xmlns:a="http://schemas.openxmlformats.org/drawingml/2006/main">
            <a:off x="13392150" y="4448175"/>
            <a:ext cx="40671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1">
                <a:solidFill>
                  <a:srgbClr val="C00000"/>
                </a:solidFill>
                <a:latin typeface="Apple SD Gothic Neo"/>
                <a:ea typeface="Apple SD Gothic Neo"/>
                <a:cs typeface="Apple SD Gothic Neo"/>
              </a:defRPr>
            </a:defPPr>
            <a:lvl1pPr algn="l">
              <a:defRPr sz="2400" b="1">
                <a:solidFill>
                  <a:srgbClr val="C00000"/>
                </a:solidFill>
                <a:latin typeface="Apple SD Gothic Neo"/>
                <a:ea typeface="Apple SD Gothic Neo"/>
                <a:cs typeface="Apple SD Gothic Neo"/>
              </a:defRPr>
            </a:lvl1pPr>
            <a:lvl2pPr algn="l">
              <a:defRPr sz="2400" b="1">
                <a:solidFill>
                  <a:srgbClr val="C00000"/>
                </a:solidFill>
                <a:latin typeface="Apple SD Gothic Neo"/>
                <a:ea typeface="Apple SD Gothic Neo"/>
                <a:cs typeface="Apple SD Gothic Neo"/>
              </a:defRPr>
            </a:lvl2pPr>
            <a:lvl3pPr algn="l">
              <a:defRPr sz="2400" b="1">
                <a:solidFill>
                  <a:srgbClr val="C00000"/>
                </a:solidFill>
                <a:latin typeface="Apple SD Gothic Neo"/>
                <a:ea typeface="Apple SD Gothic Neo"/>
                <a:cs typeface="Apple SD Gothic Neo"/>
              </a:defRPr>
            </a:lvl3pPr>
            <a:lvl4pPr algn="l">
              <a:defRPr sz="2400" b="1">
                <a:solidFill>
                  <a:srgbClr val="C00000"/>
                </a:solidFill>
                <a:latin typeface="Apple SD Gothic Neo"/>
                <a:ea typeface="Apple SD Gothic Neo"/>
                <a:cs typeface="Apple SD Gothic Neo"/>
              </a:defRPr>
            </a:lvl4pPr>
            <a:lvl5pPr algn="l">
              <a:defRPr sz="2400" b="1">
                <a:solidFill>
                  <a:srgbClr val="C00000"/>
                </a:solidFill>
                <a:latin typeface="Apple SD Gothic Neo"/>
                <a:ea typeface="Apple SD Gothic Neo"/>
                <a:cs typeface="Apple SD Gothic Neo"/>
              </a:defRPr>
            </a:lvl5pPr>
            <a:lvl6pPr algn="l">
              <a:defRPr sz="2400" b="1">
                <a:solidFill>
                  <a:srgbClr val="C00000"/>
                </a:solidFill>
                <a:latin typeface="Apple SD Gothic Neo"/>
                <a:ea typeface="Apple SD Gothic Neo"/>
                <a:cs typeface="Apple SD Gothic Neo"/>
              </a:defRPr>
            </a:lvl6pPr>
            <a:lvl7pPr algn="l">
              <a:defRPr sz="2400" b="1">
                <a:solidFill>
                  <a:srgbClr val="C00000"/>
                </a:solidFill>
                <a:latin typeface="Apple SD Gothic Neo"/>
                <a:ea typeface="Apple SD Gothic Neo"/>
                <a:cs typeface="Apple SD Gothic Neo"/>
              </a:defRPr>
            </a:lvl7pPr>
            <a:lvl8pPr algn="l">
              <a:defRPr sz="2400" b="1">
                <a:solidFill>
                  <a:srgbClr val="C00000"/>
                </a:solidFill>
                <a:latin typeface="Apple SD Gothic Neo"/>
                <a:ea typeface="Apple SD Gothic Neo"/>
                <a:cs typeface="Apple SD Gothic Neo"/>
              </a:defRPr>
            </a:lvl8pPr>
            <a:lvl9pPr algn="l">
              <a:defRPr sz="2400" b="1">
                <a:solidFill>
                  <a:srgbClr val="C00000"/>
                </a:solidFill>
                <a:latin typeface="Apple SD Gothic Neo"/>
                <a:ea typeface="Apple SD Gothic Neo"/>
                <a:cs typeface="Apple SD Gothic Neo"/>
              </a:defRPr>
            </a:lvl9pPr>
          </a:lstStyle>
          <a:p xmlns:a="http://schemas.openxmlformats.org/drawingml/2006/main">
            <a:pPr algn="l">
              <a:defRPr sz="2400" b="1">
                <a:solidFill>
                  <a:srgbClr val="C00000"/>
                </a:solidFill>
                <a:latin typeface="Apple SD Gothic Neo"/>
                <a:ea typeface="Apple SD Gothic Neo"/>
                <a:cs typeface="Apple SD Gothic Neo"/>
              </a:defRPr>
            </a:pPr>
            <a:r>
              <a:rPr sz="2400" b="1">
                <a:solidFill>
                  <a:srgbClr val="C00000"/>
                </a:solidFill>
                <a:latin typeface="Apple SD Gothic Neo"/>
                <a:ea typeface="Apple SD Gothic Neo"/>
                <a:cs typeface="Apple SD Gothic Neo"/>
              </a:rPr>
              <a:t>새 질문의 응답이</a:t>
            </a:r>
          </a:p>
          <a:p xmlns:a="http://schemas.openxmlformats.org/drawingml/2006/main">
            <a:pPr algn="l">
              <a:defRPr sz="2400" b="1">
                <a:solidFill>
                  <a:srgbClr val="C00000"/>
                </a:solidFill>
                <a:latin typeface="Apple SD Gothic Neo"/>
                <a:ea typeface="Apple SD Gothic Neo"/>
                <a:cs typeface="Apple SD Gothic Neo"/>
              </a:defRPr>
            </a:pPr>
            <a:r>
              <a:rPr sz="2400" b="1">
                <a:solidFill>
                  <a:srgbClr val="C00000"/>
                </a:solidFill>
                <a:latin typeface="Apple SD Gothic Neo"/>
                <a:ea typeface="Apple SD Gothic Neo"/>
                <a:cs typeface="Apple SD Gothic Neo"/>
              </a:rPr>
              <a:t>현재 판단에 묶인다</a:t>
            </a:r>
          </a:p>
        </p:txBody>
      </p:sp>
      <p:sp>
        <p:nvSpPr>
          <p:cNvPr id="47" name="Editable path 45">
            <a:extLst xmlns:a="http://schemas.openxmlformats.org/drawingml/2006/main">
              <a:ext uri="{FF2B5EF4-FFF2-40B4-BE49-F238E27FC236}">
                <a16:creationId xmlns:a16="http://schemas.microsoft.com/office/drawing/2014/main" id="{903A393B-88E6-402C-AA24-3038C3276244}"/>
              </a:ext>
            </a:extLst>
          </p:cNvPr>
          <p:cNvSpPr>
            <a:spLocks xmlns:a="http://schemas.openxmlformats.org/drawingml/2006/main" noGrp="1"/>
          </p:cNvSpPr>
          <p:nvPr/>
        </p:nvSpPr>
        <p:spPr>
          <a:xfrm xmlns:a="http://schemas.openxmlformats.org/drawingml/2006/main">
            <a:off x="13392150" y="5572125"/>
            <a:ext cx="4076700" cy="953"/>
          </a:xfrm>
          <a:custGeom xmlns:a="http://schemas.openxmlformats.org/drawingml/2006/main">
            <a:pathLst>
              <a:path w="4076700" h="953">
                <a:moveTo>
                  <a:pt x="0" y="0"/>
                </a:moveTo>
                <a:lnTo>
                  <a:pt x="4076700" y="0"/>
                </a:lnTo>
              </a:path>
            </a:pathLst>
          </a:custGeom>
          <a:noFill xmlns:a="http://schemas.openxmlformats.org/drawingml/2006/main"/>
          <a:ln xmlns:a="http://schemas.openxmlformats.org/drawingml/2006/main" w="14288">
            <a:solidFill>
              <a:srgbClr val="B7B9B9"/>
            </a:solidFill>
            <a:prstDash val="solid"/>
          </a:ln>
        </p:spPr>
      </p:sp>
      <p:sp>
        <p:nvSpPr>
          <p:cNvPr id="48" name="DP2 object 46">
            <a:extLst xmlns:a="http://schemas.openxmlformats.org/drawingml/2006/main">
              <a:ext uri="{FF2B5EF4-FFF2-40B4-BE49-F238E27FC236}">
                <a16:creationId xmlns:a16="http://schemas.microsoft.com/office/drawing/2014/main" id="{48C431AF-749C-40E7-949C-9F60181682E6}"/>
              </a:ext>
            </a:extLst>
          </p:cNvPr>
          <p:cNvSpPr>
            <a:spLocks xmlns:a="http://schemas.openxmlformats.org/drawingml/2006/main" noGrp="1"/>
          </p:cNvSpPr>
          <p:nvPr/>
        </p:nvSpPr>
        <p:spPr>
          <a:xfrm xmlns:a="http://schemas.openxmlformats.org/drawingml/2006/main">
            <a:off x="13373100" y="601027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9" name="DP2 object 47">
            <a:extLst xmlns:a="http://schemas.openxmlformats.org/drawingml/2006/main">
              <a:ext uri="{FF2B5EF4-FFF2-40B4-BE49-F238E27FC236}">
                <a16:creationId xmlns:a16="http://schemas.microsoft.com/office/drawing/2014/main" id="{82BC1D72-6FCC-48C8-BB3E-AD9A4F28960F}"/>
              </a:ext>
            </a:extLst>
          </p:cNvPr>
          <p:cNvSpPr>
            <a:spLocks xmlns:a="http://schemas.openxmlformats.org/drawingml/2006/main" noGrp="1"/>
          </p:cNvSpPr>
          <p:nvPr/>
        </p:nvSpPr>
        <p:spPr>
          <a:xfrm xmlns:a="http://schemas.openxmlformats.org/drawingml/2006/main">
            <a:off x="13373100" y="601027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50" name="DP2 object 48">
            <a:extLst xmlns:a="http://schemas.openxmlformats.org/drawingml/2006/main">
              <a:ext uri="{FF2B5EF4-FFF2-40B4-BE49-F238E27FC236}">
                <a16:creationId xmlns:a16="http://schemas.microsoft.com/office/drawing/2014/main" id="{B4C9215D-DC95-4BBC-9374-105537AF64E6}"/>
              </a:ext>
            </a:extLst>
          </p:cNvPr>
          <p:cNvSpPr>
            <a:spLocks xmlns:a="http://schemas.openxmlformats.org/drawingml/2006/main" noGrp="1"/>
          </p:cNvSpPr>
          <p:nvPr/>
        </p:nvSpPr>
        <p:spPr>
          <a:xfrm xmlns:a="http://schemas.openxmlformats.org/drawingml/2006/main">
            <a:off x="13830300" y="5943600"/>
            <a:ext cx="36480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1">
                <a:solidFill>
                  <a:srgbClr val="111111"/>
                </a:solidFill>
                <a:latin typeface="Apple SD Gothic Neo"/>
                <a:ea typeface="Apple SD Gothic Neo"/>
                <a:cs typeface="Apple SD Gothic Neo"/>
              </a:defRPr>
            </a:defPPr>
            <a:lvl1pPr algn="l">
              <a:defRPr sz="2025" b="1">
                <a:solidFill>
                  <a:srgbClr val="111111"/>
                </a:solidFill>
                <a:latin typeface="Apple SD Gothic Neo"/>
                <a:ea typeface="Apple SD Gothic Neo"/>
                <a:cs typeface="Apple SD Gothic Neo"/>
              </a:defRPr>
            </a:lvl1pPr>
            <a:lvl2pPr algn="l">
              <a:defRPr sz="2025" b="1">
                <a:solidFill>
                  <a:srgbClr val="111111"/>
                </a:solidFill>
                <a:latin typeface="Apple SD Gothic Neo"/>
                <a:ea typeface="Apple SD Gothic Neo"/>
                <a:cs typeface="Apple SD Gothic Neo"/>
              </a:defRPr>
            </a:lvl2pPr>
            <a:lvl3pPr algn="l">
              <a:defRPr sz="2025" b="1">
                <a:solidFill>
                  <a:srgbClr val="111111"/>
                </a:solidFill>
                <a:latin typeface="Apple SD Gothic Neo"/>
                <a:ea typeface="Apple SD Gothic Neo"/>
                <a:cs typeface="Apple SD Gothic Neo"/>
              </a:defRPr>
            </a:lvl3pPr>
            <a:lvl4pPr algn="l">
              <a:defRPr sz="2025" b="1">
                <a:solidFill>
                  <a:srgbClr val="111111"/>
                </a:solidFill>
                <a:latin typeface="Apple SD Gothic Neo"/>
                <a:ea typeface="Apple SD Gothic Neo"/>
                <a:cs typeface="Apple SD Gothic Neo"/>
              </a:defRPr>
            </a:lvl4pPr>
            <a:lvl5pPr algn="l">
              <a:defRPr sz="2025" b="1">
                <a:solidFill>
                  <a:srgbClr val="111111"/>
                </a:solidFill>
                <a:latin typeface="Apple SD Gothic Neo"/>
                <a:ea typeface="Apple SD Gothic Neo"/>
                <a:cs typeface="Apple SD Gothic Neo"/>
              </a:defRPr>
            </a:lvl5pPr>
            <a:lvl6pPr algn="l">
              <a:defRPr sz="2025" b="1">
                <a:solidFill>
                  <a:srgbClr val="111111"/>
                </a:solidFill>
                <a:latin typeface="Apple SD Gothic Neo"/>
                <a:ea typeface="Apple SD Gothic Neo"/>
                <a:cs typeface="Apple SD Gothic Neo"/>
              </a:defRPr>
            </a:lvl6pPr>
            <a:lvl7pPr algn="l">
              <a:defRPr sz="2025" b="1">
                <a:solidFill>
                  <a:srgbClr val="111111"/>
                </a:solidFill>
                <a:latin typeface="Apple SD Gothic Neo"/>
                <a:ea typeface="Apple SD Gothic Neo"/>
                <a:cs typeface="Apple SD Gothic Neo"/>
              </a:defRPr>
            </a:lvl7pPr>
            <a:lvl8pPr algn="l">
              <a:defRPr sz="2025" b="1">
                <a:solidFill>
                  <a:srgbClr val="111111"/>
                </a:solidFill>
                <a:latin typeface="Apple SD Gothic Neo"/>
                <a:ea typeface="Apple SD Gothic Neo"/>
                <a:cs typeface="Apple SD Gothic Neo"/>
              </a:defRPr>
            </a:lvl8pPr>
            <a:lvl9pPr algn="l">
              <a:defRPr sz="2025" b="1">
                <a:solidFill>
                  <a:srgbClr val="111111"/>
                </a:solidFill>
                <a:latin typeface="Apple SD Gothic Neo"/>
                <a:ea typeface="Apple SD Gothic Neo"/>
                <a:cs typeface="Apple SD Gothic Neo"/>
              </a:defRPr>
            </a:lvl9pPr>
          </a:lstStyle>
          <a:p xmlns:a="http://schemas.openxmlformats.org/drawingml/2006/main">
            <a:pPr algn="l">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실행을 나누면</a:t>
            </a:r>
          </a:p>
        </p:txBody>
      </p:sp>
      <p:sp>
        <p:nvSpPr>
          <p:cNvPr id="51" name="DP2 object 49">
            <a:extLst xmlns:a="http://schemas.openxmlformats.org/drawingml/2006/main">
              <a:ext uri="{FF2B5EF4-FFF2-40B4-BE49-F238E27FC236}">
                <a16:creationId xmlns:a16="http://schemas.microsoft.com/office/drawing/2014/main" id="{1BA318A7-C8B8-446E-AA7B-70117D82DFBF}"/>
              </a:ext>
            </a:extLst>
          </p:cNvPr>
          <p:cNvSpPr>
            <a:spLocks xmlns:a="http://schemas.openxmlformats.org/drawingml/2006/main" noGrp="1"/>
          </p:cNvSpPr>
          <p:nvPr/>
        </p:nvSpPr>
        <p:spPr>
          <a:xfrm xmlns:a="http://schemas.openxmlformats.org/drawingml/2006/main">
            <a:off x="13392150" y="6600825"/>
            <a:ext cx="40671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1">
                <a:solidFill>
                  <a:srgbClr val="C00000"/>
                </a:solidFill>
                <a:latin typeface="Apple SD Gothic Neo"/>
                <a:ea typeface="Apple SD Gothic Neo"/>
                <a:cs typeface="Apple SD Gothic Neo"/>
              </a:defRPr>
            </a:defPPr>
            <a:lvl1pPr algn="l">
              <a:defRPr sz="2400" b="1">
                <a:solidFill>
                  <a:srgbClr val="C00000"/>
                </a:solidFill>
                <a:latin typeface="Apple SD Gothic Neo"/>
                <a:ea typeface="Apple SD Gothic Neo"/>
                <a:cs typeface="Apple SD Gothic Neo"/>
              </a:defRPr>
            </a:lvl1pPr>
            <a:lvl2pPr algn="l">
              <a:defRPr sz="2400" b="1">
                <a:solidFill>
                  <a:srgbClr val="C00000"/>
                </a:solidFill>
                <a:latin typeface="Apple SD Gothic Neo"/>
                <a:ea typeface="Apple SD Gothic Neo"/>
                <a:cs typeface="Apple SD Gothic Neo"/>
              </a:defRPr>
            </a:lvl2pPr>
            <a:lvl3pPr algn="l">
              <a:defRPr sz="2400" b="1">
                <a:solidFill>
                  <a:srgbClr val="C00000"/>
                </a:solidFill>
                <a:latin typeface="Apple SD Gothic Neo"/>
                <a:ea typeface="Apple SD Gothic Neo"/>
                <a:cs typeface="Apple SD Gothic Neo"/>
              </a:defRPr>
            </a:lvl3pPr>
            <a:lvl4pPr algn="l">
              <a:defRPr sz="2400" b="1">
                <a:solidFill>
                  <a:srgbClr val="C00000"/>
                </a:solidFill>
                <a:latin typeface="Apple SD Gothic Neo"/>
                <a:ea typeface="Apple SD Gothic Neo"/>
                <a:cs typeface="Apple SD Gothic Neo"/>
              </a:defRPr>
            </a:lvl4pPr>
            <a:lvl5pPr algn="l">
              <a:defRPr sz="2400" b="1">
                <a:solidFill>
                  <a:srgbClr val="C00000"/>
                </a:solidFill>
                <a:latin typeface="Apple SD Gothic Neo"/>
                <a:ea typeface="Apple SD Gothic Neo"/>
                <a:cs typeface="Apple SD Gothic Neo"/>
              </a:defRPr>
            </a:lvl5pPr>
            <a:lvl6pPr algn="l">
              <a:defRPr sz="2400" b="1">
                <a:solidFill>
                  <a:srgbClr val="C00000"/>
                </a:solidFill>
                <a:latin typeface="Apple SD Gothic Neo"/>
                <a:ea typeface="Apple SD Gothic Neo"/>
                <a:cs typeface="Apple SD Gothic Neo"/>
              </a:defRPr>
            </a:lvl6pPr>
            <a:lvl7pPr algn="l">
              <a:defRPr sz="2400" b="1">
                <a:solidFill>
                  <a:srgbClr val="C00000"/>
                </a:solidFill>
                <a:latin typeface="Apple SD Gothic Neo"/>
                <a:ea typeface="Apple SD Gothic Neo"/>
                <a:cs typeface="Apple SD Gothic Neo"/>
              </a:defRPr>
            </a:lvl7pPr>
            <a:lvl8pPr algn="l">
              <a:defRPr sz="2400" b="1">
                <a:solidFill>
                  <a:srgbClr val="C00000"/>
                </a:solidFill>
                <a:latin typeface="Apple SD Gothic Neo"/>
                <a:ea typeface="Apple SD Gothic Neo"/>
                <a:cs typeface="Apple SD Gothic Neo"/>
              </a:defRPr>
            </a:lvl8pPr>
            <a:lvl9pPr algn="l">
              <a:defRPr sz="2400" b="1">
                <a:solidFill>
                  <a:srgbClr val="C00000"/>
                </a:solidFill>
                <a:latin typeface="Apple SD Gothic Neo"/>
                <a:ea typeface="Apple SD Gothic Neo"/>
                <a:cs typeface="Apple SD Gothic Neo"/>
              </a:defRPr>
            </a:lvl9pPr>
          </a:lstStyle>
          <a:p xmlns:a="http://schemas.openxmlformats.org/drawingml/2006/main">
            <a:pPr algn="l">
              <a:defRPr sz="2400" b="1">
                <a:solidFill>
                  <a:srgbClr val="C00000"/>
                </a:solidFill>
                <a:latin typeface="Apple SD Gothic Neo"/>
                <a:ea typeface="Apple SD Gothic Neo"/>
                <a:cs typeface="Apple SD Gothic Neo"/>
              </a:defRPr>
            </a:pPr>
            <a:r>
              <a:rPr sz="2400" b="1">
                <a:solidFill>
                  <a:srgbClr val="C00000"/>
                </a:solidFill>
                <a:latin typeface="Apple SD Gothic Neo"/>
                <a:ea typeface="Apple SD Gothic Neo"/>
                <a:cs typeface="Apple SD Gothic Neo"/>
              </a:rPr>
              <a:t>요청별 문맥과</a:t>
            </a:r>
          </a:p>
          <a:p xmlns:a="http://schemas.openxmlformats.org/drawingml/2006/main">
            <a:pPr algn="l">
              <a:defRPr sz="2400" b="1">
                <a:solidFill>
                  <a:srgbClr val="C00000"/>
                </a:solidFill>
                <a:latin typeface="Apple SD Gothic Neo"/>
                <a:ea typeface="Apple SD Gothic Neo"/>
                <a:cs typeface="Apple SD Gothic Neo"/>
              </a:defRPr>
            </a:pPr>
            <a:r>
              <a:rPr sz="2400" b="1">
                <a:solidFill>
                  <a:srgbClr val="C00000"/>
                </a:solidFill>
                <a:latin typeface="Apple SD Gothic Neo"/>
                <a:ea typeface="Apple SD Gothic Neo"/>
                <a:cs typeface="Apple SD Gothic Neo"/>
              </a:rPr>
              <a:t>반환 상태가 늘어난다</a:t>
            </a:r>
          </a:p>
        </p:txBody>
      </p:sp>
      <p:sp>
        <p:nvSpPr>
          <p:cNvPr id="52" name="Editable path 50">
            <a:extLst xmlns:a="http://schemas.openxmlformats.org/drawingml/2006/main">
              <a:ext uri="{FF2B5EF4-FFF2-40B4-BE49-F238E27FC236}">
                <a16:creationId xmlns:a16="http://schemas.microsoft.com/office/drawing/2014/main" id="{F196D417-3D6B-4003-89CD-6C511A40425C}"/>
              </a:ext>
            </a:extLst>
          </p:cNvPr>
          <p:cNvSpPr>
            <a:spLocks xmlns:a="http://schemas.openxmlformats.org/drawingml/2006/main" noGrp="1"/>
          </p:cNvSpPr>
          <p:nvPr/>
        </p:nvSpPr>
        <p:spPr>
          <a:xfrm xmlns:a="http://schemas.openxmlformats.org/drawingml/2006/main">
            <a:off x="600075" y="8524875"/>
            <a:ext cx="16497300" cy="953"/>
          </a:xfrm>
          <a:custGeom xmlns:a="http://schemas.openxmlformats.org/drawingml/2006/main">
            <a:pathLst>
              <a:path w="16497300" h="953">
                <a:moveTo>
                  <a:pt x="0" y="0"/>
                </a:moveTo>
                <a:lnTo>
                  <a:pt x="16497300" y="0"/>
                </a:lnTo>
              </a:path>
            </a:pathLst>
          </a:custGeom>
          <a:noFill xmlns:a="http://schemas.openxmlformats.org/drawingml/2006/main"/>
          <a:ln xmlns:a="http://schemas.openxmlformats.org/drawingml/2006/main" w="14288">
            <a:solidFill>
              <a:srgbClr val="4676CB"/>
            </a:solidFill>
            <a:prstDash val="solid"/>
          </a:ln>
        </p:spPr>
      </p:sp>
      <p:sp>
        <p:nvSpPr>
          <p:cNvPr id="53" name="DP2 object 51">
            <a:extLst xmlns:a="http://schemas.openxmlformats.org/drawingml/2006/main">
              <a:ext uri="{FF2B5EF4-FFF2-40B4-BE49-F238E27FC236}">
                <a16:creationId xmlns:a16="http://schemas.microsoft.com/office/drawing/2014/main" id="{F1B87862-E347-4554-A757-1F655F65669C}"/>
              </a:ext>
            </a:extLst>
          </p:cNvPr>
          <p:cNvSpPr>
            <a:spLocks xmlns:a="http://schemas.openxmlformats.org/drawingml/2006/main" noGrp="1"/>
          </p:cNvSpPr>
          <p:nvPr/>
        </p:nvSpPr>
        <p:spPr>
          <a:xfrm xmlns:a="http://schemas.openxmlformats.org/drawingml/2006/main">
            <a:off x="628650" y="8858250"/>
            <a:ext cx="2714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75" b="1">
                <a:solidFill>
                  <a:srgbClr val="C00000"/>
                </a:solidFill>
                <a:latin typeface="Apple SD Gothic Neo"/>
                <a:ea typeface="Apple SD Gothic Neo"/>
                <a:cs typeface="Apple SD Gothic Neo"/>
              </a:defRPr>
            </a:defPPr>
            <a:lvl1pPr algn="l">
              <a:defRPr sz="2475" b="1">
                <a:solidFill>
                  <a:srgbClr val="C00000"/>
                </a:solidFill>
                <a:latin typeface="Apple SD Gothic Neo"/>
                <a:ea typeface="Apple SD Gothic Neo"/>
                <a:cs typeface="Apple SD Gothic Neo"/>
              </a:defRPr>
            </a:lvl1pPr>
            <a:lvl2pPr algn="l">
              <a:defRPr sz="2475" b="1">
                <a:solidFill>
                  <a:srgbClr val="C00000"/>
                </a:solidFill>
                <a:latin typeface="Apple SD Gothic Neo"/>
                <a:ea typeface="Apple SD Gothic Neo"/>
                <a:cs typeface="Apple SD Gothic Neo"/>
              </a:defRPr>
            </a:lvl2pPr>
            <a:lvl3pPr algn="l">
              <a:defRPr sz="2475" b="1">
                <a:solidFill>
                  <a:srgbClr val="C00000"/>
                </a:solidFill>
                <a:latin typeface="Apple SD Gothic Neo"/>
                <a:ea typeface="Apple SD Gothic Neo"/>
                <a:cs typeface="Apple SD Gothic Neo"/>
              </a:defRPr>
            </a:lvl3pPr>
            <a:lvl4pPr algn="l">
              <a:defRPr sz="2475" b="1">
                <a:solidFill>
                  <a:srgbClr val="C00000"/>
                </a:solidFill>
                <a:latin typeface="Apple SD Gothic Neo"/>
                <a:ea typeface="Apple SD Gothic Neo"/>
                <a:cs typeface="Apple SD Gothic Neo"/>
              </a:defRPr>
            </a:lvl4pPr>
            <a:lvl5pPr algn="l">
              <a:defRPr sz="2475" b="1">
                <a:solidFill>
                  <a:srgbClr val="C00000"/>
                </a:solidFill>
                <a:latin typeface="Apple SD Gothic Neo"/>
                <a:ea typeface="Apple SD Gothic Neo"/>
                <a:cs typeface="Apple SD Gothic Neo"/>
              </a:defRPr>
            </a:lvl5pPr>
            <a:lvl6pPr algn="l">
              <a:defRPr sz="2475" b="1">
                <a:solidFill>
                  <a:srgbClr val="C00000"/>
                </a:solidFill>
                <a:latin typeface="Apple SD Gothic Neo"/>
                <a:ea typeface="Apple SD Gothic Neo"/>
                <a:cs typeface="Apple SD Gothic Neo"/>
              </a:defRPr>
            </a:lvl6pPr>
            <a:lvl7pPr algn="l">
              <a:defRPr sz="2475" b="1">
                <a:solidFill>
                  <a:srgbClr val="C00000"/>
                </a:solidFill>
                <a:latin typeface="Apple SD Gothic Neo"/>
                <a:ea typeface="Apple SD Gothic Neo"/>
                <a:cs typeface="Apple SD Gothic Neo"/>
              </a:defRPr>
            </a:lvl7pPr>
            <a:lvl8pPr algn="l">
              <a:defRPr sz="2475" b="1">
                <a:solidFill>
                  <a:srgbClr val="C00000"/>
                </a:solidFill>
                <a:latin typeface="Apple SD Gothic Neo"/>
                <a:ea typeface="Apple SD Gothic Neo"/>
                <a:cs typeface="Apple SD Gothic Neo"/>
              </a:defRPr>
            </a:lvl8pPr>
            <a:lvl9pPr algn="l">
              <a:defRPr sz="2475" b="1">
                <a:solidFill>
                  <a:srgbClr val="C00000"/>
                </a:solidFill>
                <a:latin typeface="Apple SD Gothic Neo"/>
                <a:ea typeface="Apple SD Gothic Neo"/>
                <a:cs typeface="Apple SD Gothic Neo"/>
              </a:defRPr>
            </a:lvl9pPr>
          </a:lstStyle>
          <a:p xmlns:a="http://schemas.openxmlformats.org/drawingml/2006/main">
            <a:pPr algn="l">
              <a:defRPr sz="2475" b="1">
                <a:solidFill>
                  <a:srgbClr val="C00000"/>
                </a:solidFill>
                <a:latin typeface="Apple SD Gothic Neo"/>
                <a:ea typeface="Apple SD Gothic Neo"/>
                <a:cs typeface="Apple SD Gothic Neo"/>
              </a:defRPr>
            </a:pPr>
            <a:r>
              <a:rPr sz="2475" b="1">
                <a:solidFill>
                  <a:srgbClr val="C00000"/>
                </a:solidFill>
                <a:latin typeface="Apple SD Gothic Neo"/>
                <a:ea typeface="Apple SD Gothic Neo"/>
                <a:cs typeface="Apple SD Gothic Neo"/>
              </a:rPr>
              <a:t>이 DP의 질문</a:t>
            </a:r>
          </a:p>
        </p:txBody>
      </p:sp>
      <p:sp>
        <p:nvSpPr>
          <p:cNvPr id="54" name="DP2 object 52">
            <a:extLst xmlns:a="http://schemas.openxmlformats.org/drawingml/2006/main">
              <a:ext uri="{FF2B5EF4-FFF2-40B4-BE49-F238E27FC236}">
                <a16:creationId xmlns:a16="http://schemas.microsoft.com/office/drawing/2014/main" id="{52381C0D-1702-42AC-BFA1-3988CEEDE2F3}"/>
              </a:ext>
            </a:extLst>
          </p:cNvPr>
          <p:cNvSpPr>
            <a:spLocks xmlns:a="http://schemas.openxmlformats.org/drawingml/2006/main" noGrp="1"/>
          </p:cNvSpPr>
          <p:nvPr/>
        </p:nvSpPr>
        <p:spPr>
          <a:xfrm xmlns:a="http://schemas.openxmlformats.org/drawingml/2006/main">
            <a:off x="3581400" y="8801100"/>
            <a:ext cx="1362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775" b="1">
                <a:solidFill>
                  <a:srgbClr val="111111"/>
                </a:solidFill>
                <a:latin typeface="Apple SD Gothic Neo"/>
                <a:ea typeface="Apple SD Gothic Neo"/>
                <a:cs typeface="Apple SD Gothic Neo"/>
              </a:defRPr>
            </a:defPPr>
            <a:lvl1pPr algn="l">
              <a:defRPr sz="2775" b="1">
                <a:solidFill>
                  <a:srgbClr val="111111"/>
                </a:solidFill>
                <a:latin typeface="Apple SD Gothic Neo"/>
                <a:ea typeface="Apple SD Gothic Neo"/>
                <a:cs typeface="Apple SD Gothic Neo"/>
              </a:defRPr>
            </a:lvl1pPr>
            <a:lvl2pPr algn="l">
              <a:defRPr sz="2775" b="1">
                <a:solidFill>
                  <a:srgbClr val="111111"/>
                </a:solidFill>
                <a:latin typeface="Apple SD Gothic Neo"/>
                <a:ea typeface="Apple SD Gothic Neo"/>
                <a:cs typeface="Apple SD Gothic Neo"/>
              </a:defRPr>
            </a:lvl2pPr>
            <a:lvl3pPr algn="l">
              <a:defRPr sz="2775" b="1">
                <a:solidFill>
                  <a:srgbClr val="111111"/>
                </a:solidFill>
                <a:latin typeface="Apple SD Gothic Neo"/>
                <a:ea typeface="Apple SD Gothic Neo"/>
                <a:cs typeface="Apple SD Gothic Neo"/>
              </a:defRPr>
            </a:lvl3pPr>
            <a:lvl4pPr algn="l">
              <a:defRPr sz="2775" b="1">
                <a:solidFill>
                  <a:srgbClr val="111111"/>
                </a:solidFill>
                <a:latin typeface="Apple SD Gothic Neo"/>
                <a:ea typeface="Apple SD Gothic Neo"/>
                <a:cs typeface="Apple SD Gothic Neo"/>
              </a:defRPr>
            </a:lvl4pPr>
            <a:lvl5pPr algn="l">
              <a:defRPr sz="2775" b="1">
                <a:solidFill>
                  <a:srgbClr val="111111"/>
                </a:solidFill>
                <a:latin typeface="Apple SD Gothic Neo"/>
                <a:ea typeface="Apple SD Gothic Neo"/>
                <a:cs typeface="Apple SD Gothic Neo"/>
              </a:defRPr>
            </a:lvl5pPr>
            <a:lvl6pPr algn="l">
              <a:defRPr sz="2775" b="1">
                <a:solidFill>
                  <a:srgbClr val="111111"/>
                </a:solidFill>
                <a:latin typeface="Apple SD Gothic Neo"/>
                <a:ea typeface="Apple SD Gothic Neo"/>
                <a:cs typeface="Apple SD Gothic Neo"/>
              </a:defRPr>
            </a:lvl6pPr>
            <a:lvl7pPr algn="l">
              <a:defRPr sz="2775" b="1">
                <a:solidFill>
                  <a:srgbClr val="111111"/>
                </a:solidFill>
                <a:latin typeface="Apple SD Gothic Neo"/>
                <a:ea typeface="Apple SD Gothic Neo"/>
                <a:cs typeface="Apple SD Gothic Neo"/>
              </a:defRPr>
            </a:lvl7pPr>
            <a:lvl8pPr algn="l">
              <a:defRPr sz="2775" b="1">
                <a:solidFill>
                  <a:srgbClr val="111111"/>
                </a:solidFill>
                <a:latin typeface="Apple SD Gothic Neo"/>
                <a:ea typeface="Apple SD Gothic Neo"/>
                <a:cs typeface="Apple SD Gothic Neo"/>
              </a:defRPr>
            </a:lvl8pPr>
            <a:lvl9pPr algn="l">
              <a:defRPr sz="2775" b="1">
                <a:solidFill>
                  <a:srgbClr val="111111"/>
                </a:solidFill>
                <a:latin typeface="Apple SD Gothic Neo"/>
                <a:ea typeface="Apple SD Gothic Neo"/>
                <a:cs typeface="Apple SD Gothic Neo"/>
              </a:defRPr>
            </a:lvl9pPr>
          </a:lstStyle>
          <a:p xmlns:a="http://schemas.openxmlformats.org/drawingml/2006/main">
            <a:pPr algn="l">
              <a:defRPr sz="2775" b="1">
                <a:solidFill>
                  <a:srgbClr val="111111"/>
                </a:solidFill>
                <a:latin typeface="Apple SD Gothic Neo"/>
                <a:ea typeface="Apple SD Gothic Neo"/>
                <a:cs typeface="Apple SD Gothic Neo"/>
              </a:defRPr>
            </a:pPr>
            <a:r>
              <a:rPr sz="2775" b="1">
                <a:solidFill>
                  <a:srgbClr val="111111"/>
                </a:solidFill>
                <a:latin typeface="Apple SD Gothic Neo"/>
                <a:ea typeface="Apple SD Gothic Neo"/>
                <a:cs typeface="Apple SD Gothic Neo"/>
              </a:rPr>
              <a:t>새 입력을 같은 해석 실행에 넣을까, 요청별로 나눌까?</a:t>
            </a:r>
          </a:p>
        </p:txBody>
      </p:sp>
      <p:sp>
        <p:nvSpPr>
          <p:cNvPr id="55" name="DP2 object 53">
            <a:extLst xmlns:a="http://schemas.openxmlformats.org/drawingml/2006/main">
              <a:ext uri="{FF2B5EF4-FFF2-40B4-BE49-F238E27FC236}">
                <a16:creationId xmlns:a16="http://schemas.microsoft.com/office/drawing/2014/main" id="{8D3206A8-ED0A-473A-82ED-120463968786}"/>
              </a:ext>
            </a:extLst>
          </p:cNvPr>
          <p:cNvSpPr>
            <a:spLocks xmlns:a="http://schemas.openxmlformats.org/drawingml/2006/main" noGrp="1"/>
          </p:cNvSpPr>
          <p:nvPr/>
        </p:nvSpPr>
        <p:spPr>
          <a:xfrm xmlns:a="http://schemas.openxmlformats.org/drawingml/2006/main">
            <a:off x="3581400" y="9448800"/>
            <a:ext cx="1381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0">
                <a:solidFill>
                  <a:srgbClr val="111111"/>
                </a:solidFill>
                <a:latin typeface="Apple SD Gothic Neo"/>
                <a:ea typeface="Apple SD Gothic Neo"/>
                <a:cs typeface="Apple SD Gothic Neo"/>
              </a:defRPr>
            </a:defPPr>
            <a:lvl1pPr algn="l">
              <a:defRPr sz="2025" b="0">
                <a:solidFill>
                  <a:srgbClr val="111111"/>
                </a:solidFill>
                <a:latin typeface="Apple SD Gothic Neo"/>
                <a:ea typeface="Apple SD Gothic Neo"/>
                <a:cs typeface="Apple SD Gothic Neo"/>
              </a:defRPr>
            </a:lvl1pPr>
            <a:lvl2pPr algn="l">
              <a:defRPr sz="2025" b="0">
                <a:solidFill>
                  <a:srgbClr val="111111"/>
                </a:solidFill>
                <a:latin typeface="Apple SD Gothic Neo"/>
                <a:ea typeface="Apple SD Gothic Neo"/>
                <a:cs typeface="Apple SD Gothic Neo"/>
              </a:defRPr>
            </a:lvl2pPr>
            <a:lvl3pPr algn="l">
              <a:defRPr sz="2025" b="0">
                <a:solidFill>
                  <a:srgbClr val="111111"/>
                </a:solidFill>
                <a:latin typeface="Apple SD Gothic Neo"/>
                <a:ea typeface="Apple SD Gothic Neo"/>
                <a:cs typeface="Apple SD Gothic Neo"/>
              </a:defRPr>
            </a:lvl3pPr>
            <a:lvl4pPr algn="l">
              <a:defRPr sz="2025" b="0">
                <a:solidFill>
                  <a:srgbClr val="111111"/>
                </a:solidFill>
                <a:latin typeface="Apple SD Gothic Neo"/>
                <a:ea typeface="Apple SD Gothic Neo"/>
                <a:cs typeface="Apple SD Gothic Neo"/>
              </a:defRPr>
            </a:lvl4pPr>
            <a:lvl5pPr algn="l">
              <a:defRPr sz="2025" b="0">
                <a:solidFill>
                  <a:srgbClr val="111111"/>
                </a:solidFill>
                <a:latin typeface="Apple SD Gothic Neo"/>
                <a:ea typeface="Apple SD Gothic Neo"/>
                <a:cs typeface="Apple SD Gothic Neo"/>
              </a:defRPr>
            </a:lvl5pPr>
            <a:lvl6pPr algn="l">
              <a:defRPr sz="2025" b="0">
                <a:solidFill>
                  <a:srgbClr val="111111"/>
                </a:solidFill>
                <a:latin typeface="Apple SD Gothic Neo"/>
                <a:ea typeface="Apple SD Gothic Neo"/>
                <a:cs typeface="Apple SD Gothic Neo"/>
              </a:defRPr>
            </a:lvl6pPr>
            <a:lvl7pPr algn="l">
              <a:defRPr sz="2025" b="0">
                <a:solidFill>
                  <a:srgbClr val="111111"/>
                </a:solidFill>
                <a:latin typeface="Apple SD Gothic Neo"/>
                <a:ea typeface="Apple SD Gothic Neo"/>
                <a:cs typeface="Apple SD Gothic Neo"/>
              </a:defRPr>
            </a:lvl7pPr>
            <a:lvl8pPr algn="l">
              <a:defRPr sz="2025" b="0">
                <a:solidFill>
                  <a:srgbClr val="111111"/>
                </a:solidFill>
                <a:latin typeface="Apple SD Gothic Neo"/>
                <a:ea typeface="Apple SD Gothic Neo"/>
                <a:cs typeface="Apple SD Gothic Neo"/>
              </a:defRPr>
            </a:lvl8pPr>
            <a:lvl9pPr algn="l">
              <a:defRPr sz="2025" b="0">
                <a:solidFill>
                  <a:srgbClr val="111111"/>
                </a:solidFill>
                <a:latin typeface="Apple SD Gothic Neo"/>
                <a:ea typeface="Apple SD Gothic Neo"/>
                <a:cs typeface="Apple SD Gothic Neo"/>
              </a:defRPr>
            </a:lvl9pPr>
          </a:lstStyle>
          <a:p xmlns:a="http://schemas.openxmlformats.org/drawingml/2006/main">
            <a:pPr algn="l">
              <a:defRPr sz="2025" b="0">
                <a:solidFill>
                  <a:srgbClr val="111111"/>
                </a:solidFill>
                <a:latin typeface="Apple SD Gothic Neo"/>
                <a:ea typeface="Apple SD Gothic Neo"/>
                <a:cs typeface="Apple SD Gothic Neo"/>
              </a:defRPr>
            </a:pPr>
            <a:r>
              <a:rPr sz="2025" b="0">
                <a:solidFill>
                  <a:srgbClr val="111111"/>
                </a:solidFill>
                <a:latin typeface="Apple SD Gothic Neo"/>
                <a:ea typeface="Apple SD Gothic Neo"/>
                <a:cs typeface="Apple SD Gothic Neo"/>
              </a:rPr>
              <a:t>원래 목표를 보존하며, 새 입력의 판단을 시작하는 실행 구조를 선택한다.</a:t>
            </a:r>
          </a:p>
        </p:txBody>
      </p:sp>
    </p:spTree>
    <p:extLst>
      <p:ext uri="{BB962C8B-B14F-4D97-AF65-F5344CB8AC3E}">
        <p14:creationId xmlns:p14="http://schemas.microsoft.com/office/powerpoint/2010/main" val="3679780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 name="DP2 object 54">
            <a:extLst xmlns:a="http://schemas.openxmlformats.org/drawingml/2006/main">
              <a:ext uri="{FF2B5EF4-FFF2-40B4-BE49-F238E27FC236}">
                <a16:creationId xmlns:a16="http://schemas.microsoft.com/office/drawing/2014/main" id="{DD0CD734-5F13-4F99-B2FA-73E1C717844B}"/>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DP2. 후속 입력의 의미 판단 실행 방안 (설계 방안 비교)</a:t>
            </a:r>
          </a:p>
        </p:txBody>
      </p:sp>
      <p:sp>
        <p:nvSpPr>
          <p:cNvPr id="2" name="DP2 object 55">
            <a:extLst xmlns:a="http://schemas.openxmlformats.org/drawingml/2006/main">
              <a:ext uri="{FF2B5EF4-FFF2-40B4-BE49-F238E27FC236}">
                <a16:creationId xmlns:a16="http://schemas.microsoft.com/office/drawing/2014/main" id="{869D96EA-72E2-4626-BFEA-4429062ED4C7}"/>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2 object 56">
            <a:extLst xmlns:a="http://schemas.openxmlformats.org/drawingml/2006/main">
              <a:ext uri="{FF2B5EF4-FFF2-40B4-BE49-F238E27FC236}">
                <a16:creationId xmlns:a16="http://schemas.microsoft.com/office/drawing/2014/main" id="{FA2CE9B8-12A6-4E5E-ACFB-B4C9CB7A7404}"/>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2 object 57">
            <a:extLst xmlns:a="http://schemas.openxmlformats.org/drawingml/2006/main">
              <a:ext uri="{FF2B5EF4-FFF2-40B4-BE49-F238E27FC236}">
                <a16:creationId xmlns:a16="http://schemas.microsoft.com/office/drawing/2014/main" id="{3E2C0401-72B9-4CFE-8022-95DC47692EC8}"/>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2 object 58">
            <a:extLst xmlns:a="http://schemas.openxmlformats.org/drawingml/2006/main">
              <a:ext uri="{FF2B5EF4-FFF2-40B4-BE49-F238E27FC236}">
                <a16:creationId xmlns:a16="http://schemas.microsoft.com/office/drawing/2014/main" id="{54317F9B-180B-4B96-AAC9-6D1ECF0FB374}"/>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2 object 59">
            <a:extLst xmlns:a="http://schemas.openxmlformats.org/drawingml/2006/main">
              <a:ext uri="{FF2B5EF4-FFF2-40B4-BE49-F238E27FC236}">
                <a16:creationId xmlns:a16="http://schemas.microsoft.com/office/drawing/2014/main" id="{ED81A5A7-EAEC-4EEC-9773-3F72B7438C1C}"/>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2 object 60">
            <a:extLst xmlns:a="http://schemas.openxmlformats.org/drawingml/2006/main">
              <a:ext uri="{FF2B5EF4-FFF2-40B4-BE49-F238E27FC236}">
                <a16:creationId xmlns:a16="http://schemas.microsoft.com/office/drawing/2014/main" id="{595E8324-0572-461B-8119-19EF8C0E822B}"/>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2 object 61">
            <a:extLst xmlns:a="http://schemas.openxmlformats.org/drawingml/2006/main">
              <a:ext uri="{FF2B5EF4-FFF2-40B4-BE49-F238E27FC236}">
                <a16:creationId xmlns:a16="http://schemas.microsoft.com/office/drawing/2014/main" id="{A9F834DE-8A1E-44CE-BC03-FF13E744439F}"/>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2 object 62">
            <a:extLst xmlns:a="http://schemas.openxmlformats.org/drawingml/2006/main">
              <a:ext uri="{FF2B5EF4-FFF2-40B4-BE49-F238E27FC236}">
                <a16:creationId xmlns:a16="http://schemas.microsoft.com/office/drawing/2014/main" id="{50E0597F-AB3E-4E49-AEAD-898D3A0DA552}"/>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2 object 63">
            <a:extLst xmlns:a="http://schemas.openxmlformats.org/drawingml/2006/main">
              <a:ext uri="{FF2B5EF4-FFF2-40B4-BE49-F238E27FC236}">
                <a16:creationId xmlns:a16="http://schemas.microsoft.com/office/drawing/2014/main" id="{2C126D2E-C7C2-420E-A31A-E143AA3A09AC}"/>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2 object 64">
            <a:extLst xmlns:a="http://schemas.openxmlformats.org/drawingml/2006/main">
              <a:ext uri="{FF2B5EF4-FFF2-40B4-BE49-F238E27FC236}">
                <a16:creationId xmlns:a16="http://schemas.microsoft.com/office/drawing/2014/main" id="{B55B3662-651D-434E-BEBD-B4945C01EC2A}"/>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65">
            <a:extLst xmlns:a="http://schemas.openxmlformats.org/drawingml/2006/main">
              <a:ext uri="{FF2B5EF4-FFF2-40B4-BE49-F238E27FC236}">
                <a16:creationId xmlns:a16="http://schemas.microsoft.com/office/drawing/2014/main" id="{9F69BA4A-6F0A-4DA9-A439-09BEEF83D7B4}"/>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2 object 66">
            <a:extLst xmlns:a="http://schemas.openxmlformats.org/drawingml/2006/main">
              <a:ext uri="{FF2B5EF4-FFF2-40B4-BE49-F238E27FC236}">
                <a16:creationId xmlns:a16="http://schemas.microsoft.com/office/drawing/2014/main" id="{90275662-6027-4BE1-B33F-253A563F24D8}"/>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2</a:t>
            </a:r>
          </a:p>
        </p:txBody>
      </p:sp>
      <p:sp>
        <p:nvSpPr>
          <p:cNvPr id="14" name="DP2 object 67">
            <a:extLst xmlns:a="http://schemas.openxmlformats.org/drawingml/2006/main">
              <a:ext uri="{FF2B5EF4-FFF2-40B4-BE49-F238E27FC236}">
                <a16:creationId xmlns:a16="http://schemas.microsoft.com/office/drawing/2014/main" id="{2AE2B94E-A5E9-4A1C-8A8F-BD02F12ADD52}"/>
              </a:ext>
            </a:extLst>
          </p:cNvPr>
          <p:cNvSpPr>
            <a:spLocks xmlns:a="http://schemas.openxmlformats.org/drawingml/2006/main" noGrp="1"/>
          </p:cNvSpPr>
          <p:nvPr/>
        </p:nvSpPr>
        <p:spPr>
          <a:xfrm xmlns:a="http://schemas.openxmlformats.org/drawingml/2006/main">
            <a:off x="266700" y="1181100"/>
            <a:ext cx="17478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1">
                <a:solidFill>
                  <a:srgbClr val="111111"/>
                </a:solidFill>
                <a:latin typeface="Apple SD Gothic Neo"/>
                <a:ea typeface="Apple SD Gothic Neo"/>
                <a:cs typeface="Apple SD Gothic Neo"/>
              </a:defRPr>
            </a:defPPr>
            <a:lvl1pPr algn="l">
              <a:defRPr sz="2100" b="1">
                <a:solidFill>
                  <a:srgbClr val="111111"/>
                </a:solidFill>
                <a:latin typeface="Apple SD Gothic Neo"/>
                <a:ea typeface="Apple SD Gothic Neo"/>
                <a:cs typeface="Apple SD Gothic Neo"/>
              </a:defRPr>
            </a:lvl1pPr>
            <a:lvl2pPr algn="l">
              <a:defRPr sz="2100" b="1">
                <a:solidFill>
                  <a:srgbClr val="111111"/>
                </a:solidFill>
                <a:latin typeface="Apple SD Gothic Neo"/>
                <a:ea typeface="Apple SD Gothic Neo"/>
                <a:cs typeface="Apple SD Gothic Neo"/>
              </a:defRPr>
            </a:lvl2pPr>
            <a:lvl3pPr algn="l">
              <a:defRPr sz="2100" b="1">
                <a:solidFill>
                  <a:srgbClr val="111111"/>
                </a:solidFill>
                <a:latin typeface="Apple SD Gothic Neo"/>
                <a:ea typeface="Apple SD Gothic Neo"/>
                <a:cs typeface="Apple SD Gothic Neo"/>
              </a:defRPr>
            </a:lvl3pPr>
            <a:lvl4pPr algn="l">
              <a:defRPr sz="2100" b="1">
                <a:solidFill>
                  <a:srgbClr val="111111"/>
                </a:solidFill>
                <a:latin typeface="Apple SD Gothic Neo"/>
                <a:ea typeface="Apple SD Gothic Neo"/>
                <a:cs typeface="Apple SD Gothic Neo"/>
              </a:defRPr>
            </a:lvl4pPr>
            <a:lvl5pPr algn="l">
              <a:defRPr sz="2100" b="1">
                <a:solidFill>
                  <a:srgbClr val="111111"/>
                </a:solidFill>
                <a:latin typeface="Apple SD Gothic Neo"/>
                <a:ea typeface="Apple SD Gothic Neo"/>
                <a:cs typeface="Apple SD Gothic Neo"/>
              </a:defRPr>
            </a:lvl5pPr>
            <a:lvl6pPr algn="l">
              <a:defRPr sz="2100" b="1">
                <a:solidFill>
                  <a:srgbClr val="111111"/>
                </a:solidFill>
                <a:latin typeface="Apple SD Gothic Neo"/>
                <a:ea typeface="Apple SD Gothic Neo"/>
                <a:cs typeface="Apple SD Gothic Neo"/>
              </a:defRPr>
            </a:lvl6pPr>
            <a:lvl7pPr algn="l">
              <a:defRPr sz="2100" b="1">
                <a:solidFill>
                  <a:srgbClr val="111111"/>
                </a:solidFill>
                <a:latin typeface="Apple SD Gothic Neo"/>
                <a:ea typeface="Apple SD Gothic Neo"/>
                <a:cs typeface="Apple SD Gothic Neo"/>
              </a:defRPr>
            </a:lvl7pPr>
            <a:lvl8pPr algn="l">
              <a:defRPr sz="2100" b="1">
                <a:solidFill>
                  <a:srgbClr val="111111"/>
                </a:solidFill>
                <a:latin typeface="Apple SD Gothic Neo"/>
                <a:ea typeface="Apple SD Gothic Neo"/>
                <a:cs typeface="Apple SD Gothic Neo"/>
              </a:defRPr>
            </a:lvl8pPr>
            <a:lvl9pPr algn="l">
              <a:defRPr sz="2100" b="1">
                <a:solidFill>
                  <a:srgbClr val="111111"/>
                </a:solidFill>
                <a:latin typeface="Apple SD Gothic Neo"/>
                <a:ea typeface="Apple SD Gothic Neo"/>
                <a:cs typeface="Apple SD Gothic Neo"/>
              </a:defRPr>
            </a:lvl9pPr>
          </a:lstStyle>
          <a:p xmlns:a="http://schemas.openxmlformats.org/drawingml/2006/main">
            <a:pPr algn="l">
              <a:defRPr sz="2100" b="1">
                <a:solidFill>
                  <a:srgbClr val="111111"/>
                </a:solidFill>
                <a:latin typeface="Apple SD Gothic Neo"/>
                <a:ea typeface="Apple SD Gothic Neo"/>
                <a:cs typeface="Apple SD Gothic Neo"/>
              </a:defRPr>
            </a:pPr>
            <a:r>
              <a:rPr sz="2100" b="1">
                <a:solidFill>
                  <a:srgbClr val="111111"/>
                </a:solidFill>
                <a:latin typeface="Apple SD Gothic Neo"/>
                <a:ea typeface="Apple SD Gothic Neo"/>
                <a:cs typeface="Apple SD Gothic Neo"/>
              </a:rPr>
              <a:t>A: 하나의 대화 해석 실행   /   B: 공통 대화 해석과 요청별 실행</a:t>
            </a:r>
          </a:p>
        </p:txBody>
      </p:sp>
      <p:graphicFrame>
        <p:nvGraphicFramePr>
          <p:cNvPr id="15" name="">
            <a:extLst xmlns:a="http://schemas.openxmlformats.org/drawingml/2006/main">
              <a:ext uri="{FF2B5EF4-FFF2-40B4-BE49-F238E27FC236}">
                <a16:creationId xmlns:a16="http://schemas.microsoft.com/office/drawing/2014/main" id="{89123B03-3950-4F05-94B7-E2F0B3443C5E}"/>
              </a:ext>
            </a:extLst>
          </p:cNvPr>
          <p:cNvGraphicFramePr/>
          <p:nvPr/>
        </p:nvGraphicFramePr>
        <p:xfrm>
          <a:off xmlns:a="http://schemas.openxmlformats.org/drawingml/2006/main" x="228600" y="1657350"/>
          <a:ext xmlns:a="http://schemas.openxmlformats.org/drawingml/2006/main" cx="17830800" cy="7848600"/>
        </p:xfrm>
        <a:graphic xmlns:a="http://schemas.openxmlformats.org/drawingml/2006/main">
          <a:graphicData uri="http://schemas.openxmlformats.org/drawingml/2006/table">
            <a:tbl>
              <a:tblPr firstRow="0" bandRow="0" bandCol="0"/>
              <a:tblGrid>
                <a:gridCol w="1638300"/>
                <a:gridCol w="8096250"/>
                <a:gridCol w="8096250"/>
              </a:tblGrid>
              <a:tr h="438150">
                <a:tc>
                  <a:txBody>
                    <a:bodyPr anchor="ctr"/>
                    <a:lstStyle/>
                    <a:p>
                      <a:pPr algn="ctr"/>
                      <a:r>
                        <a:rPr sz="1875"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 하나의 대화 해석 실행</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공통 대화 해석 + 요청별 실행</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r>
                        <a:rPr sz="2175" b="1">
                          <a:solidFill>
                            <a:srgbClr val="111111"/>
                          </a:solidFill>
                          <a:latin typeface="Apple SD Gothic Neo"/>
                          <a:ea typeface="Apple SD Gothic Neo"/>
                          <a:cs typeface="Apple SD Gothic Neo"/>
                        </a:rPr>
                        <a:t>구조</a:t>
                      </a: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r>
                        <a:rPr sz="1875"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같은 문맥의 근거와 잠정 판단을 연속 사용</a:t>
                      </a:r>
                    </a:p>
                    <a:p>
                      <a:pPr algn="ctr"/>
                      <a:r>
                        <a:rPr sz="1500">
                          <a:solidFill>
                            <a:srgbClr val="111111"/>
                          </a:solidFill>
                          <a:latin typeface="Apple SD Gothic Neo"/>
                          <a:ea typeface="Apple SD Gothic Neo"/>
                          <a:cs typeface="Apple SD Gothic Neo"/>
                        </a:rPr>
                        <a:t>실행 대응과 반환 상태가 단순</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호출 여유가 있으면 긴 판단 중 새 입력 해석</a:t>
                      </a:r>
                    </a:p>
                    <a:p>
                      <a:pPr algn="ctr"/>
                      <a:r>
                        <a:rPr sz="1500">
                          <a:solidFill>
                            <a:srgbClr val="111111"/>
                          </a:solidFill>
                          <a:latin typeface="Apple SD Gothic Neo"/>
                          <a:ea typeface="Apple SD Gothic Neo"/>
                          <a:cs typeface="Apple SD Gothic Neo"/>
                        </a:rPr>
                        <a:t>독립 요청의 읽기·판단을 겹쳐 진행</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r>
                        <a:rPr sz="1875"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후속 의미 판단이 현재 step 경계를 기다림</a:t>
                      </a:r>
                    </a:p>
                    <a:p>
                      <a:pPr algn="ctr"/>
                      <a:r>
                        <a:rPr sz="1575">
                          <a:solidFill>
                            <a:srgbClr val="C00000"/>
                          </a:solidFill>
                          <a:latin typeface="Apple SD Gothic Neo"/>
                          <a:ea typeface="Apple SD Gothic Neo"/>
                          <a:cs typeface="Apple SD Gothic Neo"/>
                        </a:rPr>
                        <a:t>앞선 요청 전체 완료를 기다리는 것은 아님</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실행별 문맥·상태와 반환 관리가 추가됨</a:t>
                      </a:r>
                    </a:p>
                    <a:p>
                      <a:pPr algn="ctr"/>
                      <a:r>
                        <a:rPr sz="1575">
                          <a:solidFill>
                            <a:srgbClr val="C00000"/>
                          </a:solidFill>
                          <a:latin typeface="Apple SD Gothic Neo"/>
                          <a:ea typeface="Apple SD Gothic Neo"/>
                          <a:cs typeface="Apple SD Gothic Neo"/>
                        </a:rPr>
                        <a:t>호출 한도가 차면 병행 이익이 줄어듦</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8.677 (30/30)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6.698 (30/30)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QA03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24.092 (23/24)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20.982 (24/24)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0.1224560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0.1125156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r>
                        <a:rPr sz="1425" b="1">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45.351</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46.170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68">
            <a:extLst xmlns:a="http://schemas.openxmlformats.org/drawingml/2006/main">
              <a:ext uri="{FF2B5EF4-FFF2-40B4-BE49-F238E27FC236}">
                <a16:creationId xmlns:a16="http://schemas.microsoft.com/office/drawing/2014/main" id="{9BFE51E8-9652-4DD6-B9AF-41898A4AB5E3}"/>
              </a:ext>
            </a:extLst>
          </p:cNvPr>
          <p:cNvSpPr>
            <a:spLocks xmlns:a="http://schemas.openxmlformats.org/drawingml/2006/main" noGrp="1"/>
          </p:cNvSpPr>
          <p:nvPr/>
        </p:nvSpPr>
        <p:spPr>
          <a:xfrm xmlns:a="http://schemas.openxmlformats.org/drawingml/2006/main">
            <a:off x="381000" y="2771775"/>
            <a:ext cx="1323975" cy="6477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7" name="DP2 object 69">
            <a:extLst xmlns:a="http://schemas.openxmlformats.org/drawingml/2006/main">
              <a:ext uri="{FF2B5EF4-FFF2-40B4-BE49-F238E27FC236}">
                <a16:creationId xmlns:a16="http://schemas.microsoft.com/office/drawing/2014/main" id="{2BA60E02-78E0-4653-B0E9-ABD1A79D65D3}"/>
              </a:ext>
            </a:extLst>
          </p:cNvPr>
          <p:cNvSpPr>
            <a:spLocks xmlns:a="http://schemas.openxmlformats.org/drawingml/2006/main" noGrp="1"/>
          </p:cNvSpPr>
          <p:nvPr/>
        </p:nvSpPr>
        <p:spPr>
          <a:xfrm xmlns:a="http://schemas.openxmlformats.org/drawingml/2006/main">
            <a:off x="419100" y="2790825"/>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Component</a:t>
            </a:r>
          </a:p>
        </p:txBody>
      </p:sp>
      <p:sp>
        <p:nvSpPr>
          <p:cNvPr id="18" name="DP2 object 70">
            <a:extLst xmlns:a="http://schemas.openxmlformats.org/drawingml/2006/main">
              <a:ext uri="{FF2B5EF4-FFF2-40B4-BE49-F238E27FC236}">
                <a16:creationId xmlns:a16="http://schemas.microsoft.com/office/drawing/2014/main" id="{3844E051-8C17-452B-8B25-0FBEBC773540}"/>
              </a:ext>
            </a:extLst>
          </p:cNvPr>
          <p:cNvSpPr>
            <a:spLocks xmlns:a="http://schemas.openxmlformats.org/drawingml/2006/main" noGrp="1"/>
          </p:cNvSpPr>
          <p:nvPr/>
        </p:nvSpPr>
        <p:spPr>
          <a:xfrm xmlns:a="http://schemas.openxmlformats.org/drawingml/2006/main">
            <a:off x="466725" y="3095625"/>
            <a:ext cx="1152525" cy="23812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prstDash val="solid"/>
          </a:ln>
        </p:spPr>
      </p:sp>
      <p:sp>
        <p:nvSpPr>
          <p:cNvPr id="19" name="DP2 object 71">
            <a:extLst xmlns:a="http://schemas.openxmlformats.org/drawingml/2006/main">
              <a:ext uri="{FF2B5EF4-FFF2-40B4-BE49-F238E27FC236}">
                <a16:creationId xmlns:a16="http://schemas.microsoft.com/office/drawing/2014/main" id="{18361B5C-CC6C-4373-B1B9-71E931C4DE44}"/>
              </a:ext>
            </a:extLst>
          </p:cNvPr>
          <p:cNvSpPr>
            <a:spLocks xmlns:a="http://schemas.openxmlformats.org/drawingml/2006/main" noGrp="1"/>
          </p:cNvSpPr>
          <p:nvPr/>
        </p:nvSpPr>
        <p:spPr>
          <a:xfrm xmlns:a="http://schemas.openxmlformats.org/drawingml/2006/main">
            <a:off x="485775" y="3095625"/>
            <a:ext cx="1114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내부 처리</a:t>
            </a:r>
          </a:p>
        </p:txBody>
      </p:sp>
      <p:sp>
        <p:nvSpPr>
          <p:cNvPr id="20" name="DP2 object 72">
            <a:extLst xmlns:a="http://schemas.openxmlformats.org/drawingml/2006/main">
              <a:ext uri="{FF2B5EF4-FFF2-40B4-BE49-F238E27FC236}">
                <a16:creationId xmlns:a16="http://schemas.microsoft.com/office/drawing/2014/main" id="{865EABC1-3881-4768-894F-4BE3285CFF65}"/>
              </a:ext>
            </a:extLst>
          </p:cNvPr>
          <p:cNvSpPr>
            <a:spLocks xmlns:a="http://schemas.openxmlformats.org/drawingml/2006/main" noGrp="1"/>
          </p:cNvSpPr>
          <p:nvPr/>
        </p:nvSpPr>
        <p:spPr>
          <a:xfrm xmlns:a="http://schemas.openxmlformats.org/drawingml/2006/main">
            <a:off x="381000" y="3648075"/>
            <a:ext cx="1323975" cy="419100"/>
          </a:xfrm>
          <a:prstGeom xmlns:a="http://schemas.openxmlformats.org/drawingml/2006/main" prst="rect">
            <a:avLst/>
          </a:prstGeom>
          <a:noFill xmlns:a="http://schemas.openxmlformats.org/drawingml/2006/main"/>
          <a:ln xmlns:a="http://schemas.openxmlformats.org/drawingml/2006/main" w="17145">
            <a:solidFill>
              <a:srgbClr val="111111"/>
            </a:solidFill>
            <a:prstDash val="dash"/>
          </a:ln>
        </p:spPr>
      </p:sp>
      <p:sp>
        <p:nvSpPr>
          <p:cNvPr id="21" name="DP2 object 73">
            <a:extLst xmlns:a="http://schemas.openxmlformats.org/drawingml/2006/main">
              <a:ext uri="{FF2B5EF4-FFF2-40B4-BE49-F238E27FC236}">
                <a16:creationId xmlns:a16="http://schemas.microsoft.com/office/drawing/2014/main" id="{1BE8A235-526C-45F8-A292-EA1656B03F4E}"/>
              </a:ext>
            </a:extLst>
          </p:cNvPr>
          <p:cNvSpPr>
            <a:spLocks xmlns:a="http://schemas.openxmlformats.org/drawingml/2006/main" noGrp="1"/>
          </p:cNvSpPr>
          <p:nvPr/>
        </p:nvSpPr>
        <p:spPr>
          <a:xfrm xmlns:a="http://schemas.openxmlformats.org/drawingml/2006/main">
            <a:off x="409575" y="3676650"/>
            <a:ext cx="12668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논리 실행</a:t>
            </a:r>
          </a:p>
        </p:txBody>
      </p:sp>
      <p:sp>
        <p:nvSpPr>
          <p:cNvPr id="22" name="보존 데이터">
            <a:extLst xmlns:a="http://schemas.openxmlformats.org/drawingml/2006/main">
              <a:ext uri="{FF2B5EF4-FFF2-40B4-BE49-F238E27FC236}">
                <a16:creationId xmlns:a16="http://schemas.microsoft.com/office/drawing/2014/main" id="{2CA3DF7C-4DFA-4188-99FC-4EECAAC7D3A5}"/>
              </a:ext>
            </a:extLst>
          </p:cNvPr>
          <p:cNvSpPr>
            <a:spLocks xmlns:a="http://schemas.openxmlformats.org/drawingml/2006/main" noGrp="1"/>
          </p:cNvSpPr>
          <p:nvPr/>
        </p:nvSpPr>
        <p:spPr>
          <a:xfrm xmlns:a="http://schemas.openxmlformats.org/drawingml/2006/main">
            <a:off x="400050" y="4276725"/>
            <a:ext cx="1285875" cy="5238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3" name="DP2 object 74">
            <a:extLst xmlns:a="http://schemas.openxmlformats.org/drawingml/2006/main">
              <a:ext uri="{FF2B5EF4-FFF2-40B4-BE49-F238E27FC236}">
                <a16:creationId xmlns:a16="http://schemas.microsoft.com/office/drawing/2014/main" id="{2961B469-2AEE-40B2-A2E6-B1135C416B41}"/>
              </a:ext>
            </a:extLst>
          </p:cNvPr>
          <p:cNvSpPr>
            <a:spLocks xmlns:a="http://schemas.openxmlformats.org/drawingml/2006/main" noGrp="1"/>
          </p:cNvSpPr>
          <p:nvPr/>
        </p:nvSpPr>
        <p:spPr>
          <a:xfrm xmlns:a="http://schemas.openxmlformats.org/drawingml/2006/main">
            <a:off x="447675" y="4381500"/>
            <a:ext cx="1190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보존 데이터</a:t>
            </a:r>
          </a:p>
        </p:txBody>
      </p:sp>
      <p:sp>
        <p:nvSpPr>
          <p:cNvPr id="24" name="DP2 object 75">
            <a:extLst xmlns:a="http://schemas.openxmlformats.org/drawingml/2006/main">
              <a:ext uri="{FF2B5EF4-FFF2-40B4-BE49-F238E27FC236}">
                <a16:creationId xmlns:a16="http://schemas.microsoft.com/office/drawing/2014/main" id="{A22B419F-D7C9-4F5F-A999-01E77F2057E1}"/>
              </a:ext>
            </a:extLst>
          </p:cNvPr>
          <p:cNvSpPr>
            <a:spLocks xmlns:a="http://schemas.openxmlformats.org/drawingml/2006/main" noGrp="1"/>
          </p:cNvSpPr>
          <p:nvPr/>
        </p:nvSpPr>
        <p:spPr>
          <a:xfrm xmlns:a="http://schemas.openxmlformats.org/drawingml/2006/main">
            <a:off x="333375" y="4905375"/>
            <a:ext cx="14382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R1·R2는 논리 실행</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모델 복제 아님</a:t>
            </a:r>
          </a:p>
        </p:txBody>
      </p:sp>
      <p:sp>
        <p:nvSpPr>
          <p:cNvPr id="25" name="DP2 object 76">
            <a:extLst xmlns:a="http://schemas.openxmlformats.org/drawingml/2006/main">
              <a:ext uri="{FF2B5EF4-FFF2-40B4-BE49-F238E27FC236}">
                <a16:creationId xmlns:a16="http://schemas.microsoft.com/office/drawing/2014/main" id="{93EC2742-08EC-4ADE-8C6C-5B223EBC24A1}"/>
              </a:ext>
            </a:extLst>
          </p:cNvPr>
          <p:cNvSpPr>
            <a:spLocks xmlns:a="http://schemas.openxmlformats.org/drawingml/2006/main" noGrp="1"/>
          </p:cNvSpPr>
          <p:nvPr/>
        </p:nvSpPr>
        <p:spPr>
          <a:xfrm xmlns:a="http://schemas.openxmlformats.org/drawingml/2006/main">
            <a:off x="333375" y="5400675"/>
            <a:ext cx="14382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실선: 요청·반환</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원통: 상태 / 입력</a:t>
            </a:r>
          </a:p>
        </p:txBody>
      </p:sp>
      <p:sp>
        <p:nvSpPr>
          <p:cNvPr id="26" name="DP2 object 77">
            <a:extLst xmlns:a="http://schemas.openxmlformats.org/drawingml/2006/main">
              <a:ext uri="{FF2B5EF4-FFF2-40B4-BE49-F238E27FC236}">
                <a16:creationId xmlns:a16="http://schemas.microsoft.com/office/drawing/2014/main" id="{F10816A0-4D72-4660-9427-E466CA11E071}"/>
              </a:ext>
            </a:extLst>
          </p:cNvPr>
          <p:cNvSpPr>
            <a:spLocks xmlns:a="http://schemas.openxmlformats.org/drawingml/2006/main" noGrp="1"/>
          </p:cNvSpPr>
          <p:nvPr/>
        </p:nvSpPr>
        <p:spPr>
          <a:xfrm xmlns:a="http://schemas.openxmlformats.org/drawingml/2006/main">
            <a:off x="1971675" y="2190750"/>
            <a:ext cx="788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대화 실행 1개와 문맥 1개를 이어 사용</a:t>
            </a:r>
          </a:p>
        </p:txBody>
      </p:sp>
      <p:sp>
        <p:nvSpPr>
          <p:cNvPr id="27" name="A Request Controller Component">
            <a:extLst xmlns:a="http://schemas.openxmlformats.org/drawingml/2006/main">
              <a:ext uri="{FF2B5EF4-FFF2-40B4-BE49-F238E27FC236}">
                <a16:creationId xmlns:a16="http://schemas.microsoft.com/office/drawing/2014/main" id="{58DB0131-FBE6-4EDD-B7FF-F5AE493CE2EC}"/>
              </a:ext>
            </a:extLst>
          </p:cNvPr>
          <p:cNvSpPr>
            <a:spLocks xmlns:a="http://schemas.openxmlformats.org/drawingml/2006/main" noGrp="1"/>
          </p:cNvSpPr>
          <p:nvPr/>
        </p:nvSpPr>
        <p:spPr>
          <a:xfrm xmlns:a="http://schemas.openxmlformats.org/drawingml/2006/main">
            <a:off x="2133600" y="2505075"/>
            <a:ext cx="7562850" cy="8763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28" name="DP2 object 78">
            <a:extLst xmlns:a="http://schemas.openxmlformats.org/drawingml/2006/main">
              <a:ext uri="{FF2B5EF4-FFF2-40B4-BE49-F238E27FC236}">
                <a16:creationId xmlns:a16="http://schemas.microsoft.com/office/drawing/2014/main" id="{2FD2E3DF-38B7-4EDD-9EB2-DD9345B5557D}"/>
              </a:ext>
            </a:extLst>
          </p:cNvPr>
          <p:cNvSpPr>
            <a:spLocks xmlns:a="http://schemas.openxmlformats.org/drawingml/2006/main" noGrp="1"/>
          </p:cNvSpPr>
          <p:nvPr/>
        </p:nvSpPr>
        <p:spPr>
          <a:xfrm xmlns:a="http://schemas.openxmlformats.org/drawingml/2006/main">
            <a:off x="2247900" y="253365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Controller</a:t>
            </a:r>
          </a:p>
        </p:txBody>
      </p:sp>
      <p:sp>
        <p:nvSpPr>
          <p:cNvPr id="29" name="Editable path 79">
            <a:extLst xmlns:a="http://schemas.openxmlformats.org/drawingml/2006/main">
              <a:ext uri="{FF2B5EF4-FFF2-40B4-BE49-F238E27FC236}">
                <a16:creationId xmlns:a16="http://schemas.microsoft.com/office/drawing/2014/main" id="{CF66200D-3FC1-4286-B9D1-3EAA8E19445F}"/>
              </a:ext>
            </a:extLst>
          </p:cNvPr>
          <p:cNvSpPr>
            <a:spLocks xmlns:a="http://schemas.openxmlformats.org/drawingml/2006/main" noGrp="1"/>
          </p:cNvSpPr>
          <p:nvPr/>
        </p:nvSpPr>
        <p:spPr>
          <a:xfrm xmlns:a="http://schemas.openxmlformats.org/drawingml/2006/main">
            <a:off x="2133600" y="2838450"/>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3335">
            <a:solidFill>
              <a:srgbClr val="111111"/>
            </a:solidFill>
            <a:prstDash val="solid"/>
          </a:ln>
        </p:spPr>
      </p:sp>
      <p:sp>
        <p:nvSpPr>
          <p:cNvPr id="30" name="입력 보존 / 경계에 해석 요청">
            <a:extLst xmlns:a="http://schemas.openxmlformats.org/drawingml/2006/main">
              <a:ext uri="{FF2B5EF4-FFF2-40B4-BE49-F238E27FC236}">
                <a16:creationId xmlns:a16="http://schemas.microsoft.com/office/drawing/2014/main" id="{1EDD9BB2-1FF4-4629-B8DA-70BDD1703130}"/>
              </a:ext>
            </a:extLst>
          </p:cNvPr>
          <p:cNvSpPr>
            <a:spLocks xmlns:a="http://schemas.openxmlformats.org/drawingml/2006/main" noGrp="1"/>
          </p:cNvSpPr>
          <p:nvPr/>
        </p:nvSpPr>
        <p:spPr>
          <a:xfrm xmlns:a="http://schemas.openxmlformats.org/drawingml/2006/main">
            <a:off x="2257425" y="2914650"/>
            <a:ext cx="2409825" cy="3905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1" name="DP2 object 80">
            <a:extLst xmlns:a="http://schemas.openxmlformats.org/drawingml/2006/main">
              <a:ext uri="{FF2B5EF4-FFF2-40B4-BE49-F238E27FC236}">
                <a16:creationId xmlns:a16="http://schemas.microsoft.com/office/drawing/2014/main" id="{5ADA0BA3-6427-4648-87EC-503B8F785CB5}"/>
              </a:ext>
            </a:extLst>
          </p:cNvPr>
          <p:cNvSpPr>
            <a:spLocks xmlns:a="http://schemas.openxmlformats.org/drawingml/2006/main" noGrp="1"/>
          </p:cNvSpPr>
          <p:nvPr/>
        </p:nvSpPr>
        <p:spPr>
          <a:xfrm xmlns:a="http://schemas.openxmlformats.org/drawingml/2006/main">
            <a:off x="2324100" y="2952750"/>
            <a:ext cx="22764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입력 보존 / 경계에 해석 요청</a:t>
            </a:r>
          </a:p>
        </p:txBody>
      </p:sp>
      <p:sp>
        <p:nvSpPr>
          <p:cNvPr id="32" name="채택 목표 / revision">
            <a:extLst xmlns:a="http://schemas.openxmlformats.org/drawingml/2006/main">
              <a:ext uri="{FF2B5EF4-FFF2-40B4-BE49-F238E27FC236}">
                <a16:creationId xmlns:a16="http://schemas.microsoft.com/office/drawing/2014/main" id="{528C0C02-BA8C-4772-AA65-5EC5819BD1C5}"/>
              </a:ext>
            </a:extLst>
          </p:cNvPr>
          <p:cNvSpPr>
            <a:spLocks xmlns:a="http://schemas.openxmlformats.org/drawingml/2006/main" noGrp="1"/>
          </p:cNvSpPr>
          <p:nvPr/>
        </p:nvSpPr>
        <p:spPr>
          <a:xfrm xmlns:a="http://schemas.openxmlformats.org/drawingml/2006/main">
            <a:off x="4876800" y="2905125"/>
            <a:ext cx="2152650" cy="4000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33" name="DP2 object 81">
            <a:extLst xmlns:a="http://schemas.openxmlformats.org/drawingml/2006/main">
              <a:ext uri="{FF2B5EF4-FFF2-40B4-BE49-F238E27FC236}">
                <a16:creationId xmlns:a16="http://schemas.microsoft.com/office/drawing/2014/main" id="{64C622AC-3404-4151-8F47-E72E19D3D341}"/>
              </a:ext>
            </a:extLst>
          </p:cNvPr>
          <p:cNvSpPr>
            <a:spLocks xmlns:a="http://schemas.openxmlformats.org/drawingml/2006/main" noGrp="1"/>
          </p:cNvSpPr>
          <p:nvPr/>
        </p:nvSpPr>
        <p:spPr>
          <a:xfrm xmlns:a="http://schemas.openxmlformats.org/drawingml/2006/main">
            <a:off x="4924425" y="3009900"/>
            <a:ext cx="2057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채택 목표 / revision</a:t>
            </a:r>
          </a:p>
        </p:txBody>
      </p:sp>
      <p:sp>
        <p:nvSpPr>
          <p:cNvPr id="34" name="현재성 확인·채택">
            <a:extLst xmlns:a="http://schemas.openxmlformats.org/drawingml/2006/main">
              <a:ext uri="{FF2B5EF4-FFF2-40B4-BE49-F238E27FC236}">
                <a16:creationId xmlns:a16="http://schemas.microsoft.com/office/drawing/2014/main" id="{D12E4E6F-AD82-4E64-BF8B-402CD84D238D}"/>
              </a:ext>
            </a:extLst>
          </p:cNvPr>
          <p:cNvSpPr>
            <a:spLocks xmlns:a="http://schemas.openxmlformats.org/drawingml/2006/main" noGrp="1"/>
          </p:cNvSpPr>
          <p:nvPr/>
        </p:nvSpPr>
        <p:spPr>
          <a:xfrm xmlns:a="http://schemas.openxmlformats.org/drawingml/2006/main">
            <a:off x="7258050" y="2914650"/>
            <a:ext cx="2314575" cy="3905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5" name="DP2 object 82">
            <a:extLst xmlns:a="http://schemas.openxmlformats.org/drawingml/2006/main">
              <a:ext uri="{FF2B5EF4-FFF2-40B4-BE49-F238E27FC236}">
                <a16:creationId xmlns:a16="http://schemas.microsoft.com/office/drawing/2014/main" id="{E0B7EBF4-6B9E-4742-9D11-629207E4E2DD}"/>
              </a:ext>
            </a:extLst>
          </p:cNvPr>
          <p:cNvSpPr>
            <a:spLocks xmlns:a="http://schemas.openxmlformats.org/drawingml/2006/main" noGrp="1"/>
          </p:cNvSpPr>
          <p:nvPr/>
        </p:nvSpPr>
        <p:spPr>
          <a:xfrm xmlns:a="http://schemas.openxmlformats.org/drawingml/2006/main">
            <a:off x="7324725" y="2952750"/>
            <a:ext cx="21812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현재성 확인·채택</a:t>
            </a:r>
          </a:p>
        </p:txBody>
      </p:sp>
      <p:sp>
        <p:nvSpPr>
          <p:cNvPr id="36" name="Editable path 83">
            <a:extLst xmlns:a="http://schemas.openxmlformats.org/drawingml/2006/main">
              <a:ext uri="{FF2B5EF4-FFF2-40B4-BE49-F238E27FC236}">
                <a16:creationId xmlns:a16="http://schemas.microsoft.com/office/drawing/2014/main" id="{66E11EA5-4E00-4914-A119-6385A381C5F0}"/>
              </a:ext>
            </a:extLst>
          </p:cNvPr>
          <p:cNvSpPr>
            <a:spLocks xmlns:a="http://schemas.openxmlformats.org/drawingml/2006/main" noGrp="1"/>
          </p:cNvSpPr>
          <p:nvPr/>
        </p:nvSpPr>
        <p:spPr>
          <a:xfrm xmlns:a="http://schemas.openxmlformats.org/drawingml/2006/main">
            <a:off x="3810000" y="3381375"/>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21908">
            <a:solidFill>
              <a:srgbClr val="111111"/>
            </a:solidFill>
            <a:prstDash val="solid"/>
          </a:ln>
        </p:spPr>
      </p:sp>
      <p:sp>
        <p:nvSpPr>
          <p:cNvPr id="37" name="Editable arrowhead 84">
            <a:extLst xmlns:a="http://schemas.openxmlformats.org/drawingml/2006/main">
              <a:ext uri="{FF2B5EF4-FFF2-40B4-BE49-F238E27FC236}">
                <a16:creationId xmlns:a16="http://schemas.microsoft.com/office/drawing/2014/main" id="{7E864A20-88A2-4F71-9641-EF94BA8AF85A}"/>
              </a:ext>
            </a:extLst>
          </p:cNvPr>
          <p:cNvSpPr>
            <a:spLocks xmlns:a="http://schemas.openxmlformats.org/drawingml/2006/main" noGrp="1"/>
          </p:cNvSpPr>
          <p:nvPr/>
        </p:nvSpPr>
        <p:spPr>
          <a:xfrm xmlns:a="http://schemas.openxmlformats.org/drawingml/2006/main">
            <a:off x="3762375" y="35147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8" name="Editable path 85">
            <a:extLst xmlns:a="http://schemas.openxmlformats.org/drawingml/2006/main">
              <a:ext uri="{FF2B5EF4-FFF2-40B4-BE49-F238E27FC236}">
                <a16:creationId xmlns:a16="http://schemas.microsoft.com/office/drawing/2014/main" id="{8995C4AF-B5E3-4150-97DE-A8CEF252FDAC}"/>
              </a:ext>
            </a:extLst>
          </p:cNvPr>
          <p:cNvSpPr>
            <a:spLocks xmlns:a="http://schemas.openxmlformats.org/drawingml/2006/main" noGrp="1"/>
          </p:cNvSpPr>
          <p:nvPr/>
        </p:nvSpPr>
        <p:spPr>
          <a:xfrm xmlns:a="http://schemas.openxmlformats.org/drawingml/2006/main">
            <a:off x="8734425" y="3381375"/>
            <a:ext cx="953" cy="228600"/>
          </a:xfrm>
          <a:custGeom xmlns:a="http://schemas.openxmlformats.org/drawingml/2006/main">
            <a:pathLst>
              <a:path w="953" h="228600">
                <a:moveTo>
                  <a:pt x="0" y="228600"/>
                </a:moveTo>
                <a:lnTo>
                  <a:pt x="0" y="0"/>
                </a:lnTo>
              </a:path>
            </a:pathLst>
          </a:custGeom>
          <a:noFill xmlns:a="http://schemas.openxmlformats.org/drawingml/2006/main"/>
          <a:ln xmlns:a="http://schemas.openxmlformats.org/drawingml/2006/main" w="21908">
            <a:solidFill>
              <a:srgbClr val="111111"/>
            </a:solidFill>
            <a:prstDash val="solid"/>
          </a:ln>
        </p:spPr>
      </p:sp>
      <p:sp>
        <p:nvSpPr>
          <p:cNvPr id="39" name="Editable arrowhead 86">
            <a:extLst xmlns:a="http://schemas.openxmlformats.org/drawingml/2006/main">
              <a:ext uri="{FF2B5EF4-FFF2-40B4-BE49-F238E27FC236}">
                <a16:creationId xmlns:a16="http://schemas.microsoft.com/office/drawing/2014/main" id="{93787126-AA39-4970-90E1-783054F327C2}"/>
              </a:ext>
            </a:extLst>
          </p:cNvPr>
          <p:cNvSpPr>
            <a:spLocks xmlns:a="http://schemas.openxmlformats.org/drawingml/2006/main" noGrp="1"/>
          </p:cNvSpPr>
          <p:nvPr/>
        </p:nvSpPr>
        <p:spPr>
          <a:xfrm xmlns:a="http://schemas.openxmlformats.org/drawingml/2006/main">
            <a:off x="8686800" y="33813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0" name="DP2 object 87">
            <a:extLst xmlns:a="http://schemas.openxmlformats.org/drawingml/2006/main">
              <a:ext uri="{FF2B5EF4-FFF2-40B4-BE49-F238E27FC236}">
                <a16:creationId xmlns:a16="http://schemas.microsoft.com/office/drawing/2014/main" id="{F7BA5D32-2106-4E21-AE51-ADEEC816D78C}"/>
              </a:ext>
            </a:extLst>
          </p:cNvPr>
          <p:cNvSpPr>
            <a:spLocks xmlns:a="http://schemas.openxmlformats.org/drawingml/2006/main" noGrp="1"/>
          </p:cNvSpPr>
          <p:nvPr/>
        </p:nvSpPr>
        <p:spPr>
          <a:xfrm xmlns:a="http://schemas.openxmlformats.org/drawingml/2006/main">
            <a:off x="3905250" y="3381375"/>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111111"/>
                </a:solidFill>
                <a:latin typeface="Apple SD Gothic Neo"/>
                <a:ea typeface="Apple SD Gothic Neo"/>
                <a:cs typeface="Apple SD Gothic Neo"/>
              </a:defRPr>
            </a:defPPr>
            <a:lvl1pPr algn="l">
              <a:defRPr sz="1350" b="0">
                <a:solidFill>
                  <a:srgbClr val="111111"/>
                </a:solidFill>
                <a:latin typeface="Apple SD Gothic Neo"/>
                <a:ea typeface="Apple SD Gothic Neo"/>
                <a:cs typeface="Apple SD Gothic Neo"/>
              </a:defRPr>
            </a:lvl1pPr>
            <a:lvl2pPr algn="l">
              <a:defRPr sz="1350" b="0">
                <a:solidFill>
                  <a:srgbClr val="111111"/>
                </a:solidFill>
                <a:latin typeface="Apple SD Gothic Neo"/>
                <a:ea typeface="Apple SD Gothic Neo"/>
                <a:cs typeface="Apple SD Gothic Neo"/>
              </a:defRPr>
            </a:lvl2pPr>
            <a:lvl3pPr algn="l">
              <a:defRPr sz="1350" b="0">
                <a:solidFill>
                  <a:srgbClr val="111111"/>
                </a:solidFill>
                <a:latin typeface="Apple SD Gothic Neo"/>
                <a:ea typeface="Apple SD Gothic Neo"/>
                <a:cs typeface="Apple SD Gothic Neo"/>
              </a:defRPr>
            </a:lvl3pPr>
            <a:lvl4pPr algn="l">
              <a:defRPr sz="1350" b="0">
                <a:solidFill>
                  <a:srgbClr val="111111"/>
                </a:solidFill>
                <a:latin typeface="Apple SD Gothic Neo"/>
                <a:ea typeface="Apple SD Gothic Neo"/>
                <a:cs typeface="Apple SD Gothic Neo"/>
              </a:defRPr>
            </a:lvl4pPr>
            <a:lvl5pPr algn="l">
              <a:defRPr sz="1350" b="0">
                <a:solidFill>
                  <a:srgbClr val="111111"/>
                </a:solidFill>
                <a:latin typeface="Apple SD Gothic Neo"/>
                <a:ea typeface="Apple SD Gothic Neo"/>
                <a:cs typeface="Apple SD Gothic Neo"/>
              </a:defRPr>
            </a:lvl5pPr>
            <a:lvl6pPr algn="l">
              <a:defRPr sz="1350" b="0">
                <a:solidFill>
                  <a:srgbClr val="111111"/>
                </a:solidFill>
                <a:latin typeface="Apple SD Gothic Neo"/>
                <a:ea typeface="Apple SD Gothic Neo"/>
                <a:cs typeface="Apple SD Gothic Neo"/>
              </a:defRPr>
            </a:lvl6pPr>
            <a:lvl7pPr algn="l">
              <a:defRPr sz="1350" b="0">
                <a:solidFill>
                  <a:srgbClr val="111111"/>
                </a:solidFill>
                <a:latin typeface="Apple SD Gothic Neo"/>
                <a:ea typeface="Apple SD Gothic Neo"/>
                <a:cs typeface="Apple SD Gothic Neo"/>
              </a:defRPr>
            </a:lvl7pPr>
            <a:lvl8pPr algn="l">
              <a:defRPr sz="1350" b="0">
                <a:solidFill>
                  <a:srgbClr val="111111"/>
                </a:solidFill>
                <a:latin typeface="Apple SD Gothic Neo"/>
                <a:ea typeface="Apple SD Gothic Neo"/>
                <a:cs typeface="Apple SD Gothic Neo"/>
              </a:defRPr>
            </a:lvl8pPr>
            <a:lvl9pPr algn="l">
              <a:defRPr sz="1350" b="0">
                <a:solidFill>
                  <a:srgbClr val="111111"/>
                </a:solidFill>
                <a:latin typeface="Apple SD Gothic Neo"/>
                <a:ea typeface="Apple SD Gothic Neo"/>
                <a:cs typeface="Apple SD Gothic Neo"/>
              </a:defRPr>
            </a:lvl9pPr>
          </a:lstStyle>
          <a:p xmlns:a="http://schemas.openxmlformats.org/drawingml/2006/main">
            <a:pPr algn="l">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해석 요청</a:t>
            </a:r>
          </a:p>
        </p:txBody>
      </p:sp>
      <p:sp>
        <p:nvSpPr>
          <p:cNvPr id="41" name="DP2 object 88">
            <a:extLst xmlns:a="http://schemas.openxmlformats.org/drawingml/2006/main">
              <a:ext uri="{FF2B5EF4-FFF2-40B4-BE49-F238E27FC236}">
                <a16:creationId xmlns:a16="http://schemas.microsoft.com/office/drawing/2014/main" id="{033FF930-3BC5-401A-ADED-0FF0DEECAF36}"/>
              </a:ext>
            </a:extLst>
          </p:cNvPr>
          <p:cNvSpPr>
            <a:spLocks xmlns:a="http://schemas.openxmlformats.org/drawingml/2006/main" noGrp="1"/>
          </p:cNvSpPr>
          <p:nvPr/>
        </p:nvSpPr>
        <p:spPr>
          <a:xfrm xmlns:a="http://schemas.openxmlformats.org/drawingml/2006/main">
            <a:off x="7315200" y="3381375"/>
            <a:ext cx="1323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350" b="0">
                <a:solidFill>
                  <a:srgbClr val="111111"/>
                </a:solidFill>
                <a:latin typeface="Apple SD Gothic Neo"/>
                <a:ea typeface="Apple SD Gothic Neo"/>
                <a:cs typeface="Apple SD Gothic Neo"/>
              </a:defRPr>
            </a:defPPr>
            <a:lvl1pPr algn="r">
              <a:defRPr sz="1350" b="0">
                <a:solidFill>
                  <a:srgbClr val="111111"/>
                </a:solidFill>
                <a:latin typeface="Apple SD Gothic Neo"/>
                <a:ea typeface="Apple SD Gothic Neo"/>
                <a:cs typeface="Apple SD Gothic Neo"/>
              </a:defRPr>
            </a:lvl1pPr>
            <a:lvl2pPr algn="r">
              <a:defRPr sz="1350" b="0">
                <a:solidFill>
                  <a:srgbClr val="111111"/>
                </a:solidFill>
                <a:latin typeface="Apple SD Gothic Neo"/>
                <a:ea typeface="Apple SD Gothic Neo"/>
                <a:cs typeface="Apple SD Gothic Neo"/>
              </a:defRPr>
            </a:lvl2pPr>
            <a:lvl3pPr algn="r">
              <a:defRPr sz="1350" b="0">
                <a:solidFill>
                  <a:srgbClr val="111111"/>
                </a:solidFill>
                <a:latin typeface="Apple SD Gothic Neo"/>
                <a:ea typeface="Apple SD Gothic Neo"/>
                <a:cs typeface="Apple SD Gothic Neo"/>
              </a:defRPr>
            </a:lvl3pPr>
            <a:lvl4pPr algn="r">
              <a:defRPr sz="1350" b="0">
                <a:solidFill>
                  <a:srgbClr val="111111"/>
                </a:solidFill>
                <a:latin typeface="Apple SD Gothic Neo"/>
                <a:ea typeface="Apple SD Gothic Neo"/>
                <a:cs typeface="Apple SD Gothic Neo"/>
              </a:defRPr>
            </a:lvl4pPr>
            <a:lvl5pPr algn="r">
              <a:defRPr sz="1350" b="0">
                <a:solidFill>
                  <a:srgbClr val="111111"/>
                </a:solidFill>
                <a:latin typeface="Apple SD Gothic Neo"/>
                <a:ea typeface="Apple SD Gothic Neo"/>
                <a:cs typeface="Apple SD Gothic Neo"/>
              </a:defRPr>
            </a:lvl5pPr>
            <a:lvl6pPr algn="r">
              <a:defRPr sz="1350" b="0">
                <a:solidFill>
                  <a:srgbClr val="111111"/>
                </a:solidFill>
                <a:latin typeface="Apple SD Gothic Neo"/>
                <a:ea typeface="Apple SD Gothic Neo"/>
                <a:cs typeface="Apple SD Gothic Neo"/>
              </a:defRPr>
            </a:lvl6pPr>
            <a:lvl7pPr algn="r">
              <a:defRPr sz="1350" b="0">
                <a:solidFill>
                  <a:srgbClr val="111111"/>
                </a:solidFill>
                <a:latin typeface="Apple SD Gothic Neo"/>
                <a:ea typeface="Apple SD Gothic Neo"/>
                <a:cs typeface="Apple SD Gothic Neo"/>
              </a:defRPr>
            </a:lvl7pPr>
            <a:lvl8pPr algn="r">
              <a:defRPr sz="1350" b="0">
                <a:solidFill>
                  <a:srgbClr val="111111"/>
                </a:solidFill>
                <a:latin typeface="Apple SD Gothic Neo"/>
                <a:ea typeface="Apple SD Gothic Neo"/>
                <a:cs typeface="Apple SD Gothic Neo"/>
              </a:defRPr>
            </a:lvl8pPr>
            <a:lvl9pPr algn="r">
              <a:defRPr sz="1350" b="0">
                <a:solidFill>
                  <a:srgbClr val="111111"/>
                </a:solidFill>
                <a:latin typeface="Apple SD Gothic Neo"/>
                <a:ea typeface="Apple SD Gothic Neo"/>
                <a:cs typeface="Apple SD Gothic Neo"/>
              </a:defRPr>
            </a:lvl9pPr>
          </a:lstStyle>
          <a:p xmlns:a="http://schemas.openxmlformats.org/drawingml/2006/main">
            <a:pPr algn="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결과 반환</a:t>
            </a:r>
          </a:p>
        </p:txBody>
      </p:sp>
      <p:sp>
        <p:nvSpPr>
          <p:cNvPr id="42" name="A Request Interpreter Component">
            <a:extLst xmlns:a="http://schemas.openxmlformats.org/drawingml/2006/main">
              <a:ext uri="{FF2B5EF4-FFF2-40B4-BE49-F238E27FC236}">
                <a16:creationId xmlns:a16="http://schemas.microsoft.com/office/drawing/2014/main" id="{210ED56F-D044-4EBF-86BF-45B853B20EDD}"/>
              </a:ext>
            </a:extLst>
          </p:cNvPr>
          <p:cNvSpPr>
            <a:spLocks xmlns:a="http://schemas.openxmlformats.org/drawingml/2006/main" noGrp="1"/>
          </p:cNvSpPr>
          <p:nvPr/>
        </p:nvSpPr>
        <p:spPr>
          <a:xfrm xmlns:a="http://schemas.openxmlformats.org/drawingml/2006/main">
            <a:off x="2133600" y="3609975"/>
            <a:ext cx="7562850" cy="240982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43" name="DP2 object 89">
            <a:extLst xmlns:a="http://schemas.openxmlformats.org/drawingml/2006/main">
              <a:ext uri="{FF2B5EF4-FFF2-40B4-BE49-F238E27FC236}">
                <a16:creationId xmlns:a16="http://schemas.microsoft.com/office/drawing/2014/main" id="{130A72D2-21DC-4904-8115-BEFC78F2F434}"/>
              </a:ext>
            </a:extLst>
          </p:cNvPr>
          <p:cNvSpPr>
            <a:spLocks xmlns:a="http://schemas.openxmlformats.org/drawingml/2006/main" noGrp="1"/>
          </p:cNvSpPr>
          <p:nvPr/>
        </p:nvSpPr>
        <p:spPr>
          <a:xfrm xmlns:a="http://schemas.openxmlformats.org/drawingml/2006/main">
            <a:off x="2257425" y="3638550"/>
            <a:ext cx="731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44" name="Editable path 90">
            <a:extLst xmlns:a="http://schemas.openxmlformats.org/drawingml/2006/main">
              <a:ext uri="{FF2B5EF4-FFF2-40B4-BE49-F238E27FC236}">
                <a16:creationId xmlns:a16="http://schemas.microsoft.com/office/drawing/2014/main" id="{032A81F6-470C-43DC-B293-5F0CE12D0E01}"/>
              </a:ext>
            </a:extLst>
          </p:cNvPr>
          <p:cNvSpPr>
            <a:spLocks xmlns:a="http://schemas.openxmlformats.org/drawingml/2006/main" noGrp="1"/>
          </p:cNvSpPr>
          <p:nvPr/>
        </p:nvSpPr>
        <p:spPr>
          <a:xfrm xmlns:a="http://schemas.openxmlformats.org/drawingml/2006/main">
            <a:off x="2133600" y="3952875"/>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3335">
            <a:solidFill>
              <a:srgbClr val="111111"/>
            </a:solidFill>
            <a:prstDash val="solid"/>
          </a:ln>
        </p:spPr>
      </p:sp>
      <p:sp>
        <p:nvSpPr>
          <p:cNvPr id="45" name="A single conversation execution">
            <a:extLst xmlns:a="http://schemas.openxmlformats.org/drawingml/2006/main">
              <a:ext uri="{FF2B5EF4-FFF2-40B4-BE49-F238E27FC236}">
                <a16:creationId xmlns:a16="http://schemas.microsoft.com/office/drawing/2014/main" id="{E9E648E9-B77B-48EA-86E8-556AF24D3DE9}"/>
              </a:ext>
            </a:extLst>
          </p:cNvPr>
          <p:cNvSpPr>
            <a:spLocks xmlns:a="http://schemas.openxmlformats.org/drawingml/2006/main" noGrp="1"/>
          </p:cNvSpPr>
          <p:nvPr/>
        </p:nvSpPr>
        <p:spPr>
          <a:xfrm xmlns:a="http://schemas.openxmlformats.org/drawingml/2006/main">
            <a:off x="2324100" y="4057650"/>
            <a:ext cx="7181850" cy="1781175"/>
          </a:xfrm>
          <a:prstGeom xmlns:a="http://schemas.openxmlformats.org/drawingml/2006/main" prst="rect">
            <a:avLst/>
          </a:prstGeom>
          <a:noFill xmlns:a="http://schemas.openxmlformats.org/drawingml/2006/main"/>
          <a:ln xmlns:a="http://schemas.openxmlformats.org/drawingml/2006/main" w="17145">
            <a:solidFill>
              <a:srgbClr val="111111"/>
            </a:solidFill>
            <a:prstDash val="dash"/>
          </a:ln>
        </p:spPr>
      </p:sp>
      <p:sp>
        <p:nvSpPr>
          <p:cNvPr id="46" name="DP2 object 91">
            <a:extLst xmlns:a="http://schemas.openxmlformats.org/drawingml/2006/main">
              <a:ext uri="{FF2B5EF4-FFF2-40B4-BE49-F238E27FC236}">
                <a16:creationId xmlns:a16="http://schemas.microsoft.com/office/drawing/2014/main" id="{BC745644-6BD9-4228-8A11-52F66CC15ADB}"/>
              </a:ext>
            </a:extLst>
          </p:cNvPr>
          <p:cNvSpPr>
            <a:spLocks xmlns:a="http://schemas.openxmlformats.org/drawingml/2006/main" noGrp="1"/>
          </p:cNvSpPr>
          <p:nvPr/>
        </p:nvSpPr>
        <p:spPr>
          <a:xfrm xmlns:a="http://schemas.openxmlformats.org/drawingml/2006/main">
            <a:off x="2476500" y="4114800"/>
            <a:ext cx="6886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1">
                <a:solidFill>
                  <a:srgbClr val="111111"/>
                </a:solidFill>
                <a:latin typeface="Apple SD Gothic Neo"/>
                <a:ea typeface="Apple SD Gothic Neo"/>
                <a:cs typeface="Apple SD Gothic Neo"/>
              </a:defRPr>
            </a:defPPr>
            <a:lvl1pPr algn="ctr">
              <a:defRPr sz="1950" b="1">
                <a:solidFill>
                  <a:srgbClr val="111111"/>
                </a:solidFill>
                <a:latin typeface="Apple SD Gothic Neo"/>
                <a:ea typeface="Apple SD Gothic Neo"/>
                <a:cs typeface="Apple SD Gothic Neo"/>
              </a:defRPr>
            </a:lvl1pPr>
            <a:lvl2pPr algn="ctr">
              <a:defRPr sz="1950" b="1">
                <a:solidFill>
                  <a:srgbClr val="111111"/>
                </a:solidFill>
                <a:latin typeface="Apple SD Gothic Neo"/>
                <a:ea typeface="Apple SD Gothic Neo"/>
                <a:cs typeface="Apple SD Gothic Neo"/>
              </a:defRPr>
            </a:lvl2pPr>
            <a:lvl3pPr algn="ctr">
              <a:defRPr sz="1950" b="1">
                <a:solidFill>
                  <a:srgbClr val="111111"/>
                </a:solidFill>
                <a:latin typeface="Apple SD Gothic Neo"/>
                <a:ea typeface="Apple SD Gothic Neo"/>
                <a:cs typeface="Apple SD Gothic Neo"/>
              </a:defRPr>
            </a:lvl3pPr>
            <a:lvl4pPr algn="ctr">
              <a:defRPr sz="1950" b="1">
                <a:solidFill>
                  <a:srgbClr val="111111"/>
                </a:solidFill>
                <a:latin typeface="Apple SD Gothic Neo"/>
                <a:ea typeface="Apple SD Gothic Neo"/>
                <a:cs typeface="Apple SD Gothic Neo"/>
              </a:defRPr>
            </a:lvl4pPr>
            <a:lvl5pPr algn="ctr">
              <a:defRPr sz="1950" b="1">
                <a:solidFill>
                  <a:srgbClr val="111111"/>
                </a:solidFill>
                <a:latin typeface="Apple SD Gothic Neo"/>
                <a:ea typeface="Apple SD Gothic Neo"/>
                <a:cs typeface="Apple SD Gothic Neo"/>
              </a:defRPr>
            </a:lvl5pPr>
            <a:lvl6pPr algn="ctr">
              <a:defRPr sz="1950" b="1">
                <a:solidFill>
                  <a:srgbClr val="111111"/>
                </a:solidFill>
                <a:latin typeface="Apple SD Gothic Neo"/>
                <a:ea typeface="Apple SD Gothic Neo"/>
                <a:cs typeface="Apple SD Gothic Neo"/>
              </a:defRPr>
            </a:lvl6pPr>
            <a:lvl7pPr algn="ctr">
              <a:defRPr sz="1950" b="1">
                <a:solidFill>
                  <a:srgbClr val="111111"/>
                </a:solidFill>
                <a:latin typeface="Apple SD Gothic Neo"/>
                <a:ea typeface="Apple SD Gothic Neo"/>
                <a:cs typeface="Apple SD Gothic Neo"/>
              </a:defRPr>
            </a:lvl7pPr>
            <a:lvl8pPr algn="ctr">
              <a:defRPr sz="1950" b="1">
                <a:solidFill>
                  <a:srgbClr val="111111"/>
                </a:solidFill>
                <a:latin typeface="Apple SD Gothic Neo"/>
                <a:ea typeface="Apple SD Gothic Neo"/>
                <a:cs typeface="Apple SD Gothic Neo"/>
              </a:defRPr>
            </a:lvl8pPr>
            <a:lvl9pPr algn="ctr">
              <a:defRPr sz="1950" b="1">
                <a:solidFill>
                  <a:srgbClr val="111111"/>
                </a:solidFill>
                <a:latin typeface="Apple SD Gothic Neo"/>
                <a:ea typeface="Apple SD Gothic Neo"/>
                <a:cs typeface="Apple SD Gothic Neo"/>
              </a:defRPr>
            </a:lvl9pPr>
          </a:lstStyle>
          <a:p xmlns:a="http://schemas.openxmlformats.org/drawingml/2006/main">
            <a:pPr algn="ctr">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대화 해석 실행 1개</a:t>
            </a:r>
          </a:p>
        </p:txBody>
      </p:sp>
      <p:sp>
        <p:nvSpPr>
          <p:cNvPr id="47" name="현재 step 종료 뒤&#10;새 입력의 관계·내용 판단">
            <a:extLst xmlns:a="http://schemas.openxmlformats.org/drawingml/2006/main">
              <a:ext uri="{FF2B5EF4-FFF2-40B4-BE49-F238E27FC236}">
                <a16:creationId xmlns:a16="http://schemas.microsoft.com/office/drawing/2014/main" id="{DE753AA2-2B64-4305-85B3-3610504DC2FE}"/>
              </a:ext>
            </a:extLst>
          </p:cNvPr>
          <p:cNvSpPr>
            <a:spLocks xmlns:a="http://schemas.openxmlformats.org/drawingml/2006/main" noGrp="1"/>
          </p:cNvSpPr>
          <p:nvPr/>
        </p:nvSpPr>
        <p:spPr>
          <a:xfrm xmlns:a="http://schemas.openxmlformats.org/drawingml/2006/main">
            <a:off x="2676525" y="4562475"/>
            <a:ext cx="2667000" cy="6667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48" name="DP2 object 92">
            <a:extLst xmlns:a="http://schemas.openxmlformats.org/drawingml/2006/main">
              <a:ext uri="{FF2B5EF4-FFF2-40B4-BE49-F238E27FC236}">
                <a16:creationId xmlns:a16="http://schemas.microsoft.com/office/drawing/2014/main" id="{08B2FA61-96A5-435B-B9A0-F2A1A4173462}"/>
              </a:ext>
            </a:extLst>
          </p:cNvPr>
          <p:cNvSpPr>
            <a:spLocks xmlns:a="http://schemas.openxmlformats.org/drawingml/2006/main" noGrp="1"/>
          </p:cNvSpPr>
          <p:nvPr/>
        </p:nvSpPr>
        <p:spPr>
          <a:xfrm xmlns:a="http://schemas.openxmlformats.org/drawingml/2006/main">
            <a:off x="2743200" y="4600575"/>
            <a:ext cx="2533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현재 step 종료 뒤</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새 입력의 관계·내용 판단</a:t>
            </a:r>
          </a:p>
        </p:txBody>
      </p:sp>
      <p:sp>
        <p:nvSpPr>
          <p:cNvPr id="49" name="한 대화의 근거와&#10;R1·R2 잠정 판단">
            <a:extLst xmlns:a="http://schemas.openxmlformats.org/drawingml/2006/main">
              <a:ext uri="{FF2B5EF4-FFF2-40B4-BE49-F238E27FC236}">
                <a16:creationId xmlns:a16="http://schemas.microsoft.com/office/drawing/2014/main" id="{A20769A3-E940-403B-A038-68AD5B47AECA}"/>
              </a:ext>
            </a:extLst>
          </p:cNvPr>
          <p:cNvSpPr>
            <a:spLocks xmlns:a="http://schemas.openxmlformats.org/drawingml/2006/main" noGrp="1"/>
          </p:cNvSpPr>
          <p:nvPr/>
        </p:nvSpPr>
        <p:spPr>
          <a:xfrm xmlns:a="http://schemas.openxmlformats.org/drawingml/2006/main">
            <a:off x="6153150" y="4495800"/>
            <a:ext cx="3048000" cy="8382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50" name="DP2 object 93">
            <a:extLst xmlns:a="http://schemas.openxmlformats.org/drawingml/2006/main">
              <a:ext uri="{FF2B5EF4-FFF2-40B4-BE49-F238E27FC236}">
                <a16:creationId xmlns:a16="http://schemas.microsoft.com/office/drawing/2014/main" id="{F2B99EA5-F10C-4490-AAE8-5BD3720802C0}"/>
              </a:ext>
            </a:extLst>
          </p:cNvPr>
          <p:cNvSpPr>
            <a:spLocks xmlns:a="http://schemas.openxmlformats.org/drawingml/2006/main" noGrp="1"/>
          </p:cNvSpPr>
          <p:nvPr/>
        </p:nvSpPr>
        <p:spPr>
          <a:xfrm xmlns:a="http://schemas.openxmlformats.org/drawingml/2006/main">
            <a:off x="6200775" y="4600575"/>
            <a:ext cx="2952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한 대화의 근거와</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R1·R2 잠정 판단</a:t>
            </a:r>
          </a:p>
        </p:txBody>
      </p:sp>
      <p:sp>
        <p:nvSpPr>
          <p:cNvPr id="51" name="Editable path 94">
            <a:extLst xmlns:a="http://schemas.openxmlformats.org/drawingml/2006/main">
              <a:ext uri="{FF2B5EF4-FFF2-40B4-BE49-F238E27FC236}">
                <a16:creationId xmlns:a16="http://schemas.microsoft.com/office/drawing/2014/main" id="{95365B0E-DEFA-4BFB-98F3-EBC3BADB0D6E}"/>
              </a:ext>
            </a:extLst>
          </p:cNvPr>
          <p:cNvSpPr>
            <a:spLocks xmlns:a="http://schemas.openxmlformats.org/drawingml/2006/main" noGrp="1"/>
          </p:cNvSpPr>
          <p:nvPr/>
        </p:nvSpPr>
        <p:spPr>
          <a:xfrm xmlns:a="http://schemas.openxmlformats.org/drawingml/2006/main">
            <a:off x="5343525" y="4733925"/>
            <a:ext cx="809625" cy="953"/>
          </a:xfrm>
          <a:custGeom xmlns:a="http://schemas.openxmlformats.org/drawingml/2006/main">
            <a:pathLst>
              <a:path w="809625" h="953">
                <a:moveTo>
                  <a:pt x="809625" y="0"/>
                </a:moveTo>
                <a:lnTo>
                  <a:pt x="0" y="0"/>
                </a:lnTo>
              </a:path>
            </a:pathLst>
          </a:custGeom>
          <a:noFill xmlns:a="http://schemas.openxmlformats.org/drawingml/2006/main"/>
          <a:ln xmlns:a="http://schemas.openxmlformats.org/drawingml/2006/main" w="20003">
            <a:solidFill>
              <a:srgbClr val="111111"/>
            </a:solidFill>
            <a:prstDash val="solid"/>
          </a:ln>
        </p:spPr>
      </p:sp>
      <p:sp>
        <p:nvSpPr>
          <p:cNvPr id="52" name="Editable arrowhead 95">
            <a:extLst xmlns:a="http://schemas.openxmlformats.org/drawingml/2006/main">
              <a:ext uri="{FF2B5EF4-FFF2-40B4-BE49-F238E27FC236}">
                <a16:creationId xmlns:a16="http://schemas.microsoft.com/office/drawing/2014/main" id="{AD5E04D2-39AE-477A-BCFB-9DF77C051150}"/>
              </a:ext>
            </a:extLst>
          </p:cNvPr>
          <p:cNvSpPr>
            <a:spLocks xmlns:a="http://schemas.openxmlformats.org/drawingml/2006/main" noGrp="1"/>
          </p:cNvSpPr>
          <p:nvPr/>
        </p:nvSpPr>
        <p:spPr>
          <a:xfrm xmlns:a="http://schemas.openxmlformats.org/drawingml/2006/main">
            <a:off x="5343525" y="46863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3" name="Editable path 96">
            <a:extLst xmlns:a="http://schemas.openxmlformats.org/drawingml/2006/main">
              <a:ext uri="{FF2B5EF4-FFF2-40B4-BE49-F238E27FC236}">
                <a16:creationId xmlns:a16="http://schemas.microsoft.com/office/drawing/2014/main" id="{6C96B5A6-8571-45CA-A91F-A7ADABF7C929}"/>
              </a:ext>
            </a:extLst>
          </p:cNvPr>
          <p:cNvSpPr>
            <a:spLocks xmlns:a="http://schemas.openxmlformats.org/drawingml/2006/main" noGrp="1"/>
          </p:cNvSpPr>
          <p:nvPr/>
        </p:nvSpPr>
        <p:spPr>
          <a:xfrm xmlns:a="http://schemas.openxmlformats.org/drawingml/2006/main">
            <a:off x="5343525" y="5105400"/>
            <a:ext cx="809625" cy="953"/>
          </a:xfrm>
          <a:custGeom xmlns:a="http://schemas.openxmlformats.org/drawingml/2006/main">
            <a:pathLst>
              <a:path w="809625" h="953">
                <a:moveTo>
                  <a:pt x="0" y="0"/>
                </a:moveTo>
                <a:lnTo>
                  <a:pt x="809625" y="0"/>
                </a:lnTo>
              </a:path>
            </a:pathLst>
          </a:custGeom>
          <a:noFill xmlns:a="http://schemas.openxmlformats.org/drawingml/2006/main"/>
          <a:ln xmlns:a="http://schemas.openxmlformats.org/drawingml/2006/main" w="20003">
            <a:solidFill>
              <a:srgbClr val="111111"/>
            </a:solidFill>
            <a:prstDash val="solid"/>
          </a:ln>
        </p:spPr>
      </p:sp>
      <p:sp>
        <p:nvSpPr>
          <p:cNvPr id="54" name="Editable arrowhead 97">
            <a:extLst xmlns:a="http://schemas.openxmlformats.org/drawingml/2006/main">
              <a:ext uri="{FF2B5EF4-FFF2-40B4-BE49-F238E27FC236}">
                <a16:creationId xmlns:a16="http://schemas.microsoft.com/office/drawing/2014/main" id="{36B44404-6051-4386-8FFA-7B21F5976567}"/>
              </a:ext>
            </a:extLst>
          </p:cNvPr>
          <p:cNvSpPr>
            <a:spLocks xmlns:a="http://schemas.openxmlformats.org/drawingml/2006/main" noGrp="1"/>
          </p:cNvSpPr>
          <p:nvPr/>
        </p:nvSpPr>
        <p:spPr>
          <a:xfrm xmlns:a="http://schemas.openxmlformats.org/drawingml/2006/main">
            <a:off x="6057900" y="505777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5" name="DP2 object 98">
            <a:extLst xmlns:a="http://schemas.openxmlformats.org/drawingml/2006/main">
              <a:ext uri="{FF2B5EF4-FFF2-40B4-BE49-F238E27FC236}">
                <a16:creationId xmlns:a16="http://schemas.microsoft.com/office/drawing/2014/main" id="{465EEB16-7E17-4EDE-93BE-C154BC3FA12F}"/>
              </a:ext>
            </a:extLst>
          </p:cNvPr>
          <p:cNvSpPr>
            <a:spLocks xmlns:a="http://schemas.openxmlformats.org/drawingml/2006/main" noGrp="1"/>
          </p:cNvSpPr>
          <p:nvPr/>
        </p:nvSpPr>
        <p:spPr>
          <a:xfrm xmlns:a="http://schemas.openxmlformats.org/drawingml/2006/main">
            <a:off x="5419725" y="451485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111111"/>
                </a:solidFill>
                <a:latin typeface="Apple SD Gothic Neo"/>
                <a:ea typeface="Apple SD Gothic Neo"/>
                <a:cs typeface="Apple SD Gothic Neo"/>
              </a:defRPr>
            </a:defPPr>
            <a:lvl1pPr algn="ctr">
              <a:defRPr sz="1275" b="0">
                <a:solidFill>
                  <a:srgbClr val="111111"/>
                </a:solidFill>
                <a:latin typeface="Apple SD Gothic Neo"/>
                <a:ea typeface="Apple SD Gothic Neo"/>
                <a:cs typeface="Apple SD Gothic Neo"/>
              </a:defRPr>
            </a:lvl1pPr>
            <a:lvl2pPr algn="ctr">
              <a:defRPr sz="1275" b="0">
                <a:solidFill>
                  <a:srgbClr val="111111"/>
                </a:solidFill>
                <a:latin typeface="Apple SD Gothic Neo"/>
                <a:ea typeface="Apple SD Gothic Neo"/>
                <a:cs typeface="Apple SD Gothic Neo"/>
              </a:defRPr>
            </a:lvl2pPr>
            <a:lvl3pPr algn="ctr">
              <a:defRPr sz="1275" b="0">
                <a:solidFill>
                  <a:srgbClr val="111111"/>
                </a:solidFill>
                <a:latin typeface="Apple SD Gothic Neo"/>
                <a:ea typeface="Apple SD Gothic Neo"/>
                <a:cs typeface="Apple SD Gothic Neo"/>
              </a:defRPr>
            </a:lvl3pPr>
            <a:lvl4pPr algn="ctr">
              <a:defRPr sz="1275" b="0">
                <a:solidFill>
                  <a:srgbClr val="111111"/>
                </a:solidFill>
                <a:latin typeface="Apple SD Gothic Neo"/>
                <a:ea typeface="Apple SD Gothic Neo"/>
                <a:cs typeface="Apple SD Gothic Neo"/>
              </a:defRPr>
            </a:lvl4pPr>
            <a:lvl5pPr algn="ctr">
              <a:defRPr sz="1275" b="0">
                <a:solidFill>
                  <a:srgbClr val="111111"/>
                </a:solidFill>
                <a:latin typeface="Apple SD Gothic Neo"/>
                <a:ea typeface="Apple SD Gothic Neo"/>
                <a:cs typeface="Apple SD Gothic Neo"/>
              </a:defRPr>
            </a:lvl5pPr>
            <a:lvl6pPr algn="ctr">
              <a:defRPr sz="1275" b="0">
                <a:solidFill>
                  <a:srgbClr val="111111"/>
                </a:solidFill>
                <a:latin typeface="Apple SD Gothic Neo"/>
                <a:ea typeface="Apple SD Gothic Neo"/>
                <a:cs typeface="Apple SD Gothic Neo"/>
              </a:defRPr>
            </a:lvl6pPr>
            <a:lvl7pPr algn="ctr">
              <a:defRPr sz="1275" b="0">
                <a:solidFill>
                  <a:srgbClr val="111111"/>
                </a:solidFill>
                <a:latin typeface="Apple SD Gothic Neo"/>
                <a:ea typeface="Apple SD Gothic Neo"/>
                <a:cs typeface="Apple SD Gothic Neo"/>
              </a:defRPr>
            </a:lvl7pPr>
            <a:lvl8pPr algn="ctr">
              <a:defRPr sz="1275" b="0">
                <a:solidFill>
                  <a:srgbClr val="111111"/>
                </a:solidFill>
                <a:latin typeface="Apple SD Gothic Neo"/>
                <a:ea typeface="Apple SD Gothic Neo"/>
                <a:cs typeface="Apple SD Gothic Neo"/>
              </a:defRPr>
            </a:lvl8pPr>
            <a:lvl9pPr algn="ctr">
              <a:defRPr sz="1275" b="0">
                <a:solidFill>
                  <a:srgbClr val="111111"/>
                </a:solidFill>
                <a:latin typeface="Apple SD Gothic Neo"/>
                <a:ea typeface="Apple SD Gothic Neo"/>
                <a:cs typeface="Apple SD Gothic Neo"/>
              </a:defRPr>
            </a:lvl9pPr>
          </a:lstStyle>
          <a:p xmlns:a="http://schemas.openxmlformats.org/drawingml/2006/main">
            <a:pPr algn="ctr">
              <a:defRPr sz="1275" b="0">
                <a:solidFill>
                  <a:srgbClr val="111111"/>
                </a:solidFill>
                <a:latin typeface="Apple SD Gothic Neo"/>
                <a:ea typeface="Apple SD Gothic Neo"/>
                <a:cs typeface="Apple SD Gothic Neo"/>
              </a:defRPr>
            </a:pPr>
            <a:r>
              <a:rPr sz="1275" b="0">
                <a:solidFill>
                  <a:srgbClr val="111111"/>
                </a:solidFill>
                <a:latin typeface="Apple SD Gothic Neo"/>
                <a:ea typeface="Apple SD Gothic Neo"/>
                <a:cs typeface="Apple SD Gothic Neo"/>
              </a:rPr>
              <a:t>조회</a:t>
            </a:r>
          </a:p>
        </p:txBody>
      </p:sp>
      <p:sp>
        <p:nvSpPr>
          <p:cNvPr id="56" name="DP2 object 99">
            <a:extLst xmlns:a="http://schemas.openxmlformats.org/drawingml/2006/main">
              <a:ext uri="{FF2B5EF4-FFF2-40B4-BE49-F238E27FC236}">
                <a16:creationId xmlns:a16="http://schemas.microsoft.com/office/drawing/2014/main" id="{A8F575F3-6E1A-4E0E-8356-156A11F54ABB}"/>
              </a:ext>
            </a:extLst>
          </p:cNvPr>
          <p:cNvSpPr>
            <a:spLocks xmlns:a="http://schemas.openxmlformats.org/drawingml/2006/main" noGrp="1"/>
          </p:cNvSpPr>
          <p:nvPr/>
        </p:nvSpPr>
        <p:spPr>
          <a:xfrm xmlns:a="http://schemas.openxmlformats.org/drawingml/2006/main">
            <a:off x="5419725" y="5114925"/>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111111"/>
                </a:solidFill>
                <a:latin typeface="Apple SD Gothic Neo"/>
                <a:ea typeface="Apple SD Gothic Neo"/>
                <a:cs typeface="Apple SD Gothic Neo"/>
              </a:defRPr>
            </a:defPPr>
            <a:lvl1pPr algn="ctr">
              <a:defRPr sz="1275" b="0">
                <a:solidFill>
                  <a:srgbClr val="111111"/>
                </a:solidFill>
                <a:latin typeface="Apple SD Gothic Neo"/>
                <a:ea typeface="Apple SD Gothic Neo"/>
                <a:cs typeface="Apple SD Gothic Neo"/>
              </a:defRPr>
            </a:lvl1pPr>
            <a:lvl2pPr algn="ctr">
              <a:defRPr sz="1275" b="0">
                <a:solidFill>
                  <a:srgbClr val="111111"/>
                </a:solidFill>
                <a:latin typeface="Apple SD Gothic Neo"/>
                <a:ea typeface="Apple SD Gothic Neo"/>
                <a:cs typeface="Apple SD Gothic Neo"/>
              </a:defRPr>
            </a:lvl2pPr>
            <a:lvl3pPr algn="ctr">
              <a:defRPr sz="1275" b="0">
                <a:solidFill>
                  <a:srgbClr val="111111"/>
                </a:solidFill>
                <a:latin typeface="Apple SD Gothic Neo"/>
                <a:ea typeface="Apple SD Gothic Neo"/>
                <a:cs typeface="Apple SD Gothic Neo"/>
              </a:defRPr>
            </a:lvl3pPr>
            <a:lvl4pPr algn="ctr">
              <a:defRPr sz="1275" b="0">
                <a:solidFill>
                  <a:srgbClr val="111111"/>
                </a:solidFill>
                <a:latin typeface="Apple SD Gothic Neo"/>
                <a:ea typeface="Apple SD Gothic Neo"/>
                <a:cs typeface="Apple SD Gothic Neo"/>
              </a:defRPr>
            </a:lvl4pPr>
            <a:lvl5pPr algn="ctr">
              <a:defRPr sz="1275" b="0">
                <a:solidFill>
                  <a:srgbClr val="111111"/>
                </a:solidFill>
                <a:latin typeface="Apple SD Gothic Neo"/>
                <a:ea typeface="Apple SD Gothic Neo"/>
                <a:cs typeface="Apple SD Gothic Neo"/>
              </a:defRPr>
            </a:lvl5pPr>
            <a:lvl6pPr algn="ctr">
              <a:defRPr sz="1275" b="0">
                <a:solidFill>
                  <a:srgbClr val="111111"/>
                </a:solidFill>
                <a:latin typeface="Apple SD Gothic Neo"/>
                <a:ea typeface="Apple SD Gothic Neo"/>
                <a:cs typeface="Apple SD Gothic Neo"/>
              </a:defRPr>
            </a:lvl6pPr>
            <a:lvl7pPr algn="ctr">
              <a:defRPr sz="1275" b="0">
                <a:solidFill>
                  <a:srgbClr val="111111"/>
                </a:solidFill>
                <a:latin typeface="Apple SD Gothic Neo"/>
                <a:ea typeface="Apple SD Gothic Neo"/>
                <a:cs typeface="Apple SD Gothic Neo"/>
              </a:defRPr>
            </a:lvl7pPr>
            <a:lvl8pPr algn="ctr">
              <a:defRPr sz="1275" b="0">
                <a:solidFill>
                  <a:srgbClr val="111111"/>
                </a:solidFill>
                <a:latin typeface="Apple SD Gothic Neo"/>
                <a:ea typeface="Apple SD Gothic Neo"/>
                <a:cs typeface="Apple SD Gothic Neo"/>
              </a:defRPr>
            </a:lvl8pPr>
            <a:lvl9pPr algn="ctr">
              <a:defRPr sz="1275" b="0">
                <a:solidFill>
                  <a:srgbClr val="111111"/>
                </a:solidFill>
                <a:latin typeface="Apple SD Gothic Neo"/>
                <a:ea typeface="Apple SD Gothic Neo"/>
                <a:cs typeface="Apple SD Gothic Neo"/>
              </a:defRPr>
            </a:lvl9pPr>
          </a:lstStyle>
          <a:p xmlns:a="http://schemas.openxmlformats.org/drawingml/2006/main">
            <a:pPr algn="ctr">
              <a:defRPr sz="1275" b="0">
                <a:solidFill>
                  <a:srgbClr val="111111"/>
                </a:solidFill>
                <a:latin typeface="Apple SD Gothic Neo"/>
                <a:ea typeface="Apple SD Gothic Neo"/>
                <a:cs typeface="Apple SD Gothic Neo"/>
              </a:defRPr>
            </a:pPr>
            <a:r>
              <a:rPr sz="1275" b="0">
                <a:solidFill>
                  <a:srgbClr val="111111"/>
                </a:solidFill>
                <a:latin typeface="Apple SD Gothic Neo"/>
                <a:ea typeface="Apple SD Gothic Neo"/>
                <a:cs typeface="Apple SD Gothic Neo"/>
              </a:rPr>
              <a:t>갱신</a:t>
            </a:r>
          </a:p>
        </p:txBody>
      </p:sp>
      <p:sp>
        <p:nvSpPr>
          <p:cNvPr id="57" name="Editable path 100">
            <a:extLst xmlns:a="http://schemas.openxmlformats.org/drawingml/2006/main">
              <a:ext uri="{FF2B5EF4-FFF2-40B4-BE49-F238E27FC236}">
                <a16:creationId xmlns:a16="http://schemas.microsoft.com/office/drawing/2014/main" id="{F9BD5399-FA57-4467-ABDA-B9D62048C159}"/>
              </a:ext>
            </a:extLst>
          </p:cNvPr>
          <p:cNvSpPr>
            <a:spLocks xmlns:a="http://schemas.openxmlformats.org/drawingml/2006/main" noGrp="1"/>
          </p:cNvSpPr>
          <p:nvPr/>
        </p:nvSpPr>
        <p:spPr>
          <a:xfrm xmlns:a="http://schemas.openxmlformats.org/drawingml/2006/main">
            <a:off x="2514600" y="4438650"/>
            <a:ext cx="1485900" cy="1190625"/>
          </a:xfrm>
          <a:custGeom xmlns:a="http://schemas.openxmlformats.org/drawingml/2006/main">
            <a:pathLst>
              <a:path w="1485900" h="1190625">
                <a:moveTo>
                  <a:pt x="1485900" y="790575"/>
                </a:moveTo>
                <a:lnTo>
                  <a:pt x="1485900" y="1190625"/>
                </a:lnTo>
                <a:lnTo>
                  <a:pt x="0" y="1190625"/>
                </a:lnTo>
                <a:lnTo>
                  <a:pt x="0" y="0"/>
                </a:lnTo>
                <a:lnTo>
                  <a:pt x="1485900" y="0"/>
                </a:lnTo>
                <a:lnTo>
                  <a:pt x="1485900" y="123825"/>
                </a:lnTo>
              </a:path>
            </a:pathLst>
          </a:custGeom>
          <a:noFill xmlns:a="http://schemas.openxmlformats.org/drawingml/2006/main"/>
          <a:ln xmlns:a="http://schemas.openxmlformats.org/drawingml/2006/main" w="19050">
            <a:solidFill>
              <a:srgbClr val="111111"/>
            </a:solidFill>
            <a:prstDash val="solid"/>
          </a:ln>
        </p:spPr>
      </p:sp>
      <p:sp>
        <p:nvSpPr>
          <p:cNvPr id="58" name="Editable arrowhead 101">
            <a:extLst xmlns:a="http://schemas.openxmlformats.org/drawingml/2006/main">
              <a:ext uri="{FF2B5EF4-FFF2-40B4-BE49-F238E27FC236}">
                <a16:creationId xmlns:a16="http://schemas.microsoft.com/office/drawing/2014/main" id="{D22EB423-4000-468F-B685-43DED7CCBA83}"/>
              </a:ext>
            </a:extLst>
          </p:cNvPr>
          <p:cNvSpPr>
            <a:spLocks xmlns:a="http://schemas.openxmlformats.org/drawingml/2006/main" noGrp="1"/>
          </p:cNvSpPr>
          <p:nvPr/>
        </p:nvSpPr>
        <p:spPr>
          <a:xfrm xmlns:a="http://schemas.openxmlformats.org/drawingml/2006/main">
            <a:off x="3952875" y="44672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9" name="DP2 object 102">
            <a:extLst xmlns:a="http://schemas.openxmlformats.org/drawingml/2006/main">
              <a:ext uri="{FF2B5EF4-FFF2-40B4-BE49-F238E27FC236}">
                <a16:creationId xmlns:a16="http://schemas.microsoft.com/office/drawing/2014/main" id="{433255FE-8A0C-4740-A8D6-4219F0F78796}"/>
              </a:ext>
            </a:extLst>
          </p:cNvPr>
          <p:cNvSpPr>
            <a:spLocks xmlns:a="http://schemas.openxmlformats.org/drawingml/2006/main" noGrp="1"/>
          </p:cNvSpPr>
          <p:nvPr/>
        </p:nvSpPr>
        <p:spPr>
          <a:xfrm xmlns:a="http://schemas.openxmlformats.org/drawingml/2006/main">
            <a:off x="4219575" y="5476875"/>
            <a:ext cx="5086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남은 목표와 새 입력을 같은 실행에서 계속</a:t>
            </a:r>
          </a:p>
        </p:txBody>
      </p:sp>
      <p:sp>
        <p:nvSpPr>
          <p:cNvPr id="60" name="DP2 object 103">
            <a:extLst xmlns:a="http://schemas.openxmlformats.org/drawingml/2006/main">
              <a:ext uri="{FF2B5EF4-FFF2-40B4-BE49-F238E27FC236}">
                <a16:creationId xmlns:a16="http://schemas.microsoft.com/office/drawing/2014/main" id="{D53B3640-B69C-4BD2-9EF1-4CA6A7A82450}"/>
              </a:ext>
            </a:extLst>
          </p:cNvPr>
          <p:cNvSpPr>
            <a:spLocks xmlns:a="http://schemas.openxmlformats.org/drawingml/2006/main" noGrp="1"/>
          </p:cNvSpPr>
          <p:nvPr/>
        </p:nvSpPr>
        <p:spPr>
          <a:xfrm xmlns:a="http://schemas.openxmlformats.org/drawingml/2006/main">
            <a:off x="10058400" y="2190750"/>
            <a:ext cx="790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공통 대화 + 요청별 실행과 문맥 + 반환 관리</a:t>
            </a:r>
          </a:p>
        </p:txBody>
      </p:sp>
      <p:sp>
        <p:nvSpPr>
          <p:cNvPr id="61" name="B Request Controller Component">
            <a:extLst xmlns:a="http://schemas.openxmlformats.org/drawingml/2006/main">
              <a:ext uri="{FF2B5EF4-FFF2-40B4-BE49-F238E27FC236}">
                <a16:creationId xmlns:a16="http://schemas.microsoft.com/office/drawing/2014/main" id="{DE9CF1DD-8E41-4DAB-A224-16E38F195588}"/>
              </a:ext>
            </a:extLst>
          </p:cNvPr>
          <p:cNvSpPr>
            <a:spLocks xmlns:a="http://schemas.openxmlformats.org/drawingml/2006/main" noGrp="1"/>
          </p:cNvSpPr>
          <p:nvPr/>
        </p:nvSpPr>
        <p:spPr>
          <a:xfrm xmlns:a="http://schemas.openxmlformats.org/drawingml/2006/main">
            <a:off x="10229850" y="2505075"/>
            <a:ext cx="2324100" cy="351472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62" name="DP2 object 104">
            <a:extLst xmlns:a="http://schemas.openxmlformats.org/drawingml/2006/main">
              <a:ext uri="{FF2B5EF4-FFF2-40B4-BE49-F238E27FC236}">
                <a16:creationId xmlns:a16="http://schemas.microsoft.com/office/drawing/2014/main" id="{3040A7CB-A9DB-49CD-BEE1-471FA814E866}"/>
              </a:ext>
            </a:extLst>
          </p:cNvPr>
          <p:cNvSpPr>
            <a:spLocks xmlns:a="http://schemas.openxmlformats.org/drawingml/2006/main" noGrp="1"/>
          </p:cNvSpPr>
          <p:nvPr/>
        </p:nvSpPr>
        <p:spPr>
          <a:xfrm xmlns:a="http://schemas.openxmlformats.org/drawingml/2006/main">
            <a:off x="10334625" y="2581275"/>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a:t>
            </a:r>
          </a:p>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Controller</a:t>
            </a:r>
          </a:p>
        </p:txBody>
      </p:sp>
      <p:sp>
        <p:nvSpPr>
          <p:cNvPr id="63" name="Editable path 105">
            <a:extLst xmlns:a="http://schemas.openxmlformats.org/drawingml/2006/main">
              <a:ext uri="{FF2B5EF4-FFF2-40B4-BE49-F238E27FC236}">
                <a16:creationId xmlns:a16="http://schemas.microsoft.com/office/drawing/2014/main" id="{3DB36278-F693-455E-BCB0-F2CA030EC6EA}"/>
              </a:ext>
            </a:extLst>
          </p:cNvPr>
          <p:cNvSpPr>
            <a:spLocks xmlns:a="http://schemas.openxmlformats.org/drawingml/2006/main" noGrp="1"/>
          </p:cNvSpPr>
          <p:nvPr/>
        </p:nvSpPr>
        <p:spPr>
          <a:xfrm xmlns:a="http://schemas.openxmlformats.org/drawingml/2006/main">
            <a:off x="10229850" y="3152775"/>
            <a:ext cx="2324100" cy="953"/>
          </a:xfrm>
          <a:custGeom xmlns:a="http://schemas.openxmlformats.org/drawingml/2006/main">
            <a:pathLst>
              <a:path w="2324100" h="953">
                <a:moveTo>
                  <a:pt x="0" y="0"/>
                </a:moveTo>
                <a:lnTo>
                  <a:pt x="2324100" y="0"/>
                </a:lnTo>
              </a:path>
            </a:pathLst>
          </a:custGeom>
          <a:noFill xmlns:a="http://schemas.openxmlformats.org/drawingml/2006/main"/>
          <a:ln xmlns:a="http://schemas.openxmlformats.org/drawingml/2006/main" w="13335">
            <a:solidFill>
              <a:srgbClr val="111111"/>
            </a:solidFill>
            <a:prstDash val="solid"/>
          </a:ln>
        </p:spPr>
      </p:sp>
      <p:sp>
        <p:nvSpPr>
          <p:cNvPr id="64" name="입력 보존 / 실행 요청">
            <a:extLst xmlns:a="http://schemas.openxmlformats.org/drawingml/2006/main">
              <a:ext uri="{FF2B5EF4-FFF2-40B4-BE49-F238E27FC236}">
                <a16:creationId xmlns:a16="http://schemas.microsoft.com/office/drawing/2014/main" id="{F4A0290B-48D8-4A01-BD1E-CA0A7CC4796B}"/>
              </a:ext>
            </a:extLst>
          </p:cNvPr>
          <p:cNvSpPr>
            <a:spLocks xmlns:a="http://schemas.openxmlformats.org/drawingml/2006/main" noGrp="1"/>
          </p:cNvSpPr>
          <p:nvPr/>
        </p:nvSpPr>
        <p:spPr>
          <a:xfrm xmlns:a="http://schemas.openxmlformats.org/drawingml/2006/main">
            <a:off x="10353675" y="3248025"/>
            <a:ext cx="2076450" cy="4000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5" name="DP2 object 106">
            <a:extLst xmlns:a="http://schemas.openxmlformats.org/drawingml/2006/main">
              <a:ext uri="{FF2B5EF4-FFF2-40B4-BE49-F238E27FC236}">
                <a16:creationId xmlns:a16="http://schemas.microsoft.com/office/drawing/2014/main" id="{09730462-78EB-4F1A-A8E2-B223B1111659}"/>
              </a:ext>
            </a:extLst>
          </p:cNvPr>
          <p:cNvSpPr>
            <a:spLocks xmlns:a="http://schemas.openxmlformats.org/drawingml/2006/main" noGrp="1"/>
          </p:cNvSpPr>
          <p:nvPr/>
        </p:nvSpPr>
        <p:spPr>
          <a:xfrm xmlns:a="http://schemas.openxmlformats.org/drawingml/2006/main">
            <a:off x="10420350" y="3286125"/>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입력 보존 / 실행 요청</a:t>
            </a:r>
          </a:p>
        </p:txBody>
      </p:sp>
      <p:sp>
        <p:nvSpPr>
          <p:cNvPr id="66" name="입력 / 실행 ID 대응&#10;목표·revision&#10;변경·완료 상태">
            <a:extLst xmlns:a="http://schemas.openxmlformats.org/drawingml/2006/main">
              <a:ext uri="{FF2B5EF4-FFF2-40B4-BE49-F238E27FC236}">
                <a16:creationId xmlns:a16="http://schemas.microsoft.com/office/drawing/2014/main" id="{5DEAFB90-4E4D-4CDF-8E4E-8900FC1BE724}"/>
              </a:ext>
            </a:extLst>
          </p:cNvPr>
          <p:cNvSpPr>
            <a:spLocks xmlns:a="http://schemas.openxmlformats.org/drawingml/2006/main" noGrp="1"/>
          </p:cNvSpPr>
          <p:nvPr/>
        </p:nvSpPr>
        <p:spPr>
          <a:xfrm xmlns:a="http://schemas.openxmlformats.org/drawingml/2006/main">
            <a:off x="10353675" y="3838575"/>
            <a:ext cx="2076450" cy="9334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67" name="DP2 object 107">
            <a:extLst xmlns:a="http://schemas.openxmlformats.org/drawingml/2006/main">
              <a:ext uri="{FF2B5EF4-FFF2-40B4-BE49-F238E27FC236}">
                <a16:creationId xmlns:a16="http://schemas.microsoft.com/office/drawing/2014/main" id="{3EF3A3BD-BE55-4961-AB8B-94B9097FBF7C}"/>
              </a:ext>
            </a:extLst>
          </p:cNvPr>
          <p:cNvSpPr>
            <a:spLocks xmlns:a="http://schemas.openxmlformats.org/drawingml/2006/main" noGrp="1"/>
          </p:cNvSpPr>
          <p:nvPr/>
        </p:nvSpPr>
        <p:spPr>
          <a:xfrm xmlns:a="http://schemas.openxmlformats.org/drawingml/2006/main">
            <a:off x="10401300" y="3943350"/>
            <a:ext cx="19812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입력 / 실행 ID 대응</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목표·revision</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변경·완료 상태</a:t>
            </a:r>
          </a:p>
        </p:txBody>
      </p:sp>
      <p:sp>
        <p:nvSpPr>
          <p:cNvPr id="68" name="개별 반환 검증·채택&#10;필요한 재결합 요청">
            <a:extLst xmlns:a="http://schemas.openxmlformats.org/drawingml/2006/main">
              <a:ext uri="{FF2B5EF4-FFF2-40B4-BE49-F238E27FC236}">
                <a16:creationId xmlns:a16="http://schemas.microsoft.com/office/drawing/2014/main" id="{B7526ABE-2209-4B79-B022-7E79C8B3969C}"/>
              </a:ext>
            </a:extLst>
          </p:cNvPr>
          <p:cNvSpPr>
            <a:spLocks xmlns:a="http://schemas.openxmlformats.org/drawingml/2006/main" noGrp="1"/>
          </p:cNvSpPr>
          <p:nvPr/>
        </p:nvSpPr>
        <p:spPr>
          <a:xfrm xmlns:a="http://schemas.openxmlformats.org/drawingml/2006/main">
            <a:off x="10353675" y="5105400"/>
            <a:ext cx="2076450" cy="7715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9" name="DP2 object 108">
            <a:extLst xmlns:a="http://schemas.openxmlformats.org/drawingml/2006/main">
              <a:ext uri="{FF2B5EF4-FFF2-40B4-BE49-F238E27FC236}">
                <a16:creationId xmlns:a16="http://schemas.microsoft.com/office/drawing/2014/main" id="{7CD29F69-F985-4536-BB0F-CC51D4619A86}"/>
              </a:ext>
            </a:extLst>
          </p:cNvPr>
          <p:cNvSpPr>
            <a:spLocks xmlns:a="http://schemas.openxmlformats.org/drawingml/2006/main" noGrp="1"/>
          </p:cNvSpPr>
          <p:nvPr/>
        </p:nvSpPr>
        <p:spPr>
          <a:xfrm xmlns:a="http://schemas.openxmlformats.org/drawingml/2006/main">
            <a:off x="10420350" y="5143500"/>
            <a:ext cx="19431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개별 반환 검증·채택</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필요한 재결합 요청</a:t>
            </a:r>
          </a:p>
        </p:txBody>
      </p:sp>
      <p:sp>
        <p:nvSpPr>
          <p:cNvPr id="70" name="Editable path 109">
            <a:extLst xmlns:a="http://schemas.openxmlformats.org/drawingml/2006/main">
              <a:ext uri="{FF2B5EF4-FFF2-40B4-BE49-F238E27FC236}">
                <a16:creationId xmlns:a16="http://schemas.microsoft.com/office/drawing/2014/main" id="{27C5DD9D-5508-4A2E-AF57-1F437A12A806}"/>
              </a:ext>
            </a:extLst>
          </p:cNvPr>
          <p:cNvSpPr>
            <a:spLocks xmlns:a="http://schemas.openxmlformats.org/drawingml/2006/main" noGrp="1"/>
          </p:cNvSpPr>
          <p:nvPr/>
        </p:nvSpPr>
        <p:spPr>
          <a:xfrm xmlns:a="http://schemas.openxmlformats.org/drawingml/2006/main">
            <a:off x="11391900" y="3648075"/>
            <a:ext cx="953" cy="190500"/>
          </a:xfrm>
          <a:custGeom xmlns:a="http://schemas.openxmlformats.org/drawingml/2006/main">
            <a:pathLst>
              <a:path w="953" h="190500">
                <a:moveTo>
                  <a:pt x="0" y="0"/>
                </a:moveTo>
                <a:lnTo>
                  <a:pt x="0" y="190500"/>
                </a:lnTo>
              </a:path>
            </a:pathLst>
          </a:custGeom>
          <a:noFill xmlns:a="http://schemas.openxmlformats.org/drawingml/2006/main"/>
          <a:ln xmlns:a="http://schemas.openxmlformats.org/drawingml/2006/main" w="18098">
            <a:solidFill>
              <a:srgbClr val="111111"/>
            </a:solidFill>
            <a:prstDash val="solid"/>
          </a:ln>
        </p:spPr>
      </p:sp>
      <p:sp>
        <p:nvSpPr>
          <p:cNvPr id="71" name="Editable arrowhead 110">
            <a:extLst xmlns:a="http://schemas.openxmlformats.org/drawingml/2006/main">
              <a:ext uri="{FF2B5EF4-FFF2-40B4-BE49-F238E27FC236}">
                <a16:creationId xmlns:a16="http://schemas.microsoft.com/office/drawing/2014/main" id="{6AEABC6D-605A-4865-AEA5-22759001FD85}"/>
              </a:ext>
            </a:extLst>
          </p:cNvPr>
          <p:cNvSpPr>
            <a:spLocks xmlns:a="http://schemas.openxmlformats.org/drawingml/2006/main" noGrp="1"/>
          </p:cNvSpPr>
          <p:nvPr/>
        </p:nvSpPr>
        <p:spPr>
          <a:xfrm xmlns:a="http://schemas.openxmlformats.org/drawingml/2006/main">
            <a:off x="11344275" y="37433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2" name="Editable path 111">
            <a:extLst xmlns:a="http://schemas.openxmlformats.org/drawingml/2006/main">
              <a:ext uri="{FF2B5EF4-FFF2-40B4-BE49-F238E27FC236}">
                <a16:creationId xmlns:a16="http://schemas.microsoft.com/office/drawing/2014/main" id="{ED814BDA-6264-491A-A527-091C21D424EC}"/>
              </a:ext>
            </a:extLst>
          </p:cNvPr>
          <p:cNvSpPr>
            <a:spLocks xmlns:a="http://schemas.openxmlformats.org/drawingml/2006/main" noGrp="1"/>
          </p:cNvSpPr>
          <p:nvPr/>
        </p:nvSpPr>
        <p:spPr>
          <a:xfrm xmlns:a="http://schemas.openxmlformats.org/drawingml/2006/main">
            <a:off x="11391900" y="4772025"/>
            <a:ext cx="953" cy="333375"/>
          </a:xfrm>
          <a:custGeom xmlns:a="http://schemas.openxmlformats.org/drawingml/2006/main">
            <a:pathLst>
              <a:path w="953" h="333375">
                <a:moveTo>
                  <a:pt x="0" y="0"/>
                </a:moveTo>
                <a:lnTo>
                  <a:pt x="0" y="333375"/>
                </a:lnTo>
              </a:path>
            </a:pathLst>
          </a:custGeom>
          <a:noFill xmlns:a="http://schemas.openxmlformats.org/drawingml/2006/main"/>
          <a:ln xmlns:a="http://schemas.openxmlformats.org/drawingml/2006/main" w="18098">
            <a:solidFill>
              <a:srgbClr val="111111"/>
            </a:solidFill>
            <a:prstDash val="solid"/>
          </a:ln>
        </p:spPr>
      </p:sp>
      <p:sp>
        <p:nvSpPr>
          <p:cNvPr id="73" name="Editable arrowhead 112">
            <a:extLst xmlns:a="http://schemas.openxmlformats.org/drawingml/2006/main">
              <a:ext uri="{FF2B5EF4-FFF2-40B4-BE49-F238E27FC236}">
                <a16:creationId xmlns:a16="http://schemas.microsoft.com/office/drawing/2014/main" id="{7A8D5EFA-3843-4744-8A34-A26AB2FDF4DF}"/>
              </a:ext>
            </a:extLst>
          </p:cNvPr>
          <p:cNvSpPr>
            <a:spLocks xmlns:a="http://schemas.openxmlformats.org/drawingml/2006/main" noGrp="1"/>
          </p:cNvSpPr>
          <p:nvPr/>
        </p:nvSpPr>
        <p:spPr>
          <a:xfrm xmlns:a="http://schemas.openxmlformats.org/drawingml/2006/main">
            <a:off x="11344275" y="50101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4" name="B Request Interpreter Component">
            <a:extLst xmlns:a="http://schemas.openxmlformats.org/drawingml/2006/main">
              <a:ext uri="{FF2B5EF4-FFF2-40B4-BE49-F238E27FC236}">
                <a16:creationId xmlns:a16="http://schemas.microsoft.com/office/drawing/2014/main" id="{61A04C7E-752F-4C3D-894D-26311E760D96}"/>
              </a:ext>
            </a:extLst>
          </p:cNvPr>
          <p:cNvSpPr>
            <a:spLocks xmlns:a="http://schemas.openxmlformats.org/drawingml/2006/main" noGrp="1"/>
          </p:cNvSpPr>
          <p:nvPr/>
        </p:nvSpPr>
        <p:spPr>
          <a:xfrm xmlns:a="http://schemas.openxmlformats.org/drawingml/2006/main">
            <a:off x="12954000" y="2505075"/>
            <a:ext cx="4838700" cy="351472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75" name="DP2 object 113">
            <a:extLst xmlns:a="http://schemas.openxmlformats.org/drawingml/2006/main">
              <a:ext uri="{FF2B5EF4-FFF2-40B4-BE49-F238E27FC236}">
                <a16:creationId xmlns:a16="http://schemas.microsoft.com/office/drawing/2014/main" id="{BDC7FA22-0F82-425A-9C0F-3CE7D733F97B}"/>
              </a:ext>
            </a:extLst>
          </p:cNvPr>
          <p:cNvSpPr>
            <a:spLocks xmlns:a="http://schemas.openxmlformats.org/drawingml/2006/main" noGrp="1"/>
          </p:cNvSpPr>
          <p:nvPr/>
        </p:nvSpPr>
        <p:spPr>
          <a:xfrm xmlns:a="http://schemas.openxmlformats.org/drawingml/2006/main">
            <a:off x="13058775" y="2533650"/>
            <a:ext cx="462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76" name="Editable path 114">
            <a:extLst xmlns:a="http://schemas.openxmlformats.org/drawingml/2006/main">
              <a:ext uri="{FF2B5EF4-FFF2-40B4-BE49-F238E27FC236}">
                <a16:creationId xmlns:a16="http://schemas.microsoft.com/office/drawing/2014/main" id="{6B0A90C1-1AF7-491B-B527-7F6BD5B155ED}"/>
              </a:ext>
            </a:extLst>
          </p:cNvPr>
          <p:cNvSpPr>
            <a:spLocks xmlns:a="http://schemas.openxmlformats.org/drawingml/2006/main" noGrp="1"/>
          </p:cNvSpPr>
          <p:nvPr/>
        </p:nvSpPr>
        <p:spPr>
          <a:xfrm xmlns:a="http://schemas.openxmlformats.org/drawingml/2006/main">
            <a:off x="12954000" y="2838450"/>
            <a:ext cx="4838700" cy="953"/>
          </a:xfrm>
          <a:custGeom xmlns:a="http://schemas.openxmlformats.org/drawingml/2006/main">
            <a:pathLst>
              <a:path w="4838700" h="953">
                <a:moveTo>
                  <a:pt x="0" y="0"/>
                </a:moveTo>
                <a:lnTo>
                  <a:pt x="4838700" y="0"/>
                </a:lnTo>
              </a:path>
            </a:pathLst>
          </a:custGeom>
          <a:noFill xmlns:a="http://schemas.openxmlformats.org/drawingml/2006/main"/>
          <a:ln xmlns:a="http://schemas.openxmlformats.org/drawingml/2006/main" w="13335">
            <a:solidFill>
              <a:srgbClr val="111111"/>
            </a:solidFill>
            <a:prstDash val="solid"/>
          </a:ln>
        </p:spPr>
      </p:sp>
      <p:sp>
        <p:nvSpPr>
          <p:cNvPr id="77" name="공통 대화 해석&#10;관계 판단·확인 질문&#10;짧은 답은 직접 반환">
            <a:extLst xmlns:a="http://schemas.openxmlformats.org/drawingml/2006/main">
              <a:ext uri="{FF2B5EF4-FFF2-40B4-BE49-F238E27FC236}">
                <a16:creationId xmlns:a16="http://schemas.microsoft.com/office/drawing/2014/main" id="{CC98B4EA-FBAA-4BB5-8DB4-8DAB6A8A2E1F}"/>
              </a:ext>
            </a:extLst>
          </p:cNvPr>
          <p:cNvSpPr>
            <a:spLocks xmlns:a="http://schemas.openxmlformats.org/drawingml/2006/main" noGrp="1"/>
          </p:cNvSpPr>
          <p:nvPr/>
        </p:nvSpPr>
        <p:spPr>
          <a:xfrm xmlns:a="http://schemas.openxmlformats.org/drawingml/2006/main">
            <a:off x="13087350" y="2971800"/>
            <a:ext cx="2647950" cy="7905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8" name="DP2 object 115">
            <a:extLst xmlns:a="http://schemas.openxmlformats.org/drawingml/2006/main">
              <a:ext uri="{FF2B5EF4-FFF2-40B4-BE49-F238E27FC236}">
                <a16:creationId xmlns:a16="http://schemas.microsoft.com/office/drawing/2014/main" id="{9E5F85FC-4677-464B-9212-2C376A48EA32}"/>
              </a:ext>
            </a:extLst>
          </p:cNvPr>
          <p:cNvSpPr>
            <a:spLocks xmlns:a="http://schemas.openxmlformats.org/drawingml/2006/main" noGrp="1"/>
          </p:cNvSpPr>
          <p:nvPr/>
        </p:nvSpPr>
        <p:spPr>
          <a:xfrm xmlns:a="http://schemas.openxmlformats.org/drawingml/2006/main">
            <a:off x="13154025" y="3009900"/>
            <a:ext cx="25146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공통 대화 해석</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관계 판단·확인 질문</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짧은 답은 직접 반환</a:t>
            </a:r>
          </a:p>
        </p:txBody>
      </p:sp>
      <p:sp>
        <p:nvSpPr>
          <p:cNvPr id="79" name="최근 문맥&#10;요청 참조">
            <a:extLst xmlns:a="http://schemas.openxmlformats.org/drawingml/2006/main">
              <a:ext uri="{FF2B5EF4-FFF2-40B4-BE49-F238E27FC236}">
                <a16:creationId xmlns:a16="http://schemas.microsoft.com/office/drawing/2014/main" id="{A5DD1651-2A12-4017-9A03-7C02A432482C}"/>
              </a:ext>
            </a:extLst>
          </p:cNvPr>
          <p:cNvSpPr>
            <a:spLocks xmlns:a="http://schemas.openxmlformats.org/drawingml/2006/main" noGrp="1"/>
          </p:cNvSpPr>
          <p:nvPr/>
        </p:nvSpPr>
        <p:spPr>
          <a:xfrm xmlns:a="http://schemas.openxmlformats.org/drawingml/2006/main">
            <a:off x="15944850" y="2971800"/>
            <a:ext cx="1714500" cy="7905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80" name="DP2 object 116">
            <a:extLst xmlns:a="http://schemas.openxmlformats.org/drawingml/2006/main">
              <a:ext uri="{FF2B5EF4-FFF2-40B4-BE49-F238E27FC236}">
                <a16:creationId xmlns:a16="http://schemas.microsoft.com/office/drawing/2014/main" id="{8638A3C7-FCA2-4AD7-918F-9FE6820F26B1}"/>
              </a:ext>
            </a:extLst>
          </p:cNvPr>
          <p:cNvSpPr>
            <a:spLocks xmlns:a="http://schemas.openxmlformats.org/drawingml/2006/main" noGrp="1"/>
          </p:cNvSpPr>
          <p:nvPr/>
        </p:nvSpPr>
        <p:spPr>
          <a:xfrm xmlns:a="http://schemas.openxmlformats.org/drawingml/2006/main">
            <a:off x="15992475" y="3076575"/>
            <a:ext cx="161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최근 문맥</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요청 참조</a:t>
            </a:r>
          </a:p>
        </p:txBody>
      </p:sp>
      <p:sp>
        <p:nvSpPr>
          <p:cNvPr id="81" name="Editable path 117">
            <a:extLst xmlns:a="http://schemas.openxmlformats.org/drawingml/2006/main">
              <a:ext uri="{FF2B5EF4-FFF2-40B4-BE49-F238E27FC236}">
                <a16:creationId xmlns:a16="http://schemas.microsoft.com/office/drawing/2014/main" id="{E5FCC19F-7440-4EFC-BE88-03DD8718178B}"/>
              </a:ext>
            </a:extLst>
          </p:cNvPr>
          <p:cNvSpPr>
            <a:spLocks xmlns:a="http://schemas.openxmlformats.org/drawingml/2006/main" noGrp="1"/>
          </p:cNvSpPr>
          <p:nvPr/>
        </p:nvSpPr>
        <p:spPr>
          <a:xfrm xmlns:a="http://schemas.openxmlformats.org/drawingml/2006/main">
            <a:off x="15735300" y="3371850"/>
            <a:ext cx="209550" cy="953"/>
          </a:xfrm>
          <a:custGeom xmlns:a="http://schemas.openxmlformats.org/drawingml/2006/main">
            <a:pathLst>
              <a:path w="209550" h="953">
                <a:moveTo>
                  <a:pt x="209550" y="0"/>
                </a:moveTo>
                <a:lnTo>
                  <a:pt x="0" y="0"/>
                </a:lnTo>
              </a:path>
            </a:pathLst>
          </a:custGeom>
          <a:noFill xmlns:a="http://schemas.openxmlformats.org/drawingml/2006/main"/>
          <a:ln xmlns:a="http://schemas.openxmlformats.org/drawingml/2006/main" w="16193">
            <a:solidFill>
              <a:srgbClr val="111111"/>
            </a:solidFill>
            <a:prstDash val="solid"/>
          </a:ln>
        </p:spPr>
      </p:sp>
      <p:sp>
        <p:nvSpPr>
          <p:cNvPr id="82" name="Editable arrowhead 118">
            <a:extLst xmlns:a="http://schemas.openxmlformats.org/drawingml/2006/main">
              <a:ext uri="{FF2B5EF4-FFF2-40B4-BE49-F238E27FC236}">
                <a16:creationId xmlns:a16="http://schemas.microsoft.com/office/drawing/2014/main" id="{E8EBAE84-F246-4014-BD90-2B433ABDC79B}"/>
              </a:ext>
            </a:extLst>
          </p:cNvPr>
          <p:cNvSpPr>
            <a:spLocks xmlns:a="http://schemas.openxmlformats.org/drawingml/2006/main" noGrp="1"/>
          </p:cNvSpPr>
          <p:nvPr/>
        </p:nvSpPr>
        <p:spPr>
          <a:xfrm xmlns:a="http://schemas.openxmlformats.org/drawingml/2006/main">
            <a:off x="15735300" y="3324225"/>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3" name="Editable path 119">
            <a:extLst xmlns:a="http://schemas.openxmlformats.org/drawingml/2006/main">
              <a:ext uri="{FF2B5EF4-FFF2-40B4-BE49-F238E27FC236}">
                <a16:creationId xmlns:a16="http://schemas.microsoft.com/office/drawing/2014/main" id="{36772DCF-D8E9-4A06-B9F8-BAB84396B229}"/>
              </a:ext>
            </a:extLst>
          </p:cNvPr>
          <p:cNvSpPr>
            <a:spLocks xmlns:a="http://schemas.openxmlformats.org/drawingml/2006/main" noGrp="1"/>
          </p:cNvSpPr>
          <p:nvPr/>
        </p:nvSpPr>
        <p:spPr>
          <a:xfrm xmlns:a="http://schemas.openxmlformats.org/drawingml/2006/main">
            <a:off x="12553950" y="3448050"/>
            <a:ext cx="533400" cy="953"/>
          </a:xfrm>
          <a:custGeom xmlns:a="http://schemas.openxmlformats.org/drawingml/2006/main">
            <a:pathLst>
              <a:path w="533400" h="953">
                <a:moveTo>
                  <a:pt x="0" y="0"/>
                </a:moveTo>
                <a:lnTo>
                  <a:pt x="533400" y="0"/>
                </a:lnTo>
              </a:path>
            </a:pathLst>
          </a:custGeom>
          <a:noFill xmlns:a="http://schemas.openxmlformats.org/drawingml/2006/main"/>
          <a:ln xmlns:a="http://schemas.openxmlformats.org/drawingml/2006/main" w="20003">
            <a:solidFill>
              <a:srgbClr val="111111"/>
            </a:solidFill>
            <a:prstDash val="solid"/>
          </a:ln>
        </p:spPr>
      </p:sp>
      <p:sp>
        <p:nvSpPr>
          <p:cNvPr id="84" name="Editable arrowhead 120">
            <a:extLst xmlns:a="http://schemas.openxmlformats.org/drawingml/2006/main">
              <a:ext uri="{FF2B5EF4-FFF2-40B4-BE49-F238E27FC236}">
                <a16:creationId xmlns:a16="http://schemas.microsoft.com/office/drawing/2014/main" id="{7A22259D-FD04-4B78-9A2E-73F03DAC0332}"/>
              </a:ext>
            </a:extLst>
          </p:cNvPr>
          <p:cNvSpPr>
            <a:spLocks xmlns:a="http://schemas.openxmlformats.org/drawingml/2006/main" noGrp="1"/>
          </p:cNvSpPr>
          <p:nvPr/>
        </p:nvSpPr>
        <p:spPr>
          <a:xfrm xmlns:a="http://schemas.openxmlformats.org/drawingml/2006/main">
            <a:off x="12992100" y="34004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5" name="Editable path 121">
            <a:extLst xmlns:a="http://schemas.openxmlformats.org/drawingml/2006/main">
              <a:ext uri="{FF2B5EF4-FFF2-40B4-BE49-F238E27FC236}">
                <a16:creationId xmlns:a16="http://schemas.microsoft.com/office/drawing/2014/main" id="{1518293E-BDBB-40C8-ABE0-F54B99B4C30F}"/>
              </a:ext>
            </a:extLst>
          </p:cNvPr>
          <p:cNvSpPr>
            <a:spLocks xmlns:a="http://schemas.openxmlformats.org/drawingml/2006/main" noGrp="1"/>
          </p:cNvSpPr>
          <p:nvPr/>
        </p:nvSpPr>
        <p:spPr>
          <a:xfrm xmlns:a="http://schemas.openxmlformats.org/drawingml/2006/main">
            <a:off x="12553950" y="3638550"/>
            <a:ext cx="533400" cy="1590675"/>
          </a:xfrm>
          <a:custGeom xmlns:a="http://schemas.openxmlformats.org/drawingml/2006/main">
            <a:pathLst>
              <a:path w="533400" h="1590675">
                <a:moveTo>
                  <a:pt x="533400" y="0"/>
                </a:moveTo>
                <a:lnTo>
                  <a:pt x="133350" y="0"/>
                </a:lnTo>
                <a:lnTo>
                  <a:pt x="133350" y="1590675"/>
                </a:lnTo>
                <a:lnTo>
                  <a:pt x="0" y="1590675"/>
                </a:lnTo>
              </a:path>
            </a:pathLst>
          </a:custGeom>
          <a:noFill xmlns:a="http://schemas.openxmlformats.org/drawingml/2006/main"/>
          <a:ln xmlns:a="http://schemas.openxmlformats.org/drawingml/2006/main" w="20003">
            <a:solidFill>
              <a:srgbClr val="111111"/>
            </a:solidFill>
            <a:prstDash val="solid"/>
          </a:ln>
        </p:spPr>
      </p:sp>
      <p:sp>
        <p:nvSpPr>
          <p:cNvPr id="86" name="Editable arrowhead 122">
            <a:extLst xmlns:a="http://schemas.openxmlformats.org/drawingml/2006/main">
              <a:ext uri="{FF2B5EF4-FFF2-40B4-BE49-F238E27FC236}">
                <a16:creationId xmlns:a16="http://schemas.microsoft.com/office/drawing/2014/main" id="{7D9307A8-2AFD-4850-825F-DD1F89D133EE}"/>
              </a:ext>
            </a:extLst>
          </p:cNvPr>
          <p:cNvSpPr>
            <a:spLocks xmlns:a="http://schemas.openxmlformats.org/drawingml/2006/main" noGrp="1"/>
          </p:cNvSpPr>
          <p:nvPr/>
        </p:nvSpPr>
        <p:spPr>
          <a:xfrm xmlns:a="http://schemas.openxmlformats.org/drawingml/2006/main">
            <a:off x="12553950" y="51816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7" name="Editable path 123">
            <a:extLst xmlns:a="http://schemas.openxmlformats.org/drawingml/2006/main">
              <a:ext uri="{FF2B5EF4-FFF2-40B4-BE49-F238E27FC236}">
                <a16:creationId xmlns:a16="http://schemas.microsoft.com/office/drawing/2014/main" id="{C7E60BCC-6BCA-4715-8EA2-13A0735D2734}"/>
              </a:ext>
            </a:extLst>
          </p:cNvPr>
          <p:cNvSpPr>
            <a:spLocks xmlns:a="http://schemas.openxmlformats.org/drawingml/2006/main" noGrp="1"/>
          </p:cNvSpPr>
          <p:nvPr/>
        </p:nvSpPr>
        <p:spPr>
          <a:xfrm xmlns:a="http://schemas.openxmlformats.org/drawingml/2006/main">
            <a:off x="14173200" y="3762375"/>
            <a:ext cx="238125" cy="371475"/>
          </a:xfrm>
          <a:custGeom xmlns:a="http://schemas.openxmlformats.org/drawingml/2006/main">
            <a:pathLst>
              <a:path w="238125" h="371475">
                <a:moveTo>
                  <a:pt x="238125" y="0"/>
                </a:moveTo>
                <a:lnTo>
                  <a:pt x="238125" y="180975"/>
                </a:lnTo>
                <a:lnTo>
                  <a:pt x="0" y="180975"/>
                </a:lnTo>
                <a:lnTo>
                  <a:pt x="0" y="371475"/>
                </a:lnTo>
              </a:path>
            </a:pathLst>
          </a:custGeom>
          <a:noFill xmlns:a="http://schemas.openxmlformats.org/drawingml/2006/main"/>
          <a:ln xmlns:a="http://schemas.openxmlformats.org/drawingml/2006/main" w="20003">
            <a:solidFill>
              <a:srgbClr val="111111"/>
            </a:solidFill>
            <a:prstDash val="solid"/>
          </a:ln>
        </p:spPr>
      </p:sp>
      <p:sp>
        <p:nvSpPr>
          <p:cNvPr id="88" name="Editable arrowhead 124">
            <a:extLst xmlns:a="http://schemas.openxmlformats.org/drawingml/2006/main">
              <a:ext uri="{FF2B5EF4-FFF2-40B4-BE49-F238E27FC236}">
                <a16:creationId xmlns:a16="http://schemas.microsoft.com/office/drawing/2014/main" id="{8809850D-550E-4AFE-B09A-80B0E99AEBBA}"/>
              </a:ext>
            </a:extLst>
          </p:cNvPr>
          <p:cNvSpPr>
            <a:spLocks xmlns:a="http://schemas.openxmlformats.org/drawingml/2006/main" noGrp="1"/>
          </p:cNvSpPr>
          <p:nvPr/>
        </p:nvSpPr>
        <p:spPr>
          <a:xfrm xmlns:a="http://schemas.openxmlformats.org/drawingml/2006/main">
            <a:off x="14125575" y="4038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9" name="Editable path 125">
            <a:extLst xmlns:a="http://schemas.openxmlformats.org/drawingml/2006/main">
              <a:ext uri="{FF2B5EF4-FFF2-40B4-BE49-F238E27FC236}">
                <a16:creationId xmlns:a16="http://schemas.microsoft.com/office/drawing/2014/main" id="{D3B47ADC-FE2C-42F1-AF48-8658FA751F7E}"/>
              </a:ext>
            </a:extLst>
          </p:cNvPr>
          <p:cNvSpPr>
            <a:spLocks xmlns:a="http://schemas.openxmlformats.org/drawingml/2006/main" noGrp="1"/>
          </p:cNvSpPr>
          <p:nvPr/>
        </p:nvSpPr>
        <p:spPr>
          <a:xfrm xmlns:a="http://schemas.openxmlformats.org/drawingml/2006/main">
            <a:off x="14411325" y="3943350"/>
            <a:ext cx="2162175" cy="190500"/>
          </a:xfrm>
          <a:custGeom xmlns:a="http://schemas.openxmlformats.org/drawingml/2006/main">
            <a:pathLst>
              <a:path w="2162175" h="190500">
                <a:moveTo>
                  <a:pt x="0" y="0"/>
                </a:moveTo>
                <a:lnTo>
                  <a:pt x="2162175" y="0"/>
                </a:lnTo>
                <a:lnTo>
                  <a:pt x="2162175" y="190500"/>
                </a:lnTo>
              </a:path>
            </a:pathLst>
          </a:custGeom>
          <a:noFill xmlns:a="http://schemas.openxmlformats.org/drawingml/2006/main"/>
          <a:ln xmlns:a="http://schemas.openxmlformats.org/drawingml/2006/main" w="20003">
            <a:solidFill>
              <a:srgbClr val="111111"/>
            </a:solidFill>
            <a:prstDash val="solid"/>
          </a:ln>
        </p:spPr>
      </p:sp>
      <p:sp>
        <p:nvSpPr>
          <p:cNvPr id="90" name="Editable arrowhead 126">
            <a:extLst xmlns:a="http://schemas.openxmlformats.org/drawingml/2006/main">
              <a:ext uri="{FF2B5EF4-FFF2-40B4-BE49-F238E27FC236}">
                <a16:creationId xmlns:a16="http://schemas.microsoft.com/office/drawing/2014/main" id="{99B5F27B-E67E-4D6C-9E73-A6220D65DD0A}"/>
              </a:ext>
            </a:extLst>
          </p:cNvPr>
          <p:cNvSpPr>
            <a:spLocks xmlns:a="http://schemas.openxmlformats.org/drawingml/2006/main" noGrp="1"/>
          </p:cNvSpPr>
          <p:nvPr/>
        </p:nvSpPr>
        <p:spPr>
          <a:xfrm xmlns:a="http://schemas.openxmlformats.org/drawingml/2006/main">
            <a:off x="16525875" y="4038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1" name="B R1 logical execution">
            <a:extLst xmlns:a="http://schemas.openxmlformats.org/drawingml/2006/main">
              <a:ext uri="{FF2B5EF4-FFF2-40B4-BE49-F238E27FC236}">
                <a16:creationId xmlns:a16="http://schemas.microsoft.com/office/drawing/2014/main" id="{3DFF71EE-6826-489C-BE30-5E964E4C0858}"/>
              </a:ext>
            </a:extLst>
          </p:cNvPr>
          <p:cNvSpPr>
            <a:spLocks xmlns:a="http://schemas.openxmlformats.org/drawingml/2006/main" noGrp="1"/>
          </p:cNvSpPr>
          <p:nvPr/>
        </p:nvSpPr>
        <p:spPr>
          <a:xfrm xmlns:a="http://schemas.openxmlformats.org/drawingml/2006/main">
            <a:off x="13087350" y="4133850"/>
            <a:ext cx="2171700" cy="1352550"/>
          </a:xfrm>
          <a:prstGeom xmlns:a="http://schemas.openxmlformats.org/drawingml/2006/main" prst="rect">
            <a:avLst/>
          </a:prstGeom>
          <a:noFill xmlns:a="http://schemas.openxmlformats.org/drawingml/2006/main"/>
          <a:ln xmlns:a="http://schemas.openxmlformats.org/drawingml/2006/main" w="17145">
            <a:solidFill>
              <a:srgbClr val="111111"/>
            </a:solidFill>
            <a:prstDash val="dash"/>
          </a:ln>
        </p:spPr>
      </p:sp>
      <p:sp>
        <p:nvSpPr>
          <p:cNvPr id="92" name="B R2 logical execution">
            <a:extLst xmlns:a="http://schemas.openxmlformats.org/drawingml/2006/main">
              <a:ext uri="{FF2B5EF4-FFF2-40B4-BE49-F238E27FC236}">
                <a16:creationId xmlns:a16="http://schemas.microsoft.com/office/drawing/2014/main" id="{12FB0AD9-D8EB-4250-9A7A-FF4411FAB2A8}"/>
              </a:ext>
            </a:extLst>
          </p:cNvPr>
          <p:cNvSpPr>
            <a:spLocks xmlns:a="http://schemas.openxmlformats.org/drawingml/2006/main" noGrp="1"/>
          </p:cNvSpPr>
          <p:nvPr/>
        </p:nvSpPr>
        <p:spPr>
          <a:xfrm xmlns:a="http://schemas.openxmlformats.org/drawingml/2006/main">
            <a:off x="15487650" y="4133850"/>
            <a:ext cx="2171700" cy="1352550"/>
          </a:xfrm>
          <a:prstGeom xmlns:a="http://schemas.openxmlformats.org/drawingml/2006/main" prst="rect">
            <a:avLst/>
          </a:prstGeom>
          <a:noFill xmlns:a="http://schemas.openxmlformats.org/drawingml/2006/main"/>
          <a:ln xmlns:a="http://schemas.openxmlformats.org/drawingml/2006/main" w="17145">
            <a:solidFill>
              <a:srgbClr val="111111"/>
            </a:solidFill>
            <a:prstDash val="dash"/>
          </a:ln>
        </p:spPr>
      </p:sp>
      <p:sp>
        <p:nvSpPr>
          <p:cNvPr id="93" name="DP2 object 127">
            <a:extLst xmlns:a="http://schemas.openxmlformats.org/drawingml/2006/main">
              <a:ext uri="{FF2B5EF4-FFF2-40B4-BE49-F238E27FC236}">
                <a16:creationId xmlns:a16="http://schemas.microsoft.com/office/drawing/2014/main" id="{72FB32B8-620A-47BA-B425-1D0EDFF28400}"/>
              </a:ext>
            </a:extLst>
          </p:cNvPr>
          <p:cNvSpPr>
            <a:spLocks xmlns:a="http://schemas.openxmlformats.org/drawingml/2006/main" noGrp="1"/>
          </p:cNvSpPr>
          <p:nvPr/>
        </p:nvSpPr>
        <p:spPr>
          <a:xfrm xmlns:a="http://schemas.openxmlformats.org/drawingml/2006/main">
            <a:off x="13182600" y="4181475"/>
            <a:ext cx="1981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R1 해석 실행</a:t>
            </a:r>
          </a:p>
        </p:txBody>
      </p:sp>
      <p:sp>
        <p:nvSpPr>
          <p:cNvPr id="94" name="DP2 object 128">
            <a:extLst xmlns:a="http://schemas.openxmlformats.org/drawingml/2006/main">
              <a:ext uri="{FF2B5EF4-FFF2-40B4-BE49-F238E27FC236}">
                <a16:creationId xmlns:a16="http://schemas.microsoft.com/office/drawing/2014/main" id="{D7BD2BF6-C8C5-499F-B36D-41084387104C}"/>
              </a:ext>
            </a:extLst>
          </p:cNvPr>
          <p:cNvSpPr>
            <a:spLocks xmlns:a="http://schemas.openxmlformats.org/drawingml/2006/main" noGrp="1"/>
          </p:cNvSpPr>
          <p:nvPr/>
        </p:nvSpPr>
        <p:spPr>
          <a:xfrm xmlns:a="http://schemas.openxmlformats.org/drawingml/2006/main">
            <a:off x="15582900" y="4181475"/>
            <a:ext cx="1981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R2 해석 실행</a:t>
            </a:r>
          </a:p>
        </p:txBody>
      </p:sp>
      <p:sp>
        <p:nvSpPr>
          <p:cNvPr id="95" name="근거 읽기·긴 판단">
            <a:extLst xmlns:a="http://schemas.openxmlformats.org/drawingml/2006/main">
              <a:ext uri="{FF2B5EF4-FFF2-40B4-BE49-F238E27FC236}">
                <a16:creationId xmlns:a16="http://schemas.microsoft.com/office/drawing/2014/main" id="{30E4B1E3-9231-4ACD-A509-41E6B8F95091}"/>
              </a:ext>
            </a:extLst>
          </p:cNvPr>
          <p:cNvSpPr>
            <a:spLocks xmlns:a="http://schemas.openxmlformats.org/drawingml/2006/main" noGrp="1"/>
          </p:cNvSpPr>
          <p:nvPr/>
        </p:nvSpPr>
        <p:spPr>
          <a:xfrm xmlns:a="http://schemas.openxmlformats.org/drawingml/2006/main">
            <a:off x="13201650" y="4505325"/>
            <a:ext cx="1943100" cy="3238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96" name="DP2 object 129">
            <a:extLst xmlns:a="http://schemas.openxmlformats.org/drawingml/2006/main">
              <a:ext uri="{FF2B5EF4-FFF2-40B4-BE49-F238E27FC236}">
                <a16:creationId xmlns:a16="http://schemas.microsoft.com/office/drawing/2014/main" id="{7F8B8334-5F5F-47CA-AA21-AC8D4810AFA9}"/>
              </a:ext>
            </a:extLst>
          </p:cNvPr>
          <p:cNvSpPr>
            <a:spLocks xmlns:a="http://schemas.openxmlformats.org/drawingml/2006/main" noGrp="1"/>
          </p:cNvSpPr>
          <p:nvPr/>
        </p:nvSpPr>
        <p:spPr>
          <a:xfrm xmlns:a="http://schemas.openxmlformats.org/drawingml/2006/main">
            <a:off x="13268325" y="4543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근거 읽기·긴 판단</a:t>
            </a:r>
          </a:p>
        </p:txBody>
      </p:sp>
      <p:sp>
        <p:nvSpPr>
          <p:cNvPr id="97" name="근거 읽기·긴 판단">
            <a:extLst xmlns:a="http://schemas.openxmlformats.org/drawingml/2006/main">
              <a:ext uri="{FF2B5EF4-FFF2-40B4-BE49-F238E27FC236}">
                <a16:creationId xmlns:a16="http://schemas.microsoft.com/office/drawing/2014/main" id="{DF1DCF8A-8973-40BD-8372-F2A9A9D257BA}"/>
              </a:ext>
            </a:extLst>
          </p:cNvPr>
          <p:cNvSpPr>
            <a:spLocks xmlns:a="http://schemas.openxmlformats.org/drawingml/2006/main" noGrp="1"/>
          </p:cNvSpPr>
          <p:nvPr/>
        </p:nvSpPr>
        <p:spPr>
          <a:xfrm xmlns:a="http://schemas.openxmlformats.org/drawingml/2006/main">
            <a:off x="15601950" y="4505325"/>
            <a:ext cx="1943100" cy="3238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98" name="DP2 object 130">
            <a:extLst xmlns:a="http://schemas.openxmlformats.org/drawingml/2006/main">
              <a:ext uri="{FF2B5EF4-FFF2-40B4-BE49-F238E27FC236}">
                <a16:creationId xmlns:a16="http://schemas.microsoft.com/office/drawing/2014/main" id="{85D7E1A3-7E13-48F7-BF1A-1635E9108982}"/>
              </a:ext>
            </a:extLst>
          </p:cNvPr>
          <p:cNvSpPr>
            <a:spLocks xmlns:a="http://schemas.openxmlformats.org/drawingml/2006/main" noGrp="1"/>
          </p:cNvSpPr>
          <p:nvPr/>
        </p:nvSpPr>
        <p:spPr>
          <a:xfrm xmlns:a="http://schemas.openxmlformats.org/drawingml/2006/main">
            <a:off x="15668625" y="4543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근거 읽기·긴 판단</a:t>
            </a:r>
          </a:p>
        </p:txBody>
      </p:sp>
      <p:sp>
        <p:nvSpPr>
          <p:cNvPr id="99" name="R1 문맥·잠정 상태&#10;대기 / revision">
            <a:extLst xmlns:a="http://schemas.openxmlformats.org/drawingml/2006/main">
              <a:ext uri="{FF2B5EF4-FFF2-40B4-BE49-F238E27FC236}">
                <a16:creationId xmlns:a16="http://schemas.microsoft.com/office/drawing/2014/main" id="{E53D059F-49D4-48FB-811B-90C91C4B1BD1}"/>
              </a:ext>
            </a:extLst>
          </p:cNvPr>
          <p:cNvSpPr>
            <a:spLocks xmlns:a="http://schemas.openxmlformats.org/drawingml/2006/main" noGrp="1"/>
          </p:cNvSpPr>
          <p:nvPr/>
        </p:nvSpPr>
        <p:spPr>
          <a:xfrm xmlns:a="http://schemas.openxmlformats.org/drawingml/2006/main">
            <a:off x="13201650" y="4943475"/>
            <a:ext cx="1943100" cy="4857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100" name="DP2 object 131">
            <a:extLst xmlns:a="http://schemas.openxmlformats.org/drawingml/2006/main">
              <a:ext uri="{FF2B5EF4-FFF2-40B4-BE49-F238E27FC236}">
                <a16:creationId xmlns:a16="http://schemas.microsoft.com/office/drawing/2014/main" id="{3C80415B-75BD-46B3-B8EF-5D4FFE1BC6DC}"/>
              </a:ext>
            </a:extLst>
          </p:cNvPr>
          <p:cNvSpPr>
            <a:spLocks xmlns:a="http://schemas.openxmlformats.org/drawingml/2006/main" noGrp="1"/>
          </p:cNvSpPr>
          <p:nvPr/>
        </p:nvSpPr>
        <p:spPr>
          <a:xfrm xmlns:a="http://schemas.openxmlformats.org/drawingml/2006/main">
            <a:off x="13249275" y="50482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R1 문맥·잠정 상태</a:t>
            </a:r>
          </a:p>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대기 / revision</a:t>
            </a:r>
          </a:p>
        </p:txBody>
      </p:sp>
      <p:sp>
        <p:nvSpPr>
          <p:cNvPr id="101" name="R2 문맥·잠정 상태&#10;대기 / revision">
            <a:extLst xmlns:a="http://schemas.openxmlformats.org/drawingml/2006/main">
              <a:ext uri="{FF2B5EF4-FFF2-40B4-BE49-F238E27FC236}">
                <a16:creationId xmlns:a16="http://schemas.microsoft.com/office/drawing/2014/main" id="{52A2AA23-E58A-4406-B5A0-E199CF4325B5}"/>
              </a:ext>
            </a:extLst>
          </p:cNvPr>
          <p:cNvSpPr>
            <a:spLocks xmlns:a="http://schemas.openxmlformats.org/drawingml/2006/main" noGrp="1"/>
          </p:cNvSpPr>
          <p:nvPr/>
        </p:nvSpPr>
        <p:spPr>
          <a:xfrm xmlns:a="http://schemas.openxmlformats.org/drawingml/2006/main">
            <a:off x="15601950" y="4943475"/>
            <a:ext cx="1943100" cy="4857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102" name="DP2 object 132">
            <a:extLst xmlns:a="http://schemas.openxmlformats.org/drawingml/2006/main">
              <a:ext uri="{FF2B5EF4-FFF2-40B4-BE49-F238E27FC236}">
                <a16:creationId xmlns:a16="http://schemas.microsoft.com/office/drawing/2014/main" id="{4CB5433A-DE87-4D83-92DE-A1CE9B41FF7C}"/>
              </a:ext>
            </a:extLst>
          </p:cNvPr>
          <p:cNvSpPr>
            <a:spLocks xmlns:a="http://schemas.openxmlformats.org/drawingml/2006/main" noGrp="1"/>
          </p:cNvSpPr>
          <p:nvPr/>
        </p:nvSpPr>
        <p:spPr>
          <a:xfrm xmlns:a="http://schemas.openxmlformats.org/drawingml/2006/main">
            <a:off x="15649575" y="50482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R2 문맥·잠정 상태</a:t>
            </a:r>
          </a:p>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대기 / revision</a:t>
            </a:r>
          </a:p>
        </p:txBody>
      </p:sp>
      <p:sp>
        <p:nvSpPr>
          <p:cNvPr id="103" name="Editable path 133">
            <a:extLst xmlns:a="http://schemas.openxmlformats.org/drawingml/2006/main">
              <a:ext uri="{FF2B5EF4-FFF2-40B4-BE49-F238E27FC236}">
                <a16:creationId xmlns:a16="http://schemas.microsoft.com/office/drawing/2014/main" id="{A4A3C5B1-692F-450D-A427-17105CA26FCF}"/>
              </a:ext>
            </a:extLst>
          </p:cNvPr>
          <p:cNvSpPr>
            <a:spLocks xmlns:a="http://schemas.openxmlformats.org/drawingml/2006/main" noGrp="1"/>
          </p:cNvSpPr>
          <p:nvPr/>
        </p:nvSpPr>
        <p:spPr>
          <a:xfrm xmlns:a="http://schemas.openxmlformats.org/drawingml/2006/main">
            <a:off x="12553950" y="4667250"/>
            <a:ext cx="533400" cy="828675"/>
          </a:xfrm>
          <a:custGeom xmlns:a="http://schemas.openxmlformats.org/drawingml/2006/main">
            <a:pathLst>
              <a:path w="533400" h="828675">
                <a:moveTo>
                  <a:pt x="533400" y="0"/>
                </a:moveTo>
                <a:lnTo>
                  <a:pt x="266700" y="0"/>
                </a:lnTo>
                <a:lnTo>
                  <a:pt x="266700" y="828675"/>
                </a:lnTo>
                <a:lnTo>
                  <a:pt x="0" y="828675"/>
                </a:lnTo>
              </a:path>
            </a:pathLst>
          </a:custGeom>
          <a:noFill xmlns:a="http://schemas.openxmlformats.org/drawingml/2006/main"/>
          <a:ln xmlns:a="http://schemas.openxmlformats.org/drawingml/2006/main" w="20003">
            <a:solidFill>
              <a:srgbClr val="111111"/>
            </a:solidFill>
            <a:prstDash val="solid"/>
          </a:ln>
        </p:spPr>
      </p:sp>
      <p:sp>
        <p:nvSpPr>
          <p:cNvPr id="104" name="Editable arrowhead 134">
            <a:extLst xmlns:a="http://schemas.openxmlformats.org/drawingml/2006/main">
              <a:ext uri="{FF2B5EF4-FFF2-40B4-BE49-F238E27FC236}">
                <a16:creationId xmlns:a16="http://schemas.microsoft.com/office/drawing/2014/main" id="{1D60D28A-BBF6-4689-97EF-934BADB6474E}"/>
              </a:ext>
            </a:extLst>
          </p:cNvPr>
          <p:cNvSpPr>
            <a:spLocks xmlns:a="http://schemas.openxmlformats.org/drawingml/2006/main" noGrp="1"/>
          </p:cNvSpPr>
          <p:nvPr/>
        </p:nvSpPr>
        <p:spPr>
          <a:xfrm xmlns:a="http://schemas.openxmlformats.org/drawingml/2006/main">
            <a:off x="12553950" y="54483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5" name="Editable path 135">
            <a:extLst xmlns:a="http://schemas.openxmlformats.org/drawingml/2006/main">
              <a:ext uri="{FF2B5EF4-FFF2-40B4-BE49-F238E27FC236}">
                <a16:creationId xmlns:a16="http://schemas.microsoft.com/office/drawing/2014/main" id="{74706505-71DE-4ACE-84AE-9638ACCBD378}"/>
              </a:ext>
            </a:extLst>
          </p:cNvPr>
          <p:cNvSpPr>
            <a:spLocks xmlns:a="http://schemas.openxmlformats.org/drawingml/2006/main" noGrp="1"/>
          </p:cNvSpPr>
          <p:nvPr/>
        </p:nvSpPr>
        <p:spPr>
          <a:xfrm xmlns:a="http://schemas.openxmlformats.org/drawingml/2006/main">
            <a:off x="12553950" y="4667250"/>
            <a:ext cx="5353050" cy="1419225"/>
          </a:xfrm>
          <a:custGeom xmlns:a="http://schemas.openxmlformats.org/drawingml/2006/main">
            <a:pathLst>
              <a:path w="5353050" h="1419225">
                <a:moveTo>
                  <a:pt x="5105400" y="0"/>
                </a:moveTo>
                <a:lnTo>
                  <a:pt x="5353050" y="0"/>
                </a:lnTo>
                <a:lnTo>
                  <a:pt x="5353050" y="1419225"/>
                </a:lnTo>
                <a:lnTo>
                  <a:pt x="95250" y="1419225"/>
                </a:lnTo>
                <a:lnTo>
                  <a:pt x="95250" y="1076325"/>
                </a:lnTo>
                <a:lnTo>
                  <a:pt x="0" y="1076325"/>
                </a:lnTo>
              </a:path>
            </a:pathLst>
          </a:custGeom>
          <a:noFill xmlns:a="http://schemas.openxmlformats.org/drawingml/2006/main"/>
          <a:ln xmlns:a="http://schemas.openxmlformats.org/drawingml/2006/main" w="20003">
            <a:solidFill>
              <a:srgbClr val="111111"/>
            </a:solidFill>
            <a:prstDash val="solid"/>
          </a:ln>
        </p:spPr>
      </p:sp>
      <p:sp>
        <p:nvSpPr>
          <p:cNvPr id="106" name="Editable arrowhead 136">
            <a:extLst xmlns:a="http://schemas.openxmlformats.org/drawingml/2006/main">
              <a:ext uri="{FF2B5EF4-FFF2-40B4-BE49-F238E27FC236}">
                <a16:creationId xmlns:a16="http://schemas.microsoft.com/office/drawing/2014/main" id="{E3190375-2BF0-4F65-93E5-15E303101A00}"/>
              </a:ext>
            </a:extLst>
          </p:cNvPr>
          <p:cNvSpPr>
            <a:spLocks xmlns:a="http://schemas.openxmlformats.org/drawingml/2006/main" noGrp="1"/>
          </p:cNvSpPr>
          <p:nvPr/>
        </p:nvSpPr>
        <p:spPr>
          <a:xfrm xmlns:a="http://schemas.openxmlformats.org/drawingml/2006/main">
            <a:off x="12553950" y="569595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7" name="불변 입력 복사①">
            <a:extLst xmlns:a="http://schemas.openxmlformats.org/drawingml/2006/main">
              <a:ext uri="{FF2B5EF4-FFF2-40B4-BE49-F238E27FC236}">
                <a16:creationId xmlns:a16="http://schemas.microsoft.com/office/drawing/2014/main" id="{214DC1E0-7684-4AE9-857C-991092E9F5C7}"/>
              </a:ext>
            </a:extLst>
          </p:cNvPr>
          <p:cNvSpPr>
            <a:spLocks xmlns:a="http://schemas.openxmlformats.org/drawingml/2006/main" noGrp="1"/>
          </p:cNvSpPr>
          <p:nvPr/>
        </p:nvSpPr>
        <p:spPr>
          <a:xfrm xmlns:a="http://schemas.openxmlformats.org/drawingml/2006/main">
            <a:off x="13201650" y="5610225"/>
            <a:ext cx="1943100" cy="333375"/>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108" name="DP2 object 137">
            <a:extLst xmlns:a="http://schemas.openxmlformats.org/drawingml/2006/main">
              <a:ext uri="{FF2B5EF4-FFF2-40B4-BE49-F238E27FC236}">
                <a16:creationId xmlns:a16="http://schemas.microsoft.com/office/drawing/2014/main" id="{7F25F67E-4492-4615-BDFC-485E6F141D6A}"/>
              </a:ext>
            </a:extLst>
          </p:cNvPr>
          <p:cNvSpPr>
            <a:spLocks xmlns:a="http://schemas.openxmlformats.org/drawingml/2006/main" noGrp="1"/>
          </p:cNvSpPr>
          <p:nvPr/>
        </p:nvSpPr>
        <p:spPr>
          <a:xfrm xmlns:a="http://schemas.openxmlformats.org/drawingml/2006/main">
            <a:off x="13249275" y="5715000"/>
            <a:ext cx="1847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불변 입력 복사①</a:t>
            </a:r>
          </a:p>
        </p:txBody>
      </p:sp>
      <p:sp>
        <p:nvSpPr>
          <p:cNvPr id="109" name="불변 입력 복사②">
            <a:extLst xmlns:a="http://schemas.openxmlformats.org/drawingml/2006/main">
              <a:ext uri="{FF2B5EF4-FFF2-40B4-BE49-F238E27FC236}">
                <a16:creationId xmlns:a16="http://schemas.microsoft.com/office/drawing/2014/main" id="{1B8387AE-C673-4A98-9493-0CCBD3EDE7DA}"/>
              </a:ext>
            </a:extLst>
          </p:cNvPr>
          <p:cNvSpPr>
            <a:spLocks xmlns:a="http://schemas.openxmlformats.org/drawingml/2006/main" noGrp="1"/>
          </p:cNvSpPr>
          <p:nvPr/>
        </p:nvSpPr>
        <p:spPr>
          <a:xfrm xmlns:a="http://schemas.openxmlformats.org/drawingml/2006/main">
            <a:off x="15601950" y="5610225"/>
            <a:ext cx="1943100" cy="333375"/>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110" name="DP2 object 138">
            <a:extLst xmlns:a="http://schemas.openxmlformats.org/drawingml/2006/main">
              <a:ext uri="{FF2B5EF4-FFF2-40B4-BE49-F238E27FC236}">
                <a16:creationId xmlns:a16="http://schemas.microsoft.com/office/drawing/2014/main" id="{255F38B1-707D-47A2-AEB3-E2800F6779ED}"/>
              </a:ext>
            </a:extLst>
          </p:cNvPr>
          <p:cNvSpPr>
            <a:spLocks xmlns:a="http://schemas.openxmlformats.org/drawingml/2006/main" noGrp="1"/>
          </p:cNvSpPr>
          <p:nvPr/>
        </p:nvSpPr>
        <p:spPr>
          <a:xfrm xmlns:a="http://schemas.openxmlformats.org/drawingml/2006/main">
            <a:off x="15649575" y="5715000"/>
            <a:ext cx="1847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불변 입력 복사②</a:t>
            </a:r>
          </a:p>
        </p:txBody>
      </p:sp>
      <p:sp>
        <p:nvSpPr>
          <p:cNvPr id="111" name="Editable path 139">
            <a:extLst xmlns:a="http://schemas.openxmlformats.org/drawingml/2006/main">
              <a:ext uri="{FF2B5EF4-FFF2-40B4-BE49-F238E27FC236}">
                <a16:creationId xmlns:a16="http://schemas.microsoft.com/office/drawing/2014/main" id="{613FDDE8-AE37-4206-AA85-B14A8C1EBA3C}"/>
              </a:ext>
            </a:extLst>
          </p:cNvPr>
          <p:cNvSpPr>
            <a:spLocks xmlns:a="http://schemas.openxmlformats.org/drawingml/2006/main" noGrp="1"/>
          </p:cNvSpPr>
          <p:nvPr/>
        </p:nvSpPr>
        <p:spPr>
          <a:xfrm xmlns:a="http://schemas.openxmlformats.org/drawingml/2006/main">
            <a:off x="14173200" y="5486400"/>
            <a:ext cx="953" cy="123825"/>
          </a:xfrm>
          <a:custGeom xmlns:a="http://schemas.openxmlformats.org/drawingml/2006/main">
            <a:pathLst>
              <a:path w="953" h="123825">
                <a:moveTo>
                  <a:pt x="0" y="123825"/>
                </a:moveTo>
                <a:lnTo>
                  <a:pt x="0" y="0"/>
                </a:lnTo>
              </a:path>
            </a:pathLst>
          </a:custGeom>
          <a:noFill xmlns:a="http://schemas.openxmlformats.org/drawingml/2006/main"/>
          <a:ln xmlns:a="http://schemas.openxmlformats.org/drawingml/2006/main" w="20003">
            <a:solidFill>
              <a:srgbClr val="111111"/>
            </a:solidFill>
            <a:prstDash val="solid"/>
          </a:ln>
        </p:spPr>
      </p:sp>
      <p:sp>
        <p:nvSpPr>
          <p:cNvPr id="112" name="Editable arrowhead 140">
            <a:extLst xmlns:a="http://schemas.openxmlformats.org/drawingml/2006/main">
              <a:ext uri="{FF2B5EF4-FFF2-40B4-BE49-F238E27FC236}">
                <a16:creationId xmlns:a16="http://schemas.microsoft.com/office/drawing/2014/main" id="{76C9C0DF-2A89-4AAF-8784-B649E2E13671}"/>
              </a:ext>
            </a:extLst>
          </p:cNvPr>
          <p:cNvSpPr>
            <a:spLocks xmlns:a="http://schemas.openxmlformats.org/drawingml/2006/main" noGrp="1"/>
          </p:cNvSpPr>
          <p:nvPr/>
        </p:nvSpPr>
        <p:spPr>
          <a:xfrm xmlns:a="http://schemas.openxmlformats.org/drawingml/2006/main">
            <a:off x="14125575" y="548640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3" name="Editable path 141">
            <a:extLst xmlns:a="http://schemas.openxmlformats.org/drawingml/2006/main">
              <a:ext uri="{FF2B5EF4-FFF2-40B4-BE49-F238E27FC236}">
                <a16:creationId xmlns:a16="http://schemas.microsoft.com/office/drawing/2014/main" id="{24EEF352-0AF8-4ED1-8C31-75B7C7117FFD}"/>
              </a:ext>
            </a:extLst>
          </p:cNvPr>
          <p:cNvSpPr>
            <a:spLocks xmlns:a="http://schemas.openxmlformats.org/drawingml/2006/main" noGrp="1"/>
          </p:cNvSpPr>
          <p:nvPr/>
        </p:nvSpPr>
        <p:spPr>
          <a:xfrm xmlns:a="http://schemas.openxmlformats.org/drawingml/2006/main">
            <a:off x="16573500" y="5486400"/>
            <a:ext cx="953" cy="123825"/>
          </a:xfrm>
          <a:custGeom xmlns:a="http://schemas.openxmlformats.org/drawingml/2006/main">
            <a:pathLst>
              <a:path w="953" h="123825">
                <a:moveTo>
                  <a:pt x="0" y="123825"/>
                </a:moveTo>
                <a:lnTo>
                  <a:pt x="0" y="0"/>
                </a:lnTo>
              </a:path>
            </a:pathLst>
          </a:custGeom>
          <a:noFill xmlns:a="http://schemas.openxmlformats.org/drawingml/2006/main"/>
          <a:ln xmlns:a="http://schemas.openxmlformats.org/drawingml/2006/main" w="20003">
            <a:solidFill>
              <a:srgbClr val="111111"/>
            </a:solidFill>
            <a:prstDash val="solid"/>
          </a:ln>
        </p:spPr>
      </p:sp>
      <p:sp>
        <p:nvSpPr>
          <p:cNvPr id="114" name="Editable arrowhead 142">
            <a:extLst xmlns:a="http://schemas.openxmlformats.org/drawingml/2006/main">
              <a:ext uri="{FF2B5EF4-FFF2-40B4-BE49-F238E27FC236}">
                <a16:creationId xmlns:a16="http://schemas.microsoft.com/office/drawing/2014/main" id="{C54CEEA3-EC5C-440F-AD87-CDB19C9B582F}"/>
              </a:ext>
            </a:extLst>
          </p:cNvPr>
          <p:cNvSpPr>
            <a:spLocks xmlns:a="http://schemas.openxmlformats.org/drawingml/2006/main" noGrp="1"/>
          </p:cNvSpPr>
          <p:nvPr/>
        </p:nvSpPr>
        <p:spPr>
          <a:xfrm xmlns:a="http://schemas.openxmlformats.org/drawingml/2006/main">
            <a:off x="16525875" y="548640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5" name="DP2 object 143">
            <a:extLst xmlns:a="http://schemas.openxmlformats.org/drawingml/2006/main">
              <a:ext uri="{FF2B5EF4-FFF2-40B4-BE49-F238E27FC236}">
                <a16:creationId xmlns:a16="http://schemas.microsoft.com/office/drawing/2014/main" id="{8F0060B5-7814-4D7D-B893-A1ACD2B25F1B}"/>
              </a:ext>
            </a:extLst>
          </p:cNvPr>
          <p:cNvSpPr>
            <a:spLocks xmlns:a="http://schemas.openxmlformats.org/drawingml/2006/main" noGrp="1"/>
          </p:cNvSpPr>
          <p:nvPr/>
        </p:nvSpPr>
        <p:spPr>
          <a:xfrm xmlns:a="http://schemas.openxmlformats.org/drawingml/2006/main">
            <a:off x="266700" y="9591675"/>
            <a:ext cx="17430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1">
                <a:solidFill>
                  <a:srgbClr val="111111"/>
                </a:solidFill>
                <a:latin typeface="Apple SD Gothic Neo"/>
                <a:ea typeface="Apple SD Gothic Neo"/>
                <a:cs typeface="Apple SD Gothic Neo"/>
              </a:defRPr>
            </a:defPPr>
            <a:lvl1pPr algn="l">
              <a:defRPr sz="1575" b="1">
                <a:solidFill>
                  <a:srgbClr val="111111"/>
                </a:solidFill>
                <a:latin typeface="Apple SD Gothic Neo"/>
                <a:ea typeface="Apple SD Gothic Neo"/>
                <a:cs typeface="Apple SD Gothic Neo"/>
              </a:defRPr>
            </a:lvl1pPr>
            <a:lvl2pPr algn="l">
              <a:defRPr sz="1575" b="1">
                <a:solidFill>
                  <a:srgbClr val="111111"/>
                </a:solidFill>
                <a:latin typeface="Apple SD Gothic Neo"/>
                <a:ea typeface="Apple SD Gothic Neo"/>
                <a:cs typeface="Apple SD Gothic Neo"/>
              </a:defRPr>
            </a:lvl2pPr>
            <a:lvl3pPr algn="l">
              <a:defRPr sz="1575" b="1">
                <a:solidFill>
                  <a:srgbClr val="111111"/>
                </a:solidFill>
                <a:latin typeface="Apple SD Gothic Neo"/>
                <a:ea typeface="Apple SD Gothic Neo"/>
                <a:cs typeface="Apple SD Gothic Neo"/>
              </a:defRPr>
            </a:lvl3pPr>
            <a:lvl4pPr algn="l">
              <a:defRPr sz="1575" b="1">
                <a:solidFill>
                  <a:srgbClr val="111111"/>
                </a:solidFill>
                <a:latin typeface="Apple SD Gothic Neo"/>
                <a:ea typeface="Apple SD Gothic Neo"/>
                <a:cs typeface="Apple SD Gothic Neo"/>
              </a:defRPr>
            </a:lvl4pPr>
            <a:lvl5pPr algn="l">
              <a:defRPr sz="1575" b="1">
                <a:solidFill>
                  <a:srgbClr val="111111"/>
                </a:solidFill>
                <a:latin typeface="Apple SD Gothic Neo"/>
                <a:ea typeface="Apple SD Gothic Neo"/>
                <a:cs typeface="Apple SD Gothic Neo"/>
              </a:defRPr>
            </a:lvl5pPr>
            <a:lvl6pPr algn="l">
              <a:defRPr sz="1575" b="1">
                <a:solidFill>
                  <a:srgbClr val="111111"/>
                </a:solidFill>
                <a:latin typeface="Apple SD Gothic Neo"/>
                <a:ea typeface="Apple SD Gothic Neo"/>
                <a:cs typeface="Apple SD Gothic Neo"/>
              </a:defRPr>
            </a:lvl6pPr>
            <a:lvl7pPr algn="l">
              <a:defRPr sz="1575" b="1">
                <a:solidFill>
                  <a:srgbClr val="111111"/>
                </a:solidFill>
                <a:latin typeface="Apple SD Gothic Neo"/>
                <a:ea typeface="Apple SD Gothic Neo"/>
                <a:cs typeface="Apple SD Gothic Neo"/>
              </a:defRPr>
            </a:lvl7pPr>
            <a:lvl8pPr algn="l">
              <a:defRPr sz="1575" b="1">
                <a:solidFill>
                  <a:srgbClr val="111111"/>
                </a:solidFill>
                <a:latin typeface="Apple SD Gothic Neo"/>
                <a:ea typeface="Apple SD Gothic Neo"/>
                <a:cs typeface="Apple SD Gothic Neo"/>
              </a:defRPr>
            </a:lvl8pPr>
            <a:lvl9pPr algn="l">
              <a:defRPr sz="1575" b="1">
                <a:solidFill>
                  <a:srgbClr val="111111"/>
                </a:solidFill>
                <a:latin typeface="Apple SD Gothic Neo"/>
                <a:ea typeface="Apple SD Gothic Neo"/>
                <a:cs typeface="Apple SD Gothic Neo"/>
              </a:defRPr>
            </a:lvl9pPr>
          </a:lstStyle>
          <a:p xmlns:a="http://schemas.openxmlformats.org/drawingml/2006/main">
            <a:pPr algn="l">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모든 해석 실행은 동일 Model Access 호출 한도 K를 공유. 입력 수신은 계속되며 외부 Agent 업무 대기는 비교 대상이 아님.</a:t>
            </a:r>
          </a:p>
        </p:txBody>
      </p:sp>
      <p:sp>
        <p:nvSpPr>
          <p:cNvPr id="116" name="DP2 object 144">
            <a:extLst xmlns:a="http://schemas.openxmlformats.org/drawingml/2006/main">
              <a:ext uri="{FF2B5EF4-FFF2-40B4-BE49-F238E27FC236}">
                <a16:creationId xmlns:a16="http://schemas.microsoft.com/office/drawing/2014/main" id="{87BD981A-2C86-4203-845F-894AE0A40D4F}"/>
              </a:ext>
            </a:extLst>
          </p:cNvPr>
          <p:cNvSpPr>
            <a:spLocks xmlns:a="http://schemas.openxmlformats.org/drawingml/2006/main" noGrp="1"/>
          </p:cNvSpPr>
          <p:nvPr/>
        </p:nvSpPr>
        <p:spPr>
          <a:xfrm xmlns:a="http://schemas.openxmlformats.org/drawingml/2006/main">
            <a:off x="266700" y="9906000"/>
            <a:ext cx="1719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50555B"/>
                </a:solidFill>
                <a:latin typeface="Apple SD Gothic Neo"/>
                <a:ea typeface="Apple SD Gothic Neo"/>
                <a:cs typeface="Apple SD Gothic Neo"/>
              </a:defRPr>
            </a:defPPr>
            <a:lvl1pPr algn="l">
              <a:defRPr sz="1500" b="0">
                <a:solidFill>
                  <a:srgbClr val="50555B"/>
                </a:solidFill>
                <a:latin typeface="Apple SD Gothic Neo"/>
                <a:ea typeface="Apple SD Gothic Neo"/>
                <a:cs typeface="Apple SD Gothic Neo"/>
              </a:defRPr>
            </a:lvl1pPr>
            <a:lvl2pPr algn="l">
              <a:defRPr sz="1500" b="0">
                <a:solidFill>
                  <a:srgbClr val="50555B"/>
                </a:solidFill>
                <a:latin typeface="Apple SD Gothic Neo"/>
                <a:ea typeface="Apple SD Gothic Neo"/>
                <a:cs typeface="Apple SD Gothic Neo"/>
              </a:defRPr>
            </a:lvl2pPr>
            <a:lvl3pPr algn="l">
              <a:defRPr sz="1500" b="0">
                <a:solidFill>
                  <a:srgbClr val="50555B"/>
                </a:solidFill>
                <a:latin typeface="Apple SD Gothic Neo"/>
                <a:ea typeface="Apple SD Gothic Neo"/>
                <a:cs typeface="Apple SD Gothic Neo"/>
              </a:defRPr>
            </a:lvl3pPr>
            <a:lvl4pPr algn="l">
              <a:defRPr sz="1500" b="0">
                <a:solidFill>
                  <a:srgbClr val="50555B"/>
                </a:solidFill>
                <a:latin typeface="Apple SD Gothic Neo"/>
                <a:ea typeface="Apple SD Gothic Neo"/>
                <a:cs typeface="Apple SD Gothic Neo"/>
              </a:defRPr>
            </a:lvl4pPr>
            <a:lvl5pPr algn="l">
              <a:defRPr sz="1500" b="0">
                <a:solidFill>
                  <a:srgbClr val="50555B"/>
                </a:solidFill>
                <a:latin typeface="Apple SD Gothic Neo"/>
                <a:ea typeface="Apple SD Gothic Neo"/>
                <a:cs typeface="Apple SD Gothic Neo"/>
              </a:defRPr>
            </a:lvl5pPr>
            <a:lvl6pPr algn="l">
              <a:defRPr sz="1500" b="0">
                <a:solidFill>
                  <a:srgbClr val="50555B"/>
                </a:solidFill>
                <a:latin typeface="Apple SD Gothic Neo"/>
                <a:ea typeface="Apple SD Gothic Neo"/>
                <a:cs typeface="Apple SD Gothic Neo"/>
              </a:defRPr>
            </a:lvl6pPr>
            <a:lvl7pPr algn="l">
              <a:defRPr sz="1500" b="0">
                <a:solidFill>
                  <a:srgbClr val="50555B"/>
                </a:solidFill>
                <a:latin typeface="Apple SD Gothic Neo"/>
                <a:ea typeface="Apple SD Gothic Neo"/>
                <a:cs typeface="Apple SD Gothic Neo"/>
              </a:defRPr>
            </a:lvl7pPr>
            <a:lvl8pPr algn="l">
              <a:defRPr sz="1500" b="0">
                <a:solidFill>
                  <a:srgbClr val="50555B"/>
                </a:solidFill>
                <a:latin typeface="Apple SD Gothic Neo"/>
                <a:ea typeface="Apple SD Gothic Neo"/>
                <a:cs typeface="Apple SD Gothic Neo"/>
              </a:defRPr>
            </a:lvl8pPr>
            <a:lvl9pPr algn="l">
              <a:defRPr sz="1500" b="0">
                <a:solidFill>
                  <a:srgbClr val="50555B"/>
                </a:solidFill>
                <a:latin typeface="Apple SD Gothic Neo"/>
                <a:ea typeface="Apple SD Gothic Neo"/>
                <a:cs typeface="Apple SD Gothic Neo"/>
              </a:defRPr>
            </a:lvl9pPr>
          </a:lstStyle>
          <a:p xmlns:a="http://schemas.openxmlformats.org/drawingml/2006/main">
            <a:pPr algn="l">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기존 발표 PoC: 안별 12episode / 시간 괄호: 관측/예정 / QA04 별도 4과제 / 비용은 합계 / RSS는 로컬 실행기</a:t>
            </a:r>
          </a:p>
        </p:txBody>
      </p:sp>
    </p:spTree>
    <p:extLst>
      <p:ext uri="{BB962C8B-B14F-4D97-AF65-F5344CB8AC3E}">
        <p14:creationId xmlns:p14="http://schemas.microsoft.com/office/powerpoint/2010/main" val="74154101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9" name="DP2 object 145">
            <a:extLst xmlns:a="http://schemas.openxmlformats.org/drawingml/2006/main">
              <a:ext uri="{FF2B5EF4-FFF2-40B4-BE49-F238E27FC236}">
                <a16:creationId xmlns:a16="http://schemas.microsoft.com/office/drawing/2014/main" id="{82F7BEF2-1517-472C-811F-99C8EF263018}"/>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DP2. 후속 입력의 의미 판단 실행 방안 (선택 및 보완)</a:t>
            </a:r>
          </a:p>
        </p:txBody>
      </p:sp>
      <p:sp>
        <p:nvSpPr>
          <p:cNvPr id="2" name="DP2 object 146">
            <a:extLst xmlns:a="http://schemas.openxmlformats.org/drawingml/2006/main">
              <a:ext uri="{FF2B5EF4-FFF2-40B4-BE49-F238E27FC236}">
                <a16:creationId xmlns:a16="http://schemas.microsoft.com/office/drawing/2014/main" id="{8AD1BFD9-683A-465C-A310-14334BDF16B5}"/>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2 object 147">
            <a:extLst xmlns:a="http://schemas.openxmlformats.org/drawingml/2006/main">
              <a:ext uri="{FF2B5EF4-FFF2-40B4-BE49-F238E27FC236}">
                <a16:creationId xmlns:a16="http://schemas.microsoft.com/office/drawing/2014/main" id="{6488BF52-423D-424B-A442-6BBADCE25884}"/>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2 object 148">
            <a:extLst xmlns:a="http://schemas.openxmlformats.org/drawingml/2006/main">
              <a:ext uri="{FF2B5EF4-FFF2-40B4-BE49-F238E27FC236}">
                <a16:creationId xmlns:a16="http://schemas.microsoft.com/office/drawing/2014/main" id="{66171651-BEEF-473D-A04D-7F4F4C28ED1A}"/>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2 object 149">
            <a:extLst xmlns:a="http://schemas.openxmlformats.org/drawingml/2006/main">
              <a:ext uri="{FF2B5EF4-FFF2-40B4-BE49-F238E27FC236}">
                <a16:creationId xmlns:a16="http://schemas.microsoft.com/office/drawing/2014/main" id="{F3FF1E5A-436F-4CD2-B43A-1913B9E7001C}"/>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2 object 150">
            <a:extLst xmlns:a="http://schemas.openxmlformats.org/drawingml/2006/main">
              <a:ext uri="{FF2B5EF4-FFF2-40B4-BE49-F238E27FC236}">
                <a16:creationId xmlns:a16="http://schemas.microsoft.com/office/drawing/2014/main" id="{BEB814B1-2939-4D18-BB12-A2DF76285D0C}"/>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2 object 151">
            <a:extLst xmlns:a="http://schemas.openxmlformats.org/drawingml/2006/main">
              <a:ext uri="{FF2B5EF4-FFF2-40B4-BE49-F238E27FC236}">
                <a16:creationId xmlns:a16="http://schemas.microsoft.com/office/drawing/2014/main" id="{42DE77A0-C05D-4C0D-9D63-E2897E540C84}"/>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2 object 152">
            <a:extLst xmlns:a="http://schemas.openxmlformats.org/drawingml/2006/main">
              <a:ext uri="{FF2B5EF4-FFF2-40B4-BE49-F238E27FC236}">
                <a16:creationId xmlns:a16="http://schemas.microsoft.com/office/drawing/2014/main" id="{268E355E-AEF7-485E-BEEC-C3231D43C433}"/>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2 object 153">
            <a:extLst xmlns:a="http://schemas.openxmlformats.org/drawingml/2006/main">
              <a:ext uri="{FF2B5EF4-FFF2-40B4-BE49-F238E27FC236}">
                <a16:creationId xmlns:a16="http://schemas.microsoft.com/office/drawing/2014/main" id="{98BD02D1-1F19-46AA-AB19-70901B3E2807}"/>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2 object 154">
            <a:extLst xmlns:a="http://schemas.openxmlformats.org/drawingml/2006/main">
              <a:ext uri="{FF2B5EF4-FFF2-40B4-BE49-F238E27FC236}">
                <a16:creationId xmlns:a16="http://schemas.microsoft.com/office/drawing/2014/main" id="{133EC44A-9C36-41FC-868A-4A5925EC4CDB}"/>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2 object 155">
            <a:extLst xmlns:a="http://schemas.openxmlformats.org/drawingml/2006/main">
              <a:ext uri="{FF2B5EF4-FFF2-40B4-BE49-F238E27FC236}">
                <a16:creationId xmlns:a16="http://schemas.microsoft.com/office/drawing/2014/main" id="{A43DD897-9717-4BB9-B452-A303E3585A17}"/>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156">
            <a:extLst xmlns:a="http://schemas.openxmlformats.org/drawingml/2006/main">
              <a:ext uri="{FF2B5EF4-FFF2-40B4-BE49-F238E27FC236}">
                <a16:creationId xmlns:a16="http://schemas.microsoft.com/office/drawing/2014/main" id="{AA515AC9-399E-46FF-AC45-E510330F0E5B}"/>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2 object 157">
            <a:extLst xmlns:a="http://schemas.openxmlformats.org/drawingml/2006/main">
              <a:ext uri="{FF2B5EF4-FFF2-40B4-BE49-F238E27FC236}">
                <a16:creationId xmlns:a16="http://schemas.microsoft.com/office/drawing/2014/main" id="{F0594E6C-C925-46DE-9FC2-D596903E59FF}"/>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3</a:t>
            </a:r>
          </a:p>
        </p:txBody>
      </p:sp>
      <p:sp>
        <p:nvSpPr>
          <p:cNvPr id="14" name="DP2 object 158">
            <a:extLst xmlns:a="http://schemas.openxmlformats.org/drawingml/2006/main">
              <a:ext uri="{FF2B5EF4-FFF2-40B4-BE49-F238E27FC236}">
                <a16:creationId xmlns:a16="http://schemas.microsoft.com/office/drawing/2014/main" id="{1C1099EC-D61A-48C5-8176-16F1D3F670B7}"/>
              </a:ext>
            </a:extLst>
          </p:cNvPr>
          <p:cNvSpPr>
            <a:spLocks xmlns:a="http://schemas.openxmlformats.org/drawingml/2006/main" noGrp="1"/>
          </p:cNvSpPr>
          <p:nvPr/>
        </p:nvSpPr>
        <p:spPr>
          <a:xfrm xmlns:a="http://schemas.openxmlformats.org/drawingml/2006/main">
            <a:off x="266700" y="1181100"/>
            <a:ext cx="17478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1">
                <a:solidFill>
                  <a:srgbClr val="4676CB"/>
                </a:solidFill>
                <a:latin typeface="Apple SD Gothic Neo"/>
                <a:ea typeface="Apple SD Gothic Neo"/>
                <a:cs typeface="Apple SD Gothic Neo"/>
              </a:defRPr>
            </a:defPPr>
            <a:lvl1pPr algn="l">
              <a:defRPr sz="2100" b="1">
                <a:solidFill>
                  <a:srgbClr val="4676CB"/>
                </a:solidFill>
                <a:latin typeface="Apple SD Gothic Neo"/>
                <a:ea typeface="Apple SD Gothic Neo"/>
                <a:cs typeface="Apple SD Gothic Neo"/>
              </a:defRPr>
            </a:lvl1pPr>
            <a:lvl2pPr algn="l">
              <a:defRPr sz="2100" b="1">
                <a:solidFill>
                  <a:srgbClr val="4676CB"/>
                </a:solidFill>
                <a:latin typeface="Apple SD Gothic Neo"/>
                <a:ea typeface="Apple SD Gothic Neo"/>
                <a:cs typeface="Apple SD Gothic Neo"/>
              </a:defRPr>
            </a:lvl2pPr>
            <a:lvl3pPr algn="l">
              <a:defRPr sz="2100" b="1">
                <a:solidFill>
                  <a:srgbClr val="4676CB"/>
                </a:solidFill>
                <a:latin typeface="Apple SD Gothic Neo"/>
                <a:ea typeface="Apple SD Gothic Neo"/>
                <a:cs typeface="Apple SD Gothic Neo"/>
              </a:defRPr>
            </a:lvl3pPr>
            <a:lvl4pPr algn="l">
              <a:defRPr sz="2100" b="1">
                <a:solidFill>
                  <a:srgbClr val="4676CB"/>
                </a:solidFill>
                <a:latin typeface="Apple SD Gothic Neo"/>
                <a:ea typeface="Apple SD Gothic Neo"/>
                <a:cs typeface="Apple SD Gothic Neo"/>
              </a:defRPr>
            </a:lvl4pPr>
            <a:lvl5pPr algn="l">
              <a:defRPr sz="2100" b="1">
                <a:solidFill>
                  <a:srgbClr val="4676CB"/>
                </a:solidFill>
                <a:latin typeface="Apple SD Gothic Neo"/>
                <a:ea typeface="Apple SD Gothic Neo"/>
                <a:cs typeface="Apple SD Gothic Neo"/>
              </a:defRPr>
            </a:lvl5pPr>
            <a:lvl6pPr algn="l">
              <a:defRPr sz="2100" b="1">
                <a:solidFill>
                  <a:srgbClr val="4676CB"/>
                </a:solidFill>
                <a:latin typeface="Apple SD Gothic Neo"/>
                <a:ea typeface="Apple SD Gothic Neo"/>
                <a:cs typeface="Apple SD Gothic Neo"/>
              </a:defRPr>
            </a:lvl6pPr>
            <a:lvl7pPr algn="l">
              <a:defRPr sz="2100" b="1">
                <a:solidFill>
                  <a:srgbClr val="4676CB"/>
                </a:solidFill>
                <a:latin typeface="Apple SD Gothic Neo"/>
                <a:ea typeface="Apple SD Gothic Neo"/>
                <a:cs typeface="Apple SD Gothic Neo"/>
              </a:defRPr>
            </a:lvl7pPr>
            <a:lvl8pPr algn="l">
              <a:defRPr sz="2100" b="1">
                <a:solidFill>
                  <a:srgbClr val="4676CB"/>
                </a:solidFill>
                <a:latin typeface="Apple SD Gothic Neo"/>
                <a:ea typeface="Apple SD Gothic Neo"/>
                <a:cs typeface="Apple SD Gothic Neo"/>
              </a:defRPr>
            </a:lvl8pPr>
            <a:lvl9pPr algn="l">
              <a:defRPr sz="2100" b="1">
                <a:solidFill>
                  <a:srgbClr val="4676CB"/>
                </a:solidFill>
                <a:latin typeface="Apple SD Gothic Neo"/>
                <a:ea typeface="Apple SD Gothic Neo"/>
                <a:cs typeface="Apple SD Gothic Neo"/>
              </a:defRPr>
            </a:lvl9pPr>
          </a:lstStyle>
          <a:p xmlns:a="http://schemas.openxmlformats.org/drawingml/2006/main">
            <a:pPr algn="l">
              <a:defRPr sz="2100" b="1">
                <a:solidFill>
                  <a:srgbClr val="4676CB"/>
                </a:solidFill>
                <a:latin typeface="Apple SD Gothic Neo"/>
                <a:ea typeface="Apple SD Gothic Neo"/>
                <a:cs typeface="Apple SD Gothic Neo"/>
              </a:defRPr>
            </a:pPr>
            <a:r>
              <a:rPr sz="2100" b="1">
                <a:solidFill>
                  <a:srgbClr val="4676CB"/>
                </a:solidFill>
                <a:latin typeface="Apple SD Gothic Neo"/>
                <a:ea typeface="Apple SD Gothic Neo"/>
                <a:cs typeface="Apple SD Gothic Neo"/>
              </a:rPr>
              <a:t>독립 입력이 앞선 VIA 판단과 겹치고 호출 여유가 있는 조건에서 B 선택</a:t>
            </a:r>
          </a:p>
        </p:txBody>
      </p:sp>
      <p:graphicFrame>
        <p:nvGraphicFramePr>
          <p:cNvPr id="15" name="">
            <a:extLst xmlns:a="http://schemas.openxmlformats.org/drawingml/2006/main">
              <a:ext uri="{FF2B5EF4-FFF2-40B4-BE49-F238E27FC236}">
                <a16:creationId xmlns:a16="http://schemas.microsoft.com/office/drawing/2014/main" id="{B5C6F9B6-983C-4443-A766-83D90250F4D9}"/>
              </a:ext>
            </a:extLst>
          </p:cNvPr>
          <p:cNvGraphicFramePr/>
          <p:nvPr/>
        </p:nvGraphicFramePr>
        <p:xfrm>
          <a:off xmlns:a="http://schemas.openxmlformats.org/drawingml/2006/main" x="228600" y="1657350"/>
          <a:ext xmlns:a="http://schemas.openxmlformats.org/drawingml/2006/main" cx="17830800" cy="7848600"/>
        </p:xfrm>
        <a:graphic xmlns:a="http://schemas.openxmlformats.org/drawingml/2006/main">
          <a:graphicData uri="http://schemas.openxmlformats.org/drawingml/2006/table">
            <a:tbl>
              <a:tblPr firstRow="0" bandRow="0" bandCol="0"/>
              <a:tblGrid>
                <a:gridCol w="1638300"/>
                <a:gridCol w="8096250"/>
                <a:gridCol w="8096250"/>
              </a:tblGrid>
              <a:tr h="438150">
                <a:tc>
                  <a:txBody>
                    <a:bodyPr anchor="ctr"/>
                    <a:lstStyle/>
                    <a:p>
                      <a:pPr algn="ctr"/>
                      <a:r>
                        <a:rPr sz="1875"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 하나의 대화 해석 실행</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공통 대화 해석 + 요청별 실행</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r>
                        <a:rPr sz="2175" b="1">
                          <a:solidFill>
                            <a:srgbClr val="111111"/>
                          </a:solidFill>
                          <a:latin typeface="Apple SD Gothic Neo"/>
                          <a:ea typeface="Apple SD Gothic Neo"/>
                          <a:cs typeface="Apple SD Gothic Neo"/>
                        </a:rPr>
                        <a:t>구조</a:t>
                      </a: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r>
                        <a:rPr sz="1875"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같은 문맥의 근거와 잠정 판단을 연속 사용</a:t>
                      </a:r>
                    </a:p>
                    <a:p>
                      <a:pPr algn="ctr"/>
                      <a:r>
                        <a:rPr sz="1500">
                          <a:solidFill>
                            <a:srgbClr val="111111"/>
                          </a:solidFill>
                          <a:latin typeface="Apple SD Gothic Neo"/>
                          <a:ea typeface="Apple SD Gothic Neo"/>
                          <a:cs typeface="Apple SD Gothic Neo"/>
                        </a:rPr>
                        <a:t>실행 대응과 반환 상태가 단순</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호출 여유가 있으면 긴 판단 중 새 입력 해석</a:t>
                      </a:r>
                    </a:p>
                    <a:p>
                      <a:pPr algn="ctr"/>
                      <a:r>
                        <a:rPr sz="1500">
                          <a:solidFill>
                            <a:srgbClr val="111111"/>
                          </a:solidFill>
                          <a:latin typeface="Apple SD Gothic Neo"/>
                          <a:ea typeface="Apple SD Gothic Neo"/>
                          <a:cs typeface="Apple SD Gothic Neo"/>
                        </a:rPr>
                        <a:t>독립 요청의 읽기·판단을 겹쳐 진행</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r>
                        <a:rPr sz="1875"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후속 의미 판단이 현재 step 경계를 기다림</a:t>
                      </a:r>
                    </a:p>
                    <a:p>
                      <a:pPr algn="ctr"/>
                      <a:r>
                        <a:rPr sz="1575">
                          <a:solidFill>
                            <a:srgbClr val="C00000"/>
                          </a:solidFill>
                          <a:latin typeface="Apple SD Gothic Neo"/>
                          <a:ea typeface="Apple SD Gothic Neo"/>
                          <a:cs typeface="Apple SD Gothic Neo"/>
                        </a:rPr>
                        <a:t>앞선 요청 전체 완료를 기다리는 것은 아님</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575" b="0">
                          <a:solidFill>
                            <a:srgbClr val="C00000"/>
                          </a:solidFill>
                          <a:latin typeface="Apple SD Gothic Neo"/>
                          <a:ea typeface="Apple SD Gothic Neo"/>
                          <a:cs typeface="Apple SD Gothic Neo"/>
                        </a:rPr>
                        <a:t>실행별 문맥·상태와 반환 관리가 추가됨</a:t>
                      </a:r>
                    </a:p>
                    <a:p>
                      <a:pPr algn="ctr">
                        <a:lnSpc>
                          <a:spcPct val="100000"/>
                        </a:lnSpc>
                        <a:buNone/>
                      </a:pPr>
                      <a:r>
                        <a:rPr sz="1575" b="0">
                          <a:solidFill>
                            <a:srgbClr val="C00000"/>
                          </a:solidFill>
                          <a:latin typeface="Apple SD Gothic Neo"/>
                          <a:ea typeface="Apple SD Gothic Neo"/>
                          <a:cs typeface="Apple SD Gothic Neo"/>
                        </a:rPr>
                        <a:t>호출 한도가 차면 병행 이익이 줄어듦</a:t>
                      </a:r>
                    </a:p>
                    <a:p>
                      <a:pPr algn="ctr">
                        <a:lnSpc>
                          <a:spcPct val="100000"/>
                        </a:lnSpc>
                        <a:buNone/>
                      </a:pPr>
                      <a:r>
                        <a:rPr sz="1575" b="0">
                          <a:solidFill>
                            <a:srgbClr val="4676CB"/>
                          </a:solidFill>
                          <a:latin typeface="Apple SD Gothic Neo"/>
                          <a:ea typeface="Apple SD Gothic Neo"/>
                          <a:cs typeface="Apple SD Gothic Neo"/>
                        </a:rPr>
                        <a:t>[QA06 보완] B1 불변 입력 공유 / 개별 변경 상태는 유지</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8.677 (30/30)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6.698 (30/30)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QA03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24.092 (23/24)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20.982 (24/24)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0.1224560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0.1125156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r>
                        <a:rPr sz="1425" b="1">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45.351</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500" b="0">
                          <a:solidFill>
                            <a:srgbClr val="C00000"/>
                          </a:solidFill>
                          <a:latin typeface="Apple SD Gothic Neo"/>
                          <a:ea typeface="Apple SD Gothic Neo"/>
                          <a:cs typeface="Apple SD Gothic Neo"/>
                        </a:rPr>
                        <a:t>46.170 (기본)</a:t>
                      </a:r>
                    </a:p>
                    <a:p>
                      <a:pPr algn="ctr">
                        <a:lnSpc>
                          <a:spcPct val="100000"/>
                        </a:lnSpc>
                        <a:buNone/>
                      </a:pPr>
                      <a:r>
                        <a:rPr sz="1500" b="0">
                          <a:solidFill>
                            <a:srgbClr val="4676CB"/>
                          </a:solidFill>
                          <a:latin typeface="Apple SD Gothic Neo"/>
                          <a:ea typeface="Apple SD Gothic Neo"/>
                          <a:cs typeface="Apple SD Gothic Neo"/>
                        </a:rPr>
                        <a:t>[별도 재생 N=4] 32.326 → 31.867 MB</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159">
            <a:extLst xmlns:a="http://schemas.openxmlformats.org/drawingml/2006/main">
              <a:ext uri="{FF2B5EF4-FFF2-40B4-BE49-F238E27FC236}">
                <a16:creationId xmlns:a16="http://schemas.microsoft.com/office/drawing/2014/main" id="{ABD18730-860F-4B21-89AF-3FA6915D8237}"/>
              </a:ext>
            </a:extLst>
          </p:cNvPr>
          <p:cNvSpPr>
            <a:spLocks xmlns:a="http://schemas.openxmlformats.org/drawingml/2006/main" noGrp="1"/>
          </p:cNvSpPr>
          <p:nvPr/>
        </p:nvSpPr>
        <p:spPr>
          <a:xfrm xmlns:a="http://schemas.openxmlformats.org/drawingml/2006/main">
            <a:off x="381000" y="2771775"/>
            <a:ext cx="1323975" cy="6477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7" name="DP2 object 160">
            <a:extLst xmlns:a="http://schemas.openxmlformats.org/drawingml/2006/main">
              <a:ext uri="{FF2B5EF4-FFF2-40B4-BE49-F238E27FC236}">
                <a16:creationId xmlns:a16="http://schemas.microsoft.com/office/drawing/2014/main" id="{5490201D-3F80-482B-99EF-25EC0D21099B}"/>
              </a:ext>
            </a:extLst>
          </p:cNvPr>
          <p:cNvSpPr>
            <a:spLocks xmlns:a="http://schemas.openxmlformats.org/drawingml/2006/main" noGrp="1"/>
          </p:cNvSpPr>
          <p:nvPr/>
        </p:nvSpPr>
        <p:spPr>
          <a:xfrm xmlns:a="http://schemas.openxmlformats.org/drawingml/2006/main">
            <a:off x="419100" y="2790825"/>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Component</a:t>
            </a:r>
          </a:p>
        </p:txBody>
      </p:sp>
      <p:sp>
        <p:nvSpPr>
          <p:cNvPr id="18" name="DP2 object 161">
            <a:extLst xmlns:a="http://schemas.openxmlformats.org/drawingml/2006/main">
              <a:ext uri="{FF2B5EF4-FFF2-40B4-BE49-F238E27FC236}">
                <a16:creationId xmlns:a16="http://schemas.microsoft.com/office/drawing/2014/main" id="{FDBCB3C5-DBC4-4B1B-8679-E3CF138B33A3}"/>
              </a:ext>
            </a:extLst>
          </p:cNvPr>
          <p:cNvSpPr>
            <a:spLocks xmlns:a="http://schemas.openxmlformats.org/drawingml/2006/main" noGrp="1"/>
          </p:cNvSpPr>
          <p:nvPr/>
        </p:nvSpPr>
        <p:spPr>
          <a:xfrm xmlns:a="http://schemas.openxmlformats.org/drawingml/2006/main">
            <a:off x="466725" y="3095625"/>
            <a:ext cx="1152525" cy="23812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prstDash val="solid"/>
          </a:ln>
        </p:spPr>
      </p:sp>
      <p:sp>
        <p:nvSpPr>
          <p:cNvPr id="19" name="DP2 object 162">
            <a:extLst xmlns:a="http://schemas.openxmlformats.org/drawingml/2006/main">
              <a:ext uri="{FF2B5EF4-FFF2-40B4-BE49-F238E27FC236}">
                <a16:creationId xmlns:a16="http://schemas.microsoft.com/office/drawing/2014/main" id="{F44DFD37-9731-4110-8716-6D298F2DD869}"/>
              </a:ext>
            </a:extLst>
          </p:cNvPr>
          <p:cNvSpPr>
            <a:spLocks xmlns:a="http://schemas.openxmlformats.org/drawingml/2006/main" noGrp="1"/>
          </p:cNvSpPr>
          <p:nvPr/>
        </p:nvSpPr>
        <p:spPr>
          <a:xfrm xmlns:a="http://schemas.openxmlformats.org/drawingml/2006/main">
            <a:off x="485775" y="3095625"/>
            <a:ext cx="1114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내부 처리</a:t>
            </a:r>
          </a:p>
        </p:txBody>
      </p:sp>
      <p:sp>
        <p:nvSpPr>
          <p:cNvPr id="20" name="DP2 object 163">
            <a:extLst xmlns:a="http://schemas.openxmlformats.org/drawingml/2006/main">
              <a:ext uri="{FF2B5EF4-FFF2-40B4-BE49-F238E27FC236}">
                <a16:creationId xmlns:a16="http://schemas.microsoft.com/office/drawing/2014/main" id="{A1F61B1B-F911-4F4A-BAE2-BD00BEC15C78}"/>
              </a:ext>
            </a:extLst>
          </p:cNvPr>
          <p:cNvSpPr>
            <a:spLocks xmlns:a="http://schemas.openxmlformats.org/drawingml/2006/main" noGrp="1"/>
          </p:cNvSpPr>
          <p:nvPr/>
        </p:nvSpPr>
        <p:spPr>
          <a:xfrm xmlns:a="http://schemas.openxmlformats.org/drawingml/2006/main">
            <a:off x="381000" y="3648075"/>
            <a:ext cx="1323975" cy="419100"/>
          </a:xfrm>
          <a:prstGeom xmlns:a="http://schemas.openxmlformats.org/drawingml/2006/main" prst="rect">
            <a:avLst/>
          </a:prstGeom>
          <a:noFill xmlns:a="http://schemas.openxmlformats.org/drawingml/2006/main"/>
          <a:ln xmlns:a="http://schemas.openxmlformats.org/drawingml/2006/main" w="17145">
            <a:solidFill>
              <a:srgbClr val="111111"/>
            </a:solidFill>
            <a:prstDash val="dash"/>
          </a:ln>
        </p:spPr>
      </p:sp>
      <p:sp>
        <p:nvSpPr>
          <p:cNvPr id="21" name="DP2 object 164">
            <a:extLst xmlns:a="http://schemas.openxmlformats.org/drawingml/2006/main">
              <a:ext uri="{FF2B5EF4-FFF2-40B4-BE49-F238E27FC236}">
                <a16:creationId xmlns:a16="http://schemas.microsoft.com/office/drawing/2014/main" id="{4D66ED1E-B3C4-4C06-9E68-258685D6D0E1}"/>
              </a:ext>
            </a:extLst>
          </p:cNvPr>
          <p:cNvSpPr>
            <a:spLocks xmlns:a="http://schemas.openxmlformats.org/drawingml/2006/main" noGrp="1"/>
          </p:cNvSpPr>
          <p:nvPr/>
        </p:nvSpPr>
        <p:spPr>
          <a:xfrm xmlns:a="http://schemas.openxmlformats.org/drawingml/2006/main">
            <a:off x="409575" y="3676650"/>
            <a:ext cx="12668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논리 실행</a:t>
            </a:r>
          </a:p>
        </p:txBody>
      </p:sp>
      <p:sp>
        <p:nvSpPr>
          <p:cNvPr id="22" name="보존 데이터">
            <a:extLst xmlns:a="http://schemas.openxmlformats.org/drawingml/2006/main">
              <a:ext uri="{FF2B5EF4-FFF2-40B4-BE49-F238E27FC236}">
                <a16:creationId xmlns:a16="http://schemas.microsoft.com/office/drawing/2014/main" id="{13D154FB-6B53-40D5-9E29-3AA3E27B42C3}"/>
              </a:ext>
            </a:extLst>
          </p:cNvPr>
          <p:cNvSpPr>
            <a:spLocks xmlns:a="http://schemas.openxmlformats.org/drawingml/2006/main" noGrp="1"/>
          </p:cNvSpPr>
          <p:nvPr/>
        </p:nvSpPr>
        <p:spPr>
          <a:xfrm xmlns:a="http://schemas.openxmlformats.org/drawingml/2006/main">
            <a:off x="400050" y="4276725"/>
            <a:ext cx="1285875" cy="5238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3" name="DP2 object 165">
            <a:extLst xmlns:a="http://schemas.openxmlformats.org/drawingml/2006/main">
              <a:ext uri="{FF2B5EF4-FFF2-40B4-BE49-F238E27FC236}">
                <a16:creationId xmlns:a16="http://schemas.microsoft.com/office/drawing/2014/main" id="{8C7714E0-FD4E-4705-97C0-BF6BB4EF93DB}"/>
              </a:ext>
            </a:extLst>
          </p:cNvPr>
          <p:cNvSpPr>
            <a:spLocks xmlns:a="http://schemas.openxmlformats.org/drawingml/2006/main" noGrp="1"/>
          </p:cNvSpPr>
          <p:nvPr/>
        </p:nvSpPr>
        <p:spPr>
          <a:xfrm xmlns:a="http://schemas.openxmlformats.org/drawingml/2006/main">
            <a:off x="447675" y="4381500"/>
            <a:ext cx="1190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보존 데이터</a:t>
            </a:r>
          </a:p>
        </p:txBody>
      </p:sp>
      <p:sp>
        <p:nvSpPr>
          <p:cNvPr id="24" name="DP2 object 166">
            <a:extLst xmlns:a="http://schemas.openxmlformats.org/drawingml/2006/main">
              <a:ext uri="{FF2B5EF4-FFF2-40B4-BE49-F238E27FC236}">
                <a16:creationId xmlns:a16="http://schemas.microsoft.com/office/drawing/2014/main" id="{B46462AD-C3EA-42A4-B8C4-42626CEA0796}"/>
              </a:ext>
            </a:extLst>
          </p:cNvPr>
          <p:cNvSpPr>
            <a:spLocks xmlns:a="http://schemas.openxmlformats.org/drawingml/2006/main" noGrp="1"/>
          </p:cNvSpPr>
          <p:nvPr/>
        </p:nvSpPr>
        <p:spPr>
          <a:xfrm xmlns:a="http://schemas.openxmlformats.org/drawingml/2006/main">
            <a:off x="333375" y="4905375"/>
            <a:ext cx="14382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R1·R2는 논리 실행</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모델 복제 아님</a:t>
            </a:r>
          </a:p>
        </p:txBody>
      </p:sp>
      <p:sp>
        <p:nvSpPr>
          <p:cNvPr id="25" name="DP2 object 167">
            <a:extLst xmlns:a="http://schemas.openxmlformats.org/drawingml/2006/main">
              <a:ext uri="{FF2B5EF4-FFF2-40B4-BE49-F238E27FC236}">
                <a16:creationId xmlns:a16="http://schemas.microsoft.com/office/drawing/2014/main" id="{6C8235B2-DA3B-48FE-9A4C-D2B65BF66E47}"/>
              </a:ext>
            </a:extLst>
          </p:cNvPr>
          <p:cNvSpPr>
            <a:spLocks xmlns:a="http://schemas.openxmlformats.org/drawingml/2006/main" noGrp="1"/>
          </p:cNvSpPr>
          <p:nvPr/>
        </p:nvSpPr>
        <p:spPr>
          <a:xfrm xmlns:a="http://schemas.openxmlformats.org/drawingml/2006/main">
            <a:off x="333375" y="5400675"/>
            <a:ext cx="14382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실선: 요청·반환</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원통: 상태 / 입력</a:t>
            </a:r>
          </a:p>
        </p:txBody>
      </p:sp>
      <p:sp>
        <p:nvSpPr>
          <p:cNvPr id="26" name="DP2 object 168">
            <a:extLst xmlns:a="http://schemas.openxmlformats.org/drawingml/2006/main">
              <a:ext uri="{FF2B5EF4-FFF2-40B4-BE49-F238E27FC236}">
                <a16:creationId xmlns:a16="http://schemas.microsoft.com/office/drawing/2014/main" id="{DD463F92-CD21-4946-AB8E-FCD64C040D75}"/>
              </a:ext>
            </a:extLst>
          </p:cNvPr>
          <p:cNvSpPr>
            <a:spLocks xmlns:a="http://schemas.openxmlformats.org/drawingml/2006/main" noGrp="1"/>
          </p:cNvSpPr>
          <p:nvPr/>
        </p:nvSpPr>
        <p:spPr>
          <a:xfrm xmlns:a="http://schemas.openxmlformats.org/drawingml/2006/main">
            <a:off x="400050" y="5915025"/>
            <a:ext cx="209550" cy="171450"/>
          </a:xfrm>
          <a:prstGeom xmlns:a="http://schemas.openxmlformats.org/drawingml/2006/main" prst="rect">
            <a:avLst/>
          </a:prstGeom>
          <a:solidFill xmlns:a="http://schemas.openxmlformats.org/drawingml/2006/main">
            <a:srgbClr val="FFFFFF"/>
          </a:solidFill>
          <a:ln xmlns:a="http://schemas.openxmlformats.org/drawingml/2006/main" w="25718">
            <a:solidFill>
              <a:srgbClr val="4676CB"/>
            </a:solidFill>
            <a:prstDash val="solid"/>
          </a:ln>
        </p:spPr>
      </p:sp>
      <p:sp>
        <p:nvSpPr>
          <p:cNvPr id="27" name="DP2 object 169">
            <a:extLst xmlns:a="http://schemas.openxmlformats.org/drawingml/2006/main">
              <a:ext uri="{FF2B5EF4-FFF2-40B4-BE49-F238E27FC236}">
                <a16:creationId xmlns:a16="http://schemas.microsoft.com/office/drawing/2014/main" id="{DD173FCE-5163-4B79-A749-B4D388FD2E0B}"/>
              </a:ext>
            </a:extLst>
          </p:cNvPr>
          <p:cNvSpPr>
            <a:spLocks xmlns:a="http://schemas.openxmlformats.org/drawingml/2006/main" noGrp="1"/>
          </p:cNvSpPr>
          <p:nvPr/>
        </p:nvSpPr>
        <p:spPr>
          <a:xfrm xmlns:a="http://schemas.openxmlformats.org/drawingml/2006/main">
            <a:off x="695325" y="5876925"/>
            <a:ext cx="10763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1">
                <a:solidFill>
                  <a:srgbClr val="4676CB"/>
                </a:solidFill>
                <a:latin typeface="Apple SD Gothic Neo"/>
                <a:ea typeface="Apple SD Gothic Neo"/>
                <a:cs typeface="Apple SD Gothic Neo"/>
              </a:defRPr>
            </a:defPPr>
            <a:lvl1pPr algn="l">
              <a:defRPr sz="1425" b="1">
                <a:solidFill>
                  <a:srgbClr val="4676CB"/>
                </a:solidFill>
                <a:latin typeface="Apple SD Gothic Neo"/>
                <a:ea typeface="Apple SD Gothic Neo"/>
                <a:cs typeface="Apple SD Gothic Neo"/>
              </a:defRPr>
            </a:lvl1pPr>
            <a:lvl2pPr algn="l">
              <a:defRPr sz="1425" b="1">
                <a:solidFill>
                  <a:srgbClr val="4676CB"/>
                </a:solidFill>
                <a:latin typeface="Apple SD Gothic Neo"/>
                <a:ea typeface="Apple SD Gothic Neo"/>
                <a:cs typeface="Apple SD Gothic Neo"/>
              </a:defRPr>
            </a:lvl2pPr>
            <a:lvl3pPr algn="l">
              <a:defRPr sz="1425" b="1">
                <a:solidFill>
                  <a:srgbClr val="4676CB"/>
                </a:solidFill>
                <a:latin typeface="Apple SD Gothic Neo"/>
                <a:ea typeface="Apple SD Gothic Neo"/>
                <a:cs typeface="Apple SD Gothic Neo"/>
              </a:defRPr>
            </a:lvl3pPr>
            <a:lvl4pPr algn="l">
              <a:defRPr sz="1425" b="1">
                <a:solidFill>
                  <a:srgbClr val="4676CB"/>
                </a:solidFill>
                <a:latin typeface="Apple SD Gothic Neo"/>
                <a:ea typeface="Apple SD Gothic Neo"/>
                <a:cs typeface="Apple SD Gothic Neo"/>
              </a:defRPr>
            </a:lvl4pPr>
            <a:lvl5pPr algn="l">
              <a:defRPr sz="1425" b="1">
                <a:solidFill>
                  <a:srgbClr val="4676CB"/>
                </a:solidFill>
                <a:latin typeface="Apple SD Gothic Neo"/>
                <a:ea typeface="Apple SD Gothic Neo"/>
                <a:cs typeface="Apple SD Gothic Neo"/>
              </a:defRPr>
            </a:lvl5pPr>
            <a:lvl6pPr algn="l">
              <a:defRPr sz="1425" b="1">
                <a:solidFill>
                  <a:srgbClr val="4676CB"/>
                </a:solidFill>
                <a:latin typeface="Apple SD Gothic Neo"/>
                <a:ea typeface="Apple SD Gothic Neo"/>
                <a:cs typeface="Apple SD Gothic Neo"/>
              </a:defRPr>
            </a:lvl6pPr>
            <a:lvl7pPr algn="l">
              <a:defRPr sz="1425" b="1">
                <a:solidFill>
                  <a:srgbClr val="4676CB"/>
                </a:solidFill>
                <a:latin typeface="Apple SD Gothic Neo"/>
                <a:ea typeface="Apple SD Gothic Neo"/>
                <a:cs typeface="Apple SD Gothic Neo"/>
              </a:defRPr>
            </a:lvl7pPr>
            <a:lvl8pPr algn="l">
              <a:defRPr sz="1425" b="1">
                <a:solidFill>
                  <a:srgbClr val="4676CB"/>
                </a:solidFill>
                <a:latin typeface="Apple SD Gothic Neo"/>
                <a:ea typeface="Apple SD Gothic Neo"/>
                <a:cs typeface="Apple SD Gothic Neo"/>
              </a:defRPr>
            </a:lvl8pPr>
            <a:lvl9pPr algn="l">
              <a:defRPr sz="1425" b="1">
                <a:solidFill>
                  <a:srgbClr val="4676CB"/>
                </a:solidFill>
                <a:latin typeface="Apple SD Gothic Neo"/>
                <a:ea typeface="Apple SD Gothic Neo"/>
                <a:cs typeface="Apple SD Gothic Neo"/>
              </a:defRPr>
            </a:lvl9pPr>
          </a:lstStyle>
          <a:p xmlns:a="http://schemas.openxmlformats.org/drawingml/2006/main">
            <a:pPr algn="l">
              <a:defRPr sz="1425" b="1">
                <a:solidFill>
                  <a:srgbClr val="4676CB"/>
                </a:solidFill>
                <a:latin typeface="Apple SD Gothic Neo"/>
                <a:ea typeface="Apple SD Gothic Neo"/>
                <a:cs typeface="Apple SD Gothic Neo"/>
              </a:defRPr>
            </a:pPr>
            <a:r>
              <a:rPr sz="1425" b="1">
                <a:solidFill>
                  <a:srgbClr val="4676CB"/>
                </a:solidFill>
                <a:latin typeface="Apple SD Gothic Neo"/>
                <a:ea typeface="Apple SD Gothic Neo"/>
                <a:cs typeface="Apple SD Gothic Neo"/>
              </a:rPr>
              <a:t>보완 B1</a:t>
            </a:r>
          </a:p>
        </p:txBody>
      </p:sp>
      <p:sp>
        <p:nvSpPr>
          <p:cNvPr id="28" name="DP2 object 170">
            <a:extLst xmlns:a="http://schemas.openxmlformats.org/drawingml/2006/main">
              <a:ext uri="{FF2B5EF4-FFF2-40B4-BE49-F238E27FC236}">
                <a16:creationId xmlns:a16="http://schemas.microsoft.com/office/drawing/2014/main" id="{3DF6CF65-30E1-4009-9C56-3CB20F36D348}"/>
              </a:ext>
            </a:extLst>
          </p:cNvPr>
          <p:cNvSpPr>
            <a:spLocks xmlns:a="http://schemas.openxmlformats.org/drawingml/2006/main" noGrp="1"/>
          </p:cNvSpPr>
          <p:nvPr/>
        </p:nvSpPr>
        <p:spPr>
          <a:xfrm xmlns:a="http://schemas.openxmlformats.org/drawingml/2006/main">
            <a:off x="1971675" y="2190750"/>
            <a:ext cx="788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대화 실행 1개와 문맥 1개를 이어 사용</a:t>
            </a:r>
          </a:p>
        </p:txBody>
      </p:sp>
      <p:sp>
        <p:nvSpPr>
          <p:cNvPr id="29" name="A Request Controller Component">
            <a:extLst xmlns:a="http://schemas.openxmlformats.org/drawingml/2006/main">
              <a:ext uri="{FF2B5EF4-FFF2-40B4-BE49-F238E27FC236}">
                <a16:creationId xmlns:a16="http://schemas.microsoft.com/office/drawing/2014/main" id="{2E0FB291-B2CE-42CB-B28D-B87D670F6651}"/>
              </a:ext>
            </a:extLst>
          </p:cNvPr>
          <p:cNvSpPr>
            <a:spLocks xmlns:a="http://schemas.openxmlformats.org/drawingml/2006/main" noGrp="1"/>
          </p:cNvSpPr>
          <p:nvPr/>
        </p:nvSpPr>
        <p:spPr>
          <a:xfrm xmlns:a="http://schemas.openxmlformats.org/drawingml/2006/main">
            <a:off x="2133600" y="2505075"/>
            <a:ext cx="7562850" cy="8763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30" name="DP2 object 171">
            <a:extLst xmlns:a="http://schemas.openxmlformats.org/drawingml/2006/main">
              <a:ext uri="{FF2B5EF4-FFF2-40B4-BE49-F238E27FC236}">
                <a16:creationId xmlns:a16="http://schemas.microsoft.com/office/drawing/2014/main" id="{D4D3E3CB-93B6-4EEA-A0B5-B666CDA6FDD0}"/>
              </a:ext>
            </a:extLst>
          </p:cNvPr>
          <p:cNvSpPr>
            <a:spLocks xmlns:a="http://schemas.openxmlformats.org/drawingml/2006/main" noGrp="1"/>
          </p:cNvSpPr>
          <p:nvPr/>
        </p:nvSpPr>
        <p:spPr>
          <a:xfrm xmlns:a="http://schemas.openxmlformats.org/drawingml/2006/main">
            <a:off x="2247900" y="253365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Controller</a:t>
            </a:r>
          </a:p>
        </p:txBody>
      </p:sp>
      <p:sp>
        <p:nvSpPr>
          <p:cNvPr id="31" name="Editable path 172">
            <a:extLst xmlns:a="http://schemas.openxmlformats.org/drawingml/2006/main">
              <a:ext uri="{FF2B5EF4-FFF2-40B4-BE49-F238E27FC236}">
                <a16:creationId xmlns:a16="http://schemas.microsoft.com/office/drawing/2014/main" id="{F1D6A3FB-1A7F-4CFC-BAB1-C2576BA7E272}"/>
              </a:ext>
            </a:extLst>
          </p:cNvPr>
          <p:cNvSpPr>
            <a:spLocks xmlns:a="http://schemas.openxmlformats.org/drawingml/2006/main" noGrp="1"/>
          </p:cNvSpPr>
          <p:nvPr/>
        </p:nvSpPr>
        <p:spPr>
          <a:xfrm xmlns:a="http://schemas.openxmlformats.org/drawingml/2006/main">
            <a:off x="2133600" y="2838450"/>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3335">
            <a:solidFill>
              <a:srgbClr val="111111"/>
            </a:solidFill>
            <a:prstDash val="solid"/>
          </a:ln>
        </p:spPr>
      </p:sp>
      <p:sp>
        <p:nvSpPr>
          <p:cNvPr id="32" name="입력 보존 / 경계에 해석 요청">
            <a:extLst xmlns:a="http://schemas.openxmlformats.org/drawingml/2006/main">
              <a:ext uri="{FF2B5EF4-FFF2-40B4-BE49-F238E27FC236}">
                <a16:creationId xmlns:a16="http://schemas.microsoft.com/office/drawing/2014/main" id="{594038AA-A4ED-4880-BBEA-055C98BC2FEA}"/>
              </a:ext>
            </a:extLst>
          </p:cNvPr>
          <p:cNvSpPr>
            <a:spLocks xmlns:a="http://schemas.openxmlformats.org/drawingml/2006/main" noGrp="1"/>
          </p:cNvSpPr>
          <p:nvPr/>
        </p:nvSpPr>
        <p:spPr>
          <a:xfrm xmlns:a="http://schemas.openxmlformats.org/drawingml/2006/main">
            <a:off x="2257425" y="2914650"/>
            <a:ext cx="2409825" cy="3905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3" name="DP2 object 173">
            <a:extLst xmlns:a="http://schemas.openxmlformats.org/drawingml/2006/main">
              <a:ext uri="{FF2B5EF4-FFF2-40B4-BE49-F238E27FC236}">
                <a16:creationId xmlns:a16="http://schemas.microsoft.com/office/drawing/2014/main" id="{8FEB49B4-9409-4D89-95F1-EF548D7986E6}"/>
              </a:ext>
            </a:extLst>
          </p:cNvPr>
          <p:cNvSpPr>
            <a:spLocks xmlns:a="http://schemas.openxmlformats.org/drawingml/2006/main" noGrp="1"/>
          </p:cNvSpPr>
          <p:nvPr/>
        </p:nvSpPr>
        <p:spPr>
          <a:xfrm xmlns:a="http://schemas.openxmlformats.org/drawingml/2006/main">
            <a:off x="2324100" y="2952750"/>
            <a:ext cx="22764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입력 보존 / 경계에 해석 요청</a:t>
            </a:r>
          </a:p>
        </p:txBody>
      </p:sp>
      <p:sp>
        <p:nvSpPr>
          <p:cNvPr id="34" name="채택 목표 / revision">
            <a:extLst xmlns:a="http://schemas.openxmlformats.org/drawingml/2006/main">
              <a:ext uri="{FF2B5EF4-FFF2-40B4-BE49-F238E27FC236}">
                <a16:creationId xmlns:a16="http://schemas.microsoft.com/office/drawing/2014/main" id="{96AFE46F-F90E-454F-B1A8-6158016FFEA8}"/>
              </a:ext>
            </a:extLst>
          </p:cNvPr>
          <p:cNvSpPr>
            <a:spLocks xmlns:a="http://schemas.openxmlformats.org/drawingml/2006/main" noGrp="1"/>
          </p:cNvSpPr>
          <p:nvPr/>
        </p:nvSpPr>
        <p:spPr>
          <a:xfrm xmlns:a="http://schemas.openxmlformats.org/drawingml/2006/main">
            <a:off x="4876800" y="2905125"/>
            <a:ext cx="2152650" cy="4000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35" name="DP2 object 174">
            <a:extLst xmlns:a="http://schemas.openxmlformats.org/drawingml/2006/main">
              <a:ext uri="{FF2B5EF4-FFF2-40B4-BE49-F238E27FC236}">
                <a16:creationId xmlns:a16="http://schemas.microsoft.com/office/drawing/2014/main" id="{0182FC2E-9C7F-4B0A-8051-84C2DB053911}"/>
              </a:ext>
            </a:extLst>
          </p:cNvPr>
          <p:cNvSpPr>
            <a:spLocks xmlns:a="http://schemas.openxmlformats.org/drawingml/2006/main" noGrp="1"/>
          </p:cNvSpPr>
          <p:nvPr/>
        </p:nvSpPr>
        <p:spPr>
          <a:xfrm xmlns:a="http://schemas.openxmlformats.org/drawingml/2006/main">
            <a:off x="4924425" y="3009900"/>
            <a:ext cx="2057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채택 목표 / revision</a:t>
            </a:r>
          </a:p>
        </p:txBody>
      </p:sp>
      <p:sp>
        <p:nvSpPr>
          <p:cNvPr id="36" name="현재성 확인·채택">
            <a:extLst xmlns:a="http://schemas.openxmlformats.org/drawingml/2006/main">
              <a:ext uri="{FF2B5EF4-FFF2-40B4-BE49-F238E27FC236}">
                <a16:creationId xmlns:a16="http://schemas.microsoft.com/office/drawing/2014/main" id="{7D0DBDEE-E48C-46D0-B8E8-843678389B36}"/>
              </a:ext>
            </a:extLst>
          </p:cNvPr>
          <p:cNvSpPr>
            <a:spLocks xmlns:a="http://schemas.openxmlformats.org/drawingml/2006/main" noGrp="1"/>
          </p:cNvSpPr>
          <p:nvPr/>
        </p:nvSpPr>
        <p:spPr>
          <a:xfrm xmlns:a="http://schemas.openxmlformats.org/drawingml/2006/main">
            <a:off x="7258050" y="2914650"/>
            <a:ext cx="2314575" cy="3905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7" name="DP2 object 175">
            <a:extLst xmlns:a="http://schemas.openxmlformats.org/drawingml/2006/main">
              <a:ext uri="{FF2B5EF4-FFF2-40B4-BE49-F238E27FC236}">
                <a16:creationId xmlns:a16="http://schemas.microsoft.com/office/drawing/2014/main" id="{2DAC1053-6EE7-4302-9E17-2AF25879FD06}"/>
              </a:ext>
            </a:extLst>
          </p:cNvPr>
          <p:cNvSpPr>
            <a:spLocks xmlns:a="http://schemas.openxmlformats.org/drawingml/2006/main" noGrp="1"/>
          </p:cNvSpPr>
          <p:nvPr/>
        </p:nvSpPr>
        <p:spPr>
          <a:xfrm xmlns:a="http://schemas.openxmlformats.org/drawingml/2006/main">
            <a:off x="7324725" y="2952750"/>
            <a:ext cx="21812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현재성 확인·채택</a:t>
            </a:r>
          </a:p>
        </p:txBody>
      </p:sp>
      <p:sp>
        <p:nvSpPr>
          <p:cNvPr id="38" name="Editable path 176">
            <a:extLst xmlns:a="http://schemas.openxmlformats.org/drawingml/2006/main">
              <a:ext uri="{FF2B5EF4-FFF2-40B4-BE49-F238E27FC236}">
                <a16:creationId xmlns:a16="http://schemas.microsoft.com/office/drawing/2014/main" id="{A493DC30-E2A0-4A30-8C1A-EF3D23F53D04}"/>
              </a:ext>
            </a:extLst>
          </p:cNvPr>
          <p:cNvSpPr>
            <a:spLocks xmlns:a="http://schemas.openxmlformats.org/drawingml/2006/main" noGrp="1"/>
          </p:cNvSpPr>
          <p:nvPr/>
        </p:nvSpPr>
        <p:spPr>
          <a:xfrm xmlns:a="http://schemas.openxmlformats.org/drawingml/2006/main">
            <a:off x="3810000" y="3381375"/>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21908">
            <a:solidFill>
              <a:srgbClr val="111111"/>
            </a:solidFill>
            <a:prstDash val="solid"/>
          </a:ln>
        </p:spPr>
      </p:sp>
      <p:sp>
        <p:nvSpPr>
          <p:cNvPr id="39" name="Editable arrowhead 177">
            <a:extLst xmlns:a="http://schemas.openxmlformats.org/drawingml/2006/main">
              <a:ext uri="{FF2B5EF4-FFF2-40B4-BE49-F238E27FC236}">
                <a16:creationId xmlns:a16="http://schemas.microsoft.com/office/drawing/2014/main" id="{483F1358-C229-4873-AFEE-1B5D1C7E95A0}"/>
              </a:ext>
            </a:extLst>
          </p:cNvPr>
          <p:cNvSpPr>
            <a:spLocks xmlns:a="http://schemas.openxmlformats.org/drawingml/2006/main" noGrp="1"/>
          </p:cNvSpPr>
          <p:nvPr/>
        </p:nvSpPr>
        <p:spPr>
          <a:xfrm xmlns:a="http://schemas.openxmlformats.org/drawingml/2006/main">
            <a:off x="3762375" y="35147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0" name="Editable path 178">
            <a:extLst xmlns:a="http://schemas.openxmlformats.org/drawingml/2006/main">
              <a:ext uri="{FF2B5EF4-FFF2-40B4-BE49-F238E27FC236}">
                <a16:creationId xmlns:a16="http://schemas.microsoft.com/office/drawing/2014/main" id="{75E3A105-60CD-49F8-AA14-37783FC745F4}"/>
              </a:ext>
            </a:extLst>
          </p:cNvPr>
          <p:cNvSpPr>
            <a:spLocks xmlns:a="http://schemas.openxmlformats.org/drawingml/2006/main" noGrp="1"/>
          </p:cNvSpPr>
          <p:nvPr/>
        </p:nvSpPr>
        <p:spPr>
          <a:xfrm xmlns:a="http://schemas.openxmlformats.org/drawingml/2006/main">
            <a:off x="8734425" y="3381375"/>
            <a:ext cx="953" cy="228600"/>
          </a:xfrm>
          <a:custGeom xmlns:a="http://schemas.openxmlformats.org/drawingml/2006/main">
            <a:pathLst>
              <a:path w="953" h="228600">
                <a:moveTo>
                  <a:pt x="0" y="228600"/>
                </a:moveTo>
                <a:lnTo>
                  <a:pt x="0" y="0"/>
                </a:lnTo>
              </a:path>
            </a:pathLst>
          </a:custGeom>
          <a:noFill xmlns:a="http://schemas.openxmlformats.org/drawingml/2006/main"/>
          <a:ln xmlns:a="http://schemas.openxmlformats.org/drawingml/2006/main" w="21908">
            <a:solidFill>
              <a:srgbClr val="111111"/>
            </a:solidFill>
            <a:prstDash val="solid"/>
          </a:ln>
        </p:spPr>
      </p:sp>
      <p:sp>
        <p:nvSpPr>
          <p:cNvPr id="41" name="Editable arrowhead 179">
            <a:extLst xmlns:a="http://schemas.openxmlformats.org/drawingml/2006/main">
              <a:ext uri="{FF2B5EF4-FFF2-40B4-BE49-F238E27FC236}">
                <a16:creationId xmlns:a16="http://schemas.microsoft.com/office/drawing/2014/main" id="{B86931C9-014F-4225-986B-A826EC1A2D37}"/>
              </a:ext>
            </a:extLst>
          </p:cNvPr>
          <p:cNvSpPr>
            <a:spLocks xmlns:a="http://schemas.openxmlformats.org/drawingml/2006/main" noGrp="1"/>
          </p:cNvSpPr>
          <p:nvPr/>
        </p:nvSpPr>
        <p:spPr>
          <a:xfrm xmlns:a="http://schemas.openxmlformats.org/drawingml/2006/main">
            <a:off x="8686800" y="33813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2" name="DP2 object 180">
            <a:extLst xmlns:a="http://schemas.openxmlformats.org/drawingml/2006/main">
              <a:ext uri="{FF2B5EF4-FFF2-40B4-BE49-F238E27FC236}">
                <a16:creationId xmlns:a16="http://schemas.microsoft.com/office/drawing/2014/main" id="{2E3F162E-7DFF-4D48-AA8A-052771EF78BB}"/>
              </a:ext>
            </a:extLst>
          </p:cNvPr>
          <p:cNvSpPr>
            <a:spLocks xmlns:a="http://schemas.openxmlformats.org/drawingml/2006/main" noGrp="1"/>
          </p:cNvSpPr>
          <p:nvPr/>
        </p:nvSpPr>
        <p:spPr>
          <a:xfrm xmlns:a="http://schemas.openxmlformats.org/drawingml/2006/main">
            <a:off x="3905250" y="3381375"/>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111111"/>
                </a:solidFill>
                <a:latin typeface="Apple SD Gothic Neo"/>
                <a:ea typeface="Apple SD Gothic Neo"/>
                <a:cs typeface="Apple SD Gothic Neo"/>
              </a:defRPr>
            </a:defPPr>
            <a:lvl1pPr algn="l">
              <a:defRPr sz="1350" b="0">
                <a:solidFill>
                  <a:srgbClr val="111111"/>
                </a:solidFill>
                <a:latin typeface="Apple SD Gothic Neo"/>
                <a:ea typeface="Apple SD Gothic Neo"/>
                <a:cs typeface="Apple SD Gothic Neo"/>
              </a:defRPr>
            </a:lvl1pPr>
            <a:lvl2pPr algn="l">
              <a:defRPr sz="1350" b="0">
                <a:solidFill>
                  <a:srgbClr val="111111"/>
                </a:solidFill>
                <a:latin typeface="Apple SD Gothic Neo"/>
                <a:ea typeface="Apple SD Gothic Neo"/>
                <a:cs typeface="Apple SD Gothic Neo"/>
              </a:defRPr>
            </a:lvl2pPr>
            <a:lvl3pPr algn="l">
              <a:defRPr sz="1350" b="0">
                <a:solidFill>
                  <a:srgbClr val="111111"/>
                </a:solidFill>
                <a:latin typeface="Apple SD Gothic Neo"/>
                <a:ea typeface="Apple SD Gothic Neo"/>
                <a:cs typeface="Apple SD Gothic Neo"/>
              </a:defRPr>
            </a:lvl3pPr>
            <a:lvl4pPr algn="l">
              <a:defRPr sz="1350" b="0">
                <a:solidFill>
                  <a:srgbClr val="111111"/>
                </a:solidFill>
                <a:latin typeface="Apple SD Gothic Neo"/>
                <a:ea typeface="Apple SD Gothic Neo"/>
                <a:cs typeface="Apple SD Gothic Neo"/>
              </a:defRPr>
            </a:lvl4pPr>
            <a:lvl5pPr algn="l">
              <a:defRPr sz="1350" b="0">
                <a:solidFill>
                  <a:srgbClr val="111111"/>
                </a:solidFill>
                <a:latin typeface="Apple SD Gothic Neo"/>
                <a:ea typeface="Apple SD Gothic Neo"/>
                <a:cs typeface="Apple SD Gothic Neo"/>
              </a:defRPr>
            </a:lvl5pPr>
            <a:lvl6pPr algn="l">
              <a:defRPr sz="1350" b="0">
                <a:solidFill>
                  <a:srgbClr val="111111"/>
                </a:solidFill>
                <a:latin typeface="Apple SD Gothic Neo"/>
                <a:ea typeface="Apple SD Gothic Neo"/>
                <a:cs typeface="Apple SD Gothic Neo"/>
              </a:defRPr>
            </a:lvl6pPr>
            <a:lvl7pPr algn="l">
              <a:defRPr sz="1350" b="0">
                <a:solidFill>
                  <a:srgbClr val="111111"/>
                </a:solidFill>
                <a:latin typeface="Apple SD Gothic Neo"/>
                <a:ea typeface="Apple SD Gothic Neo"/>
                <a:cs typeface="Apple SD Gothic Neo"/>
              </a:defRPr>
            </a:lvl7pPr>
            <a:lvl8pPr algn="l">
              <a:defRPr sz="1350" b="0">
                <a:solidFill>
                  <a:srgbClr val="111111"/>
                </a:solidFill>
                <a:latin typeface="Apple SD Gothic Neo"/>
                <a:ea typeface="Apple SD Gothic Neo"/>
                <a:cs typeface="Apple SD Gothic Neo"/>
              </a:defRPr>
            </a:lvl8pPr>
            <a:lvl9pPr algn="l">
              <a:defRPr sz="1350" b="0">
                <a:solidFill>
                  <a:srgbClr val="111111"/>
                </a:solidFill>
                <a:latin typeface="Apple SD Gothic Neo"/>
                <a:ea typeface="Apple SD Gothic Neo"/>
                <a:cs typeface="Apple SD Gothic Neo"/>
              </a:defRPr>
            </a:lvl9pPr>
          </a:lstStyle>
          <a:p xmlns:a="http://schemas.openxmlformats.org/drawingml/2006/main">
            <a:pPr algn="l">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해석 요청</a:t>
            </a:r>
          </a:p>
        </p:txBody>
      </p:sp>
      <p:sp>
        <p:nvSpPr>
          <p:cNvPr id="43" name="DP2 object 181">
            <a:extLst xmlns:a="http://schemas.openxmlformats.org/drawingml/2006/main">
              <a:ext uri="{FF2B5EF4-FFF2-40B4-BE49-F238E27FC236}">
                <a16:creationId xmlns:a16="http://schemas.microsoft.com/office/drawing/2014/main" id="{998D118F-67F2-4C54-9A55-CEAA83365F21}"/>
              </a:ext>
            </a:extLst>
          </p:cNvPr>
          <p:cNvSpPr>
            <a:spLocks xmlns:a="http://schemas.openxmlformats.org/drawingml/2006/main" noGrp="1"/>
          </p:cNvSpPr>
          <p:nvPr/>
        </p:nvSpPr>
        <p:spPr>
          <a:xfrm xmlns:a="http://schemas.openxmlformats.org/drawingml/2006/main">
            <a:off x="7315200" y="3381375"/>
            <a:ext cx="1323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350" b="0">
                <a:solidFill>
                  <a:srgbClr val="111111"/>
                </a:solidFill>
                <a:latin typeface="Apple SD Gothic Neo"/>
                <a:ea typeface="Apple SD Gothic Neo"/>
                <a:cs typeface="Apple SD Gothic Neo"/>
              </a:defRPr>
            </a:defPPr>
            <a:lvl1pPr algn="r">
              <a:defRPr sz="1350" b="0">
                <a:solidFill>
                  <a:srgbClr val="111111"/>
                </a:solidFill>
                <a:latin typeface="Apple SD Gothic Neo"/>
                <a:ea typeface="Apple SD Gothic Neo"/>
                <a:cs typeface="Apple SD Gothic Neo"/>
              </a:defRPr>
            </a:lvl1pPr>
            <a:lvl2pPr algn="r">
              <a:defRPr sz="1350" b="0">
                <a:solidFill>
                  <a:srgbClr val="111111"/>
                </a:solidFill>
                <a:latin typeface="Apple SD Gothic Neo"/>
                <a:ea typeface="Apple SD Gothic Neo"/>
                <a:cs typeface="Apple SD Gothic Neo"/>
              </a:defRPr>
            </a:lvl2pPr>
            <a:lvl3pPr algn="r">
              <a:defRPr sz="1350" b="0">
                <a:solidFill>
                  <a:srgbClr val="111111"/>
                </a:solidFill>
                <a:latin typeface="Apple SD Gothic Neo"/>
                <a:ea typeface="Apple SD Gothic Neo"/>
                <a:cs typeface="Apple SD Gothic Neo"/>
              </a:defRPr>
            </a:lvl3pPr>
            <a:lvl4pPr algn="r">
              <a:defRPr sz="1350" b="0">
                <a:solidFill>
                  <a:srgbClr val="111111"/>
                </a:solidFill>
                <a:latin typeface="Apple SD Gothic Neo"/>
                <a:ea typeface="Apple SD Gothic Neo"/>
                <a:cs typeface="Apple SD Gothic Neo"/>
              </a:defRPr>
            </a:lvl4pPr>
            <a:lvl5pPr algn="r">
              <a:defRPr sz="1350" b="0">
                <a:solidFill>
                  <a:srgbClr val="111111"/>
                </a:solidFill>
                <a:latin typeface="Apple SD Gothic Neo"/>
                <a:ea typeface="Apple SD Gothic Neo"/>
                <a:cs typeface="Apple SD Gothic Neo"/>
              </a:defRPr>
            </a:lvl5pPr>
            <a:lvl6pPr algn="r">
              <a:defRPr sz="1350" b="0">
                <a:solidFill>
                  <a:srgbClr val="111111"/>
                </a:solidFill>
                <a:latin typeface="Apple SD Gothic Neo"/>
                <a:ea typeface="Apple SD Gothic Neo"/>
                <a:cs typeface="Apple SD Gothic Neo"/>
              </a:defRPr>
            </a:lvl6pPr>
            <a:lvl7pPr algn="r">
              <a:defRPr sz="1350" b="0">
                <a:solidFill>
                  <a:srgbClr val="111111"/>
                </a:solidFill>
                <a:latin typeface="Apple SD Gothic Neo"/>
                <a:ea typeface="Apple SD Gothic Neo"/>
                <a:cs typeface="Apple SD Gothic Neo"/>
              </a:defRPr>
            </a:lvl7pPr>
            <a:lvl8pPr algn="r">
              <a:defRPr sz="1350" b="0">
                <a:solidFill>
                  <a:srgbClr val="111111"/>
                </a:solidFill>
                <a:latin typeface="Apple SD Gothic Neo"/>
                <a:ea typeface="Apple SD Gothic Neo"/>
                <a:cs typeface="Apple SD Gothic Neo"/>
              </a:defRPr>
            </a:lvl8pPr>
            <a:lvl9pPr algn="r">
              <a:defRPr sz="1350" b="0">
                <a:solidFill>
                  <a:srgbClr val="111111"/>
                </a:solidFill>
                <a:latin typeface="Apple SD Gothic Neo"/>
                <a:ea typeface="Apple SD Gothic Neo"/>
                <a:cs typeface="Apple SD Gothic Neo"/>
              </a:defRPr>
            </a:lvl9pPr>
          </a:lstStyle>
          <a:p xmlns:a="http://schemas.openxmlformats.org/drawingml/2006/main">
            <a:pPr algn="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결과 반환</a:t>
            </a:r>
          </a:p>
        </p:txBody>
      </p:sp>
      <p:sp>
        <p:nvSpPr>
          <p:cNvPr id="44" name="A Request Interpreter Component">
            <a:extLst xmlns:a="http://schemas.openxmlformats.org/drawingml/2006/main">
              <a:ext uri="{FF2B5EF4-FFF2-40B4-BE49-F238E27FC236}">
                <a16:creationId xmlns:a16="http://schemas.microsoft.com/office/drawing/2014/main" id="{726AEFA4-B9CA-4B22-BAEF-A1287190F2CE}"/>
              </a:ext>
            </a:extLst>
          </p:cNvPr>
          <p:cNvSpPr>
            <a:spLocks xmlns:a="http://schemas.openxmlformats.org/drawingml/2006/main" noGrp="1"/>
          </p:cNvSpPr>
          <p:nvPr/>
        </p:nvSpPr>
        <p:spPr>
          <a:xfrm xmlns:a="http://schemas.openxmlformats.org/drawingml/2006/main">
            <a:off x="2133600" y="3609975"/>
            <a:ext cx="7562850" cy="240982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45" name="DP2 object 182">
            <a:extLst xmlns:a="http://schemas.openxmlformats.org/drawingml/2006/main">
              <a:ext uri="{FF2B5EF4-FFF2-40B4-BE49-F238E27FC236}">
                <a16:creationId xmlns:a16="http://schemas.microsoft.com/office/drawing/2014/main" id="{F669C95B-0590-4AD7-B113-8C8E0E6B601F}"/>
              </a:ext>
            </a:extLst>
          </p:cNvPr>
          <p:cNvSpPr>
            <a:spLocks xmlns:a="http://schemas.openxmlformats.org/drawingml/2006/main" noGrp="1"/>
          </p:cNvSpPr>
          <p:nvPr/>
        </p:nvSpPr>
        <p:spPr>
          <a:xfrm xmlns:a="http://schemas.openxmlformats.org/drawingml/2006/main">
            <a:off x="2257425" y="3638550"/>
            <a:ext cx="731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46" name="Editable path 183">
            <a:extLst xmlns:a="http://schemas.openxmlformats.org/drawingml/2006/main">
              <a:ext uri="{FF2B5EF4-FFF2-40B4-BE49-F238E27FC236}">
                <a16:creationId xmlns:a16="http://schemas.microsoft.com/office/drawing/2014/main" id="{9AD7C24A-9F88-4FD4-A9AD-20B05109E5B1}"/>
              </a:ext>
            </a:extLst>
          </p:cNvPr>
          <p:cNvSpPr>
            <a:spLocks xmlns:a="http://schemas.openxmlformats.org/drawingml/2006/main" noGrp="1"/>
          </p:cNvSpPr>
          <p:nvPr/>
        </p:nvSpPr>
        <p:spPr>
          <a:xfrm xmlns:a="http://schemas.openxmlformats.org/drawingml/2006/main">
            <a:off x="2133600" y="3952875"/>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3335">
            <a:solidFill>
              <a:srgbClr val="111111"/>
            </a:solidFill>
            <a:prstDash val="solid"/>
          </a:ln>
        </p:spPr>
      </p:sp>
      <p:sp>
        <p:nvSpPr>
          <p:cNvPr id="47" name="A single conversation execution">
            <a:extLst xmlns:a="http://schemas.openxmlformats.org/drawingml/2006/main">
              <a:ext uri="{FF2B5EF4-FFF2-40B4-BE49-F238E27FC236}">
                <a16:creationId xmlns:a16="http://schemas.microsoft.com/office/drawing/2014/main" id="{55314940-578A-410A-8C6B-A2500EB3F388}"/>
              </a:ext>
            </a:extLst>
          </p:cNvPr>
          <p:cNvSpPr>
            <a:spLocks xmlns:a="http://schemas.openxmlformats.org/drawingml/2006/main" noGrp="1"/>
          </p:cNvSpPr>
          <p:nvPr/>
        </p:nvSpPr>
        <p:spPr>
          <a:xfrm xmlns:a="http://schemas.openxmlformats.org/drawingml/2006/main">
            <a:off x="2324100" y="4057650"/>
            <a:ext cx="7181850" cy="1781175"/>
          </a:xfrm>
          <a:prstGeom xmlns:a="http://schemas.openxmlformats.org/drawingml/2006/main" prst="rect">
            <a:avLst/>
          </a:prstGeom>
          <a:noFill xmlns:a="http://schemas.openxmlformats.org/drawingml/2006/main"/>
          <a:ln xmlns:a="http://schemas.openxmlformats.org/drawingml/2006/main" w="17145">
            <a:solidFill>
              <a:srgbClr val="111111"/>
            </a:solidFill>
            <a:prstDash val="dash"/>
          </a:ln>
        </p:spPr>
      </p:sp>
      <p:sp>
        <p:nvSpPr>
          <p:cNvPr id="48" name="DP2 object 184">
            <a:extLst xmlns:a="http://schemas.openxmlformats.org/drawingml/2006/main">
              <a:ext uri="{FF2B5EF4-FFF2-40B4-BE49-F238E27FC236}">
                <a16:creationId xmlns:a16="http://schemas.microsoft.com/office/drawing/2014/main" id="{A77ACF8A-359C-412B-9093-B3E087E22B78}"/>
              </a:ext>
            </a:extLst>
          </p:cNvPr>
          <p:cNvSpPr>
            <a:spLocks xmlns:a="http://schemas.openxmlformats.org/drawingml/2006/main" noGrp="1"/>
          </p:cNvSpPr>
          <p:nvPr/>
        </p:nvSpPr>
        <p:spPr>
          <a:xfrm xmlns:a="http://schemas.openxmlformats.org/drawingml/2006/main">
            <a:off x="2476500" y="4114800"/>
            <a:ext cx="6886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1">
                <a:solidFill>
                  <a:srgbClr val="111111"/>
                </a:solidFill>
                <a:latin typeface="Apple SD Gothic Neo"/>
                <a:ea typeface="Apple SD Gothic Neo"/>
                <a:cs typeface="Apple SD Gothic Neo"/>
              </a:defRPr>
            </a:defPPr>
            <a:lvl1pPr algn="ctr">
              <a:defRPr sz="1950" b="1">
                <a:solidFill>
                  <a:srgbClr val="111111"/>
                </a:solidFill>
                <a:latin typeface="Apple SD Gothic Neo"/>
                <a:ea typeface="Apple SD Gothic Neo"/>
                <a:cs typeface="Apple SD Gothic Neo"/>
              </a:defRPr>
            </a:lvl1pPr>
            <a:lvl2pPr algn="ctr">
              <a:defRPr sz="1950" b="1">
                <a:solidFill>
                  <a:srgbClr val="111111"/>
                </a:solidFill>
                <a:latin typeface="Apple SD Gothic Neo"/>
                <a:ea typeface="Apple SD Gothic Neo"/>
                <a:cs typeface="Apple SD Gothic Neo"/>
              </a:defRPr>
            </a:lvl2pPr>
            <a:lvl3pPr algn="ctr">
              <a:defRPr sz="1950" b="1">
                <a:solidFill>
                  <a:srgbClr val="111111"/>
                </a:solidFill>
                <a:latin typeface="Apple SD Gothic Neo"/>
                <a:ea typeface="Apple SD Gothic Neo"/>
                <a:cs typeface="Apple SD Gothic Neo"/>
              </a:defRPr>
            </a:lvl3pPr>
            <a:lvl4pPr algn="ctr">
              <a:defRPr sz="1950" b="1">
                <a:solidFill>
                  <a:srgbClr val="111111"/>
                </a:solidFill>
                <a:latin typeface="Apple SD Gothic Neo"/>
                <a:ea typeface="Apple SD Gothic Neo"/>
                <a:cs typeface="Apple SD Gothic Neo"/>
              </a:defRPr>
            </a:lvl4pPr>
            <a:lvl5pPr algn="ctr">
              <a:defRPr sz="1950" b="1">
                <a:solidFill>
                  <a:srgbClr val="111111"/>
                </a:solidFill>
                <a:latin typeface="Apple SD Gothic Neo"/>
                <a:ea typeface="Apple SD Gothic Neo"/>
                <a:cs typeface="Apple SD Gothic Neo"/>
              </a:defRPr>
            </a:lvl5pPr>
            <a:lvl6pPr algn="ctr">
              <a:defRPr sz="1950" b="1">
                <a:solidFill>
                  <a:srgbClr val="111111"/>
                </a:solidFill>
                <a:latin typeface="Apple SD Gothic Neo"/>
                <a:ea typeface="Apple SD Gothic Neo"/>
                <a:cs typeface="Apple SD Gothic Neo"/>
              </a:defRPr>
            </a:lvl6pPr>
            <a:lvl7pPr algn="ctr">
              <a:defRPr sz="1950" b="1">
                <a:solidFill>
                  <a:srgbClr val="111111"/>
                </a:solidFill>
                <a:latin typeface="Apple SD Gothic Neo"/>
                <a:ea typeface="Apple SD Gothic Neo"/>
                <a:cs typeface="Apple SD Gothic Neo"/>
              </a:defRPr>
            </a:lvl7pPr>
            <a:lvl8pPr algn="ctr">
              <a:defRPr sz="1950" b="1">
                <a:solidFill>
                  <a:srgbClr val="111111"/>
                </a:solidFill>
                <a:latin typeface="Apple SD Gothic Neo"/>
                <a:ea typeface="Apple SD Gothic Neo"/>
                <a:cs typeface="Apple SD Gothic Neo"/>
              </a:defRPr>
            </a:lvl8pPr>
            <a:lvl9pPr algn="ctr">
              <a:defRPr sz="1950" b="1">
                <a:solidFill>
                  <a:srgbClr val="111111"/>
                </a:solidFill>
                <a:latin typeface="Apple SD Gothic Neo"/>
                <a:ea typeface="Apple SD Gothic Neo"/>
                <a:cs typeface="Apple SD Gothic Neo"/>
              </a:defRPr>
            </a:lvl9pPr>
          </a:lstStyle>
          <a:p xmlns:a="http://schemas.openxmlformats.org/drawingml/2006/main">
            <a:pPr algn="ctr">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대화 해석 실행 1개</a:t>
            </a:r>
          </a:p>
        </p:txBody>
      </p:sp>
      <p:sp>
        <p:nvSpPr>
          <p:cNvPr id="49" name="현재 step 종료 뒤&#10;새 입력의 관계·내용 판단">
            <a:extLst xmlns:a="http://schemas.openxmlformats.org/drawingml/2006/main">
              <a:ext uri="{FF2B5EF4-FFF2-40B4-BE49-F238E27FC236}">
                <a16:creationId xmlns:a16="http://schemas.microsoft.com/office/drawing/2014/main" id="{C634668D-2709-469F-9EBE-F02CE7368D27}"/>
              </a:ext>
            </a:extLst>
          </p:cNvPr>
          <p:cNvSpPr>
            <a:spLocks xmlns:a="http://schemas.openxmlformats.org/drawingml/2006/main" noGrp="1"/>
          </p:cNvSpPr>
          <p:nvPr/>
        </p:nvSpPr>
        <p:spPr>
          <a:xfrm xmlns:a="http://schemas.openxmlformats.org/drawingml/2006/main">
            <a:off x="2676525" y="4562475"/>
            <a:ext cx="2667000" cy="6667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50" name="DP2 object 185">
            <a:extLst xmlns:a="http://schemas.openxmlformats.org/drawingml/2006/main">
              <a:ext uri="{FF2B5EF4-FFF2-40B4-BE49-F238E27FC236}">
                <a16:creationId xmlns:a16="http://schemas.microsoft.com/office/drawing/2014/main" id="{5319517D-8095-4765-8AF1-F7F7DB51E8D8}"/>
              </a:ext>
            </a:extLst>
          </p:cNvPr>
          <p:cNvSpPr>
            <a:spLocks xmlns:a="http://schemas.openxmlformats.org/drawingml/2006/main" noGrp="1"/>
          </p:cNvSpPr>
          <p:nvPr/>
        </p:nvSpPr>
        <p:spPr>
          <a:xfrm xmlns:a="http://schemas.openxmlformats.org/drawingml/2006/main">
            <a:off x="2743200" y="4600575"/>
            <a:ext cx="2533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현재 step 종료 뒤</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새 입력의 관계·내용 판단</a:t>
            </a:r>
          </a:p>
        </p:txBody>
      </p:sp>
      <p:sp>
        <p:nvSpPr>
          <p:cNvPr id="51" name="한 대화의 근거와&#10;R1·R2 잠정 판단">
            <a:extLst xmlns:a="http://schemas.openxmlformats.org/drawingml/2006/main">
              <a:ext uri="{FF2B5EF4-FFF2-40B4-BE49-F238E27FC236}">
                <a16:creationId xmlns:a16="http://schemas.microsoft.com/office/drawing/2014/main" id="{D3823FA8-48FD-45D8-886B-E74B48160300}"/>
              </a:ext>
            </a:extLst>
          </p:cNvPr>
          <p:cNvSpPr>
            <a:spLocks xmlns:a="http://schemas.openxmlformats.org/drawingml/2006/main" noGrp="1"/>
          </p:cNvSpPr>
          <p:nvPr/>
        </p:nvSpPr>
        <p:spPr>
          <a:xfrm xmlns:a="http://schemas.openxmlformats.org/drawingml/2006/main">
            <a:off x="6153150" y="4495800"/>
            <a:ext cx="3048000" cy="8382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52" name="DP2 object 186">
            <a:extLst xmlns:a="http://schemas.openxmlformats.org/drawingml/2006/main">
              <a:ext uri="{FF2B5EF4-FFF2-40B4-BE49-F238E27FC236}">
                <a16:creationId xmlns:a16="http://schemas.microsoft.com/office/drawing/2014/main" id="{ECDF14D1-6C90-4105-9CC4-391E0FE07BC5}"/>
              </a:ext>
            </a:extLst>
          </p:cNvPr>
          <p:cNvSpPr>
            <a:spLocks xmlns:a="http://schemas.openxmlformats.org/drawingml/2006/main" noGrp="1"/>
          </p:cNvSpPr>
          <p:nvPr/>
        </p:nvSpPr>
        <p:spPr>
          <a:xfrm xmlns:a="http://schemas.openxmlformats.org/drawingml/2006/main">
            <a:off x="6200775" y="4600575"/>
            <a:ext cx="2952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한 대화의 근거와</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R1·R2 잠정 판단</a:t>
            </a:r>
          </a:p>
        </p:txBody>
      </p:sp>
      <p:sp>
        <p:nvSpPr>
          <p:cNvPr id="53" name="Editable path 187">
            <a:extLst xmlns:a="http://schemas.openxmlformats.org/drawingml/2006/main">
              <a:ext uri="{FF2B5EF4-FFF2-40B4-BE49-F238E27FC236}">
                <a16:creationId xmlns:a16="http://schemas.microsoft.com/office/drawing/2014/main" id="{91EE20BE-2304-49D8-94BB-3B09E486C763}"/>
              </a:ext>
            </a:extLst>
          </p:cNvPr>
          <p:cNvSpPr>
            <a:spLocks xmlns:a="http://schemas.openxmlformats.org/drawingml/2006/main" noGrp="1"/>
          </p:cNvSpPr>
          <p:nvPr/>
        </p:nvSpPr>
        <p:spPr>
          <a:xfrm xmlns:a="http://schemas.openxmlformats.org/drawingml/2006/main">
            <a:off x="5343525" y="4733925"/>
            <a:ext cx="809625" cy="953"/>
          </a:xfrm>
          <a:custGeom xmlns:a="http://schemas.openxmlformats.org/drawingml/2006/main">
            <a:pathLst>
              <a:path w="809625" h="953">
                <a:moveTo>
                  <a:pt x="809625" y="0"/>
                </a:moveTo>
                <a:lnTo>
                  <a:pt x="0" y="0"/>
                </a:lnTo>
              </a:path>
            </a:pathLst>
          </a:custGeom>
          <a:noFill xmlns:a="http://schemas.openxmlformats.org/drawingml/2006/main"/>
          <a:ln xmlns:a="http://schemas.openxmlformats.org/drawingml/2006/main" w="20003">
            <a:solidFill>
              <a:srgbClr val="111111"/>
            </a:solidFill>
            <a:prstDash val="solid"/>
          </a:ln>
        </p:spPr>
      </p:sp>
      <p:sp>
        <p:nvSpPr>
          <p:cNvPr id="54" name="Editable arrowhead 188">
            <a:extLst xmlns:a="http://schemas.openxmlformats.org/drawingml/2006/main">
              <a:ext uri="{FF2B5EF4-FFF2-40B4-BE49-F238E27FC236}">
                <a16:creationId xmlns:a16="http://schemas.microsoft.com/office/drawing/2014/main" id="{8A5774B8-9A36-4F50-8A25-B2FF67DB9615}"/>
              </a:ext>
            </a:extLst>
          </p:cNvPr>
          <p:cNvSpPr>
            <a:spLocks xmlns:a="http://schemas.openxmlformats.org/drawingml/2006/main" noGrp="1"/>
          </p:cNvSpPr>
          <p:nvPr/>
        </p:nvSpPr>
        <p:spPr>
          <a:xfrm xmlns:a="http://schemas.openxmlformats.org/drawingml/2006/main">
            <a:off x="5343525" y="46863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5" name="Editable path 189">
            <a:extLst xmlns:a="http://schemas.openxmlformats.org/drawingml/2006/main">
              <a:ext uri="{FF2B5EF4-FFF2-40B4-BE49-F238E27FC236}">
                <a16:creationId xmlns:a16="http://schemas.microsoft.com/office/drawing/2014/main" id="{264335EC-B851-4C53-AF81-4475866DD1ED}"/>
              </a:ext>
            </a:extLst>
          </p:cNvPr>
          <p:cNvSpPr>
            <a:spLocks xmlns:a="http://schemas.openxmlformats.org/drawingml/2006/main" noGrp="1"/>
          </p:cNvSpPr>
          <p:nvPr/>
        </p:nvSpPr>
        <p:spPr>
          <a:xfrm xmlns:a="http://schemas.openxmlformats.org/drawingml/2006/main">
            <a:off x="5343525" y="5105400"/>
            <a:ext cx="809625" cy="953"/>
          </a:xfrm>
          <a:custGeom xmlns:a="http://schemas.openxmlformats.org/drawingml/2006/main">
            <a:pathLst>
              <a:path w="809625" h="953">
                <a:moveTo>
                  <a:pt x="0" y="0"/>
                </a:moveTo>
                <a:lnTo>
                  <a:pt x="809625" y="0"/>
                </a:lnTo>
              </a:path>
            </a:pathLst>
          </a:custGeom>
          <a:noFill xmlns:a="http://schemas.openxmlformats.org/drawingml/2006/main"/>
          <a:ln xmlns:a="http://schemas.openxmlformats.org/drawingml/2006/main" w="20003">
            <a:solidFill>
              <a:srgbClr val="111111"/>
            </a:solidFill>
            <a:prstDash val="solid"/>
          </a:ln>
        </p:spPr>
      </p:sp>
      <p:sp>
        <p:nvSpPr>
          <p:cNvPr id="56" name="Editable arrowhead 190">
            <a:extLst xmlns:a="http://schemas.openxmlformats.org/drawingml/2006/main">
              <a:ext uri="{FF2B5EF4-FFF2-40B4-BE49-F238E27FC236}">
                <a16:creationId xmlns:a16="http://schemas.microsoft.com/office/drawing/2014/main" id="{FCF846F8-5657-41CF-9AE4-E9FF8B5E9C7D}"/>
              </a:ext>
            </a:extLst>
          </p:cNvPr>
          <p:cNvSpPr>
            <a:spLocks xmlns:a="http://schemas.openxmlformats.org/drawingml/2006/main" noGrp="1"/>
          </p:cNvSpPr>
          <p:nvPr/>
        </p:nvSpPr>
        <p:spPr>
          <a:xfrm xmlns:a="http://schemas.openxmlformats.org/drawingml/2006/main">
            <a:off x="6057900" y="505777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7" name="DP2 object 191">
            <a:extLst xmlns:a="http://schemas.openxmlformats.org/drawingml/2006/main">
              <a:ext uri="{FF2B5EF4-FFF2-40B4-BE49-F238E27FC236}">
                <a16:creationId xmlns:a16="http://schemas.microsoft.com/office/drawing/2014/main" id="{4AD4335A-BD06-493D-AF64-C1198A24619E}"/>
              </a:ext>
            </a:extLst>
          </p:cNvPr>
          <p:cNvSpPr>
            <a:spLocks xmlns:a="http://schemas.openxmlformats.org/drawingml/2006/main" noGrp="1"/>
          </p:cNvSpPr>
          <p:nvPr/>
        </p:nvSpPr>
        <p:spPr>
          <a:xfrm xmlns:a="http://schemas.openxmlformats.org/drawingml/2006/main">
            <a:off x="5419725" y="451485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111111"/>
                </a:solidFill>
                <a:latin typeface="Apple SD Gothic Neo"/>
                <a:ea typeface="Apple SD Gothic Neo"/>
                <a:cs typeface="Apple SD Gothic Neo"/>
              </a:defRPr>
            </a:defPPr>
            <a:lvl1pPr algn="ctr">
              <a:defRPr sz="1275" b="0">
                <a:solidFill>
                  <a:srgbClr val="111111"/>
                </a:solidFill>
                <a:latin typeface="Apple SD Gothic Neo"/>
                <a:ea typeface="Apple SD Gothic Neo"/>
                <a:cs typeface="Apple SD Gothic Neo"/>
              </a:defRPr>
            </a:lvl1pPr>
            <a:lvl2pPr algn="ctr">
              <a:defRPr sz="1275" b="0">
                <a:solidFill>
                  <a:srgbClr val="111111"/>
                </a:solidFill>
                <a:latin typeface="Apple SD Gothic Neo"/>
                <a:ea typeface="Apple SD Gothic Neo"/>
                <a:cs typeface="Apple SD Gothic Neo"/>
              </a:defRPr>
            </a:lvl2pPr>
            <a:lvl3pPr algn="ctr">
              <a:defRPr sz="1275" b="0">
                <a:solidFill>
                  <a:srgbClr val="111111"/>
                </a:solidFill>
                <a:latin typeface="Apple SD Gothic Neo"/>
                <a:ea typeface="Apple SD Gothic Neo"/>
                <a:cs typeface="Apple SD Gothic Neo"/>
              </a:defRPr>
            </a:lvl3pPr>
            <a:lvl4pPr algn="ctr">
              <a:defRPr sz="1275" b="0">
                <a:solidFill>
                  <a:srgbClr val="111111"/>
                </a:solidFill>
                <a:latin typeface="Apple SD Gothic Neo"/>
                <a:ea typeface="Apple SD Gothic Neo"/>
                <a:cs typeface="Apple SD Gothic Neo"/>
              </a:defRPr>
            </a:lvl4pPr>
            <a:lvl5pPr algn="ctr">
              <a:defRPr sz="1275" b="0">
                <a:solidFill>
                  <a:srgbClr val="111111"/>
                </a:solidFill>
                <a:latin typeface="Apple SD Gothic Neo"/>
                <a:ea typeface="Apple SD Gothic Neo"/>
                <a:cs typeface="Apple SD Gothic Neo"/>
              </a:defRPr>
            </a:lvl5pPr>
            <a:lvl6pPr algn="ctr">
              <a:defRPr sz="1275" b="0">
                <a:solidFill>
                  <a:srgbClr val="111111"/>
                </a:solidFill>
                <a:latin typeface="Apple SD Gothic Neo"/>
                <a:ea typeface="Apple SD Gothic Neo"/>
                <a:cs typeface="Apple SD Gothic Neo"/>
              </a:defRPr>
            </a:lvl6pPr>
            <a:lvl7pPr algn="ctr">
              <a:defRPr sz="1275" b="0">
                <a:solidFill>
                  <a:srgbClr val="111111"/>
                </a:solidFill>
                <a:latin typeface="Apple SD Gothic Neo"/>
                <a:ea typeface="Apple SD Gothic Neo"/>
                <a:cs typeface="Apple SD Gothic Neo"/>
              </a:defRPr>
            </a:lvl7pPr>
            <a:lvl8pPr algn="ctr">
              <a:defRPr sz="1275" b="0">
                <a:solidFill>
                  <a:srgbClr val="111111"/>
                </a:solidFill>
                <a:latin typeface="Apple SD Gothic Neo"/>
                <a:ea typeface="Apple SD Gothic Neo"/>
                <a:cs typeface="Apple SD Gothic Neo"/>
              </a:defRPr>
            </a:lvl8pPr>
            <a:lvl9pPr algn="ctr">
              <a:defRPr sz="1275" b="0">
                <a:solidFill>
                  <a:srgbClr val="111111"/>
                </a:solidFill>
                <a:latin typeface="Apple SD Gothic Neo"/>
                <a:ea typeface="Apple SD Gothic Neo"/>
                <a:cs typeface="Apple SD Gothic Neo"/>
              </a:defRPr>
            </a:lvl9pPr>
          </a:lstStyle>
          <a:p xmlns:a="http://schemas.openxmlformats.org/drawingml/2006/main">
            <a:pPr algn="ctr">
              <a:defRPr sz="1275" b="0">
                <a:solidFill>
                  <a:srgbClr val="111111"/>
                </a:solidFill>
                <a:latin typeface="Apple SD Gothic Neo"/>
                <a:ea typeface="Apple SD Gothic Neo"/>
                <a:cs typeface="Apple SD Gothic Neo"/>
              </a:defRPr>
            </a:pPr>
            <a:r>
              <a:rPr sz="1275" b="0">
                <a:solidFill>
                  <a:srgbClr val="111111"/>
                </a:solidFill>
                <a:latin typeface="Apple SD Gothic Neo"/>
                <a:ea typeface="Apple SD Gothic Neo"/>
                <a:cs typeface="Apple SD Gothic Neo"/>
              </a:rPr>
              <a:t>조회</a:t>
            </a:r>
          </a:p>
        </p:txBody>
      </p:sp>
      <p:sp>
        <p:nvSpPr>
          <p:cNvPr id="58" name="DP2 object 192">
            <a:extLst xmlns:a="http://schemas.openxmlformats.org/drawingml/2006/main">
              <a:ext uri="{FF2B5EF4-FFF2-40B4-BE49-F238E27FC236}">
                <a16:creationId xmlns:a16="http://schemas.microsoft.com/office/drawing/2014/main" id="{AC4E81BE-0519-4D47-8151-471404A2CDFC}"/>
              </a:ext>
            </a:extLst>
          </p:cNvPr>
          <p:cNvSpPr>
            <a:spLocks xmlns:a="http://schemas.openxmlformats.org/drawingml/2006/main" noGrp="1"/>
          </p:cNvSpPr>
          <p:nvPr/>
        </p:nvSpPr>
        <p:spPr>
          <a:xfrm xmlns:a="http://schemas.openxmlformats.org/drawingml/2006/main">
            <a:off x="5419725" y="5114925"/>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111111"/>
                </a:solidFill>
                <a:latin typeface="Apple SD Gothic Neo"/>
                <a:ea typeface="Apple SD Gothic Neo"/>
                <a:cs typeface="Apple SD Gothic Neo"/>
              </a:defRPr>
            </a:defPPr>
            <a:lvl1pPr algn="ctr">
              <a:defRPr sz="1275" b="0">
                <a:solidFill>
                  <a:srgbClr val="111111"/>
                </a:solidFill>
                <a:latin typeface="Apple SD Gothic Neo"/>
                <a:ea typeface="Apple SD Gothic Neo"/>
                <a:cs typeface="Apple SD Gothic Neo"/>
              </a:defRPr>
            </a:lvl1pPr>
            <a:lvl2pPr algn="ctr">
              <a:defRPr sz="1275" b="0">
                <a:solidFill>
                  <a:srgbClr val="111111"/>
                </a:solidFill>
                <a:latin typeface="Apple SD Gothic Neo"/>
                <a:ea typeface="Apple SD Gothic Neo"/>
                <a:cs typeface="Apple SD Gothic Neo"/>
              </a:defRPr>
            </a:lvl2pPr>
            <a:lvl3pPr algn="ctr">
              <a:defRPr sz="1275" b="0">
                <a:solidFill>
                  <a:srgbClr val="111111"/>
                </a:solidFill>
                <a:latin typeface="Apple SD Gothic Neo"/>
                <a:ea typeface="Apple SD Gothic Neo"/>
                <a:cs typeface="Apple SD Gothic Neo"/>
              </a:defRPr>
            </a:lvl3pPr>
            <a:lvl4pPr algn="ctr">
              <a:defRPr sz="1275" b="0">
                <a:solidFill>
                  <a:srgbClr val="111111"/>
                </a:solidFill>
                <a:latin typeface="Apple SD Gothic Neo"/>
                <a:ea typeface="Apple SD Gothic Neo"/>
                <a:cs typeface="Apple SD Gothic Neo"/>
              </a:defRPr>
            </a:lvl4pPr>
            <a:lvl5pPr algn="ctr">
              <a:defRPr sz="1275" b="0">
                <a:solidFill>
                  <a:srgbClr val="111111"/>
                </a:solidFill>
                <a:latin typeface="Apple SD Gothic Neo"/>
                <a:ea typeface="Apple SD Gothic Neo"/>
                <a:cs typeface="Apple SD Gothic Neo"/>
              </a:defRPr>
            </a:lvl5pPr>
            <a:lvl6pPr algn="ctr">
              <a:defRPr sz="1275" b="0">
                <a:solidFill>
                  <a:srgbClr val="111111"/>
                </a:solidFill>
                <a:latin typeface="Apple SD Gothic Neo"/>
                <a:ea typeface="Apple SD Gothic Neo"/>
                <a:cs typeface="Apple SD Gothic Neo"/>
              </a:defRPr>
            </a:lvl6pPr>
            <a:lvl7pPr algn="ctr">
              <a:defRPr sz="1275" b="0">
                <a:solidFill>
                  <a:srgbClr val="111111"/>
                </a:solidFill>
                <a:latin typeface="Apple SD Gothic Neo"/>
                <a:ea typeface="Apple SD Gothic Neo"/>
                <a:cs typeface="Apple SD Gothic Neo"/>
              </a:defRPr>
            </a:lvl7pPr>
            <a:lvl8pPr algn="ctr">
              <a:defRPr sz="1275" b="0">
                <a:solidFill>
                  <a:srgbClr val="111111"/>
                </a:solidFill>
                <a:latin typeface="Apple SD Gothic Neo"/>
                <a:ea typeface="Apple SD Gothic Neo"/>
                <a:cs typeface="Apple SD Gothic Neo"/>
              </a:defRPr>
            </a:lvl8pPr>
            <a:lvl9pPr algn="ctr">
              <a:defRPr sz="1275" b="0">
                <a:solidFill>
                  <a:srgbClr val="111111"/>
                </a:solidFill>
                <a:latin typeface="Apple SD Gothic Neo"/>
                <a:ea typeface="Apple SD Gothic Neo"/>
                <a:cs typeface="Apple SD Gothic Neo"/>
              </a:defRPr>
            </a:lvl9pPr>
          </a:lstStyle>
          <a:p xmlns:a="http://schemas.openxmlformats.org/drawingml/2006/main">
            <a:pPr algn="ctr">
              <a:defRPr sz="1275" b="0">
                <a:solidFill>
                  <a:srgbClr val="111111"/>
                </a:solidFill>
                <a:latin typeface="Apple SD Gothic Neo"/>
                <a:ea typeface="Apple SD Gothic Neo"/>
                <a:cs typeface="Apple SD Gothic Neo"/>
              </a:defRPr>
            </a:pPr>
            <a:r>
              <a:rPr sz="1275" b="0">
                <a:solidFill>
                  <a:srgbClr val="111111"/>
                </a:solidFill>
                <a:latin typeface="Apple SD Gothic Neo"/>
                <a:ea typeface="Apple SD Gothic Neo"/>
                <a:cs typeface="Apple SD Gothic Neo"/>
              </a:rPr>
              <a:t>갱신</a:t>
            </a:r>
          </a:p>
        </p:txBody>
      </p:sp>
      <p:sp>
        <p:nvSpPr>
          <p:cNvPr id="59" name="Editable path 193">
            <a:extLst xmlns:a="http://schemas.openxmlformats.org/drawingml/2006/main">
              <a:ext uri="{FF2B5EF4-FFF2-40B4-BE49-F238E27FC236}">
                <a16:creationId xmlns:a16="http://schemas.microsoft.com/office/drawing/2014/main" id="{8993A704-E7AF-45C4-B2FF-6BA8D536AC88}"/>
              </a:ext>
            </a:extLst>
          </p:cNvPr>
          <p:cNvSpPr>
            <a:spLocks xmlns:a="http://schemas.openxmlformats.org/drawingml/2006/main" noGrp="1"/>
          </p:cNvSpPr>
          <p:nvPr/>
        </p:nvSpPr>
        <p:spPr>
          <a:xfrm xmlns:a="http://schemas.openxmlformats.org/drawingml/2006/main">
            <a:off x="2514600" y="4438650"/>
            <a:ext cx="1485900" cy="1190625"/>
          </a:xfrm>
          <a:custGeom xmlns:a="http://schemas.openxmlformats.org/drawingml/2006/main">
            <a:pathLst>
              <a:path w="1485900" h="1190625">
                <a:moveTo>
                  <a:pt x="1485900" y="790575"/>
                </a:moveTo>
                <a:lnTo>
                  <a:pt x="1485900" y="1190625"/>
                </a:lnTo>
                <a:lnTo>
                  <a:pt x="0" y="1190625"/>
                </a:lnTo>
                <a:lnTo>
                  <a:pt x="0" y="0"/>
                </a:lnTo>
                <a:lnTo>
                  <a:pt x="1485900" y="0"/>
                </a:lnTo>
                <a:lnTo>
                  <a:pt x="1485900" y="123825"/>
                </a:lnTo>
              </a:path>
            </a:pathLst>
          </a:custGeom>
          <a:noFill xmlns:a="http://schemas.openxmlformats.org/drawingml/2006/main"/>
          <a:ln xmlns:a="http://schemas.openxmlformats.org/drawingml/2006/main" w="19050">
            <a:solidFill>
              <a:srgbClr val="111111"/>
            </a:solidFill>
            <a:prstDash val="solid"/>
          </a:ln>
        </p:spPr>
      </p:sp>
      <p:sp>
        <p:nvSpPr>
          <p:cNvPr id="60" name="Editable arrowhead 194">
            <a:extLst xmlns:a="http://schemas.openxmlformats.org/drawingml/2006/main">
              <a:ext uri="{FF2B5EF4-FFF2-40B4-BE49-F238E27FC236}">
                <a16:creationId xmlns:a16="http://schemas.microsoft.com/office/drawing/2014/main" id="{C384EFD2-7E7C-4197-A254-C2501CF52710}"/>
              </a:ext>
            </a:extLst>
          </p:cNvPr>
          <p:cNvSpPr>
            <a:spLocks xmlns:a="http://schemas.openxmlformats.org/drawingml/2006/main" noGrp="1"/>
          </p:cNvSpPr>
          <p:nvPr/>
        </p:nvSpPr>
        <p:spPr>
          <a:xfrm xmlns:a="http://schemas.openxmlformats.org/drawingml/2006/main">
            <a:off x="3952875" y="44672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61" name="DP2 object 195">
            <a:extLst xmlns:a="http://schemas.openxmlformats.org/drawingml/2006/main">
              <a:ext uri="{FF2B5EF4-FFF2-40B4-BE49-F238E27FC236}">
                <a16:creationId xmlns:a16="http://schemas.microsoft.com/office/drawing/2014/main" id="{1B882EE6-EA3E-4DB1-B827-F17E005576E6}"/>
              </a:ext>
            </a:extLst>
          </p:cNvPr>
          <p:cNvSpPr>
            <a:spLocks xmlns:a="http://schemas.openxmlformats.org/drawingml/2006/main" noGrp="1"/>
          </p:cNvSpPr>
          <p:nvPr/>
        </p:nvSpPr>
        <p:spPr>
          <a:xfrm xmlns:a="http://schemas.openxmlformats.org/drawingml/2006/main">
            <a:off x="4219575" y="5476875"/>
            <a:ext cx="5086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남은 목표와 새 입력을 같은 실행에서 계속</a:t>
            </a:r>
          </a:p>
        </p:txBody>
      </p:sp>
      <p:sp>
        <p:nvSpPr>
          <p:cNvPr id="62" name="DP2 object 196">
            <a:extLst xmlns:a="http://schemas.openxmlformats.org/drawingml/2006/main">
              <a:ext uri="{FF2B5EF4-FFF2-40B4-BE49-F238E27FC236}">
                <a16:creationId xmlns:a16="http://schemas.microsoft.com/office/drawing/2014/main" id="{364C9620-7207-48BB-827E-6959DD6BB4D5}"/>
              </a:ext>
            </a:extLst>
          </p:cNvPr>
          <p:cNvSpPr>
            <a:spLocks xmlns:a="http://schemas.openxmlformats.org/drawingml/2006/main" noGrp="1"/>
          </p:cNvSpPr>
          <p:nvPr/>
        </p:nvSpPr>
        <p:spPr>
          <a:xfrm xmlns:a="http://schemas.openxmlformats.org/drawingml/2006/main">
            <a:off x="10058400" y="2190750"/>
            <a:ext cx="790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공통 대화 + 요청별 실행과 문맥 + 반환 관리</a:t>
            </a:r>
          </a:p>
        </p:txBody>
      </p:sp>
      <p:sp>
        <p:nvSpPr>
          <p:cNvPr id="63" name="B Request Controller Component">
            <a:extLst xmlns:a="http://schemas.openxmlformats.org/drawingml/2006/main">
              <a:ext uri="{FF2B5EF4-FFF2-40B4-BE49-F238E27FC236}">
                <a16:creationId xmlns:a16="http://schemas.microsoft.com/office/drawing/2014/main" id="{F250A9F1-98F1-4DFE-BFF5-E99B3C6A0616}"/>
              </a:ext>
            </a:extLst>
          </p:cNvPr>
          <p:cNvSpPr>
            <a:spLocks xmlns:a="http://schemas.openxmlformats.org/drawingml/2006/main" noGrp="1"/>
          </p:cNvSpPr>
          <p:nvPr/>
        </p:nvSpPr>
        <p:spPr>
          <a:xfrm xmlns:a="http://schemas.openxmlformats.org/drawingml/2006/main">
            <a:off x="10229850" y="2505075"/>
            <a:ext cx="2324100" cy="351472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64" name="DP2 object 197">
            <a:extLst xmlns:a="http://schemas.openxmlformats.org/drawingml/2006/main">
              <a:ext uri="{FF2B5EF4-FFF2-40B4-BE49-F238E27FC236}">
                <a16:creationId xmlns:a16="http://schemas.microsoft.com/office/drawing/2014/main" id="{5CEA529A-1F35-401B-B7F4-ADC76DAF9494}"/>
              </a:ext>
            </a:extLst>
          </p:cNvPr>
          <p:cNvSpPr>
            <a:spLocks xmlns:a="http://schemas.openxmlformats.org/drawingml/2006/main" noGrp="1"/>
          </p:cNvSpPr>
          <p:nvPr/>
        </p:nvSpPr>
        <p:spPr>
          <a:xfrm xmlns:a="http://schemas.openxmlformats.org/drawingml/2006/main">
            <a:off x="10334625" y="2581275"/>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a:t>
            </a:r>
          </a:p>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Controller</a:t>
            </a:r>
          </a:p>
        </p:txBody>
      </p:sp>
      <p:sp>
        <p:nvSpPr>
          <p:cNvPr id="65" name="Editable path 198">
            <a:extLst xmlns:a="http://schemas.openxmlformats.org/drawingml/2006/main">
              <a:ext uri="{FF2B5EF4-FFF2-40B4-BE49-F238E27FC236}">
                <a16:creationId xmlns:a16="http://schemas.microsoft.com/office/drawing/2014/main" id="{D9032693-FBF5-4B15-9183-38D2FC173134}"/>
              </a:ext>
            </a:extLst>
          </p:cNvPr>
          <p:cNvSpPr>
            <a:spLocks xmlns:a="http://schemas.openxmlformats.org/drawingml/2006/main" noGrp="1"/>
          </p:cNvSpPr>
          <p:nvPr/>
        </p:nvSpPr>
        <p:spPr>
          <a:xfrm xmlns:a="http://schemas.openxmlformats.org/drawingml/2006/main">
            <a:off x="10229850" y="3152775"/>
            <a:ext cx="2324100" cy="953"/>
          </a:xfrm>
          <a:custGeom xmlns:a="http://schemas.openxmlformats.org/drawingml/2006/main">
            <a:pathLst>
              <a:path w="2324100" h="953">
                <a:moveTo>
                  <a:pt x="0" y="0"/>
                </a:moveTo>
                <a:lnTo>
                  <a:pt x="2324100" y="0"/>
                </a:lnTo>
              </a:path>
            </a:pathLst>
          </a:custGeom>
          <a:noFill xmlns:a="http://schemas.openxmlformats.org/drawingml/2006/main"/>
          <a:ln xmlns:a="http://schemas.openxmlformats.org/drawingml/2006/main" w="13335">
            <a:solidFill>
              <a:srgbClr val="111111"/>
            </a:solidFill>
            <a:prstDash val="solid"/>
          </a:ln>
        </p:spPr>
      </p:sp>
      <p:sp>
        <p:nvSpPr>
          <p:cNvPr id="66" name="입력 보존 / 실행 요청">
            <a:extLst xmlns:a="http://schemas.openxmlformats.org/drawingml/2006/main">
              <a:ext uri="{FF2B5EF4-FFF2-40B4-BE49-F238E27FC236}">
                <a16:creationId xmlns:a16="http://schemas.microsoft.com/office/drawing/2014/main" id="{27BD9439-282A-40DF-BA7D-118CF9D964C8}"/>
              </a:ext>
            </a:extLst>
          </p:cNvPr>
          <p:cNvSpPr>
            <a:spLocks xmlns:a="http://schemas.openxmlformats.org/drawingml/2006/main" noGrp="1"/>
          </p:cNvSpPr>
          <p:nvPr/>
        </p:nvSpPr>
        <p:spPr>
          <a:xfrm xmlns:a="http://schemas.openxmlformats.org/drawingml/2006/main">
            <a:off x="10353675" y="3248025"/>
            <a:ext cx="2076450" cy="4000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7" name="DP2 object 199">
            <a:extLst xmlns:a="http://schemas.openxmlformats.org/drawingml/2006/main">
              <a:ext uri="{FF2B5EF4-FFF2-40B4-BE49-F238E27FC236}">
                <a16:creationId xmlns:a16="http://schemas.microsoft.com/office/drawing/2014/main" id="{FEEBD9ED-872E-4791-B29C-543FEA69EEBC}"/>
              </a:ext>
            </a:extLst>
          </p:cNvPr>
          <p:cNvSpPr>
            <a:spLocks xmlns:a="http://schemas.openxmlformats.org/drawingml/2006/main" noGrp="1"/>
          </p:cNvSpPr>
          <p:nvPr/>
        </p:nvSpPr>
        <p:spPr>
          <a:xfrm xmlns:a="http://schemas.openxmlformats.org/drawingml/2006/main">
            <a:off x="10420350" y="3286125"/>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입력 보존 / 실행 요청</a:t>
            </a:r>
          </a:p>
        </p:txBody>
      </p:sp>
      <p:sp>
        <p:nvSpPr>
          <p:cNvPr id="68" name="입력 / 실행 ID 대응&#10;목표·revision&#10;변경·완료 상태">
            <a:extLst xmlns:a="http://schemas.openxmlformats.org/drawingml/2006/main">
              <a:ext uri="{FF2B5EF4-FFF2-40B4-BE49-F238E27FC236}">
                <a16:creationId xmlns:a16="http://schemas.microsoft.com/office/drawing/2014/main" id="{CCD076BB-AB8D-4962-A23C-CC59C0AF6321}"/>
              </a:ext>
            </a:extLst>
          </p:cNvPr>
          <p:cNvSpPr>
            <a:spLocks xmlns:a="http://schemas.openxmlformats.org/drawingml/2006/main" noGrp="1"/>
          </p:cNvSpPr>
          <p:nvPr/>
        </p:nvSpPr>
        <p:spPr>
          <a:xfrm xmlns:a="http://schemas.openxmlformats.org/drawingml/2006/main">
            <a:off x="10353675" y="3838575"/>
            <a:ext cx="2076450" cy="9334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69" name="DP2 object 200">
            <a:extLst xmlns:a="http://schemas.openxmlformats.org/drawingml/2006/main">
              <a:ext uri="{FF2B5EF4-FFF2-40B4-BE49-F238E27FC236}">
                <a16:creationId xmlns:a16="http://schemas.microsoft.com/office/drawing/2014/main" id="{5D77B130-055E-4B01-BB9A-BC8F7380DE42}"/>
              </a:ext>
            </a:extLst>
          </p:cNvPr>
          <p:cNvSpPr>
            <a:spLocks xmlns:a="http://schemas.openxmlformats.org/drawingml/2006/main" noGrp="1"/>
          </p:cNvSpPr>
          <p:nvPr/>
        </p:nvSpPr>
        <p:spPr>
          <a:xfrm xmlns:a="http://schemas.openxmlformats.org/drawingml/2006/main">
            <a:off x="10401300" y="3943350"/>
            <a:ext cx="19812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입력 / 실행 ID 대응</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목표·revision</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변경·완료 상태</a:t>
            </a:r>
          </a:p>
        </p:txBody>
      </p:sp>
      <p:sp>
        <p:nvSpPr>
          <p:cNvPr id="70" name="개별 반환 검증·채택&#10;필요한 재결합 요청">
            <a:extLst xmlns:a="http://schemas.openxmlformats.org/drawingml/2006/main">
              <a:ext uri="{FF2B5EF4-FFF2-40B4-BE49-F238E27FC236}">
                <a16:creationId xmlns:a16="http://schemas.microsoft.com/office/drawing/2014/main" id="{3389C4CE-759F-496A-9928-BF7997A126AF}"/>
              </a:ext>
            </a:extLst>
          </p:cNvPr>
          <p:cNvSpPr>
            <a:spLocks xmlns:a="http://schemas.openxmlformats.org/drawingml/2006/main" noGrp="1"/>
          </p:cNvSpPr>
          <p:nvPr/>
        </p:nvSpPr>
        <p:spPr>
          <a:xfrm xmlns:a="http://schemas.openxmlformats.org/drawingml/2006/main">
            <a:off x="10353675" y="5105400"/>
            <a:ext cx="2076450" cy="7715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1" name="DP2 object 201">
            <a:extLst xmlns:a="http://schemas.openxmlformats.org/drawingml/2006/main">
              <a:ext uri="{FF2B5EF4-FFF2-40B4-BE49-F238E27FC236}">
                <a16:creationId xmlns:a16="http://schemas.microsoft.com/office/drawing/2014/main" id="{AADBA5C7-EE43-413B-B3CE-377D70516906}"/>
              </a:ext>
            </a:extLst>
          </p:cNvPr>
          <p:cNvSpPr>
            <a:spLocks xmlns:a="http://schemas.openxmlformats.org/drawingml/2006/main" noGrp="1"/>
          </p:cNvSpPr>
          <p:nvPr/>
        </p:nvSpPr>
        <p:spPr>
          <a:xfrm xmlns:a="http://schemas.openxmlformats.org/drawingml/2006/main">
            <a:off x="10420350" y="5143500"/>
            <a:ext cx="19431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개별 반환 검증·채택</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필요한 재결합 요청</a:t>
            </a:r>
          </a:p>
        </p:txBody>
      </p:sp>
      <p:sp>
        <p:nvSpPr>
          <p:cNvPr id="72" name="Editable path 202">
            <a:extLst xmlns:a="http://schemas.openxmlformats.org/drawingml/2006/main">
              <a:ext uri="{FF2B5EF4-FFF2-40B4-BE49-F238E27FC236}">
                <a16:creationId xmlns:a16="http://schemas.microsoft.com/office/drawing/2014/main" id="{C042AB30-4EC9-461F-8477-A554E2BC7AE1}"/>
              </a:ext>
            </a:extLst>
          </p:cNvPr>
          <p:cNvSpPr>
            <a:spLocks xmlns:a="http://schemas.openxmlformats.org/drawingml/2006/main" noGrp="1"/>
          </p:cNvSpPr>
          <p:nvPr/>
        </p:nvSpPr>
        <p:spPr>
          <a:xfrm xmlns:a="http://schemas.openxmlformats.org/drawingml/2006/main">
            <a:off x="11391900" y="3648075"/>
            <a:ext cx="953" cy="190500"/>
          </a:xfrm>
          <a:custGeom xmlns:a="http://schemas.openxmlformats.org/drawingml/2006/main">
            <a:pathLst>
              <a:path w="953" h="190500">
                <a:moveTo>
                  <a:pt x="0" y="0"/>
                </a:moveTo>
                <a:lnTo>
                  <a:pt x="0" y="190500"/>
                </a:lnTo>
              </a:path>
            </a:pathLst>
          </a:custGeom>
          <a:noFill xmlns:a="http://schemas.openxmlformats.org/drawingml/2006/main"/>
          <a:ln xmlns:a="http://schemas.openxmlformats.org/drawingml/2006/main" w="18098">
            <a:solidFill>
              <a:srgbClr val="111111"/>
            </a:solidFill>
            <a:prstDash val="solid"/>
          </a:ln>
        </p:spPr>
      </p:sp>
      <p:sp>
        <p:nvSpPr>
          <p:cNvPr id="73" name="Editable arrowhead 203">
            <a:extLst xmlns:a="http://schemas.openxmlformats.org/drawingml/2006/main">
              <a:ext uri="{FF2B5EF4-FFF2-40B4-BE49-F238E27FC236}">
                <a16:creationId xmlns:a16="http://schemas.microsoft.com/office/drawing/2014/main" id="{94169053-109D-41AF-871C-E40EA02CDC97}"/>
              </a:ext>
            </a:extLst>
          </p:cNvPr>
          <p:cNvSpPr>
            <a:spLocks xmlns:a="http://schemas.openxmlformats.org/drawingml/2006/main" noGrp="1"/>
          </p:cNvSpPr>
          <p:nvPr/>
        </p:nvSpPr>
        <p:spPr>
          <a:xfrm xmlns:a="http://schemas.openxmlformats.org/drawingml/2006/main">
            <a:off x="11344275" y="37433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4" name="Editable path 204">
            <a:extLst xmlns:a="http://schemas.openxmlformats.org/drawingml/2006/main">
              <a:ext uri="{FF2B5EF4-FFF2-40B4-BE49-F238E27FC236}">
                <a16:creationId xmlns:a16="http://schemas.microsoft.com/office/drawing/2014/main" id="{1AC5EB7B-E824-4C2B-A7E7-481E1F0BFC53}"/>
              </a:ext>
            </a:extLst>
          </p:cNvPr>
          <p:cNvSpPr>
            <a:spLocks xmlns:a="http://schemas.openxmlformats.org/drawingml/2006/main" noGrp="1"/>
          </p:cNvSpPr>
          <p:nvPr/>
        </p:nvSpPr>
        <p:spPr>
          <a:xfrm xmlns:a="http://schemas.openxmlformats.org/drawingml/2006/main">
            <a:off x="11391900" y="4772025"/>
            <a:ext cx="953" cy="333375"/>
          </a:xfrm>
          <a:custGeom xmlns:a="http://schemas.openxmlformats.org/drawingml/2006/main">
            <a:pathLst>
              <a:path w="953" h="333375">
                <a:moveTo>
                  <a:pt x="0" y="0"/>
                </a:moveTo>
                <a:lnTo>
                  <a:pt x="0" y="333375"/>
                </a:lnTo>
              </a:path>
            </a:pathLst>
          </a:custGeom>
          <a:noFill xmlns:a="http://schemas.openxmlformats.org/drawingml/2006/main"/>
          <a:ln xmlns:a="http://schemas.openxmlformats.org/drawingml/2006/main" w="18098">
            <a:solidFill>
              <a:srgbClr val="111111"/>
            </a:solidFill>
            <a:prstDash val="solid"/>
          </a:ln>
        </p:spPr>
      </p:sp>
      <p:sp>
        <p:nvSpPr>
          <p:cNvPr id="75" name="Editable arrowhead 205">
            <a:extLst xmlns:a="http://schemas.openxmlformats.org/drawingml/2006/main">
              <a:ext uri="{FF2B5EF4-FFF2-40B4-BE49-F238E27FC236}">
                <a16:creationId xmlns:a16="http://schemas.microsoft.com/office/drawing/2014/main" id="{520C1E18-E7DB-41E7-A916-B5376E3D6DAA}"/>
              </a:ext>
            </a:extLst>
          </p:cNvPr>
          <p:cNvSpPr>
            <a:spLocks xmlns:a="http://schemas.openxmlformats.org/drawingml/2006/main" noGrp="1"/>
          </p:cNvSpPr>
          <p:nvPr/>
        </p:nvSpPr>
        <p:spPr>
          <a:xfrm xmlns:a="http://schemas.openxmlformats.org/drawingml/2006/main">
            <a:off x="11344275" y="50101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6" name="B Request Interpreter Component">
            <a:extLst xmlns:a="http://schemas.openxmlformats.org/drawingml/2006/main">
              <a:ext uri="{FF2B5EF4-FFF2-40B4-BE49-F238E27FC236}">
                <a16:creationId xmlns:a16="http://schemas.microsoft.com/office/drawing/2014/main" id="{61F4A2A9-53CE-43D2-95D6-6871B49F0611}"/>
              </a:ext>
            </a:extLst>
          </p:cNvPr>
          <p:cNvSpPr>
            <a:spLocks xmlns:a="http://schemas.openxmlformats.org/drawingml/2006/main" noGrp="1"/>
          </p:cNvSpPr>
          <p:nvPr/>
        </p:nvSpPr>
        <p:spPr>
          <a:xfrm xmlns:a="http://schemas.openxmlformats.org/drawingml/2006/main">
            <a:off x="12954000" y="2505075"/>
            <a:ext cx="4838700" cy="351472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77" name="DP2 object 206">
            <a:extLst xmlns:a="http://schemas.openxmlformats.org/drawingml/2006/main">
              <a:ext uri="{FF2B5EF4-FFF2-40B4-BE49-F238E27FC236}">
                <a16:creationId xmlns:a16="http://schemas.microsoft.com/office/drawing/2014/main" id="{5DDA0173-4118-4D4B-9277-CCFD73FADAA8}"/>
              </a:ext>
            </a:extLst>
          </p:cNvPr>
          <p:cNvSpPr>
            <a:spLocks xmlns:a="http://schemas.openxmlformats.org/drawingml/2006/main" noGrp="1"/>
          </p:cNvSpPr>
          <p:nvPr/>
        </p:nvSpPr>
        <p:spPr>
          <a:xfrm xmlns:a="http://schemas.openxmlformats.org/drawingml/2006/main">
            <a:off x="13058775" y="2533650"/>
            <a:ext cx="462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78" name="Editable path 207">
            <a:extLst xmlns:a="http://schemas.openxmlformats.org/drawingml/2006/main">
              <a:ext uri="{FF2B5EF4-FFF2-40B4-BE49-F238E27FC236}">
                <a16:creationId xmlns:a16="http://schemas.microsoft.com/office/drawing/2014/main" id="{37F0B054-E12D-4EF0-9138-159D8FA96CB7}"/>
              </a:ext>
            </a:extLst>
          </p:cNvPr>
          <p:cNvSpPr>
            <a:spLocks xmlns:a="http://schemas.openxmlformats.org/drawingml/2006/main" noGrp="1"/>
          </p:cNvSpPr>
          <p:nvPr/>
        </p:nvSpPr>
        <p:spPr>
          <a:xfrm xmlns:a="http://schemas.openxmlformats.org/drawingml/2006/main">
            <a:off x="12954000" y="2838450"/>
            <a:ext cx="4838700" cy="953"/>
          </a:xfrm>
          <a:custGeom xmlns:a="http://schemas.openxmlformats.org/drawingml/2006/main">
            <a:pathLst>
              <a:path w="4838700" h="953">
                <a:moveTo>
                  <a:pt x="0" y="0"/>
                </a:moveTo>
                <a:lnTo>
                  <a:pt x="4838700" y="0"/>
                </a:lnTo>
              </a:path>
            </a:pathLst>
          </a:custGeom>
          <a:noFill xmlns:a="http://schemas.openxmlformats.org/drawingml/2006/main"/>
          <a:ln xmlns:a="http://schemas.openxmlformats.org/drawingml/2006/main" w="13335">
            <a:solidFill>
              <a:srgbClr val="111111"/>
            </a:solidFill>
            <a:prstDash val="solid"/>
          </a:ln>
        </p:spPr>
      </p:sp>
      <p:sp>
        <p:nvSpPr>
          <p:cNvPr id="79" name="공통 대화 해석&#10;관계 판단·확인 질문&#10;짧은 답은 직접 반환">
            <a:extLst xmlns:a="http://schemas.openxmlformats.org/drawingml/2006/main">
              <a:ext uri="{FF2B5EF4-FFF2-40B4-BE49-F238E27FC236}">
                <a16:creationId xmlns:a16="http://schemas.microsoft.com/office/drawing/2014/main" id="{E8506511-6AB4-4FBC-A7D8-F597763D559E}"/>
              </a:ext>
            </a:extLst>
          </p:cNvPr>
          <p:cNvSpPr>
            <a:spLocks xmlns:a="http://schemas.openxmlformats.org/drawingml/2006/main" noGrp="1"/>
          </p:cNvSpPr>
          <p:nvPr/>
        </p:nvSpPr>
        <p:spPr>
          <a:xfrm xmlns:a="http://schemas.openxmlformats.org/drawingml/2006/main">
            <a:off x="13087350" y="2971800"/>
            <a:ext cx="2647950" cy="7905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80" name="DP2 object 208">
            <a:extLst xmlns:a="http://schemas.openxmlformats.org/drawingml/2006/main">
              <a:ext uri="{FF2B5EF4-FFF2-40B4-BE49-F238E27FC236}">
                <a16:creationId xmlns:a16="http://schemas.microsoft.com/office/drawing/2014/main" id="{005BB931-9228-4512-9CA8-B0F3A5CFC598}"/>
              </a:ext>
            </a:extLst>
          </p:cNvPr>
          <p:cNvSpPr>
            <a:spLocks xmlns:a="http://schemas.openxmlformats.org/drawingml/2006/main" noGrp="1"/>
          </p:cNvSpPr>
          <p:nvPr/>
        </p:nvSpPr>
        <p:spPr>
          <a:xfrm xmlns:a="http://schemas.openxmlformats.org/drawingml/2006/main">
            <a:off x="13154025" y="3009900"/>
            <a:ext cx="25146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공통 대화 해석</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관계 판단·확인 질문</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짧은 답은 직접 반환</a:t>
            </a:r>
          </a:p>
        </p:txBody>
      </p:sp>
      <p:sp>
        <p:nvSpPr>
          <p:cNvPr id="81" name="최근 문맥&#10;요청 참조">
            <a:extLst xmlns:a="http://schemas.openxmlformats.org/drawingml/2006/main">
              <a:ext uri="{FF2B5EF4-FFF2-40B4-BE49-F238E27FC236}">
                <a16:creationId xmlns:a16="http://schemas.microsoft.com/office/drawing/2014/main" id="{645D67B4-1A39-4889-8A42-558551429574}"/>
              </a:ext>
            </a:extLst>
          </p:cNvPr>
          <p:cNvSpPr>
            <a:spLocks xmlns:a="http://schemas.openxmlformats.org/drawingml/2006/main" noGrp="1"/>
          </p:cNvSpPr>
          <p:nvPr/>
        </p:nvSpPr>
        <p:spPr>
          <a:xfrm xmlns:a="http://schemas.openxmlformats.org/drawingml/2006/main">
            <a:off x="15944850" y="2971800"/>
            <a:ext cx="1714500" cy="7905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82" name="DP2 object 209">
            <a:extLst xmlns:a="http://schemas.openxmlformats.org/drawingml/2006/main">
              <a:ext uri="{FF2B5EF4-FFF2-40B4-BE49-F238E27FC236}">
                <a16:creationId xmlns:a16="http://schemas.microsoft.com/office/drawing/2014/main" id="{BEC97C72-7655-42DD-AECA-028934D65A91}"/>
              </a:ext>
            </a:extLst>
          </p:cNvPr>
          <p:cNvSpPr>
            <a:spLocks xmlns:a="http://schemas.openxmlformats.org/drawingml/2006/main" noGrp="1"/>
          </p:cNvSpPr>
          <p:nvPr/>
        </p:nvSpPr>
        <p:spPr>
          <a:xfrm xmlns:a="http://schemas.openxmlformats.org/drawingml/2006/main">
            <a:off x="15992475" y="3076575"/>
            <a:ext cx="161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최근 문맥</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요청 참조</a:t>
            </a:r>
          </a:p>
        </p:txBody>
      </p:sp>
      <p:sp>
        <p:nvSpPr>
          <p:cNvPr id="83" name="Editable path 210">
            <a:extLst xmlns:a="http://schemas.openxmlformats.org/drawingml/2006/main">
              <a:ext uri="{FF2B5EF4-FFF2-40B4-BE49-F238E27FC236}">
                <a16:creationId xmlns:a16="http://schemas.microsoft.com/office/drawing/2014/main" id="{DFE6D708-AAA6-4053-A6A2-D18EBDD89A97}"/>
              </a:ext>
            </a:extLst>
          </p:cNvPr>
          <p:cNvSpPr>
            <a:spLocks xmlns:a="http://schemas.openxmlformats.org/drawingml/2006/main" noGrp="1"/>
          </p:cNvSpPr>
          <p:nvPr/>
        </p:nvSpPr>
        <p:spPr>
          <a:xfrm xmlns:a="http://schemas.openxmlformats.org/drawingml/2006/main">
            <a:off x="15735300" y="3371850"/>
            <a:ext cx="209550" cy="953"/>
          </a:xfrm>
          <a:custGeom xmlns:a="http://schemas.openxmlformats.org/drawingml/2006/main">
            <a:pathLst>
              <a:path w="209550" h="953">
                <a:moveTo>
                  <a:pt x="209550" y="0"/>
                </a:moveTo>
                <a:lnTo>
                  <a:pt x="0" y="0"/>
                </a:lnTo>
              </a:path>
            </a:pathLst>
          </a:custGeom>
          <a:noFill xmlns:a="http://schemas.openxmlformats.org/drawingml/2006/main"/>
          <a:ln xmlns:a="http://schemas.openxmlformats.org/drawingml/2006/main" w="16193">
            <a:solidFill>
              <a:srgbClr val="111111"/>
            </a:solidFill>
            <a:prstDash val="solid"/>
          </a:ln>
        </p:spPr>
      </p:sp>
      <p:sp>
        <p:nvSpPr>
          <p:cNvPr id="84" name="Editable arrowhead 211">
            <a:extLst xmlns:a="http://schemas.openxmlformats.org/drawingml/2006/main">
              <a:ext uri="{FF2B5EF4-FFF2-40B4-BE49-F238E27FC236}">
                <a16:creationId xmlns:a16="http://schemas.microsoft.com/office/drawing/2014/main" id="{ADC1A8E7-2F04-4CE0-85C5-596E2903AA4C}"/>
              </a:ext>
            </a:extLst>
          </p:cNvPr>
          <p:cNvSpPr>
            <a:spLocks xmlns:a="http://schemas.openxmlformats.org/drawingml/2006/main" noGrp="1"/>
          </p:cNvSpPr>
          <p:nvPr/>
        </p:nvSpPr>
        <p:spPr>
          <a:xfrm xmlns:a="http://schemas.openxmlformats.org/drawingml/2006/main">
            <a:off x="15735300" y="3324225"/>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5" name="Editable path 212">
            <a:extLst xmlns:a="http://schemas.openxmlformats.org/drawingml/2006/main">
              <a:ext uri="{FF2B5EF4-FFF2-40B4-BE49-F238E27FC236}">
                <a16:creationId xmlns:a16="http://schemas.microsoft.com/office/drawing/2014/main" id="{185E8AD6-359E-4960-8E24-9A7DC8282C5E}"/>
              </a:ext>
            </a:extLst>
          </p:cNvPr>
          <p:cNvSpPr>
            <a:spLocks xmlns:a="http://schemas.openxmlformats.org/drawingml/2006/main" noGrp="1"/>
          </p:cNvSpPr>
          <p:nvPr/>
        </p:nvSpPr>
        <p:spPr>
          <a:xfrm xmlns:a="http://schemas.openxmlformats.org/drawingml/2006/main">
            <a:off x="12553950" y="3448050"/>
            <a:ext cx="533400" cy="953"/>
          </a:xfrm>
          <a:custGeom xmlns:a="http://schemas.openxmlformats.org/drawingml/2006/main">
            <a:pathLst>
              <a:path w="533400" h="953">
                <a:moveTo>
                  <a:pt x="0" y="0"/>
                </a:moveTo>
                <a:lnTo>
                  <a:pt x="533400" y="0"/>
                </a:lnTo>
              </a:path>
            </a:pathLst>
          </a:custGeom>
          <a:noFill xmlns:a="http://schemas.openxmlformats.org/drawingml/2006/main"/>
          <a:ln xmlns:a="http://schemas.openxmlformats.org/drawingml/2006/main" w="20003">
            <a:solidFill>
              <a:srgbClr val="111111"/>
            </a:solidFill>
            <a:prstDash val="solid"/>
          </a:ln>
        </p:spPr>
      </p:sp>
      <p:sp>
        <p:nvSpPr>
          <p:cNvPr id="86" name="Editable arrowhead 213">
            <a:extLst xmlns:a="http://schemas.openxmlformats.org/drawingml/2006/main">
              <a:ext uri="{FF2B5EF4-FFF2-40B4-BE49-F238E27FC236}">
                <a16:creationId xmlns:a16="http://schemas.microsoft.com/office/drawing/2014/main" id="{6591A0AB-A1D6-4FDC-AD28-DA00FD37E009}"/>
              </a:ext>
            </a:extLst>
          </p:cNvPr>
          <p:cNvSpPr>
            <a:spLocks xmlns:a="http://schemas.openxmlformats.org/drawingml/2006/main" noGrp="1"/>
          </p:cNvSpPr>
          <p:nvPr/>
        </p:nvSpPr>
        <p:spPr>
          <a:xfrm xmlns:a="http://schemas.openxmlformats.org/drawingml/2006/main">
            <a:off x="12992100" y="34004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7" name="Editable path 214">
            <a:extLst xmlns:a="http://schemas.openxmlformats.org/drawingml/2006/main">
              <a:ext uri="{FF2B5EF4-FFF2-40B4-BE49-F238E27FC236}">
                <a16:creationId xmlns:a16="http://schemas.microsoft.com/office/drawing/2014/main" id="{AF3EABC0-A939-4D31-8257-2A1DD8DBB815}"/>
              </a:ext>
            </a:extLst>
          </p:cNvPr>
          <p:cNvSpPr>
            <a:spLocks xmlns:a="http://schemas.openxmlformats.org/drawingml/2006/main" noGrp="1"/>
          </p:cNvSpPr>
          <p:nvPr/>
        </p:nvSpPr>
        <p:spPr>
          <a:xfrm xmlns:a="http://schemas.openxmlformats.org/drawingml/2006/main">
            <a:off x="12553950" y="3638550"/>
            <a:ext cx="533400" cy="1590675"/>
          </a:xfrm>
          <a:custGeom xmlns:a="http://schemas.openxmlformats.org/drawingml/2006/main">
            <a:pathLst>
              <a:path w="533400" h="1590675">
                <a:moveTo>
                  <a:pt x="533400" y="0"/>
                </a:moveTo>
                <a:lnTo>
                  <a:pt x="133350" y="0"/>
                </a:lnTo>
                <a:lnTo>
                  <a:pt x="133350" y="1590675"/>
                </a:lnTo>
                <a:lnTo>
                  <a:pt x="0" y="1590675"/>
                </a:lnTo>
              </a:path>
            </a:pathLst>
          </a:custGeom>
          <a:noFill xmlns:a="http://schemas.openxmlformats.org/drawingml/2006/main"/>
          <a:ln xmlns:a="http://schemas.openxmlformats.org/drawingml/2006/main" w="20003">
            <a:solidFill>
              <a:srgbClr val="111111"/>
            </a:solidFill>
            <a:prstDash val="solid"/>
          </a:ln>
        </p:spPr>
      </p:sp>
      <p:sp>
        <p:nvSpPr>
          <p:cNvPr id="88" name="Editable arrowhead 215">
            <a:extLst xmlns:a="http://schemas.openxmlformats.org/drawingml/2006/main">
              <a:ext uri="{FF2B5EF4-FFF2-40B4-BE49-F238E27FC236}">
                <a16:creationId xmlns:a16="http://schemas.microsoft.com/office/drawing/2014/main" id="{359453BB-AD52-4BF0-8A6A-21A9607E0075}"/>
              </a:ext>
            </a:extLst>
          </p:cNvPr>
          <p:cNvSpPr>
            <a:spLocks xmlns:a="http://schemas.openxmlformats.org/drawingml/2006/main" noGrp="1"/>
          </p:cNvSpPr>
          <p:nvPr/>
        </p:nvSpPr>
        <p:spPr>
          <a:xfrm xmlns:a="http://schemas.openxmlformats.org/drawingml/2006/main">
            <a:off x="12553950" y="51816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9" name="Editable path 216">
            <a:extLst xmlns:a="http://schemas.openxmlformats.org/drawingml/2006/main">
              <a:ext uri="{FF2B5EF4-FFF2-40B4-BE49-F238E27FC236}">
                <a16:creationId xmlns:a16="http://schemas.microsoft.com/office/drawing/2014/main" id="{9BFE2E01-FAB1-43E8-A623-DC3450A1EBEC}"/>
              </a:ext>
            </a:extLst>
          </p:cNvPr>
          <p:cNvSpPr>
            <a:spLocks xmlns:a="http://schemas.openxmlformats.org/drawingml/2006/main" noGrp="1"/>
          </p:cNvSpPr>
          <p:nvPr/>
        </p:nvSpPr>
        <p:spPr>
          <a:xfrm xmlns:a="http://schemas.openxmlformats.org/drawingml/2006/main">
            <a:off x="14173200" y="3762375"/>
            <a:ext cx="238125" cy="371475"/>
          </a:xfrm>
          <a:custGeom xmlns:a="http://schemas.openxmlformats.org/drawingml/2006/main">
            <a:pathLst>
              <a:path w="238125" h="371475">
                <a:moveTo>
                  <a:pt x="238125" y="0"/>
                </a:moveTo>
                <a:lnTo>
                  <a:pt x="238125" y="180975"/>
                </a:lnTo>
                <a:lnTo>
                  <a:pt x="0" y="180975"/>
                </a:lnTo>
                <a:lnTo>
                  <a:pt x="0" y="371475"/>
                </a:lnTo>
              </a:path>
            </a:pathLst>
          </a:custGeom>
          <a:noFill xmlns:a="http://schemas.openxmlformats.org/drawingml/2006/main"/>
          <a:ln xmlns:a="http://schemas.openxmlformats.org/drawingml/2006/main" w="20003">
            <a:solidFill>
              <a:srgbClr val="111111"/>
            </a:solidFill>
            <a:prstDash val="solid"/>
          </a:ln>
        </p:spPr>
      </p:sp>
      <p:sp>
        <p:nvSpPr>
          <p:cNvPr id="90" name="Editable arrowhead 217">
            <a:extLst xmlns:a="http://schemas.openxmlformats.org/drawingml/2006/main">
              <a:ext uri="{FF2B5EF4-FFF2-40B4-BE49-F238E27FC236}">
                <a16:creationId xmlns:a16="http://schemas.microsoft.com/office/drawing/2014/main" id="{AB19F6AE-1E1B-4B64-A3E4-543E199419D4}"/>
              </a:ext>
            </a:extLst>
          </p:cNvPr>
          <p:cNvSpPr>
            <a:spLocks xmlns:a="http://schemas.openxmlformats.org/drawingml/2006/main" noGrp="1"/>
          </p:cNvSpPr>
          <p:nvPr/>
        </p:nvSpPr>
        <p:spPr>
          <a:xfrm xmlns:a="http://schemas.openxmlformats.org/drawingml/2006/main">
            <a:off x="14125575" y="4038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1" name="Editable path 218">
            <a:extLst xmlns:a="http://schemas.openxmlformats.org/drawingml/2006/main">
              <a:ext uri="{FF2B5EF4-FFF2-40B4-BE49-F238E27FC236}">
                <a16:creationId xmlns:a16="http://schemas.microsoft.com/office/drawing/2014/main" id="{6CDB7765-5F34-4D9E-8784-DB093B693FA2}"/>
              </a:ext>
            </a:extLst>
          </p:cNvPr>
          <p:cNvSpPr>
            <a:spLocks xmlns:a="http://schemas.openxmlformats.org/drawingml/2006/main" noGrp="1"/>
          </p:cNvSpPr>
          <p:nvPr/>
        </p:nvSpPr>
        <p:spPr>
          <a:xfrm xmlns:a="http://schemas.openxmlformats.org/drawingml/2006/main">
            <a:off x="14411325" y="3943350"/>
            <a:ext cx="2162175" cy="190500"/>
          </a:xfrm>
          <a:custGeom xmlns:a="http://schemas.openxmlformats.org/drawingml/2006/main">
            <a:pathLst>
              <a:path w="2162175" h="190500">
                <a:moveTo>
                  <a:pt x="0" y="0"/>
                </a:moveTo>
                <a:lnTo>
                  <a:pt x="2162175" y="0"/>
                </a:lnTo>
                <a:lnTo>
                  <a:pt x="2162175" y="190500"/>
                </a:lnTo>
              </a:path>
            </a:pathLst>
          </a:custGeom>
          <a:noFill xmlns:a="http://schemas.openxmlformats.org/drawingml/2006/main"/>
          <a:ln xmlns:a="http://schemas.openxmlformats.org/drawingml/2006/main" w="20003">
            <a:solidFill>
              <a:srgbClr val="111111"/>
            </a:solidFill>
            <a:prstDash val="solid"/>
          </a:ln>
        </p:spPr>
      </p:sp>
      <p:sp>
        <p:nvSpPr>
          <p:cNvPr id="92" name="Editable arrowhead 219">
            <a:extLst xmlns:a="http://schemas.openxmlformats.org/drawingml/2006/main">
              <a:ext uri="{FF2B5EF4-FFF2-40B4-BE49-F238E27FC236}">
                <a16:creationId xmlns:a16="http://schemas.microsoft.com/office/drawing/2014/main" id="{5B171CE7-556A-44BA-A346-45DC119B5DE9}"/>
              </a:ext>
            </a:extLst>
          </p:cNvPr>
          <p:cNvSpPr>
            <a:spLocks xmlns:a="http://schemas.openxmlformats.org/drawingml/2006/main" noGrp="1"/>
          </p:cNvSpPr>
          <p:nvPr/>
        </p:nvSpPr>
        <p:spPr>
          <a:xfrm xmlns:a="http://schemas.openxmlformats.org/drawingml/2006/main">
            <a:off x="16525875" y="4038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3" name="B R1 logical execution">
            <a:extLst xmlns:a="http://schemas.openxmlformats.org/drawingml/2006/main">
              <a:ext uri="{FF2B5EF4-FFF2-40B4-BE49-F238E27FC236}">
                <a16:creationId xmlns:a16="http://schemas.microsoft.com/office/drawing/2014/main" id="{6FFE0398-D46B-4702-B952-3973511B454F}"/>
              </a:ext>
            </a:extLst>
          </p:cNvPr>
          <p:cNvSpPr>
            <a:spLocks xmlns:a="http://schemas.openxmlformats.org/drawingml/2006/main" noGrp="1"/>
          </p:cNvSpPr>
          <p:nvPr/>
        </p:nvSpPr>
        <p:spPr>
          <a:xfrm xmlns:a="http://schemas.openxmlformats.org/drawingml/2006/main">
            <a:off x="13087350" y="4133850"/>
            <a:ext cx="2171700" cy="1352550"/>
          </a:xfrm>
          <a:prstGeom xmlns:a="http://schemas.openxmlformats.org/drawingml/2006/main" prst="rect">
            <a:avLst/>
          </a:prstGeom>
          <a:noFill xmlns:a="http://schemas.openxmlformats.org/drawingml/2006/main"/>
          <a:ln xmlns:a="http://schemas.openxmlformats.org/drawingml/2006/main" w="17145">
            <a:solidFill>
              <a:srgbClr val="111111"/>
            </a:solidFill>
            <a:prstDash val="dash"/>
          </a:ln>
        </p:spPr>
      </p:sp>
      <p:sp>
        <p:nvSpPr>
          <p:cNvPr id="94" name="B R2 logical execution">
            <a:extLst xmlns:a="http://schemas.openxmlformats.org/drawingml/2006/main">
              <a:ext uri="{FF2B5EF4-FFF2-40B4-BE49-F238E27FC236}">
                <a16:creationId xmlns:a16="http://schemas.microsoft.com/office/drawing/2014/main" id="{5B16AB3C-D5B8-4022-8403-F103B00E6F1D}"/>
              </a:ext>
            </a:extLst>
          </p:cNvPr>
          <p:cNvSpPr>
            <a:spLocks xmlns:a="http://schemas.openxmlformats.org/drawingml/2006/main" noGrp="1"/>
          </p:cNvSpPr>
          <p:nvPr/>
        </p:nvSpPr>
        <p:spPr>
          <a:xfrm xmlns:a="http://schemas.openxmlformats.org/drawingml/2006/main">
            <a:off x="15487650" y="4133850"/>
            <a:ext cx="2171700" cy="1352550"/>
          </a:xfrm>
          <a:prstGeom xmlns:a="http://schemas.openxmlformats.org/drawingml/2006/main" prst="rect">
            <a:avLst/>
          </a:prstGeom>
          <a:noFill xmlns:a="http://schemas.openxmlformats.org/drawingml/2006/main"/>
          <a:ln xmlns:a="http://schemas.openxmlformats.org/drawingml/2006/main" w="17145">
            <a:solidFill>
              <a:srgbClr val="111111"/>
            </a:solidFill>
            <a:prstDash val="dash"/>
          </a:ln>
        </p:spPr>
      </p:sp>
      <p:sp>
        <p:nvSpPr>
          <p:cNvPr id="95" name="DP2 object 220">
            <a:extLst xmlns:a="http://schemas.openxmlformats.org/drawingml/2006/main">
              <a:ext uri="{FF2B5EF4-FFF2-40B4-BE49-F238E27FC236}">
                <a16:creationId xmlns:a16="http://schemas.microsoft.com/office/drawing/2014/main" id="{7338A3B3-7CE0-461F-9EA4-522C2B1E6AFF}"/>
              </a:ext>
            </a:extLst>
          </p:cNvPr>
          <p:cNvSpPr>
            <a:spLocks xmlns:a="http://schemas.openxmlformats.org/drawingml/2006/main" noGrp="1"/>
          </p:cNvSpPr>
          <p:nvPr/>
        </p:nvSpPr>
        <p:spPr>
          <a:xfrm xmlns:a="http://schemas.openxmlformats.org/drawingml/2006/main">
            <a:off x="13182600" y="4181475"/>
            <a:ext cx="1981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R1 해석 실행</a:t>
            </a:r>
          </a:p>
        </p:txBody>
      </p:sp>
      <p:sp>
        <p:nvSpPr>
          <p:cNvPr id="96" name="DP2 object 221">
            <a:extLst xmlns:a="http://schemas.openxmlformats.org/drawingml/2006/main">
              <a:ext uri="{FF2B5EF4-FFF2-40B4-BE49-F238E27FC236}">
                <a16:creationId xmlns:a16="http://schemas.microsoft.com/office/drawing/2014/main" id="{850EA864-D685-4378-B92D-4086D174E79D}"/>
              </a:ext>
            </a:extLst>
          </p:cNvPr>
          <p:cNvSpPr>
            <a:spLocks xmlns:a="http://schemas.openxmlformats.org/drawingml/2006/main" noGrp="1"/>
          </p:cNvSpPr>
          <p:nvPr/>
        </p:nvSpPr>
        <p:spPr>
          <a:xfrm xmlns:a="http://schemas.openxmlformats.org/drawingml/2006/main">
            <a:off x="15582900" y="4181475"/>
            <a:ext cx="1981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R2 해석 실행</a:t>
            </a:r>
          </a:p>
        </p:txBody>
      </p:sp>
      <p:sp>
        <p:nvSpPr>
          <p:cNvPr id="97" name="근거 읽기·긴 판단">
            <a:extLst xmlns:a="http://schemas.openxmlformats.org/drawingml/2006/main">
              <a:ext uri="{FF2B5EF4-FFF2-40B4-BE49-F238E27FC236}">
                <a16:creationId xmlns:a16="http://schemas.microsoft.com/office/drawing/2014/main" id="{9F6C5A45-8CBE-4246-B616-0086024778A0}"/>
              </a:ext>
            </a:extLst>
          </p:cNvPr>
          <p:cNvSpPr>
            <a:spLocks xmlns:a="http://schemas.openxmlformats.org/drawingml/2006/main" noGrp="1"/>
          </p:cNvSpPr>
          <p:nvPr/>
        </p:nvSpPr>
        <p:spPr>
          <a:xfrm xmlns:a="http://schemas.openxmlformats.org/drawingml/2006/main">
            <a:off x="13201650" y="4505325"/>
            <a:ext cx="1943100" cy="3238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98" name="DP2 object 222">
            <a:extLst xmlns:a="http://schemas.openxmlformats.org/drawingml/2006/main">
              <a:ext uri="{FF2B5EF4-FFF2-40B4-BE49-F238E27FC236}">
                <a16:creationId xmlns:a16="http://schemas.microsoft.com/office/drawing/2014/main" id="{14AE618B-457C-44C8-B3AA-15EE41AFD8EC}"/>
              </a:ext>
            </a:extLst>
          </p:cNvPr>
          <p:cNvSpPr>
            <a:spLocks xmlns:a="http://schemas.openxmlformats.org/drawingml/2006/main" noGrp="1"/>
          </p:cNvSpPr>
          <p:nvPr/>
        </p:nvSpPr>
        <p:spPr>
          <a:xfrm xmlns:a="http://schemas.openxmlformats.org/drawingml/2006/main">
            <a:off x="13268325" y="4543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근거 읽기·긴 판단</a:t>
            </a:r>
          </a:p>
        </p:txBody>
      </p:sp>
      <p:sp>
        <p:nvSpPr>
          <p:cNvPr id="99" name="근거 읽기·긴 판단">
            <a:extLst xmlns:a="http://schemas.openxmlformats.org/drawingml/2006/main">
              <a:ext uri="{FF2B5EF4-FFF2-40B4-BE49-F238E27FC236}">
                <a16:creationId xmlns:a16="http://schemas.microsoft.com/office/drawing/2014/main" id="{D3794FFD-D16E-4C9D-9F60-789027FF5AA2}"/>
              </a:ext>
            </a:extLst>
          </p:cNvPr>
          <p:cNvSpPr>
            <a:spLocks xmlns:a="http://schemas.openxmlformats.org/drawingml/2006/main" noGrp="1"/>
          </p:cNvSpPr>
          <p:nvPr/>
        </p:nvSpPr>
        <p:spPr>
          <a:xfrm xmlns:a="http://schemas.openxmlformats.org/drawingml/2006/main">
            <a:off x="15601950" y="4505325"/>
            <a:ext cx="1943100" cy="3238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00" name="DP2 object 223">
            <a:extLst xmlns:a="http://schemas.openxmlformats.org/drawingml/2006/main">
              <a:ext uri="{FF2B5EF4-FFF2-40B4-BE49-F238E27FC236}">
                <a16:creationId xmlns:a16="http://schemas.microsoft.com/office/drawing/2014/main" id="{DD4F2B4C-9920-4AF9-9454-9458988656EB}"/>
              </a:ext>
            </a:extLst>
          </p:cNvPr>
          <p:cNvSpPr>
            <a:spLocks xmlns:a="http://schemas.openxmlformats.org/drawingml/2006/main" noGrp="1"/>
          </p:cNvSpPr>
          <p:nvPr/>
        </p:nvSpPr>
        <p:spPr>
          <a:xfrm xmlns:a="http://schemas.openxmlformats.org/drawingml/2006/main">
            <a:off x="15668625" y="4543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근거 읽기·긴 판단</a:t>
            </a:r>
          </a:p>
        </p:txBody>
      </p:sp>
      <p:sp>
        <p:nvSpPr>
          <p:cNvPr id="101" name="R1 문맥·잠정 상태&#10;대기 / revision">
            <a:extLst xmlns:a="http://schemas.openxmlformats.org/drawingml/2006/main">
              <a:ext uri="{FF2B5EF4-FFF2-40B4-BE49-F238E27FC236}">
                <a16:creationId xmlns:a16="http://schemas.microsoft.com/office/drawing/2014/main" id="{CFBAE5CD-16E2-4396-9D3D-0AD38DA89F1D}"/>
              </a:ext>
            </a:extLst>
          </p:cNvPr>
          <p:cNvSpPr>
            <a:spLocks xmlns:a="http://schemas.openxmlformats.org/drawingml/2006/main" noGrp="1"/>
          </p:cNvSpPr>
          <p:nvPr/>
        </p:nvSpPr>
        <p:spPr>
          <a:xfrm xmlns:a="http://schemas.openxmlformats.org/drawingml/2006/main">
            <a:off x="13201650" y="4943475"/>
            <a:ext cx="1943100" cy="4857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102" name="DP2 object 224">
            <a:extLst xmlns:a="http://schemas.openxmlformats.org/drawingml/2006/main">
              <a:ext uri="{FF2B5EF4-FFF2-40B4-BE49-F238E27FC236}">
                <a16:creationId xmlns:a16="http://schemas.microsoft.com/office/drawing/2014/main" id="{117B5EE9-7B3D-4C2F-A159-8B941BAFD9FC}"/>
              </a:ext>
            </a:extLst>
          </p:cNvPr>
          <p:cNvSpPr>
            <a:spLocks xmlns:a="http://schemas.openxmlformats.org/drawingml/2006/main" noGrp="1"/>
          </p:cNvSpPr>
          <p:nvPr/>
        </p:nvSpPr>
        <p:spPr>
          <a:xfrm xmlns:a="http://schemas.openxmlformats.org/drawingml/2006/main">
            <a:off x="13249275" y="50482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R1 문맥·잠정 상태</a:t>
            </a:r>
          </a:p>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대기 / revision</a:t>
            </a:r>
          </a:p>
        </p:txBody>
      </p:sp>
      <p:sp>
        <p:nvSpPr>
          <p:cNvPr id="103" name="R2 문맥·잠정 상태&#10;대기 / revision">
            <a:extLst xmlns:a="http://schemas.openxmlformats.org/drawingml/2006/main">
              <a:ext uri="{FF2B5EF4-FFF2-40B4-BE49-F238E27FC236}">
                <a16:creationId xmlns:a16="http://schemas.microsoft.com/office/drawing/2014/main" id="{284D8A21-7A79-47E6-8727-234C29F06148}"/>
              </a:ext>
            </a:extLst>
          </p:cNvPr>
          <p:cNvSpPr>
            <a:spLocks xmlns:a="http://schemas.openxmlformats.org/drawingml/2006/main" noGrp="1"/>
          </p:cNvSpPr>
          <p:nvPr/>
        </p:nvSpPr>
        <p:spPr>
          <a:xfrm xmlns:a="http://schemas.openxmlformats.org/drawingml/2006/main">
            <a:off x="15601950" y="4943475"/>
            <a:ext cx="1943100" cy="4857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104" name="DP2 object 225">
            <a:extLst xmlns:a="http://schemas.openxmlformats.org/drawingml/2006/main">
              <a:ext uri="{FF2B5EF4-FFF2-40B4-BE49-F238E27FC236}">
                <a16:creationId xmlns:a16="http://schemas.microsoft.com/office/drawing/2014/main" id="{3BF70F1D-34C6-4091-A700-0B71C27DBF6C}"/>
              </a:ext>
            </a:extLst>
          </p:cNvPr>
          <p:cNvSpPr>
            <a:spLocks xmlns:a="http://schemas.openxmlformats.org/drawingml/2006/main" noGrp="1"/>
          </p:cNvSpPr>
          <p:nvPr/>
        </p:nvSpPr>
        <p:spPr>
          <a:xfrm xmlns:a="http://schemas.openxmlformats.org/drawingml/2006/main">
            <a:off x="15649575" y="50482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R2 문맥·잠정 상태</a:t>
            </a:r>
          </a:p>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대기 / revision</a:t>
            </a:r>
          </a:p>
        </p:txBody>
      </p:sp>
      <p:sp>
        <p:nvSpPr>
          <p:cNvPr id="105" name="Editable path 226">
            <a:extLst xmlns:a="http://schemas.openxmlformats.org/drawingml/2006/main">
              <a:ext uri="{FF2B5EF4-FFF2-40B4-BE49-F238E27FC236}">
                <a16:creationId xmlns:a16="http://schemas.microsoft.com/office/drawing/2014/main" id="{FBB768F8-7D87-48D3-B2A9-6F76A98F2EA6}"/>
              </a:ext>
            </a:extLst>
          </p:cNvPr>
          <p:cNvSpPr>
            <a:spLocks xmlns:a="http://schemas.openxmlformats.org/drawingml/2006/main" noGrp="1"/>
          </p:cNvSpPr>
          <p:nvPr/>
        </p:nvSpPr>
        <p:spPr>
          <a:xfrm xmlns:a="http://schemas.openxmlformats.org/drawingml/2006/main">
            <a:off x="12553950" y="4667250"/>
            <a:ext cx="533400" cy="828675"/>
          </a:xfrm>
          <a:custGeom xmlns:a="http://schemas.openxmlformats.org/drawingml/2006/main">
            <a:pathLst>
              <a:path w="533400" h="828675">
                <a:moveTo>
                  <a:pt x="533400" y="0"/>
                </a:moveTo>
                <a:lnTo>
                  <a:pt x="266700" y="0"/>
                </a:lnTo>
                <a:lnTo>
                  <a:pt x="266700" y="828675"/>
                </a:lnTo>
                <a:lnTo>
                  <a:pt x="0" y="828675"/>
                </a:lnTo>
              </a:path>
            </a:pathLst>
          </a:custGeom>
          <a:noFill xmlns:a="http://schemas.openxmlformats.org/drawingml/2006/main"/>
          <a:ln xmlns:a="http://schemas.openxmlformats.org/drawingml/2006/main" w="20003">
            <a:solidFill>
              <a:srgbClr val="111111"/>
            </a:solidFill>
            <a:prstDash val="solid"/>
          </a:ln>
        </p:spPr>
      </p:sp>
      <p:sp>
        <p:nvSpPr>
          <p:cNvPr id="106" name="Editable arrowhead 227">
            <a:extLst xmlns:a="http://schemas.openxmlformats.org/drawingml/2006/main">
              <a:ext uri="{FF2B5EF4-FFF2-40B4-BE49-F238E27FC236}">
                <a16:creationId xmlns:a16="http://schemas.microsoft.com/office/drawing/2014/main" id="{F2C91268-C2A0-408D-BE59-FA83849A36CB}"/>
              </a:ext>
            </a:extLst>
          </p:cNvPr>
          <p:cNvSpPr>
            <a:spLocks xmlns:a="http://schemas.openxmlformats.org/drawingml/2006/main" noGrp="1"/>
          </p:cNvSpPr>
          <p:nvPr/>
        </p:nvSpPr>
        <p:spPr>
          <a:xfrm xmlns:a="http://schemas.openxmlformats.org/drawingml/2006/main">
            <a:off x="12553950" y="54483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7" name="Editable path 228">
            <a:extLst xmlns:a="http://schemas.openxmlformats.org/drawingml/2006/main">
              <a:ext uri="{FF2B5EF4-FFF2-40B4-BE49-F238E27FC236}">
                <a16:creationId xmlns:a16="http://schemas.microsoft.com/office/drawing/2014/main" id="{91F79779-A4A6-4FF2-8639-35EFEACC5E74}"/>
              </a:ext>
            </a:extLst>
          </p:cNvPr>
          <p:cNvSpPr>
            <a:spLocks xmlns:a="http://schemas.openxmlformats.org/drawingml/2006/main" noGrp="1"/>
          </p:cNvSpPr>
          <p:nvPr/>
        </p:nvSpPr>
        <p:spPr>
          <a:xfrm xmlns:a="http://schemas.openxmlformats.org/drawingml/2006/main">
            <a:off x="12553950" y="4667250"/>
            <a:ext cx="5353050" cy="1419225"/>
          </a:xfrm>
          <a:custGeom xmlns:a="http://schemas.openxmlformats.org/drawingml/2006/main">
            <a:pathLst>
              <a:path w="5353050" h="1419225">
                <a:moveTo>
                  <a:pt x="5105400" y="0"/>
                </a:moveTo>
                <a:lnTo>
                  <a:pt x="5353050" y="0"/>
                </a:lnTo>
                <a:lnTo>
                  <a:pt x="5353050" y="1419225"/>
                </a:lnTo>
                <a:lnTo>
                  <a:pt x="95250" y="1419225"/>
                </a:lnTo>
                <a:lnTo>
                  <a:pt x="95250" y="1076325"/>
                </a:lnTo>
                <a:lnTo>
                  <a:pt x="0" y="1076325"/>
                </a:lnTo>
              </a:path>
            </a:pathLst>
          </a:custGeom>
          <a:noFill xmlns:a="http://schemas.openxmlformats.org/drawingml/2006/main"/>
          <a:ln xmlns:a="http://schemas.openxmlformats.org/drawingml/2006/main" w="20003">
            <a:solidFill>
              <a:srgbClr val="111111"/>
            </a:solidFill>
            <a:prstDash val="solid"/>
          </a:ln>
        </p:spPr>
      </p:sp>
      <p:sp>
        <p:nvSpPr>
          <p:cNvPr id="108" name="Editable arrowhead 229">
            <a:extLst xmlns:a="http://schemas.openxmlformats.org/drawingml/2006/main">
              <a:ext uri="{FF2B5EF4-FFF2-40B4-BE49-F238E27FC236}">
                <a16:creationId xmlns:a16="http://schemas.microsoft.com/office/drawing/2014/main" id="{A0BB5F92-7672-49BE-9AC1-1310AFF03B3D}"/>
              </a:ext>
            </a:extLst>
          </p:cNvPr>
          <p:cNvSpPr>
            <a:spLocks xmlns:a="http://schemas.openxmlformats.org/drawingml/2006/main" noGrp="1"/>
          </p:cNvSpPr>
          <p:nvPr/>
        </p:nvSpPr>
        <p:spPr>
          <a:xfrm xmlns:a="http://schemas.openxmlformats.org/drawingml/2006/main">
            <a:off x="12553950" y="569595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9" name="B1 공유 불변 입력·원본">
            <a:extLst xmlns:a="http://schemas.openxmlformats.org/drawingml/2006/main">
              <a:ext uri="{FF2B5EF4-FFF2-40B4-BE49-F238E27FC236}">
                <a16:creationId xmlns:a16="http://schemas.microsoft.com/office/drawing/2014/main" id="{8ED7CE11-645E-4ABB-AF30-DD1CFBEC4C30}"/>
              </a:ext>
            </a:extLst>
          </p:cNvPr>
          <p:cNvSpPr>
            <a:spLocks xmlns:a="http://schemas.openxmlformats.org/drawingml/2006/main" noGrp="1"/>
          </p:cNvSpPr>
          <p:nvPr/>
        </p:nvSpPr>
        <p:spPr>
          <a:xfrm xmlns:a="http://schemas.openxmlformats.org/drawingml/2006/main">
            <a:off x="13430250" y="5610225"/>
            <a:ext cx="4000500" cy="3333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4676CB"/>
            </a:solidFill>
            <a:prstDash val="solid"/>
          </a:ln>
        </p:spPr>
      </p:sp>
      <p:sp>
        <p:nvSpPr>
          <p:cNvPr id="110" name="DP2 object 230">
            <a:extLst xmlns:a="http://schemas.openxmlformats.org/drawingml/2006/main">
              <a:ext uri="{FF2B5EF4-FFF2-40B4-BE49-F238E27FC236}">
                <a16:creationId xmlns:a16="http://schemas.microsoft.com/office/drawing/2014/main" id="{2B0313E1-90EA-42CC-839A-DB7DBDC5EC48}"/>
              </a:ext>
            </a:extLst>
          </p:cNvPr>
          <p:cNvSpPr>
            <a:spLocks xmlns:a="http://schemas.openxmlformats.org/drawingml/2006/main" noGrp="1"/>
          </p:cNvSpPr>
          <p:nvPr/>
        </p:nvSpPr>
        <p:spPr>
          <a:xfrm xmlns:a="http://schemas.openxmlformats.org/drawingml/2006/main">
            <a:off x="13477875" y="5715000"/>
            <a:ext cx="3905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4676CB"/>
                </a:solidFill>
                <a:latin typeface="Apple SD Gothic Neo"/>
                <a:ea typeface="Apple SD Gothic Neo"/>
                <a:cs typeface="Apple SD Gothic Neo"/>
              </a:defRPr>
            </a:defPPr>
            <a:lvl1pPr algn="ctr">
              <a:defRPr sz="1425" b="0">
                <a:solidFill>
                  <a:srgbClr val="4676CB"/>
                </a:solidFill>
                <a:latin typeface="Apple SD Gothic Neo"/>
                <a:ea typeface="Apple SD Gothic Neo"/>
                <a:cs typeface="Apple SD Gothic Neo"/>
              </a:defRPr>
            </a:lvl1pPr>
            <a:lvl2pPr algn="ctr">
              <a:defRPr sz="1425" b="0">
                <a:solidFill>
                  <a:srgbClr val="4676CB"/>
                </a:solidFill>
                <a:latin typeface="Apple SD Gothic Neo"/>
                <a:ea typeface="Apple SD Gothic Neo"/>
                <a:cs typeface="Apple SD Gothic Neo"/>
              </a:defRPr>
            </a:lvl2pPr>
            <a:lvl3pPr algn="ctr">
              <a:defRPr sz="1425" b="0">
                <a:solidFill>
                  <a:srgbClr val="4676CB"/>
                </a:solidFill>
                <a:latin typeface="Apple SD Gothic Neo"/>
                <a:ea typeface="Apple SD Gothic Neo"/>
                <a:cs typeface="Apple SD Gothic Neo"/>
              </a:defRPr>
            </a:lvl3pPr>
            <a:lvl4pPr algn="ctr">
              <a:defRPr sz="1425" b="0">
                <a:solidFill>
                  <a:srgbClr val="4676CB"/>
                </a:solidFill>
                <a:latin typeface="Apple SD Gothic Neo"/>
                <a:ea typeface="Apple SD Gothic Neo"/>
                <a:cs typeface="Apple SD Gothic Neo"/>
              </a:defRPr>
            </a:lvl4pPr>
            <a:lvl5pPr algn="ctr">
              <a:defRPr sz="1425" b="0">
                <a:solidFill>
                  <a:srgbClr val="4676CB"/>
                </a:solidFill>
                <a:latin typeface="Apple SD Gothic Neo"/>
                <a:ea typeface="Apple SD Gothic Neo"/>
                <a:cs typeface="Apple SD Gothic Neo"/>
              </a:defRPr>
            </a:lvl5pPr>
            <a:lvl6pPr algn="ctr">
              <a:defRPr sz="1425" b="0">
                <a:solidFill>
                  <a:srgbClr val="4676CB"/>
                </a:solidFill>
                <a:latin typeface="Apple SD Gothic Neo"/>
                <a:ea typeface="Apple SD Gothic Neo"/>
                <a:cs typeface="Apple SD Gothic Neo"/>
              </a:defRPr>
            </a:lvl6pPr>
            <a:lvl7pPr algn="ctr">
              <a:defRPr sz="1425" b="0">
                <a:solidFill>
                  <a:srgbClr val="4676CB"/>
                </a:solidFill>
                <a:latin typeface="Apple SD Gothic Neo"/>
                <a:ea typeface="Apple SD Gothic Neo"/>
                <a:cs typeface="Apple SD Gothic Neo"/>
              </a:defRPr>
            </a:lvl7pPr>
            <a:lvl8pPr algn="ctr">
              <a:defRPr sz="1425" b="0">
                <a:solidFill>
                  <a:srgbClr val="4676CB"/>
                </a:solidFill>
                <a:latin typeface="Apple SD Gothic Neo"/>
                <a:ea typeface="Apple SD Gothic Neo"/>
                <a:cs typeface="Apple SD Gothic Neo"/>
              </a:defRPr>
            </a:lvl8pPr>
            <a:lvl9pPr algn="ctr">
              <a:defRPr sz="1425" b="0">
                <a:solidFill>
                  <a:srgbClr val="4676CB"/>
                </a:solidFill>
                <a:latin typeface="Apple SD Gothic Neo"/>
                <a:ea typeface="Apple SD Gothic Neo"/>
                <a:cs typeface="Apple SD Gothic Neo"/>
              </a:defRPr>
            </a:lvl9pPr>
          </a:lstStyle>
          <a:p xmlns:a="http://schemas.openxmlformats.org/drawingml/2006/main">
            <a:pPr algn="ctr">
              <a:defRPr sz="1425" b="0">
                <a:solidFill>
                  <a:srgbClr val="4676CB"/>
                </a:solidFill>
                <a:latin typeface="Apple SD Gothic Neo"/>
                <a:ea typeface="Apple SD Gothic Neo"/>
                <a:cs typeface="Apple SD Gothic Neo"/>
              </a:defRPr>
            </a:pPr>
            <a:r>
              <a:rPr sz="1425" b="0">
                <a:solidFill>
                  <a:srgbClr val="4676CB"/>
                </a:solidFill>
                <a:latin typeface="Apple SD Gothic Neo"/>
                <a:ea typeface="Apple SD Gothic Neo"/>
                <a:cs typeface="Apple SD Gothic Neo"/>
              </a:rPr>
              <a:t>B1 공유 불변 입력·원본</a:t>
            </a:r>
          </a:p>
        </p:txBody>
      </p:sp>
      <p:sp>
        <p:nvSpPr>
          <p:cNvPr id="111" name="Editable path 231">
            <a:extLst xmlns:a="http://schemas.openxmlformats.org/drawingml/2006/main">
              <a:ext uri="{FF2B5EF4-FFF2-40B4-BE49-F238E27FC236}">
                <a16:creationId xmlns:a16="http://schemas.microsoft.com/office/drawing/2014/main" id="{4910FC9D-A7A7-47D7-AC52-EECDC06F8BEC}"/>
              </a:ext>
            </a:extLst>
          </p:cNvPr>
          <p:cNvSpPr>
            <a:spLocks xmlns:a="http://schemas.openxmlformats.org/drawingml/2006/main" noGrp="1"/>
          </p:cNvSpPr>
          <p:nvPr/>
        </p:nvSpPr>
        <p:spPr>
          <a:xfrm xmlns:a="http://schemas.openxmlformats.org/drawingml/2006/main">
            <a:off x="14173200" y="5486400"/>
            <a:ext cx="953" cy="123825"/>
          </a:xfrm>
          <a:custGeom xmlns:a="http://schemas.openxmlformats.org/drawingml/2006/main">
            <a:pathLst>
              <a:path w="953" h="123825">
                <a:moveTo>
                  <a:pt x="0" y="123825"/>
                </a:moveTo>
                <a:lnTo>
                  <a:pt x="0" y="0"/>
                </a:lnTo>
              </a:path>
            </a:pathLst>
          </a:custGeom>
          <a:noFill xmlns:a="http://schemas.openxmlformats.org/drawingml/2006/main"/>
          <a:ln xmlns:a="http://schemas.openxmlformats.org/drawingml/2006/main" w="21908">
            <a:solidFill>
              <a:srgbClr val="4676CB"/>
            </a:solidFill>
            <a:prstDash val="solid"/>
          </a:ln>
        </p:spPr>
      </p:sp>
      <p:sp>
        <p:nvSpPr>
          <p:cNvPr id="112" name="Editable arrowhead 232">
            <a:extLst xmlns:a="http://schemas.openxmlformats.org/drawingml/2006/main">
              <a:ext uri="{FF2B5EF4-FFF2-40B4-BE49-F238E27FC236}">
                <a16:creationId xmlns:a16="http://schemas.microsoft.com/office/drawing/2014/main" id="{DED2A377-E328-4236-8AD8-4F21B349CA1D}"/>
              </a:ext>
            </a:extLst>
          </p:cNvPr>
          <p:cNvSpPr>
            <a:spLocks xmlns:a="http://schemas.openxmlformats.org/drawingml/2006/main" noGrp="1"/>
          </p:cNvSpPr>
          <p:nvPr/>
        </p:nvSpPr>
        <p:spPr>
          <a:xfrm xmlns:a="http://schemas.openxmlformats.org/drawingml/2006/main">
            <a:off x="14125575" y="548640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113" name="Editable path 233">
            <a:extLst xmlns:a="http://schemas.openxmlformats.org/drawingml/2006/main">
              <a:ext uri="{FF2B5EF4-FFF2-40B4-BE49-F238E27FC236}">
                <a16:creationId xmlns:a16="http://schemas.microsoft.com/office/drawing/2014/main" id="{66E32468-A091-42DD-AAAF-293D91A94E8C}"/>
              </a:ext>
            </a:extLst>
          </p:cNvPr>
          <p:cNvSpPr>
            <a:spLocks xmlns:a="http://schemas.openxmlformats.org/drawingml/2006/main" noGrp="1"/>
          </p:cNvSpPr>
          <p:nvPr/>
        </p:nvSpPr>
        <p:spPr>
          <a:xfrm xmlns:a="http://schemas.openxmlformats.org/drawingml/2006/main">
            <a:off x="16573500" y="5486400"/>
            <a:ext cx="953" cy="123825"/>
          </a:xfrm>
          <a:custGeom xmlns:a="http://schemas.openxmlformats.org/drawingml/2006/main">
            <a:pathLst>
              <a:path w="953" h="123825">
                <a:moveTo>
                  <a:pt x="0" y="123825"/>
                </a:moveTo>
                <a:lnTo>
                  <a:pt x="0" y="0"/>
                </a:lnTo>
              </a:path>
            </a:pathLst>
          </a:custGeom>
          <a:noFill xmlns:a="http://schemas.openxmlformats.org/drawingml/2006/main"/>
          <a:ln xmlns:a="http://schemas.openxmlformats.org/drawingml/2006/main" w="21908">
            <a:solidFill>
              <a:srgbClr val="4676CB"/>
            </a:solidFill>
            <a:prstDash val="solid"/>
          </a:ln>
        </p:spPr>
      </p:sp>
      <p:sp>
        <p:nvSpPr>
          <p:cNvPr id="114" name="Editable arrowhead 234">
            <a:extLst xmlns:a="http://schemas.openxmlformats.org/drawingml/2006/main">
              <a:ext uri="{FF2B5EF4-FFF2-40B4-BE49-F238E27FC236}">
                <a16:creationId xmlns:a16="http://schemas.microsoft.com/office/drawing/2014/main" id="{433655E3-C7A8-47F5-B104-9851A62CFF90}"/>
              </a:ext>
            </a:extLst>
          </p:cNvPr>
          <p:cNvSpPr>
            <a:spLocks xmlns:a="http://schemas.openxmlformats.org/drawingml/2006/main" noGrp="1"/>
          </p:cNvSpPr>
          <p:nvPr/>
        </p:nvSpPr>
        <p:spPr>
          <a:xfrm xmlns:a="http://schemas.openxmlformats.org/drawingml/2006/main">
            <a:off x="16525875" y="548640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115" name="Selected B column">
            <a:extLst xmlns:a="http://schemas.openxmlformats.org/drawingml/2006/main">
              <a:ext uri="{FF2B5EF4-FFF2-40B4-BE49-F238E27FC236}">
                <a16:creationId xmlns:a16="http://schemas.microsoft.com/office/drawing/2014/main" id="{A59BAC72-E60A-4F86-B840-37E13A2629EA}"/>
              </a:ext>
            </a:extLst>
          </p:cNvPr>
          <p:cNvSpPr>
            <a:spLocks xmlns:a="http://schemas.openxmlformats.org/drawingml/2006/main" noGrp="1"/>
          </p:cNvSpPr>
          <p:nvPr/>
        </p:nvSpPr>
        <p:spPr>
          <a:xfrm xmlns:a="http://schemas.openxmlformats.org/drawingml/2006/main">
            <a:off x="9963150" y="1657350"/>
            <a:ext cx="8096250" cy="7848600"/>
          </a:xfrm>
          <a:prstGeom xmlns:a="http://schemas.openxmlformats.org/drawingml/2006/main" prst="rect">
            <a:avLst/>
          </a:prstGeom>
          <a:noFill xmlns:a="http://schemas.openxmlformats.org/drawingml/2006/main"/>
          <a:ln xmlns:a="http://schemas.openxmlformats.org/drawingml/2006/main" w="40005">
            <a:solidFill>
              <a:srgbClr val="4676CB"/>
            </a:solidFill>
            <a:prstDash val="solid"/>
          </a:ln>
        </p:spPr>
      </p:sp>
      <p:sp>
        <p:nvSpPr>
          <p:cNvPr id="116" name="DP2 object 235">
            <a:extLst xmlns:a="http://schemas.openxmlformats.org/drawingml/2006/main">
              <a:ext uri="{FF2B5EF4-FFF2-40B4-BE49-F238E27FC236}">
                <a16:creationId xmlns:a16="http://schemas.microsoft.com/office/drawing/2014/main" id="{1089D06F-47E8-4386-BDB9-318EC28E61FA}"/>
              </a:ext>
            </a:extLst>
          </p:cNvPr>
          <p:cNvSpPr>
            <a:spLocks xmlns:a="http://schemas.openxmlformats.org/drawingml/2006/main" noGrp="1"/>
          </p:cNvSpPr>
          <p:nvPr/>
        </p:nvSpPr>
        <p:spPr>
          <a:xfrm xmlns:a="http://schemas.openxmlformats.org/drawingml/2006/main">
            <a:off x="10039350" y="1428750"/>
            <a:ext cx="6381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4875" b="1">
                <a:solidFill>
                  <a:srgbClr val="C00000"/>
                </a:solidFill>
                <a:latin typeface="Apple SD Gothic Neo"/>
                <a:ea typeface="Apple SD Gothic Neo"/>
                <a:cs typeface="Apple SD Gothic Neo"/>
              </a:defRPr>
            </a:defPPr>
            <a:lvl1pPr algn="l">
              <a:defRPr sz="4875" b="1">
                <a:solidFill>
                  <a:srgbClr val="C00000"/>
                </a:solidFill>
                <a:latin typeface="Apple SD Gothic Neo"/>
                <a:ea typeface="Apple SD Gothic Neo"/>
                <a:cs typeface="Apple SD Gothic Neo"/>
              </a:defRPr>
            </a:lvl1pPr>
            <a:lvl2pPr algn="l">
              <a:defRPr sz="4875" b="1">
                <a:solidFill>
                  <a:srgbClr val="C00000"/>
                </a:solidFill>
                <a:latin typeface="Apple SD Gothic Neo"/>
                <a:ea typeface="Apple SD Gothic Neo"/>
                <a:cs typeface="Apple SD Gothic Neo"/>
              </a:defRPr>
            </a:lvl2pPr>
            <a:lvl3pPr algn="l">
              <a:defRPr sz="4875" b="1">
                <a:solidFill>
                  <a:srgbClr val="C00000"/>
                </a:solidFill>
                <a:latin typeface="Apple SD Gothic Neo"/>
                <a:ea typeface="Apple SD Gothic Neo"/>
                <a:cs typeface="Apple SD Gothic Neo"/>
              </a:defRPr>
            </a:lvl3pPr>
            <a:lvl4pPr algn="l">
              <a:defRPr sz="4875" b="1">
                <a:solidFill>
                  <a:srgbClr val="C00000"/>
                </a:solidFill>
                <a:latin typeface="Apple SD Gothic Neo"/>
                <a:ea typeface="Apple SD Gothic Neo"/>
                <a:cs typeface="Apple SD Gothic Neo"/>
              </a:defRPr>
            </a:lvl4pPr>
            <a:lvl5pPr algn="l">
              <a:defRPr sz="4875" b="1">
                <a:solidFill>
                  <a:srgbClr val="C00000"/>
                </a:solidFill>
                <a:latin typeface="Apple SD Gothic Neo"/>
                <a:ea typeface="Apple SD Gothic Neo"/>
                <a:cs typeface="Apple SD Gothic Neo"/>
              </a:defRPr>
            </a:lvl5pPr>
            <a:lvl6pPr algn="l">
              <a:defRPr sz="4875" b="1">
                <a:solidFill>
                  <a:srgbClr val="C00000"/>
                </a:solidFill>
                <a:latin typeface="Apple SD Gothic Neo"/>
                <a:ea typeface="Apple SD Gothic Neo"/>
                <a:cs typeface="Apple SD Gothic Neo"/>
              </a:defRPr>
            </a:lvl6pPr>
            <a:lvl7pPr algn="l">
              <a:defRPr sz="4875" b="1">
                <a:solidFill>
                  <a:srgbClr val="C00000"/>
                </a:solidFill>
                <a:latin typeface="Apple SD Gothic Neo"/>
                <a:ea typeface="Apple SD Gothic Neo"/>
                <a:cs typeface="Apple SD Gothic Neo"/>
              </a:defRPr>
            </a:lvl7pPr>
            <a:lvl8pPr algn="l">
              <a:defRPr sz="4875" b="1">
                <a:solidFill>
                  <a:srgbClr val="C00000"/>
                </a:solidFill>
                <a:latin typeface="Apple SD Gothic Neo"/>
                <a:ea typeface="Apple SD Gothic Neo"/>
                <a:cs typeface="Apple SD Gothic Neo"/>
              </a:defRPr>
            </a:lvl8pPr>
            <a:lvl9pPr algn="l">
              <a:defRPr sz="4875" b="1">
                <a:solidFill>
                  <a:srgbClr val="C00000"/>
                </a:solidFill>
                <a:latin typeface="Apple SD Gothic Neo"/>
                <a:ea typeface="Apple SD Gothic Neo"/>
                <a:cs typeface="Apple SD Gothic Neo"/>
              </a:defRPr>
            </a:lvl9pPr>
          </a:lstStyle>
          <a:p xmlns:a="http://schemas.openxmlformats.org/drawingml/2006/main">
            <a:pPr algn="l">
              <a:defRPr sz="4875" b="1">
                <a:solidFill>
                  <a:srgbClr val="C00000"/>
                </a:solidFill>
                <a:latin typeface="Apple SD Gothic Neo"/>
                <a:ea typeface="Apple SD Gothic Neo"/>
                <a:cs typeface="Apple SD Gothic Neo"/>
              </a:defRPr>
            </a:pPr>
            <a:r>
              <a:rPr sz="4875" b="1">
                <a:solidFill>
                  <a:srgbClr val="C00000"/>
                </a:solidFill>
                <a:latin typeface="Apple SD Gothic Neo"/>
                <a:ea typeface="Apple SD Gothic Neo"/>
                <a:cs typeface="Apple SD Gothic Neo"/>
              </a:rPr>
              <a:t>✓</a:t>
            </a:r>
          </a:p>
        </p:txBody>
      </p:sp>
      <p:sp>
        <p:nvSpPr>
          <p:cNvPr id="117" name="DP2 object 236">
            <a:extLst xmlns:a="http://schemas.openxmlformats.org/drawingml/2006/main">
              <a:ext uri="{FF2B5EF4-FFF2-40B4-BE49-F238E27FC236}">
                <a16:creationId xmlns:a16="http://schemas.microsoft.com/office/drawing/2014/main" id="{6F10FFDC-5D89-48E0-B21D-D3B2F9C5C93C}"/>
              </a:ext>
            </a:extLst>
          </p:cNvPr>
          <p:cNvSpPr>
            <a:spLocks xmlns:a="http://schemas.openxmlformats.org/drawingml/2006/main" noGrp="1"/>
          </p:cNvSpPr>
          <p:nvPr/>
        </p:nvSpPr>
        <p:spPr>
          <a:xfrm xmlns:a="http://schemas.openxmlformats.org/drawingml/2006/main">
            <a:off x="266700" y="9591675"/>
            <a:ext cx="1724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0">
                <a:solidFill>
                  <a:srgbClr val="4676CB"/>
                </a:solidFill>
                <a:latin typeface="Apple SD Gothic Neo"/>
                <a:ea typeface="Apple SD Gothic Neo"/>
                <a:cs typeface="Apple SD Gothic Neo"/>
              </a:defRPr>
            </a:defPPr>
            <a:lvl1pPr algn="l">
              <a:defRPr sz="1575" b="0">
                <a:solidFill>
                  <a:srgbClr val="4676CB"/>
                </a:solidFill>
                <a:latin typeface="Apple SD Gothic Neo"/>
                <a:ea typeface="Apple SD Gothic Neo"/>
                <a:cs typeface="Apple SD Gothic Neo"/>
              </a:defRPr>
            </a:lvl1pPr>
            <a:lvl2pPr algn="l">
              <a:defRPr sz="1575" b="0">
                <a:solidFill>
                  <a:srgbClr val="4676CB"/>
                </a:solidFill>
                <a:latin typeface="Apple SD Gothic Neo"/>
                <a:ea typeface="Apple SD Gothic Neo"/>
                <a:cs typeface="Apple SD Gothic Neo"/>
              </a:defRPr>
            </a:lvl2pPr>
            <a:lvl3pPr algn="l">
              <a:defRPr sz="1575" b="0">
                <a:solidFill>
                  <a:srgbClr val="4676CB"/>
                </a:solidFill>
                <a:latin typeface="Apple SD Gothic Neo"/>
                <a:ea typeface="Apple SD Gothic Neo"/>
                <a:cs typeface="Apple SD Gothic Neo"/>
              </a:defRPr>
            </a:lvl3pPr>
            <a:lvl4pPr algn="l">
              <a:defRPr sz="1575" b="0">
                <a:solidFill>
                  <a:srgbClr val="4676CB"/>
                </a:solidFill>
                <a:latin typeface="Apple SD Gothic Neo"/>
                <a:ea typeface="Apple SD Gothic Neo"/>
                <a:cs typeface="Apple SD Gothic Neo"/>
              </a:defRPr>
            </a:lvl4pPr>
            <a:lvl5pPr algn="l">
              <a:defRPr sz="1575" b="0">
                <a:solidFill>
                  <a:srgbClr val="4676CB"/>
                </a:solidFill>
                <a:latin typeface="Apple SD Gothic Neo"/>
                <a:ea typeface="Apple SD Gothic Neo"/>
                <a:cs typeface="Apple SD Gothic Neo"/>
              </a:defRPr>
            </a:lvl5pPr>
            <a:lvl6pPr algn="l">
              <a:defRPr sz="1575" b="0">
                <a:solidFill>
                  <a:srgbClr val="4676CB"/>
                </a:solidFill>
                <a:latin typeface="Apple SD Gothic Neo"/>
                <a:ea typeface="Apple SD Gothic Neo"/>
                <a:cs typeface="Apple SD Gothic Neo"/>
              </a:defRPr>
            </a:lvl6pPr>
            <a:lvl7pPr algn="l">
              <a:defRPr sz="1575" b="0">
                <a:solidFill>
                  <a:srgbClr val="4676CB"/>
                </a:solidFill>
                <a:latin typeface="Apple SD Gothic Neo"/>
                <a:ea typeface="Apple SD Gothic Neo"/>
                <a:cs typeface="Apple SD Gothic Neo"/>
              </a:defRPr>
            </a:lvl7pPr>
            <a:lvl8pPr algn="l">
              <a:defRPr sz="1575" b="0">
                <a:solidFill>
                  <a:srgbClr val="4676CB"/>
                </a:solidFill>
                <a:latin typeface="Apple SD Gothic Neo"/>
                <a:ea typeface="Apple SD Gothic Neo"/>
                <a:cs typeface="Apple SD Gothic Neo"/>
              </a:defRPr>
            </a:lvl8pPr>
            <a:lvl9pPr algn="l">
              <a:defRPr sz="1575" b="0">
                <a:solidFill>
                  <a:srgbClr val="4676CB"/>
                </a:solidFill>
                <a:latin typeface="Apple SD Gothic Neo"/>
                <a:ea typeface="Apple SD Gothic Neo"/>
                <a:cs typeface="Apple SD Gothic Neo"/>
              </a:defRPr>
            </a:lvl9pPr>
          </a:lstStyle>
          <a:p xmlns:a="http://schemas.openxmlformats.org/drawingml/2006/main">
            <a:pPr algn="l">
              <a:defRPr sz="1575" b="0">
                <a:solidFill>
                  <a:srgbClr val="4676CB"/>
                </a:solidFill>
                <a:latin typeface="Apple SD Gothic Neo"/>
                <a:ea typeface="Apple SD Gothic Neo"/>
                <a:cs typeface="Apple SD Gothic Neo"/>
              </a:defRPr>
            </a:pPr>
            <a:r>
              <a:rPr sz="1575" b="0">
                <a:solidFill>
                  <a:srgbClr val="4676CB"/>
                </a:solidFill>
                <a:latin typeface="Apple SD Gothic Neo"/>
                <a:ea typeface="Apple SD Gothic Neo"/>
                <a:cs typeface="Apple SD Gothic Neo"/>
              </a:rPr>
              <a:t>B1은 작은 로컬 복제 부담 보완. N=1 최고 RSS는 증가. 전체 A/B 재비교와 새 QA01·QA03 측정은 미실시.</a:t>
            </a:r>
          </a:p>
        </p:txBody>
      </p:sp>
      <p:sp>
        <p:nvSpPr>
          <p:cNvPr id="118" name="DP2 object 237">
            <a:extLst xmlns:a="http://schemas.openxmlformats.org/drawingml/2006/main">
              <a:ext uri="{FF2B5EF4-FFF2-40B4-BE49-F238E27FC236}">
                <a16:creationId xmlns:a16="http://schemas.microsoft.com/office/drawing/2014/main" id="{46AABBB1-212D-4DA0-B40B-0E9492D72C2B}"/>
              </a:ext>
            </a:extLst>
          </p:cNvPr>
          <p:cNvSpPr>
            <a:spLocks xmlns:a="http://schemas.openxmlformats.org/drawingml/2006/main" noGrp="1"/>
          </p:cNvSpPr>
          <p:nvPr/>
        </p:nvSpPr>
        <p:spPr>
          <a:xfrm xmlns:a="http://schemas.openxmlformats.org/drawingml/2006/main">
            <a:off x="266700" y="9906000"/>
            <a:ext cx="1719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50555B"/>
                </a:solidFill>
                <a:latin typeface="Apple SD Gothic Neo"/>
                <a:ea typeface="Apple SD Gothic Neo"/>
                <a:cs typeface="Apple SD Gothic Neo"/>
              </a:defRPr>
            </a:defPPr>
            <a:lvl1pPr algn="l">
              <a:defRPr sz="1500" b="0">
                <a:solidFill>
                  <a:srgbClr val="50555B"/>
                </a:solidFill>
                <a:latin typeface="Apple SD Gothic Neo"/>
                <a:ea typeface="Apple SD Gothic Neo"/>
                <a:cs typeface="Apple SD Gothic Neo"/>
              </a:defRPr>
            </a:lvl1pPr>
            <a:lvl2pPr algn="l">
              <a:defRPr sz="1500" b="0">
                <a:solidFill>
                  <a:srgbClr val="50555B"/>
                </a:solidFill>
                <a:latin typeface="Apple SD Gothic Neo"/>
                <a:ea typeface="Apple SD Gothic Neo"/>
                <a:cs typeface="Apple SD Gothic Neo"/>
              </a:defRPr>
            </a:lvl2pPr>
            <a:lvl3pPr algn="l">
              <a:defRPr sz="1500" b="0">
                <a:solidFill>
                  <a:srgbClr val="50555B"/>
                </a:solidFill>
                <a:latin typeface="Apple SD Gothic Neo"/>
                <a:ea typeface="Apple SD Gothic Neo"/>
                <a:cs typeface="Apple SD Gothic Neo"/>
              </a:defRPr>
            </a:lvl3pPr>
            <a:lvl4pPr algn="l">
              <a:defRPr sz="1500" b="0">
                <a:solidFill>
                  <a:srgbClr val="50555B"/>
                </a:solidFill>
                <a:latin typeface="Apple SD Gothic Neo"/>
                <a:ea typeface="Apple SD Gothic Neo"/>
                <a:cs typeface="Apple SD Gothic Neo"/>
              </a:defRPr>
            </a:lvl4pPr>
            <a:lvl5pPr algn="l">
              <a:defRPr sz="1500" b="0">
                <a:solidFill>
                  <a:srgbClr val="50555B"/>
                </a:solidFill>
                <a:latin typeface="Apple SD Gothic Neo"/>
                <a:ea typeface="Apple SD Gothic Neo"/>
                <a:cs typeface="Apple SD Gothic Neo"/>
              </a:defRPr>
            </a:lvl5pPr>
            <a:lvl6pPr algn="l">
              <a:defRPr sz="1500" b="0">
                <a:solidFill>
                  <a:srgbClr val="50555B"/>
                </a:solidFill>
                <a:latin typeface="Apple SD Gothic Neo"/>
                <a:ea typeface="Apple SD Gothic Neo"/>
                <a:cs typeface="Apple SD Gothic Neo"/>
              </a:defRPr>
            </a:lvl6pPr>
            <a:lvl7pPr algn="l">
              <a:defRPr sz="1500" b="0">
                <a:solidFill>
                  <a:srgbClr val="50555B"/>
                </a:solidFill>
                <a:latin typeface="Apple SD Gothic Neo"/>
                <a:ea typeface="Apple SD Gothic Neo"/>
                <a:cs typeface="Apple SD Gothic Neo"/>
              </a:defRPr>
            </a:lvl7pPr>
            <a:lvl8pPr algn="l">
              <a:defRPr sz="1500" b="0">
                <a:solidFill>
                  <a:srgbClr val="50555B"/>
                </a:solidFill>
                <a:latin typeface="Apple SD Gothic Neo"/>
                <a:ea typeface="Apple SD Gothic Neo"/>
                <a:cs typeface="Apple SD Gothic Neo"/>
              </a:defRPr>
            </a:lvl8pPr>
            <a:lvl9pPr algn="l">
              <a:defRPr sz="1500" b="0">
                <a:solidFill>
                  <a:srgbClr val="50555B"/>
                </a:solidFill>
                <a:latin typeface="Apple SD Gothic Neo"/>
                <a:ea typeface="Apple SD Gothic Neo"/>
                <a:cs typeface="Apple SD Gothic Neo"/>
              </a:defRPr>
            </a:lvl9pPr>
          </a:lstStyle>
          <a:p xmlns:a="http://schemas.openxmlformats.org/drawingml/2006/main">
            <a:pPr algn="l">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기본값과 재생값은 다른 실행기. 시간 괄호: 관측/예정. N별 전체 전후 수치와 남은 관계 오류는 4장에 표시.</a:t>
            </a:r>
          </a:p>
        </p:txBody>
      </p:sp>
    </p:spTree>
    <p:extLst>
      <p:ext uri="{BB962C8B-B14F-4D97-AF65-F5344CB8AC3E}">
        <p14:creationId xmlns:p14="http://schemas.microsoft.com/office/powerpoint/2010/main" val="7402813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DP2 object 238">
            <a:extLst xmlns:a="http://schemas.openxmlformats.org/drawingml/2006/main">
              <a:ext uri="{FF2B5EF4-FFF2-40B4-BE49-F238E27FC236}">
                <a16:creationId xmlns:a16="http://schemas.microsoft.com/office/drawing/2014/main" id="{88FF93FA-5360-44ED-B42F-A0EC6A853D44}"/>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DP2. 후속 입력의 의미 판단 실행 방안 (보완 효과 상세)</a:t>
            </a:r>
          </a:p>
        </p:txBody>
      </p:sp>
      <p:sp>
        <p:nvSpPr>
          <p:cNvPr id="2" name="DP2 object 239">
            <a:extLst xmlns:a="http://schemas.openxmlformats.org/drawingml/2006/main">
              <a:ext uri="{FF2B5EF4-FFF2-40B4-BE49-F238E27FC236}">
                <a16:creationId xmlns:a16="http://schemas.microsoft.com/office/drawing/2014/main" id="{11219BB5-6E3B-473E-8A16-05DB43FECD6E}"/>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2 object 240">
            <a:extLst xmlns:a="http://schemas.openxmlformats.org/drawingml/2006/main">
              <a:ext uri="{FF2B5EF4-FFF2-40B4-BE49-F238E27FC236}">
                <a16:creationId xmlns:a16="http://schemas.microsoft.com/office/drawing/2014/main" id="{92D6B753-E577-42C2-A981-0A5CCD2D40C7}"/>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2 object 241">
            <a:extLst xmlns:a="http://schemas.openxmlformats.org/drawingml/2006/main">
              <a:ext uri="{FF2B5EF4-FFF2-40B4-BE49-F238E27FC236}">
                <a16:creationId xmlns:a16="http://schemas.microsoft.com/office/drawing/2014/main" id="{432A5ED5-1008-4441-925B-94278524F4EE}"/>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2 object 242">
            <a:extLst xmlns:a="http://schemas.openxmlformats.org/drawingml/2006/main">
              <a:ext uri="{FF2B5EF4-FFF2-40B4-BE49-F238E27FC236}">
                <a16:creationId xmlns:a16="http://schemas.microsoft.com/office/drawing/2014/main" id="{D303E799-5FF6-438C-A188-7C0A2A25F786}"/>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2 object 243">
            <a:extLst xmlns:a="http://schemas.openxmlformats.org/drawingml/2006/main">
              <a:ext uri="{FF2B5EF4-FFF2-40B4-BE49-F238E27FC236}">
                <a16:creationId xmlns:a16="http://schemas.microsoft.com/office/drawing/2014/main" id="{5FB813DA-E2BE-404A-8EB7-933EC88A9C80}"/>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2 object 244">
            <a:extLst xmlns:a="http://schemas.openxmlformats.org/drawingml/2006/main">
              <a:ext uri="{FF2B5EF4-FFF2-40B4-BE49-F238E27FC236}">
                <a16:creationId xmlns:a16="http://schemas.microsoft.com/office/drawing/2014/main" id="{B1807BB6-BB82-4E80-B6C6-667596ADC766}"/>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2 object 245">
            <a:extLst xmlns:a="http://schemas.openxmlformats.org/drawingml/2006/main">
              <a:ext uri="{FF2B5EF4-FFF2-40B4-BE49-F238E27FC236}">
                <a16:creationId xmlns:a16="http://schemas.microsoft.com/office/drawing/2014/main" id="{E6EF64F2-E97E-4BA2-989B-EA577DA5D0B2}"/>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2 object 246">
            <a:extLst xmlns:a="http://schemas.openxmlformats.org/drawingml/2006/main">
              <a:ext uri="{FF2B5EF4-FFF2-40B4-BE49-F238E27FC236}">
                <a16:creationId xmlns:a16="http://schemas.microsoft.com/office/drawing/2014/main" id="{BD3F4FCB-30FB-4E8D-BC68-1F62E81A65AF}"/>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2 object 247">
            <a:extLst xmlns:a="http://schemas.openxmlformats.org/drawingml/2006/main">
              <a:ext uri="{FF2B5EF4-FFF2-40B4-BE49-F238E27FC236}">
                <a16:creationId xmlns:a16="http://schemas.microsoft.com/office/drawing/2014/main" id="{00A5B976-85D7-4B03-BC5A-D255BAA73717}"/>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2 object 248">
            <a:extLst xmlns:a="http://schemas.openxmlformats.org/drawingml/2006/main">
              <a:ext uri="{FF2B5EF4-FFF2-40B4-BE49-F238E27FC236}">
                <a16:creationId xmlns:a16="http://schemas.microsoft.com/office/drawing/2014/main" id="{B46FED67-60FE-40F6-9689-58556DF1F5B3}"/>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249">
            <a:extLst xmlns:a="http://schemas.openxmlformats.org/drawingml/2006/main">
              <a:ext uri="{FF2B5EF4-FFF2-40B4-BE49-F238E27FC236}">
                <a16:creationId xmlns:a16="http://schemas.microsoft.com/office/drawing/2014/main" id="{9E17FF54-F003-4790-B0B4-47E7AFBB815A}"/>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2 object 250">
            <a:extLst xmlns:a="http://schemas.openxmlformats.org/drawingml/2006/main">
              <a:ext uri="{FF2B5EF4-FFF2-40B4-BE49-F238E27FC236}">
                <a16:creationId xmlns:a16="http://schemas.microsoft.com/office/drawing/2014/main" id="{39F50098-2F99-4082-9EAB-EB1C148FCC73}"/>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4</a:t>
            </a:r>
          </a:p>
        </p:txBody>
      </p:sp>
      <p:sp>
        <p:nvSpPr>
          <p:cNvPr id="14" name="DP2 object 251">
            <a:extLst xmlns:a="http://schemas.openxmlformats.org/drawingml/2006/main">
              <a:ext uri="{FF2B5EF4-FFF2-40B4-BE49-F238E27FC236}">
                <a16:creationId xmlns:a16="http://schemas.microsoft.com/office/drawing/2014/main" id="{5DF511DA-1A17-4C98-A9B5-C0E51034AA34}"/>
              </a:ext>
            </a:extLst>
          </p:cNvPr>
          <p:cNvSpPr>
            <a:spLocks xmlns:a="http://schemas.openxmlformats.org/drawingml/2006/main" noGrp="1"/>
          </p:cNvSpPr>
          <p:nvPr/>
        </p:nvSpPr>
        <p:spPr>
          <a:xfrm xmlns:a="http://schemas.openxmlformats.org/drawingml/2006/main">
            <a:off x="266700" y="1200150"/>
            <a:ext cx="1752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4676CB"/>
                </a:solidFill>
                <a:latin typeface="Apple SD Gothic Neo"/>
                <a:ea typeface="Apple SD Gothic Neo"/>
                <a:cs typeface="Apple SD Gothic Neo"/>
              </a:defRPr>
            </a:defPPr>
            <a:lvl1pPr algn="l">
              <a:defRPr sz="2250" b="1">
                <a:solidFill>
                  <a:srgbClr val="4676CB"/>
                </a:solidFill>
                <a:latin typeface="Apple SD Gothic Neo"/>
                <a:ea typeface="Apple SD Gothic Neo"/>
                <a:cs typeface="Apple SD Gothic Neo"/>
              </a:defRPr>
            </a:lvl1pPr>
            <a:lvl2pPr algn="l">
              <a:defRPr sz="2250" b="1">
                <a:solidFill>
                  <a:srgbClr val="4676CB"/>
                </a:solidFill>
                <a:latin typeface="Apple SD Gothic Neo"/>
                <a:ea typeface="Apple SD Gothic Neo"/>
                <a:cs typeface="Apple SD Gothic Neo"/>
              </a:defRPr>
            </a:lvl2pPr>
            <a:lvl3pPr algn="l">
              <a:defRPr sz="2250" b="1">
                <a:solidFill>
                  <a:srgbClr val="4676CB"/>
                </a:solidFill>
                <a:latin typeface="Apple SD Gothic Neo"/>
                <a:ea typeface="Apple SD Gothic Neo"/>
                <a:cs typeface="Apple SD Gothic Neo"/>
              </a:defRPr>
            </a:lvl3pPr>
            <a:lvl4pPr algn="l">
              <a:defRPr sz="2250" b="1">
                <a:solidFill>
                  <a:srgbClr val="4676CB"/>
                </a:solidFill>
                <a:latin typeface="Apple SD Gothic Neo"/>
                <a:ea typeface="Apple SD Gothic Neo"/>
                <a:cs typeface="Apple SD Gothic Neo"/>
              </a:defRPr>
            </a:lvl4pPr>
            <a:lvl5pPr algn="l">
              <a:defRPr sz="2250" b="1">
                <a:solidFill>
                  <a:srgbClr val="4676CB"/>
                </a:solidFill>
                <a:latin typeface="Apple SD Gothic Neo"/>
                <a:ea typeface="Apple SD Gothic Neo"/>
                <a:cs typeface="Apple SD Gothic Neo"/>
              </a:defRPr>
            </a:lvl5pPr>
            <a:lvl6pPr algn="l">
              <a:defRPr sz="2250" b="1">
                <a:solidFill>
                  <a:srgbClr val="4676CB"/>
                </a:solidFill>
                <a:latin typeface="Apple SD Gothic Neo"/>
                <a:ea typeface="Apple SD Gothic Neo"/>
                <a:cs typeface="Apple SD Gothic Neo"/>
              </a:defRPr>
            </a:lvl6pPr>
            <a:lvl7pPr algn="l">
              <a:defRPr sz="2250" b="1">
                <a:solidFill>
                  <a:srgbClr val="4676CB"/>
                </a:solidFill>
                <a:latin typeface="Apple SD Gothic Neo"/>
                <a:ea typeface="Apple SD Gothic Neo"/>
                <a:cs typeface="Apple SD Gothic Neo"/>
              </a:defRPr>
            </a:lvl7pPr>
            <a:lvl8pPr algn="l">
              <a:defRPr sz="2250" b="1">
                <a:solidFill>
                  <a:srgbClr val="4676CB"/>
                </a:solidFill>
                <a:latin typeface="Apple SD Gothic Neo"/>
                <a:ea typeface="Apple SD Gothic Neo"/>
                <a:cs typeface="Apple SD Gothic Neo"/>
              </a:defRPr>
            </a:lvl8pPr>
            <a:lvl9pPr algn="l">
              <a:defRPr sz="2250" b="1">
                <a:solidFill>
                  <a:srgbClr val="4676CB"/>
                </a:solidFill>
                <a:latin typeface="Apple SD Gothic Neo"/>
                <a:ea typeface="Apple SD Gothic Neo"/>
                <a:cs typeface="Apple SD Gothic Neo"/>
              </a:defRPr>
            </a:lvl9pPr>
          </a:lstStyle>
          <a:p xmlns:a="http://schemas.openxmlformats.org/drawingml/2006/main">
            <a:pPr algn="l">
              <a:defRPr sz="2250" b="1">
                <a:solidFill>
                  <a:srgbClr val="4676CB"/>
                </a:solidFill>
                <a:latin typeface="Apple SD Gothic Neo"/>
                <a:ea typeface="Apple SD Gothic Neo"/>
                <a:cs typeface="Apple SD Gothic Neo"/>
              </a:defRPr>
            </a:pPr>
            <a:r>
              <a:rPr sz="2250" b="1">
                <a:solidFill>
                  <a:srgbClr val="4676CB"/>
                </a:solidFill>
                <a:latin typeface="Apple SD Gothic Neo"/>
                <a:ea typeface="Apple SD Gothic Neo"/>
                <a:cs typeface="Apple SD Gothic Neo"/>
              </a:rPr>
              <a:t>병행 이익은 호출 여유에서, B1의 효과는 입력 복제 감소에서 나온다</a:t>
            </a:r>
          </a:p>
        </p:txBody>
      </p:sp>
      <p:sp>
        <p:nvSpPr>
          <p:cNvPr id="15" name="DP2 object 252">
            <a:extLst xmlns:a="http://schemas.openxmlformats.org/drawingml/2006/main">
              <a:ext uri="{FF2B5EF4-FFF2-40B4-BE49-F238E27FC236}">
                <a16:creationId xmlns:a16="http://schemas.microsoft.com/office/drawing/2014/main" id="{92BC8A64-7572-4924-B989-62001C8BDB58}"/>
              </a:ext>
            </a:extLst>
          </p:cNvPr>
          <p:cNvSpPr>
            <a:spLocks xmlns:a="http://schemas.openxmlformats.org/drawingml/2006/main" noGrp="1"/>
          </p:cNvSpPr>
          <p:nvPr/>
        </p:nvSpPr>
        <p:spPr>
          <a:xfrm xmlns:a="http://schemas.openxmlformats.org/drawingml/2006/main">
            <a:off x="266700" y="1666875"/>
            <a:ext cx="1733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기본 구조 선택의 실제 모델 관측과 보완의 응답 재생을 구분한다.</a:t>
            </a:r>
          </a:p>
        </p:txBody>
      </p:sp>
      <p:sp>
        <p:nvSpPr>
          <p:cNvPr id="16" name="DP2 object 253">
            <a:extLst xmlns:a="http://schemas.openxmlformats.org/drawingml/2006/main">
              <a:ext uri="{FF2B5EF4-FFF2-40B4-BE49-F238E27FC236}">
                <a16:creationId xmlns:a16="http://schemas.microsoft.com/office/drawing/2014/main" id="{0555D764-2061-4145-8E53-E904EE6B1D5D}"/>
              </a:ext>
            </a:extLst>
          </p:cNvPr>
          <p:cNvSpPr>
            <a:spLocks xmlns:a="http://schemas.openxmlformats.org/drawingml/2006/main" noGrp="1"/>
          </p:cNvSpPr>
          <p:nvPr/>
        </p:nvSpPr>
        <p:spPr>
          <a:xfrm xmlns:a="http://schemas.openxmlformats.org/drawingml/2006/main">
            <a:off x="228600" y="2076450"/>
            <a:ext cx="5829300" cy="7258050"/>
          </a:xfrm>
          <a:prstGeom xmlns:a="http://schemas.openxmlformats.org/drawingml/2006/main" prst="rect">
            <a:avLst/>
          </a:prstGeom>
          <a:noFill xmlns:a="http://schemas.openxmlformats.org/drawingml/2006/main"/>
          <a:ln xmlns:a="http://schemas.openxmlformats.org/drawingml/2006/main" w="28575">
            <a:solidFill>
              <a:srgbClr val="4676CB"/>
            </a:solidFill>
            <a:prstDash val="solid"/>
          </a:ln>
        </p:spPr>
      </p:sp>
      <p:sp>
        <p:nvSpPr>
          <p:cNvPr id="17" name="DP2 object 254">
            <a:extLst xmlns:a="http://schemas.openxmlformats.org/drawingml/2006/main">
              <a:ext uri="{FF2B5EF4-FFF2-40B4-BE49-F238E27FC236}">
                <a16:creationId xmlns:a16="http://schemas.microsoft.com/office/drawing/2014/main" id="{FFA7052B-6410-4156-A394-D20BFE991BDF}"/>
              </a:ext>
            </a:extLst>
          </p:cNvPr>
          <p:cNvSpPr>
            <a:spLocks xmlns:a="http://schemas.openxmlformats.org/drawingml/2006/main" noGrp="1"/>
          </p:cNvSpPr>
          <p:nvPr/>
        </p:nvSpPr>
        <p:spPr>
          <a:xfrm xmlns:a="http://schemas.openxmlformats.org/drawingml/2006/main">
            <a:off x="228600" y="2076450"/>
            <a:ext cx="5829300" cy="485775"/>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18" name="DP2 object 255">
            <a:extLst xmlns:a="http://schemas.openxmlformats.org/drawingml/2006/main">
              <a:ext uri="{FF2B5EF4-FFF2-40B4-BE49-F238E27FC236}">
                <a16:creationId xmlns:a16="http://schemas.microsoft.com/office/drawing/2014/main" id="{D8E343FD-6D06-4914-844F-D2C848EC5BE2}"/>
              </a:ext>
            </a:extLst>
          </p:cNvPr>
          <p:cNvSpPr>
            <a:spLocks xmlns:a="http://schemas.openxmlformats.org/drawingml/2006/main" noGrp="1"/>
          </p:cNvSpPr>
          <p:nvPr/>
        </p:nvSpPr>
        <p:spPr>
          <a:xfrm xmlns:a="http://schemas.openxmlformats.org/drawingml/2006/main">
            <a:off x="419100" y="2114550"/>
            <a:ext cx="544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250" b="1">
                <a:solidFill>
                  <a:srgbClr val="111111"/>
                </a:solidFill>
                <a:latin typeface="Apple SD Gothic Neo"/>
                <a:ea typeface="Apple SD Gothic Neo"/>
                <a:cs typeface="Apple SD Gothic Neo"/>
              </a:defRPr>
            </a:defPPr>
            <a:lvl1pPr algn="ctr">
              <a:defRPr sz="2250" b="1">
                <a:solidFill>
                  <a:srgbClr val="111111"/>
                </a:solidFill>
                <a:latin typeface="Apple SD Gothic Neo"/>
                <a:ea typeface="Apple SD Gothic Neo"/>
                <a:cs typeface="Apple SD Gothic Neo"/>
              </a:defRPr>
            </a:lvl1pPr>
            <a:lvl2pPr algn="ctr">
              <a:defRPr sz="2250" b="1">
                <a:solidFill>
                  <a:srgbClr val="111111"/>
                </a:solidFill>
                <a:latin typeface="Apple SD Gothic Neo"/>
                <a:ea typeface="Apple SD Gothic Neo"/>
                <a:cs typeface="Apple SD Gothic Neo"/>
              </a:defRPr>
            </a:lvl2pPr>
            <a:lvl3pPr algn="ctr">
              <a:defRPr sz="2250" b="1">
                <a:solidFill>
                  <a:srgbClr val="111111"/>
                </a:solidFill>
                <a:latin typeface="Apple SD Gothic Neo"/>
                <a:ea typeface="Apple SD Gothic Neo"/>
                <a:cs typeface="Apple SD Gothic Neo"/>
              </a:defRPr>
            </a:lvl3pPr>
            <a:lvl4pPr algn="ctr">
              <a:defRPr sz="2250" b="1">
                <a:solidFill>
                  <a:srgbClr val="111111"/>
                </a:solidFill>
                <a:latin typeface="Apple SD Gothic Neo"/>
                <a:ea typeface="Apple SD Gothic Neo"/>
                <a:cs typeface="Apple SD Gothic Neo"/>
              </a:defRPr>
            </a:lvl4pPr>
            <a:lvl5pPr algn="ctr">
              <a:defRPr sz="2250" b="1">
                <a:solidFill>
                  <a:srgbClr val="111111"/>
                </a:solidFill>
                <a:latin typeface="Apple SD Gothic Neo"/>
                <a:ea typeface="Apple SD Gothic Neo"/>
                <a:cs typeface="Apple SD Gothic Neo"/>
              </a:defRPr>
            </a:lvl5pPr>
            <a:lvl6pPr algn="ctr">
              <a:defRPr sz="2250" b="1">
                <a:solidFill>
                  <a:srgbClr val="111111"/>
                </a:solidFill>
                <a:latin typeface="Apple SD Gothic Neo"/>
                <a:ea typeface="Apple SD Gothic Neo"/>
                <a:cs typeface="Apple SD Gothic Neo"/>
              </a:defRPr>
            </a:lvl6pPr>
            <a:lvl7pPr algn="ctr">
              <a:defRPr sz="2250" b="1">
                <a:solidFill>
                  <a:srgbClr val="111111"/>
                </a:solidFill>
                <a:latin typeface="Apple SD Gothic Neo"/>
                <a:ea typeface="Apple SD Gothic Neo"/>
                <a:cs typeface="Apple SD Gothic Neo"/>
              </a:defRPr>
            </a:lvl7pPr>
            <a:lvl8pPr algn="ctr">
              <a:defRPr sz="2250" b="1">
                <a:solidFill>
                  <a:srgbClr val="111111"/>
                </a:solidFill>
                <a:latin typeface="Apple SD Gothic Neo"/>
                <a:ea typeface="Apple SD Gothic Neo"/>
                <a:cs typeface="Apple SD Gothic Neo"/>
              </a:defRPr>
            </a:lvl8pPr>
            <a:lvl9pPr algn="ctr">
              <a:defRPr sz="2250" b="1">
                <a:solidFill>
                  <a:srgbClr val="111111"/>
                </a:solidFill>
                <a:latin typeface="Apple SD Gothic Neo"/>
                <a:ea typeface="Apple SD Gothic Neo"/>
                <a:cs typeface="Apple SD Gothic Neo"/>
              </a:defRPr>
            </a:lvl9pPr>
          </a:lstStyle>
          <a:p xmlns:a="http://schemas.openxmlformats.org/drawingml/2006/main">
            <a:pPr algn="ctr">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B1. 불변 input/source 공유</a:t>
            </a:r>
          </a:p>
        </p:txBody>
      </p:sp>
      <p:sp>
        <p:nvSpPr>
          <p:cNvPr id="19" name="DP2 object 256">
            <a:extLst xmlns:a="http://schemas.openxmlformats.org/drawingml/2006/main">
              <a:ext uri="{FF2B5EF4-FFF2-40B4-BE49-F238E27FC236}">
                <a16:creationId xmlns:a16="http://schemas.microsoft.com/office/drawing/2014/main" id="{76EAB45E-2943-4F99-A25A-7E668E106161}"/>
              </a:ext>
            </a:extLst>
          </p:cNvPr>
          <p:cNvSpPr>
            <a:spLocks xmlns:a="http://schemas.openxmlformats.org/drawingml/2006/main" noGrp="1"/>
          </p:cNvSpPr>
          <p:nvPr/>
        </p:nvSpPr>
        <p:spPr>
          <a:xfrm xmlns:a="http://schemas.openxmlformats.org/drawingml/2006/main">
            <a:off x="419100" y="2714625"/>
            <a:ext cx="544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기본 B: 실행마다 불변 입력을 복사</a:t>
            </a:r>
          </a:p>
        </p:txBody>
      </p:sp>
      <p:sp>
        <p:nvSpPr>
          <p:cNvPr id="20" name="R1 logical execution">
            <a:extLst xmlns:a="http://schemas.openxmlformats.org/drawingml/2006/main">
              <a:ext uri="{FF2B5EF4-FFF2-40B4-BE49-F238E27FC236}">
                <a16:creationId xmlns:a16="http://schemas.microsoft.com/office/drawing/2014/main" id="{2A14F588-F2B0-4D04-9EDF-7B16F6975A94}"/>
              </a:ext>
            </a:extLst>
          </p:cNvPr>
          <p:cNvSpPr>
            <a:spLocks xmlns:a="http://schemas.openxmlformats.org/drawingml/2006/main" noGrp="1"/>
          </p:cNvSpPr>
          <p:nvPr/>
        </p:nvSpPr>
        <p:spPr>
          <a:xfrm xmlns:a="http://schemas.openxmlformats.org/drawingml/2006/main">
            <a:off x="495300" y="3248025"/>
            <a:ext cx="2400300" cy="1352550"/>
          </a:xfrm>
          <a:prstGeom xmlns:a="http://schemas.openxmlformats.org/drawingml/2006/main" prst="rect">
            <a:avLst/>
          </a:prstGeom>
          <a:solidFill xmlns:a="http://schemas.openxmlformats.org/drawingml/2006/main">
            <a:srgbClr val="FFFFFF"/>
          </a:solidFill>
          <a:ln xmlns:a="http://schemas.openxmlformats.org/drawingml/2006/main" w="19050">
            <a:solidFill>
              <a:srgbClr val="111111"/>
            </a:solidFill>
            <a:prstDash val="solid"/>
          </a:ln>
        </p:spPr>
      </p:sp>
      <p:sp>
        <p:nvSpPr>
          <p:cNvPr id="21" name="R2 logical execution">
            <a:extLst xmlns:a="http://schemas.openxmlformats.org/drawingml/2006/main">
              <a:ext uri="{FF2B5EF4-FFF2-40B4-BE49-F238E27FC236}">
                <a16:creationId xmlns:a16="http://schemas.microsoft.com/office/drawing/2014/main" id="{DFBB2BC9-1D1D-4E4C-ACFC-491EE83047B1}"/>
              </a:ext>
            </a:extLst>
          </p:cNvPr>
          <p:cNvSpPr>
            <a:spLocks xmlns:a="http://schemas.openxmlformats.org/drawingml/2006/main" noGrp="1"/>
          </p:cNvSpPr>
          <p:nvPr/>
        </p:nvSpPr>
        <p:spPr>
          <a:xfrm xmlns:a="http://schemas.openxmlformats.org/drawingml/2006/main">
            <a:off x="3371850" y="3248025"/>
            <a:ext cx="2400300" cy="1352550"/>
          </a:xfrm>
          <a:prstGeom xmlns:a="http://schemas.openxmlformats.org/drawingml/2006/main" prst="rect">
            <a:avLst/>
          </a:prstGeom>
          <a:solidFill xmlns:a="http://schemas.openxmlformats.org/drawingml/2006/main">
            <a:srgbClr val="FFFFFF"/>
          </a:solidFill>
          <a:ln xmlns:a="http://schemas.openxmlformats.org/drawingml/2006/main" w="19050">
            <a:solidFill>
              <a:srgbClr val="111111"/>
            </a:solidFill>
            <a:prstDash val="solid"/>
          </a:ln>
        </p:spPr>
      </p:sp>
      <p:sp>
        <p:nvSpPr>
          <p:cNvPr id="22" name="DP2 object 257">
            <a:extLst xmlns:a="http://schemas.openxmlformats.org/drawingml/2006/main">
              <a:ext uri="{FF2B5EF4-FFF2-40B4-BE49-F238E27FC236}">
                <a16:creationId xmlns:a16="http://schemas.microsoft.com/office/drawing/2014/main" id="{4B19C2E7-839C-4B15-AEB5-5B5E8147FB6F}"/>
              </a:ext>
            </a:extLst>
          </p:cNvPr>
          <p:cNvSpPr>
            <a:spLocks xmlns:a="http://schemas.openxmlformats.org/drawingml/2006/main" noGrp="1"/>
          </p:cNvSpPr>
          <p:nvPr/>
        </p:nvSpPr>
        <p:spPr>
          <a:xfrm xmlns:a="http://schemas.openxmlformats.org/drawingml/2006/main">
            <a:off x="581025" y="3305175"/>
            <a:ext cx="2228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R1 해석 실행</a:t>
            </a:r>
          </a:p>
        </p:txBody>
      </p:sp>
      <p:sp>
        <p:nvSpPr>
          <p:cNvPr id="23" name="DP2 object 258">
            <a:extLst xmlns:a="http://schemas.openxmlformats.org/drawingml/2006/main">
              <a:ext uri="{FF2B5EF4-FFF2-40B4-BE49-F238E27FC236}">
                <a16:creationId xmlns:a16="http://schemas.microsoft.com/office/drawing/2014/main" id="{A5E57712-C0DD-4DA8-9F7E-9B15848D120C}"/>
              </a:ext>
            </a:extLst>
          </p:cNvPr>
          <p:cNvSpPr>
            <a:spLocks xmlns:a="http://schemas.openxmlformats.org/drawingml/2006/main" noGrp="1"/>
          </p:cNvSpPr>
          <p:nvPr/>
        </p:nvSpPr>
        <p:spPr>
          <a:xfrm xmlns:a="http://schemas.openxmlformats.org/drawingml/2006/main">
            <a:off x="3457575" y="3305175"/>
            <a:ext cx="2228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R2 해석 실행</a:t>
            </a:r>
          </a:p>
        </p:txBody>
      </p:sp>
      <p:sp>
        <p:nvSpPr>
          <p:cNvPr id="24" name="입력·원본 복사①">
            <a:extLst xmlns:a="http://schemas.openxmlformats.org/drawingml/2006/main">
              <a:ext uri="{FF2B5EF4-FFF2-40B4-BE49-F238E27FC236}">
                <a16:creationId xmlns:a16="http://schemas.microsoft.com/office/drawing/2014/main" id="{E55E82F8-4AE9-4287-BE26-E36B4EBD8785}"/>
              </a:ext>
            </a:extLst>
          </p:cNvPr>
          <p:cNvSpPr>
            <a:spLocks xmlns:a="http://schemas.openxmlformats.org/drawingml/2006/main" noGrp="1"/>
          </p:cNvSpPr>
          <p:nvPr/>
        </p:nvSpPr>
        <p:spPr>
          <a:xfrm xmlns:a="http://schemas.openxmlformats.org/drawingml/2006/main">
            <a:off x="619125" y="3781425"/>
            <a:ext cx="2152650" cy="6667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5" name="DP2 object 259">
            <a:extLst xmlns:a="http://schemas.openxmlformats.org/drawingml/2006/main">
              <a:ext uri="{FF2B5EF4-FFF2-40B4-BE49-F238E27FC236}">
                <a16:creationId xmlns:a16="http://schemas.microsoft.com/office/drawing/2014/main" id="{8C73ACBB-53E3-4D92-B58C-8F40A1172CCA}"/>
              </a:ext>
            </a:extLst>
          </p:cNvPr>
          <p:cNvSpPr>
            <a:spLocks xmlns:a="http://schemas.openxmlformats.org/drawingml/2006/main" noGrp="1"/>
          </p:cNvSpPr>
          <p:nvPr/>
        </p:nvSpPr>
        <p:spPr>
          <a:xfrm xmlns:a="http://schemas.openxmlformats.org/drawingml/2006/main">
            <a:off x="666750" y="3886200"/>
            <a:ext cx="2057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입력·원본 복사①</a:t>
            </a:r>
          </a:p>
        </p:txBody>
      </p:sp>
      <p:sp>
        <p:nvSpPr>
          <p:cNvPr id="26" name="입력·원본 복사②">
            <a:extLst xmlns:a="http://schemas.openxmlformats.org/drawingml/2006/main">
              <a:ext uri="{FF2B5EF4-FFF2-40B4-BE49-F238E27FC236}">
                <a16:creationId xmlns:a16="http://schemas.microsoft.com/office/drawing/2014/main" id="{1212BFE3-3E68-4A8B-94DB-222F22133EB2}"/>
              </a:ext>
            </a:extLst>
          </p:cNvPr>
          <p:cNvSpPr>
            <a:spLocks xmlns:a="http://schemas.openxmlformats.org/drawingml/2006/main" noGrp="1"/>
          </p:cNvSpPr>
          <p:nvPr/>
        </p:nvSpPr>
        <p:spPr>
          <a:xfrm xmlns:a="http://schemas.openxmlformats.org/drawingml/2006/main">
            <a:off x="3495675" y="3781425"/>
            <a:ext cx="2152650" cy="6667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7" name="DP2 object 260">
            <a:extLst xmlns:a="http://schemas.openxmlformats.org/drawingml/2006/main">
              <a:ext uri="{FF2B5EF4-FFF2-40B4-BE49-F238E27FC236}">
                <a16:creationId xmlns:a16="http://schemas.microsoft.com/office/drawing/2014/main" id="{A5117057-1670-4557-B04B-702A99599A9B}"/>
              </a:ext>
            </a:extLst>
          </p:cNvPr>
          <p:cNvSpPr>
            <a:spLocks xmlns:a="http://schemas.openxmlformats.org/drawingml/2006/main" noGrp="1"/>
          </p:cNvSpPr>
          <p:nvPr/>
        </p:nvSpPr>
        <p:spPr>
          <a:xfrm xmlns:a="http://schemas.openxmlformats.org/drawingml/2006/main">
            <a:off x="3543300" y="3886200"/>
            <a:ext cx="2057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입력·원본 복사②</a:t>
            </a:r>
          </a:p>
        </p:txBody>
      </p:sp>
      <p:sp>
        <p:nvSpPr>
          <p:cNvPr id="28" name="Editable path 261">
            <a:extLst xmlns:a="http://schemas.openxmlformats.org/drawingml/2006/main">
              <a:ext uri="{FF2B5EF4-FFF2-40B4-BE49-F238E27FC236}">
                <a16:creationId xmlns:a16="http://schemas.microsoft.com/office/drawing/2014/main" id="{2F1F977F-4A14-4C2D-8B9B-1CF91E172129}"/>
              </a:ext>
            </a:extLst>
          </p:cNvPr>
          <p:cNvSpPr>
            <a:spLocks xmlns:a="http://schemas.openxmlformats.org/drawingml/2006/main" noGrp="1"/>
          </p:cNvSpPr>
          <p:nvPr/>
        </p:nvSpPr>
        <p:spPr>
          <a:xfrm xmlns:a="http://schemas.openxmlformats.org/drawingml/2006/main">
            <a:off x="3143250" y="4695825"/>
            <a:ext cx="953" cy="685800"/>
          </a:xfrm>
          <a:custGeom xmlns:a="http://schemas.openxmlformats.org/drawingml/2006/main">
            <a:pathLst>
              <a:path w="953" h="685800">
                <a:moveTo>
                  <a:pt x="0" y="0"/>
                </a:moveTo>
                <a:lnTo>
                  <a:pt x="0" y="685800"/>
                </a:lnTo>
              </a:path>
            </a:pathLst>
          </a:custGeom>
          <a:noFill xmlns:a="http://schemas.openxmlformats.org/drawingml/2006/main"/>
          <a:ln xmlns:a="http://schemas.openxmlformats.org/drawingml/2006/main" w="28575">
            <a:solidFill>
              <a:srgbClr val="4676CB"/>
            </a:solidFill>
            <a:prstDash val="solid"/>
          </a:ln>
        </p:spPr>
      </p:sp>
      <p:sp>
        <p:nvSpPr>
          <p:cNvPr id="29" name="Editable arrowhead 262">
            <a:extLst xmlns:a="http://schemas.openxmlformats.org/drawingml/2006/main">
              <a:ext uri="{FF2B5EF4-FFF2-40B4-BE49-F238E27FC236}">
                <a16:creationId xmlns:a16="http://schemas.microsoft.com/office/drawing/2014/main" id="{89EA08BD-8229-4D7F-BDD3-0D50B0C08D98}"/>
              </a:ext>
            </a:extLst>
          </p:cNvPr>
          <p:cNvSpPr>
            <a:spLocks xmlns:a="http://schemas.openxmlformats.org/drawingml/2006/main" noGrp="1"/>
          </p:cNvSpPr>
          <p:nvPr/>
        </p:nvSpPr>
        <p:spPr>
          <a:xfrm xmlns:a="http://schemas.openxmlformats.org/drawingml/2006/main">
            <a:off x="3095625" y="52863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30" name="DP2 object 263">
            <a:extLst xmlns:a="http://schemas.openxmlformats.org/drawingml/2006/main">
              <a:ext uri="{FF2B5EF4-FFF2-40B4-BE49-F238E27FC236}">
                <a16:creationId xmlns:a16="http://schemas.microsoft.com/office/drawing/2014/main" id="{C8F423F9-ED98-4B83-A1CC-05F5D0CCE2D6}"/>
              </a:ext>
            </a:extLst>
          </p:cNvPr>
          <p:cNvSpPr>
            <a:spLocks xmlns:a="http://schemas.openxmlformats.org/drawingml/2006/main" noGrp="1"/>
          </p:cNvSpPr>
          <p:nvPr/>
        </p:nvSpPr>
        <p:spPr>
          <a:xfrm xmlns:a="http://schemas.openxmlformats.org/drawingml/2006/main">
            <a:off x="542925" y="4886325"/>
            <a:ext cx="23717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1">
                <a:solidFill>
                  <a:srgbClr val="4676CB"/>
                </a:solidFill>
                <a:latin typeface="Apple SD Gothic Neo"/>
                <a:ea typeface="Apple SD Gothic Neo"/>
                <a:cs typeface="Apple SD Gothic Neo"/>
              </a:defRPr>
            </a:defPPr>
            <a:lvl1pPr algn="l">
              <a:defRPr sz="1875" b="1">
                <a:solidFill>
                  <a:srgbClr val="4676CB"/>
                </a:solidFill>
                <a:latin typeface="Apple SD Gothic Neo"/>
                <a:ea typeface="Apple SD Gothic Neo"/>
                <a:cs typeface="Apple SD Gothic Neo"/>
              </a:defRPr>
            </a:lvl1pPr>
            <a:lvl2pPr algn="l">
              <a:defRPr sz="1875" b="1">
                <a:solidFill>
                  <a:srgbClr val="4676CB"/>
                </a:solidFill>
                <a:latin typeface="Apple SD Gothic Neo"/>
                <a:ea typeface="Apple SD Gothic Neo"/>
                <a:cs typeface="Apple SD Gothic Neo"/>
              </a:defRPr>
            </a:lvl2pPr>
            <a:lvl3pPr algn="l">
              <a:defRPr sz="1875" b="1">
                <a:solidFill>
                  <a:srgbClr val="4676CB"/>
                </a:solidFill>
                <a:latin typeface="Apple SD Gothic Neo"/>
                <a:ea typeface="Apple SD Gothic Neo"/>
                <a:cs typeface="Apple SD Gothic Neo"/>
              </a:defRPr>
            </a:lvl3pPr>
            <a:lvl4pPr algn="l">
              <a:defRPr sz="1875" b="1">
                <a:solidFill>
                  <a:srgbClr val="4676CB"/>
                </a:solidFill>
                <a:latin typeface="Apple SD Gothic Neo"/>
                <a:ea typeface="Apple SD Gothic Neo"/>
                <a:cs typeface="Apple SD Gothic Neo"/>
              </a:defRPr>
            </a:lvl4pPr>
            <a:lvl5pPr algn="l">
              <a:defRPr sz="1875" b="1">
                <a:solidFill>
                  <a:srgbClr val="4676CB"/>
                </a:solidFill>
                <a:latin typeface="Apple SD Gothic Neo"/>
                <a:ea typeface="Apple SD Gothic Neo"/>
                <a:cs typeface="Apple SD Gothic Neo"/>
              </a:defRPr>
            </a:lvl5pPr>
            <a:lvl6pPr algn="l">
              <a:defRPr sz="1875" b="1">
                <a:solidFill>
                  <a:srgbClr val="4676CB"/>
                </a:solidFill>
                <a:latin typeface="Apple SD Gothic Neo"/>
                <a:ea typeface="Apple SD Gothic Neo"/>
                <a:cs typeface="Apple SD Gothic Neo"/>
              </a:defRPr>
            </a:lvl6pPr>
            <a:lvl7pPr algn="l">
              <a:defRPr sz="1875" b="1">
                <a:solidFill>
                  <a:srgbClr val="4676CB"/>
                </a:solidFill>
                <a:latin typeface="Apple SD Gothic Neo"/>
                <a:ea typeface="Apple SD Gothic Neo"/>
                <a:cs typeface="Apple SD Gothic Neo"/>
              </a:defRPr>
            </a:lvl7pPr>
            <a:lvl8pPr algn="l">
              <a:defRPr sz="1875" b="1">
                <a:solidFill>
                  <a:srgbClr val="4676CB"/>
                </a:solidFill>
                <a:latin typeface="Apple SD Gothic Neo"/>
                <a:ea typeface="Apple SD Gothic Neo"/>
                <a:cs typeface="Apple SD Gothic Neo"/>
              </a:defRPr>
            </a:lvl8pPr>
            <a:lvl9pPr algn="l">
              <a:defRPr sz="1875" b="1">
                <a:solidFill>
                  <a:srgbClr val="4676CB"/>
                </a:solidFill>
                <a:latin typeface="Apple SD Gothic Neo"/>
                <a:ea typeface="Apple SD Gothic Neo"/>
                <a:cs typeface="Apple SD Gothic Neo"/>
              </a:defRPr>
            </a:lvl9pPr>
          </a:lstStyle>
          <a:p xmlns:a="http://schemas.openxmlformats.org/drawingml/2006/main">
            <a:pPr algn="l">
              <a:defRPr sz="1875" b="1">
                <a:solidFill>
                  <a:srgbClr val="4676CB"/>
                </a:solidFill>
                <a:latin typeface="Apple SD Gothic Neo"/>
                <a:ea typeface="Apple SD Gothic Neo"/>
                <a:cs typeface="Apple SD Gothic Neo"/>
              </a:defRPr>
            </a:pPr>
            <a:r>
              <a:rPr sz="1875" b="1">
                <a:solidFill>
                  <a:srgbClr val="4676CB"/>
                </a:solidFill>
                <a:latin typeface="Apple SD Gothic Neo"/>
                <a:ea typeface="Apple SD Gothic Neo"/>
                <a:cs typeface="Apple SD Gothic Neo"/>
              </a:rPr>
              <a:t>불변 자료를 한 번 보존</a:t>
            </a:r>
          </a:p>
        </p:txBody>
      </p:sp>
      <p:sp>
        <p:nvSpPr>
          <p:cNvPr id="31" name="B1 공유 불변 입력·원본">
            <a:extLst xmlns:a="http://schemas.openxmlformats.org/drawingml/2006/main">
              <a:ext uri="{FF2B5EF4-FFF2-40B4-BE49-F238E27FC236}">
                <a16:creationId xmlns:a16="http://schemas.microsoft.com/office/drawing/2014/main" id="{7D64D0A1-DD83-41D1-AF60-1C263ADBD2C6}"/>
              </a:ext>
            </a:extLst>
          </p:cNvPr>
          <p:cNvSpPr>
            <a:spLocks xmlns:a="http://schemas.openxmlformats.org/drawingml/2006/main" noGrp="1"/>
          </p:cNvSpPr>
          <p:nvPr/>
        </p:nvSpPr>
        <p:spPr>
          <a:xfrm xmlns:a="http://schemas.openxmlformats.org/drawingml/2006/main">
            <a:off x="1276350" y="5505450"/>
            <a:ext cx="3733800" cy="7715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4676CB"/>
            </a:solidFill>
            <a:prstDash val="solid"/>
          </a:ln>
        </p:spPr>
      </p:sp>
      <p:sp>
        <p:nvSpPr>
          <p:cNvPr id="32" name="DP2 object 264">
            <a:extLst xmlns:a="http://schemas.openxmlformats.org/drawingml/2006/main">
              <a:ext uri="{FF2B5EF4-FFF2-40B4-BE49-F238E27FC236}">
                <a16:creationId xmlns:a16="http://schemas.microsoft.com/office/drawing/2014/main" id="{B15CF0A1-A969-4334-B6A4-79139426CB39}"/>
              </a:ext>
            </a:extLst>
          </p:cNvPr>
          <p:cNvSpPr>
            <a:spLocks xmlns:a="http://schemas.openxmlformats.org/drawingml/2006/main" noGrp="1"/>
          </p:cNvSpPr>
          <p:nvPr/>
        </p:nvSpPr>
        <p:spPr>
          <a:xfrm xmlns:a="http://schemas.openxmlformats.org/drawingml/2006/main">
            <a:off x="1323975" y="5610225"/>
            <a:ext cx="3638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0">
                <a:solidFill>
                  <a:srgbClr val="4676CB"/>
                </a:solidFill>
                <a:latin typeface="Apple SD Gothic Neo"/>
                <a:ea typeface="Apple SD Gothic Neo"/>
                <a:cs typeface="Apple SD Gothic Neo"/>
              </a:defRPr>
            </a:defPPr>
            <a:lvl1pPr algn="ctr">
              <a:defRPr sz="2025" b="0">
                <a:solidFill>
                  <a:srgbClr val="4676CB"/>
                </a:solidFill>
                <a:latin typeface="Apple SD Gothic Neo"/>
                <a:ea typeface="Apple SD Gothic Neo"/>
                <a:cs typeface="Apple SD Gothic Neo"/>
              </a:defRPr>
            </a:lvl1pPr>
            <a:lvl2pPr algn="ctr">
              <a:defRPr sz="2025" b="0">
                <a:solidFill>
                  <a:srgbClr val="4676CB"/>
                </a:solidFill>
                <a:latin typeface="Apple SD Gothic Neo"/>
                <a:ea typeface="Apple SD Gothic Neo"/>
                <a:cs typeface="Apple SD Gothic Neo"/>
              </a:defRPr>
            </a:lvl2pPr>
            <a:lvl3pPr algn="ctr">
              <a:defRPr sz="2025" b="0">
                <a:solidFill>
                  <a:srgbClr val="4676CB"/>
                </a:solidFill>
                <a:latin typeface="Apple SD Gothic Neo"/>
                <a:ea typeface="Apple SD Gothic Neo"/>
                <a:cs typeface="Apple SD Gothic Neo"/>
              </a:defRPr>
            </a:lvl3pPr>
            <a:lvl4pPr algn="ctr">
              <a:defRPr sz="2025" b="0">
                <a:solidFill>
                  <a:srgbClr val="4676CB"/>
                </a:solidFill>
                <a:latin typeface="Apple SD Gothic Neo"/>
                <a:ea typeface="Apple SD Gothic Neo"/>
                <a:cs typeface="Apple SD Gothic Neo"/>
              </a:defRPr>
            </a:lvl4pPr>
            <a:lvl5pPr algn="ctr">
              <a:defRPr sz="2025" b="0">
                <a:solidFill>
                  <a:srgbClr val="4676CB"/>
                </a:solidFill>
                <a:latin typeface="Apple SD Gothic Neo"/>
                <a:ea typeface="Apple SD Gothic Neo"/>
                <a:cs typeface="Apple SD Gothic Neo"/>
              </a:defRPr>
            </a:lvl5pPr>
            <a:lvl6pPr algn="ctr">
              <a:defRPr sz="2025" b="0">
                <a:solidFill>
                  <a:srgbClr val="4676CB"/>
                </a:solidFill>
                <a:latin typeface="Apple SD Gothic Neo"/>
                <a:ea typeface="Apple SD Gothic Neo"/>
                <a:cs typeface="Apple SD Gothic Neo"/>
              </a:defRPr>
            </a:lvl6pPr>
            <a:lvl7pPr algn="ctr">
              <a:defRPr sz="2025" b="0">
                <a:solidFill>
                  <a:srgbClr val="4676CB"/>
                </a:solidFill>
                <a:latin typeface="Apple SD Gothic Neo"/>
                <a:ea typeface="Apple SD Gothic Neo"/>
                <a:cs typeface="Apple SD Gothic Neo"/>
              </a:defRPr>
            </a:lvl7pPr>
            <a:lvl8pPr algn="ctr">
              <a:defRPr sz="2025" b="0">
                <a:solidFill>
                  <a:srgbClr val="4676CB"/>
                </a:solidFill>
                <a:latin typeface="Apple SD Gothic Neo"/>
                <a:ea typeface="Apple SD Gothic Neo"/>
                <a:cs typeface="Apple SD Gothic Neo"/>
              </a:defRPr>
            </a:lvl8pPr>
            <a:lvl9pPr algn="ctr">
              <a:defRPr sz="2025" b="0">
                <a:solidFill>
                  <a:srgbClr val="4676CB"/>
                </a:solidFill>
                <a:latin typeface="Apple SD Gothic Neo"/>
                <a:ea typeface="Apple SD Gothic Neo"/>
                <a:cs typeface="Apple SD Gothic Neo"/>
              </a:defRPr>
            </a:lvl9pPr>
          </a:lstStyle>
          <a:p xmlns:a="http://schemas.openxmlformats.org/drawingml/2006/main">
            <a:pPr algn="ctr">
              <a:defRPr sz="2025" b="0">
                <a:solidFill>
                  <a:srgbClr val="4676CB"/>
                </a:solidFill>
                <a:latin typeface="Apple SD Gothic Neo"/>
                <a:ea typeface="Apple SD Gothic Neo"/>
                <a:cs typeface="Apple SD Gothic Neo"/>
              </a:defRPr>
            </a:pPr>
            <a:r>
              <a:rPr sz="2025" b="0">
                <a:solidFill>
                  <a:srgbClr val="4676CB"/>
                </a:solidFill>
                <a:latin typeface="Apple SD Gothic Neo"/>
                <a:ea typeface="Apple SD Gothic Neo"/>
                <a:cs typeface="Apple SD Gothic Neo"/>
              </a:rPr>
              <a:t>B1 공유 불변 입력·원본</a:t>
            </a:r>
          </a:p>
        </p:txBody>
      </p:sp>
      <p:sp>
        <p:nvSpPr>
          <p:cNvPr id="33" name="Editable path 265">
            <a:extLst xmlns:a="http://schemas.openxmlformats.org/drawingml/2006/main">
              <a:ext uri="{FF2B5EF4-FFF2-40B4-BE49-F238E27FC236}">
                <a16:creationId xmlns:a16="http://schemas.microsoft.com/office/drawing/2014/main" id="{F9AB46E6-087B-4F08-B19E-A63121228E27}"/>
              </a:ext>
            </a:extLst>
          </p:cNvPr>
          <p:cNvSpPr>
            <a:spLocks xmlns:a="http://schemas.openxmlformats.org/drawingml/2006/main" noGrp="1"/>
          </p:cNvSpPr>
          <p:nvPr/>
        </p:nvSpPr>
        <p:spPr>
          <a:xfrm xmlns:a="http://schemas.openxmlformats.org/drawingml/2006/main">
            <a:off x="1695450" y="6276975"/>
            <a:ext cx="590550" cy="742950"/>
          </a:xfrm>
          <a:custGeom xmlns:a="http://schemas.openxmlformats.org/drawingml/2006/main">
            <a:pathLst>
              <a:path w="590550" h="742950">
                <a:moveTo>
                  <a:pt x="590550" y="0"/>
                </a:moveTo>
                <a:lnTo>
                  <a:pt x="590550" y="400050"/>
                </a:lnTo>
                <a:lnTo>
                  <a:pt x="0" y="400050"/>
                </a:lnTo>
                <a:lnTo>
                  <a:pt x="0" y="742950"/>
                </a:lnTo>
              </a:path>
            </a:pathLst>
          </a:custGeom>
          <a:noFill xmlns:a="http://schemas.openxmlformats.org/drawingml/2006/main"/>
          <a:ln xmlns:a="http://schemas.openxmlformats.org/drawingml/2006/main" w="24765">
            <a:solidFill>
              <a:srgbClr val="4676CB"/>
            </a:solidFill>
            <a:prstDash val="solid"/>
          </a:ln>
        </p:spPr>
      </p:sp>
      <p:sp>
        <p:nvSpPr>
          <p:cNvPr id="34" name="Editable arrowhead 266">
            <a:extLst xmlns:a="http://schemas.openxmlformats.org/drawingml/2006/main">
              <a:ext uri="{FF2B5EF4-FFF2-40B4-BE49-F238E27FC236}">
                <a16:creationId xmlns:a16="http://schemas.microsoft.com/office/drawing/2014/main" id="{9C422661-0E52-4CF2-B026-98591DF56860}"/>
              </a:ext>
            </a:extLst>
          </p:cNvPr>
          <p:cNvSpPr>
            <a:spLocks xmlns:a="http://schemas.openxmlformats.org/drawingml/2006/main" noGrp="1"/>
          </p:cNvSpPr>
          <p:nvPr/>
        </p:nvSpPr>
        <p:spPr>
          <a:xfrm xmlns:a="http://schemas.openxmlformats.org/drawingml/2006/main">
            <a:off x="1647825" y="69246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35" name="Editable path 267">
            <a:extLst xmlns:a="http://schemas.openxmlformats.org/drawingml/2006/main">
              <a:ext uri="{FF2B5EF4-FFF2-40B4-BE49-F238E27FC236}">
                <a16:creationId xmlns:a16="http://schemas.microsoft.com/office/drawing/2014/main" id="{9854AC63-7EC2-4305-B33A-E3E4F165B52A}"/>
              </a:ext>
            </a:extLst>
          </p:cNvPr>
          <p:cNvSpPr>
            <a:spLocks xmlns:a="http://schemas.openxmlformats.org/drawingml/2006/main" noGrp="1"/>
          </p:cNvSpPr>
          <p:nvPr/>
        </p:nvSpPr>
        <p:spPr>
          <a:xfrm xmlns:a="http://schemas.openxmlformats.org/drawingml/2006/main">
            <a:off x="4000500" y="6276975"/>
            <a:ext cx="571500" cy="742950"/>
          </a:xfrm>
          <a:custGeom xmlns:a="http://schemas.openxmlformats.org/drawingml/2006/main">
            <a:pathLst>
              <a:path w="571500" h="742950">
                <a:moveTo>
                  <a:pt x="0" y="0"/>
                </a:moveTo>
                <a:lnTo>
                  <a:pt x="0" y="400050"/>
                </a:lnTo>
                <a:lnTo>
                  <a:pt x="571500" y="400050"/>
                </a:lnTo>
                <a:lnTo>
                  <a:pt x="571500" y="742950"/>
                </a:lnTo>
              </a:path>
            </a:pathLst>
          </a:custGeom>
          <a:noFill xmlns:a="http://schemas.openxmlformats.org/drawingml/2006/main"/>
          <a:ln xmlns:a="http://schemas.openxmlformats.org/drawingml/2006/main" w="24765">
            <a:solidFill>
              <a:srgbClr val="4676CB"/>
            </a:solidFill>
            <a:prstDash val="solid"/>
          </a:ln>
        </p:spPr>
      </p:sp>
      <p:sp>
        <p:nvSpPr>
          <p:cNvPr id="36" name="Editable arrowhead 268">
            <a:extLst xmlns:a="http://schemas.openxmlformats.org/drawingml/2006/main">
              <a:ext uri="{FF2B5EF4-FFF2-40B4-BE49-F238E27FC236}">
                <a16:creationId xmlns:a16="http://schemas.microsoft.com/office/drawing/2014/main" id="{DAE6EB7E-699B-4DC4-BFD6-B99CEDD76013}"/>
              </a:ext>
            </a:extLst>
          </p:cNvPr>
          <p:cNvSpPr>
            <a:spLocks xmlns:a="http://schemas.openxmlformats.org/drawingml/2006/main" noGrp="1"/>
          </p:cNvSpPr>
          <p:nvPr/>
        </p:nvSpPr>
        <p:spPr>
          <a:xfrm xmlns:a="http://schemas.openxmlformats.org/drawingml/2006/main">
            <a:off x="4524375" y="69246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37" name="DP2 object 269">
            <a:extLst xmlns:a="http://schemas.openxmlformats.org/drawingml/2006/main">
              <a:ext uri="{FF2B5EF4-FFF2-40B4-BE49-F238E27FC236}">
                <a16:creationId xmlns:a16="http://schemas.microsoft.com/office/drawing/2014/main" id="{F8A40DD3-792C-4B8E-9891-18FB6ABB6721}"/>
              </a:ext>
            </a:extLst>
          </p:cNvPr>
          <p:cNvSpPr>
            <a:spLocks xmlns:a="http://schemas.openxmlformats.org/drawingml/2006/main" noGrp="1"/>
          </p:cNvSpPr>
          <p:nvPr/>
        </p:nvSpPr>
        <p:spPr>
          <a:xfrm xmlns:a="http://schemas.openxmlformats.org/drawingml/2006/main">
            <a:off x="876300" y="6477000"/>
            <a:ext cx="80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4676CB"/>
                </a:solidFill>
                <a:latin typeface="Apple SD Gothic Neo"/>
                <a:ea typeface="Apple SD Gothic Neo"/>
                <a:cs typeface="Apple SD Gothic Neo"/>
              </a:defRPr>
            </a:defPPr>
            <a:lvl1pPr algn="ctr">
              <a:defRPr sz="1650" b="0">
                <a:solidFill>
                  <a:srgbClr val="4676CB"/>
                </a:solidFill>
                <a:latin typeface="Apple SD Gothic Neo"/>
                <a:ea typeface="Apple SD Gothic Neo"/>
                <a:cs typeface="Apple SD Gothic Neo"/>
              </a:defRPr>
            </a:lvl1pPr>
            <a:lvl2pPr algn="ctr">
              <a:defRPr sz="1650" b="0">
                <a:solidFill>
                  <a:srgbClr val="4676CB"/>
                </a:solidFill>
                <a:latin typeface="Apple SD Gothic Neo"/>
                <a:ea typeface="Apple SD Gothic Neo"/>
                <a:cs typeface="Apple SD Gothic Neo"/>
              </a:defRPr>
            </a:lvl2pPr>
            <a:lvl3pPr algn="ctr">
              <a:defRPr sz="1650" b="0">
                <a:solidFill>
                  <a:srgbClr val="4676CB"/>
                </a:solidFill>
                <a:latin typeface="Apple SD Gothic Neo"/>
                <a:ea typeface="Apple SD Gothic Neo"/>
                <a:cs typeface="Apple SD Gothic Neo"/>
              </a:defRPr>
            </a:lvl3pPr>
            <a:lvl4pPr algn="ctr">
              <a:defRPr sz="1650" b="0">
                <a:solidFill>
                  <a:srgbClr val="4676CB"/>
                </a:solidFill>
                <a:latin typeface="Apple SD Gothic Neo"/>
                <a:ea typeface="Apple SD Gothic Neo"/>
                <a:cs typeface="Apple SD Gothic Neo"/>
              </a:defRPr>
            </a:lvl4pPr>
            <a:lvl5pPr algn="ctr">
              <a:defRPr sz="1650" b="0">
                <a:solidFill>
                  <a:srgbClr val="4676CB"/>
                </a:solidFill>
                <a:latin typeface="Apple SD Gothic Neo"/>
                <a:ea typeface="Apple SD Gothic Neo"/>
                <a:cs typeface="Apple SD Gothic Neo"/>
              </a:defRPr>
            </a:lvl5pPr>
            <a:lvl6pPr algn="ctr">
              <a:defRPr sz="1650" b="0">
                <a:solidFill>
                  <a:srgbClr val="4676CB"/>
                </a:solidFill>
                <a:latin typeface="Apple SD Gothic Neo"/>
                <a:ea typeface="Apple SD Gothic Neo"/>
                <a:cs typeface="Apple SD Gothic Neo"/>
              </a:defRPr>
            </a:lvl6pPr>
            <a:lvl7pPr algn="ctr">
              <a:defRPr sz="1650" b="0">
                <a:solidFill>
                  <a:srgbClr val="4676CB"/>
                </a:solidFill>
                <a:latin typeface="Apple SD Gothic Neo"/>
                <a:ea typeface="Apple SD Gothic Neo"/>
                <a:cs typeface="Apple SD Gothic Neo"/>
              </a:defRPr>
            </a:lvl7pPr>
            <a:lvl8pPr algn="ctr">
              <a:defRPr sz="1650" b="0">
                <a:solidFill>
                  <a:srgbClr val="4676CB"/>
                </a:solidFill>
                <a:latin typeface="Apple SD Gothic Neo"/>
                <a:ea typeface="Apple SD Gothic Neo"/>
                <a:cs typeface="Apple SD Gothic Neo"/>
              </a:defRPr>
            </a:lvl8pPr>
            <a:lvl9pPr algn="ctr">
              <a:defRPr sz="1650" b="0">
                <a:solidFill>
                  <a:srgbClr val="4676CB"/>
                </a:solidFill>
                <a:latin typeface="Apple SD Gothic Neo"/>
                <a:ea typeface="Apple SD Gothic Neo"/>
                <a:cs typeface="Apple SD Gothic Neo"/>
              </a:defRPr>
            </a:lvl9pPr>
          </a:lstStyle>
          <a:p xmlns:a="http://schemas.openxmlformats.org/drawingml/2006/main">
            <a:pPr algn="ctr">
              <a:defRPr sz="1650" b="0">
                <a:solidFill>
                  <a:srgbClr val="4676CB"/>
                </a:solidFill>
                <a:latin typeface="Apple SD Gothic Neo"/>
                <a:ea typeface="Apple SD Gothic Neo"/>
                <a:cs typeface="Apple SD Gothic Neo"/>
              </a:defRPr>
            </a:pPr>
            <a:r>
              <a:rPr sz="1650" b="0">
                <a:solidFill>
                  <a:srgbClr val="4676CB"/>
                </a:solidFill>
                <a:latin typeface="Apple SD Gothic Neo"/>
                <a:ea typeface="Apple SD Gothic Neo"/>
                <a:cs typeface="Apple SD Gothic Neo"/>
              </a:rPr>
              <a:t>참조</a:t>
            </a:r>
          </a:p>
        </p:txBody>
      </p:sp>
      <p:sp>
        <p:nvSpPr>
          <p:cNvPr id="38" name="DP2 object 270">
            <a:extLst xmlns:a="http://schemas.openxmlformats.org/drawingml/2006/main">
              <a:ext uri="{FF2B5EF4-FFF2-40B4-BE49-F238E27FC236}">
                <a16:creationId xmlns:a16="http://schemas.microsoft.com/office/drawing/2014/main" id="{51977E07-BD4A-4FA5-9BFE-05E0042819C3}"/>
              </a:ext>
            </a:extLst>
          </p:cNvPr>
          <p:cNvSpPr>
            <a:spLocks xmlns:a="http://schemas.openxmlformats.org/drawingml/2006/main" noGrp="1"/>
          </p:cNvSpPr>
          <p:nvPr/>
        </p:nvSpPr>
        <p:spPr>
          <a:xfrm xmlns:a="http://schemas.openxmlformats.org/drawingml/2006/main">
            <a:off x="4695825" y="6477000"/>
            <a:ext cx="80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4676CB"/>
                </a:solidFill>
                <a:latin typeface="Apple SD Gothic Neo"/>
                <a:ea typeface="Apple SD Gothic Neo"/>
                <a:cs typeface="Apple SD Gothic Neo"/>
              </a:defRPr>
            </a:defPPr>
            <a:lvl1pPr algn="ctr">
              <a:defRPr sz="1650" b="0">
                <a:solidFill>
                  <a:srgbClr val="4676CB"/>
                </a:solidFill>
                <a:latin typeface="Apple SD Gothic Neo"/>
                <a:ea typeface="Apple SD Gothic Neo"/>
                <a:cs typeface="Apple SD Gothic Neo"/>
              </a:defRPr>
            </a:lvl1pPr>
            <a:lvl2pPr algn="ctr">
              <a:defRPr sz="1650" b="0">
                <a:solidFill>
                  <a:srgbClr val="4676CB"/>
                </a:solidFill>
                <a:latin typeface="Apple SD Gothic Neo"/>
                <a:ea typeface="Apple SD Gothic Neo"/>
                <a:cs typeface="Apple SD Gothic Neo"/>
              </a:defRPr>
            </a:lvl2pPr>
            <a:lvl3pPr algn="ctr">
              <a:defRPr sz="1650" b="0">
                <a:solidFill>
                  <a:srgbClr val="4676CB"/>
                </a:solidFill>
                <a:latin typeface="Apple SD Gothic Neo"/>
                <a:ea typeface="Apple SD Gothic Neo"/>
                <a:cs typeface="Apple SD Gothic Neo"/>
              </a:defRPr>
            </a:lvl3pPr>
            <a:lvl4pPr algn="ctr">
              <a:defRPr sz="1650" b="0">
                <a:solidFill>
                  <a:srgbClr val="4676CB"/>
                </a:solidFill>
                <a:latin typeface="Apple SD Gothic Neo"/>
                <a:ea typeface="Apple SD Gothic Neo"/>
                <a:cs typeface="Apple SD Gothic Neo"/>
              </a:defRPr>
            </a:lvl4pPr>
            <a:lvl5pPr algn="ctr">
              <a:defRPr sz="1650" b="0">
                <a:solidFill>
                  <a:srgbClr val="4676CB"/>
                </a:solidFill>
                <a:latin typeface="Apple SD Gothic Neo"/>
                <a:ea typeface="Apple SD Gothic Neo"/>
                <a:cs typeface="Apple SD Gothic Neo"/>
              </a:defRPr>
            </a:lvl5pPr>
            <a:lvl6pPr algn="ctr">
              <a:defRPr sz="1650" b="0">
                <a:solidFill>
                  <a:srgbClr val="4676CB"/>
                </a:solidFill>
                <a:latin typeface="Apple SD Gothic Neo"/>
                <a:ea typeface="Apple SD Gothic Neo"/>
                <a:cs typeface="Apple SD Gothic Neo"/>
              </a:defRPr>
            </a:lvl6pPr>
            <a:lvl7pPr algn="ctr">
              <a:defRPr sz="1650" b="0">
                <a:solidFill>
                  <a:srgbClr val="4676CB"/>
                </a:solidFill>
                <a:latin typeface="Apple SD Gothic Neo"/>
                <a:ea typeface="Apple SD Gothic Neo"/>
                <a:cs typeface="Apple SD Gothic Neo"/>
              </a:defRPr>
            </a:lvl7pPr>
            <a:lvl8pPr algn="ctr">
              <a:defRPr sz="1650" b="0">
                <a:solidFill>
                  <a:srgbClr val="4676CB"/>
                </a:solidFill>
                <a:latin typeface="Apple SD Gothic Neo"/>
                <a:ea typeface="Apple SD Gothic Neo"/>
                <a:cs typeface="Apple SD Gothic Neo"/>
              </a:defRPr>
            </a:lvl8pPr>
            <a:lvl9pPr algn="ctr">
              <a:defRPr sz="1650" b="0">
                <a:solidFill>
                  <a:srgbClr val="4676CB"/>
                </a:solidFill>
                <a:latin typeface="Apple SD Gothic Neo"/>
                <a:ea typeface="Apple SD Gothic Neo"/>
                <a:cs typeface="Apple SD Gothic Neo"/>
              </a:defRPr>
            </a:lvl9pPr>
          </a:lstStyle>
          <a:p xmlns:a="http://schemas.openxmlformats.org/drawingml/2006/main">
            <a:pPr algn="ctr">
              <a:defRPr sz="1650" b="0">
                <a:solidFill>
                  <a:srgbClr val="4676CB"/>
                </a:solidFill>
                <a:latin typeface="Apple SD Gothic Neo"/>
                <a:ea typeface="Apple SD Gothic Neo"/>
                <a:cs typeface="Apple SD Gothic Neo"/>
              </a:defRPr>
            </a:pPr>
            <a:r>
              <a:rPr sz="1650" b="0">
                <a:solidFill>
                  <a:srgbClr val="4676CB"/>
                </a:solidFill>
                <a:latin typeface="Apple SD Gothic Neo"/>
                <a:ea typeface="Apple SD Gothic Neo"/>
                <a:cs typeface="Apple SD Gothic Neo"/>
              </a:rPr>
              <a:t>참조</a:t>
            </a:r>
          </a:p>
        </p:txBody>
      </p:sp>
      <p:sp>
        <p:nvSpPr>
          <p:cNvPr id="39" name="R1 개별 상태&#10;revision·snapshot">
            <a:extLst xmlns:a="http://schemas.openxmlformats.org/drawingml/2006/main">
              <a:ext uri="{FF2B5EF4-FFF2-40B4-BE49-F238E27FC236}">
                <a16:creationId xmlns:a16="http://schemas.microsoft.com/office/drawing/2014/main" id="{4BE5C3DC-2735-4031-9308-4BCC8EBE60F2}"/>
              </a:ext>
            </a:extLst>
          </p:cNvPr>
          <p:cNvSpPr>
            <a:spLocks xmlns:a="http://schemas.openxmlformats.org/drawingml/2006/main" noGrp="1"/>
          </p:cNvSpPr>
          <p:nvPr/>
        </p:nvSpPr>
        <p:spPr>
          <a:xfrm xmlns:a="http://schemas.openxmlformats.org/drawingml/2006/main">
            <a:off x="495300" y="7019925"/>
            <a:ext cx="2400300" cy="10572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40" name="DP2 object 271">
            <a:extLst xmlns:a="http://schemas.openxmlformats.org/drawingml/2006/main">
              <a:ext uri="{FF2B5EF4-FFF2-40B4-BE49-F238E27FC236}">
                <a16:creationId xmlns:a16="http://schemas.microsoft.com/office/drawing/2014/main" id="{7710D52C-FF3D-4F99-8B38-7138C0A0B390}"/>
              </a:ext>
            </a:extLst>
          </p:cNvPr>
          <p:cNvSpPr>
            <a:spLocks xmlns:a="http://schemas.openxmlformats.org/drawingml/2006/main" noGrp="1"/>
          </p:cNvSpPr>
          <p:nvPr/>
        </p:nvSpPr>
        <p:spPr>
          <a:xfrm xmlns:a="http://schemas.openxmlformats.org/drawingml/2006/main">
            <a:off x="561975" y="7058025"/>
            <a:ext cx="22669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0">
                <a:solidFill>
                  <a:srgbClr val="111111"/>
                </a:solidFill>
                <a:latin typeface="Apple SD Gothic Neo"/>
                <a:ea typeface="Apple SD Gothic Neo"/>
                <a:cs typeface="Apple SD Gothic Neo"/>
              </a:defRPr>
            </a:defPPr>
            <a:lvl1pPr algn="ctr">
              <a:defRPr sz="1950" b="0">
                <a:solidFill>
                  <a:srgbClr val="111111"/>
                </a:solidFill>
                <a:latin typeface="Apple SD Gothic Neo"/>
                <a:ea typeface="Apple SD Gothic Neo"/>
                <a:cs typeface="Apple SD Gothic Neo"/>
              </a:defRPr>
            </a:lvl1pPr>
            <a:lvl2pPr algn="ctr">
              <a:defRPr sz="1950" b="0">
                <a:solidFill>
                  <a:srgbClr val="111111"/>
                </a:solidFill>
                <a:latin typeface="Apple SD Gothic Neo"/>
                <a:ea typeface="Apple SD Gothic Neo"/>
                <a:cs typeface="Apple SD Gothic Neo"/>
              </a:defRPr>
            </a:lvl2pPr>
            <a:lvl3pPr algn="ctr">
              <a:defRPr sz="1950" b="0">
                <a:solidFill>
                  <a:srgbClr val="111111"/>
                </a:solidFill>
                <a:latin typeface="Apple SD Gothic Neo"/>
                <a:ea typeface="Apple SD Gothic Neo"/>
                <a:cs typeface="Apple SD Gothic Neo"/>
              </a:defRPr>
            </a:lvl3pPr>
            <a:lvl4pPr algn="ctr">
              <a:defRPr sz="1950" b="0">
                <a:solidFill>
                  <a:srgbClr val="111111"/>
                </a:solidFill>
                <a:latin typeface="Apple SD Gothic Neo"/>
                <a:ea typeface="Apple SD Gothic Neo"/>
                <a:cs typeface="Apple SD Gothic Neo"/>
              </a:defRPr>
            </a:lvl4pPr>
            <a:lvl5pPr algn="ctr">
              <a:defRPr sz="1950" b="0">
                <a:solidFill>
                  <a:srgbClr val="111111"/>
                </a:solidFill>
                <a:latin typeface="Apple SD Gothic Neo"/>
                <a:ea typeface="Apple SD Gothic Neo"/>
                <a:cs typeface="Apple SD Gothic Neo"/>
              </a:defRPr>
            </a:lvl5pPr>
            <a:lvl6pPr algn="ctr">
              <a:defRPr sz="1950" b="0">
                <a:solidFill>
                  <a:srgbClr val="111111"/>
                </a:solidFill>
                <a:latin typeface="Apple SD Gothic Neo"/>
                <a:ea typeface="Apple SD Gothic Neo"/>
                <a:cs typeface="Apple SD Gothic Neo"/>
              </a:defRPr>
            </a:lvl6pPr>
            <a:lvl7pPr algn="ctr">
              <a:defRPr sz="1950" b="0">
                <a:solidFill>
                  <a:srgbClr val="111111"/>
                </a:solidFill>
                <a:latin typeface="Apple SD Gothic Neo"/>
                <a:ea typeface="Apple SD Gothic Neo"/>
                <a:cs typeface="Apple SD Gothic Neo"/>
              </a:defRPr>
            </a:lvl7pPr>
            <a:lvl8pPr algn="ctr">
              <a:defRPr sz="1950" b="0">
                <a:solidFill>
                  <a:srgbClr val="111111"/>
                </a:solidFill>
                <a:latin typeface="Apple SD Gothic Neo"/>
                <a:ea typeface="Apple SD Gothic Neo"/>
                <a:cs typeface="Apple SD Gothic Neo"/>
              </a:defRPr>
            </a:lvl8pPr>
            <a:lvl9pPr algn="ctr">
              <a:defRPr sz="1950" b="0">
                <a:solidFill>
                  <a:srgbClr val="111111"/>
                </a:solidFill>
                <a:latin typeface="Apple SD Gothic Neo"/>
                <a:ea typeface="Apple SD Gothic Neo"/>
                <a:cs typeface="Apple SD Gothic Neo"/>
              </a:defRPr>
            </a:lvl9pPr>
          </a:lstStyle>
          <a:p xmlns:a="http://schemas.openxmlformats.org/drawingml/2006/main">
            <a:pPr algn="ctr">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R1 개별 상태</a:t>
            </a:r>
          </a:p>
          <a:p xmlns:a="http://schemas.openxmlformats.org/drawingml/2006/main">
            <a:pPr algn="ctr">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revision·snapshot</a:t>
            </a:r>
          </a:p>
        </p:txBody>
      </p:sp>
      <p:sp>
        <p:nvSpPr>
          <p:cNvPr id="41" name="R2 개별 상태&#10;revision·snapshot">
            <a:extLst xmlns:a="http://schemas.openxmlformats.org/drawingml/2006/main">
              <a:ext uri="{FF2B5EF4-FFF2-40B4-BE49-F238E27FC236}">
                <a16:creationId xmlns:a16="http://schemas.microsoft.com/office/drawing/2014/main" id="{B30CF801-108A-460C-9B29-9222C0F5B253}"/>
              </a:ext>
            </a:extLst>
          </p:cNvPr>
          <p:cNvSpPr>
            <a:spLocks xmlns:a="http://schemas.openxmlformats.org/drawingml/2006/main" noGrp="1"/>
          </p:cNvSpPr>
          <p:nvPr/>
        </p:nvSpPr>
        <p:spPr>
          <a:xfrm xmlns:a="http://schemas.openxmlformats.org/drawingml/2006/main">
            <a:off x="3371850" y="7019925"/>
            <a:ext cx="2400300" cy="10572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42" name="DP2 object 272">
            <a:extLst xmlns:a="http://schemas.openxmlformats.org/drawingml/2006/main">
              <a:ext uri="{FF2B5EF4-FFF2-40B4-BE49-F238E27FC236}">
                <a16:creationId xmlns:a16="http://schemas.microsoft.com/office/drawing/2014/main" id="{1F855615-F61A-4083-A576-4C875E6144AA}"/>
              </a:ext>
            </a:extLst>
          </p:cNvPr>
          <p:cNvSpPr>
            <a:spLocks xmlns:a="http://schemas.openxmlformats.org/drawingml/2006/main" noGrp="1"/>
          </p:cNvSpPr>
          <p:nvPr/>
        </p:nvSpPr>
        <p:spPr>
          <a:xfrm xmlns:a="http://schemas.openxmlformats.org/drawingml/2006/main">
            <a:off x="3438525" y="7058025"/>
            <a:ext cx="22669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0">
                <a:solidFill>
                  <a:srgbClr val="111111"/>
                </a:solidFill>
                <a:latin typeface="Apple SD Gothic Neo"/>
                <a:ea typeface="Apple SD Gothic Neo"/>
                <a:cs typeface="Apple SD Gothic Neo"/>
              </a:defRPr>
            </a:defPPr>
            <a:lvl1pPr algn="ctr">
              <a:defRPr sz="1950" b="0">
                <a:solidFill>
                  <a:srgbClr val="111111"/>
                </a:solidFill>
                <a:latin typeface="Apple SD Gothic Neo"/>
                <a:ea typeface="Apple SD Gothic Neo"/>
                <a:cs typeface="Apple SD Gothic Neo"/>
              </a:defRPr>
            </a:lvl1pPr>
            <a:lvl2pPr algn="ctr">
              <a:defRPr sz="1950" b="0">
                <a:solidFill>
                  <a:srgbClr val="111111"/>
                </a:solidFill>
                <a:latin typeface="Apple SD Gothic Neo"/>
                <a:ea typeface="Apple SD Gothic Neo"/>
                <a:cs typeface="Apple SD Gothic Neo"/>
              </a:defRPr>
            </a:lvl2pPr>
            <a:lvl3pPr algn="ctr">
              <a:defRPr sz="1950" b="0">
                <a:solidFill>
                  <a:srgbClr val="111111"/>
                </a:solidFill>
                <a:latin typeface="Apple SD Gothic Neo"/>
                <a:ea typeface="Apple SD Gothic Neo"/>
                <a:cs typeface="Apple SD Gothic Neo"/>
              </a:defRPr>
            </a:lvl3pPr>
            <a:lvl4pPr algn="ctr">
              <a:defRPr sz="1950" b="0">
                <a:solidFill>
                  <a:srgbClr val="111111"/>
                </a:solidFill>
                <a:latin typeface="Apple SD Gothic Neo"/>
                <a:ea typeface="Apple SD Gothic Neo"/>
                <a:cs typeface="Apple SD Gothic Neo"/>
              </a:defRPr>
            </a:lvl4pPr>
            <a:lvl5pPr algn="ctr">
              <a:defRPr sz="1950" b="0">
                <a:solidFill>
                  <a:srgbClr val="111111"/>
                </a:solidFill>
                <a:latin typeface="Apple SD Gothic Neo"/>
                <a:ea typeface="Apple SD Gothic Neo"/>
                <a:cs typeface="Apple SD Gothic Neo"/>
              </a:defRPr>
            </a:lvl5pPr>
            <a:lvl6pPr algn="ctr">
              <a:defRPr sz="1950" b="0">
                <a:solidFill>
                  <a:srgbClr val="111111"/>
                </a:solidFill>
                <a:latin typeface="Apple SD Gothic Neo"/>
                <a:ea typeface="Apple SD Gothic Neo"/>
                <a:cs typeface="Apple SD Gothic Neo"/>
              </a:defRPr>
            </a:lvl6pPr>
            <a:lvl7pPr algn="ctr">
              <a:defRPr sz="1950" b="0">
                <a:solidFill>
                  <a:srgbClr val="111111"/>
                </a:solidFill>
                <a:latin typeface="Apple SD Gothic Neo"/>
                <a:ea typeface="Apple SD Gothic Neo"/>
                <a:cs typeface="Apple SD Gothic Neo"/>
              </a:defRPr>
            </a:lvl7pPr>
            <a:lvl8pPr algn="ctr">
              <a:defRPr sz="1950" b="0">
                <a:solidFill>
                  <a:srgbClr val="111111"/>
                </a:solidFill>
                <a:latin typeface="Apple SD Gothic Neo"/>
                <a:ea typeface="Apple SD Gothic Neo"/>
                <a:cs typeface="Apple SD Gothic Neo"/>
              </a:defRPr>
            </a:lvl8pPr>
            <a:lvl9pPr algn="ctr">
              <a:defRPr sz="1950" b="0">
                <a:solidFill>
                  <a:srgbClr val="111111"/>
                </a:solidFill>
                <a:latin typeface="Apple SD Gothic Neo"/>
                <a:ea typeface="Apple SD Gothic Neo"/>
                <a:cs typeface="Apple SD Gothic Neo"/>
              </a:defRPr>
            </a:lvl9pPr>
          </a:lstStyle>
          <a:p xmlns:a="http://schemas.openxmlformats.org/drawingml/2006/main">
            <a:pPr algn="ctr">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R2 개별 상태</a:t>
            </a:r>
          </a:p>
          <a:p xmlns:a="http://schemas.openxmlformats.org/drawingml/2006/main">
            <a:pPr algn="ctr">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revision·snapshot</a:t>
            </a:r>
          </a:p>
        </p:txBody>
      </p:sp>
      <p:sp>
        <p:nvSpPr>
          <p:cNvPr id="43" name="DP2 object 273">
            <a:extLst xmlns:a="http://schemas.openxmlformats.org/drawingml/2006/main">
              <a:ext uri="{FF2B5EF4-FFF2-40B4-BE49-F238E27FC236}">
                <a16:creationId xmlns:a16="http://schemas.microsoft.com/office/drawing/2014/main" id="{831D4B7E-572B-44E2-B07D-443414B9F4E1}"/>
              </a:ext>
            </a:extLst>
          </p:cNvPr>
          <p:cNvSpPr>
            <a:spLocks xmlns:a="http://schemas.openxmlformats.org/drawingml/2006/main" noGrp="1"/>
          </p:cNvSpPr>
          <p:nvPr/>
        </p:nvSpPr>
        <p:spPr>
          <a:xfrm xmlns:a="http://schemas.openxmlformats.org/drawingml/2006/main">
            <a:off x="409575" y="8391525"/>
            <a:ext cx="54768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1">
                <a:solidFill>
                  <a:srgbClr val="111111"/>
                </a:solidFill>
                <a:latin typeface="Apple SD Gothic Neo"/>
                <a:ea typeface="Apple SD Gothic Neo"/>
                <a:cs typeface="Apple SD Gothic Neo"/>
              </a:defRPr>
            </a:defPPr>
            <a:lvl1pPr algn="ctr">
              <a:defRPr sz="1950" b="1">
                <a:solidFill>
                  <a:srgbClr val="111111"/>
                </a:solidFill>
                <a:latin typeface="Apple SD Gothic Neo"/>
                <a:ea typeface="Apple SD Gothic Neo"/>
                <a:cs typeface="Apple SD Gothic Neo"/>
              </a:defRPr>
            </a:lvl1pPr>
            <a:lvl2pPr algn="ctr">
              <a:defRPr sz="1950" b="1">
                <a:solidFill>
                  <a:srgbClr val="111111"/>
                </a:solidFill>
                <a:latin typeface="Apple SD Gothic Neo"/>
                <a:ea typeface="Apple SD Gothic Neo"/>
                <a:cs typeface="Apple SD Gothic Neo"/>
              </a:defRPr>
            </a:lvl2pPr>
            <a:lvl3pPr algn="ctr">
              <a:defRPr sz="1950" b="1">
                <a:solidFill>
                  <a:srgbClr val="111111"/>
                </a:solidFill>
                <a:latin typeface="Apple SD Gothic Neo"/>
                <a:ea typeface="Apple SD Gothic Neo"/>
                <a:cs typeface="Apple SD Gothic Neo"/>
              </a:defRPr>
            </a:lvl3pPr>
            <a:lvl4pPr algn="ctr">
              <a:defRPr sz="1950" b="1">
                <a:solidFill>
                  <a:srgbClr val="111111"/>
                </a:solidFill>
                <a:latin typeface="Apple SD Gothic Neo"/>
                <a:ea typeface="Apple SD Gothic Neo"/>
                <a:cs typeface="Apple SD Gothic Neo"/>
              </a:defRPr>
            </a:lvl4pPr>
            <a:lvl5pPr algn="ctr">
              <a:defRPr sz="1950" b="1">
                <a:solidFill>
                  <a:srgbClr val="111111"/>
                </a:solidFill>
                <a:latin typeface="Apple SD Gothic Neo"/>
                <a:ea typeface="Apple SD Gothic Neo"/>
                <a:cs typeface="Apple SD Gothic Neo"/>
              </a:defRPr>
            </a:lvl5pPr>
            <a:lvl6pPr algn="ctr">
              <a:defRPr sz="1950" b="1">
                <a:solidFill>
                  <a:srgbClr val="111111"/>
                </a:solidFill>
                <a:latin typeface="Apple SD Gothic Neo"/>
                <a:ea typeface="Apple SD Gothic Neo"/>
                <a:cs typeface="Apple SD Gothic Neo"/>
              </a:defRPr>
            </a:lvl6pPr>
            <a:lvl7pPr algn="ctr">
              <a:defRPr sz="1950" b="1">
                <a:solidFill>
                  <a:srgbClr val="111111"/>
                </a:solidFill>
                <a:latin typeface="Apple SD Gothic Neo"/>
                <a:ea typeface="Apple SD Gothic Neo"/>
                <a:cs typeface="Apple SD Gothic Neo"/>
              </a:defRPr>
            </a:lvl7pPr>
            <a:lvl8pPr algn="ctr">
              <a:defRPr sz="1950" b="1">
                <a:solidFill>
                  <a:srgbClr val="111111"/>
                </a:solidFill>
                <a:latin typeface="Apple SD Gothic Neo"/>
                <a:ea typeface="Apple SD Gothic Neo"/>
                <a:cs typeface="Apple SD Gothic Neo"/>
              </a:defRPr>
            </a:lvl8pPr>
            <a:lvl9pPr algn="ctr">
              <a:defRPr sz="1950" b="1">
                <a:solidFill>
                  <a:srgbClr val="111111"/>
                </a:solidFill>
                <a:latin typeface="Apple SD Gothic Neo"/>
                <a:ea typeface="Apple SD Gothic Neo"/>
                <a:cs typeface="Apple SD Gothic Neo"/>
              </a:defRPr>
            </a:lvl9pPr>
          </a:lstStyle>
          <a:p xmlns:a="http://schemas.openxmlformats.org/drawingml/2006/main">
            <a:pPr algn="ctr">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변경 가능한 상태와 복구 규칙은 유지</a:t>
            </a:r>
          </a:p>
        </p:txBody>
      </p:sp>
      <p:sp>
        <p:nvSpPr>
          <p:cNvPr id="44" name="DP2 object 274">
            <a:extLst xmlns:a="http://schemas.openxmlformats.org/drawingml/2006/main">
              <a:ext uri="{FF2B5EF4-FFF2-40B4-BE49-F238E27FC236}">
                <a16:creationId xmlns:a16="http://schemas.microsoft.com/office/drawing/2014/main" id="{859E47DF-F162-45C0-A872-31537A116AD3}"/>
              </a:ext>
            </a:extLst>
          </p:cNvPr>
          <p:cNvSpPr>
            <a:spLocks xmlns:a="http://schemas.openxmlformats.org/drawingml/2006/main" noGrp="1"/>
          </p:cNvSpPr>
          <p:nvPr/>
        </p:nvSpPr>
        <p:spPr>
          <a:xfrm xmlns:a="http://schemas.openxmlformats.org/drawingml/2006/main">
            <a:off x="409575" y="8867775"/>
            <a:ext cx="5476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4676CB"/>
                </a:solidFill>
                <a:latin typeface="Apple SD Gothic Neo"/>
                <a:ea typeface="Apple SD Gothic Neo"/>
                <a:cs typeface="Apple SD Gothic Neo"/>
              </a:defRPr>
            </a:defPPr>
            <a:lvl1pPr algn="ctr">
              <a:defRPr sz="1725" b="0">
                <a:solidFill>
                  <a:srgbClr val="4676CB"/>
                </a:solidFill>
                <a:latin typeface="Apple SD Gothic Neo"/>
                <a:ea typeface="Apple SD Gothic Neo"/>
                <a:cs typeface="Apple SD Gothic Neo"/>
              </a:defRPr>
            </a:lvl1pPr>
            <a:lvl2pPr algn="ctr">
              <a:defRPr sz="1725" b="0">
                <a:solidFill>
                  <a:srgbClr val="4676CB"/>
                </a:solidFill>
                <a:latin typeface="Apple SD Gothic Neo"/>
                <a:ea typeface="Apple SD Gothic Neo"/>
                <a:cs typeface="Apple SD Gothic Neo"/>
              </a:defRPr>
            </a:lvl2pPr>
            <a:lvl3pPr algn="ctr">
              <a:defRPr sz="1725" b="0">
                <a:solidFill>
                  <a:srgbClr val="4676CB"/>
                </a:solidFill>
                <a:latin typeface="Apple SD Gothic Neo"/>
                <a:ea typeface="Apple SD Gothic Neo"/>
                <a:cs typeface="Apple SD Gothic Neo"/>
              </a:defRPr>
            </a:lvl3pPr>
            <a:lvl4pPr algn="ctr">
              <a:defRPr sz="1725" b="0">
                <a:solidFill>
                  <a:srgbClr val="4676CB"/>
                </a:solidFill>
                <a:latin typeface="Apple SD Gothic Neo"/>
                <a:ea typeface="Apple SD Gothic Neo"/>
                <a:cs typeface="Apple SD Gothic Neo"/>
              </a:defRPr>
            </a:lvl4pPr>
            <a:lvl5pPr algn="ctr">
              <a:defRPr sz="1725" b="0">
                <a:solidFill>
                  <a:srgbClr val="4676CB"/>
                </a:solidFill>
                <a:latin typeface="Apple SD Gothic Neo"/>
                <a:ea typeface="Apple SD Gothic Neo"/>
                <a:cs typeface="Apple SD Gothic Neo"/>
              </a:defRPr>
            </a:lvl5pPr>
            <a:lvl6pPr algn="ctr">
              <a:defRPr sz="1725" b="0">
                <a:solidFill>
                  <a:srgbClr val="4676CB"/>
                </a:solidFill>
                <a:latin typeface="Apple SD Gothic Neo"/>
                <a:ea typeface="Apple SD Gothic Neo"/>
                <a:cs typeface="Apple SD Gothic Neo"/>
              </a:defRPr>
            </a:lvl6pPr>
            <a:lvl7pPr algn="ctr">
              <a:defRPr sz="1725" b="0">
                <a:solidFill>
                  <a:srgbClr val="4676CB"/>
                </a:solidFill>
                <a:latin typeface="Apple SD Gothic Neo"/>
                <a:ea typeface="Apple SD Gothic Neo"/>
                <a:cs typeface="Apple SD Gothic Neo"/>
              </a:defRPr>
            </a:lvl7pPr>
            <a:lvl8pPr algn="ctr">
              <a:defRPr sz="1725" b="0">
                <a:solidFill>
                  <a:srgbClr val="4676CB"/>
                </a:solidFill>
                <a:latin typeface="Apple SD Gothic Neo"/>
                <a:ea typeface="Apple SD Gothic Neo"/>
                <a:cs typeface="Apple SD Gothic Neo"/>
              </a:defRPr>
            </a:lvl8pPr>
            <a:lvl9pPr algn="ctr">
              <a:defRPr sz="1725" b="0">
                <a:solidFill>
                  <a:srgbClr val="4676CB"/>
                </a:solidFill>
                <a:latin typeface="Apple SD Gothic Neo"/>
                <a:ea typeface="Apple SD Gothic Neo"/>
                <a:cs typeface="Apple SD Gothic Neo"/>
              </a:defRPr>
            </a:lvl9pPr>
          </a:lstStyle>
          <a:p xmlns:a="http://schemas.openxmlformats.org/drawingml/2006/main">
            <a:pPr algn="ctr">
              <a:defRPr sz="1725" b="0">
                <a:solidFill>
                  <a:srgbClr val="4676CB"/>
                </a:solidFill>
                <a:latin typeface="Apple SD Gothic Neo"/>
                <a:ea typeface="Apple SD Gothic Neo"/>
                <a:cs typeface="Apple SD Gothic Neo"/>
              </a:defRPr>
            </a:pPr>
            <a:r>
              <a:rPr sz="1725" b="0">
                <a:solidFill>
                  <a:srgbClr val="4676CB"/>
                </a:solidFill>
                <a:latin typeface="Apple SD Gothic Neo"/>
                <a:ea typeface="Apple SD Gothic Neo"/>
                <a:cs typeface="Apple SD Gothic Neo"/>
              </a:rPr>
              <a:t>공유 입력을 빌려 payload 직렬화</a:t>
            </a:r>
          </a:p>
        </p:txBody>
      </p:sp>
      <p:sp>
        <p:nvSpPr>
          <p:cNvPr id="45" name="DP2 object 275">
            <a:extLst xmlns:a="http://schemas.openxmlformats.org/drawingml/2006/main">
              <a:ext uri="{FF2B5EF4-FFF2-40B4-BE49-F238E27FC236}">
                <a16:creationId xmlns:a16="http://schemas.microsoft.com/office/drawing/2014/main" id="{D01226BB-91C5-44F8-A2FD-D014D333E2DE}"/>
              </a:ext>
            </a:extLst>
          </p:cNvPr>
          <p:cNvSpPr>
            <a:spLocks xmlns:a="http://schemas.openxmlformats.org/drawingml/2006/main" noGrp="1"/>
          </p:cNvSpPr>
          <p:nvPr/>
        </p:nvSpPr>
        <p:spPr>
          <a:xfrm xmlns:a="http://schemas.openxmlformats.org/drawingml/2006/main">
            <a:off x="6391275" y="2076450"/>
            <a:ext cx="11582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111111"/>
                </a:solidFill>
                <a:latin typeface="Apple SD Gothic Neo"/>
                <a:ea typeface="Apple SD Gothic Neo"/>
                <a:cs typeface="Apple SD Gothic Neo"/>
              </a:defRPr>
            </a:defPPr>
            <a:lvl1pPr algn="l">
              <a:defRPr sz="2250" b="1">
                <a:solidFill>
                  <a:srgbClr val="111111"/>
                </a:solidFill>
                <a:latin typeface="Apple SD Gothic Neo"/>
                <a:ea typeface="Apple SD Gothic Neo"/>
                <a:cs typeface="Apple SD Gothic Neo"/>
              </a:defRPr>
            </a:lvl1pPr>
            <a:lvl2pPr algn="l">
              <a:defRPr sz="2250" b="1">
                <a:solidFill>
                  <a:srgbClr val="111111"/>
                </a:solidFill>
                <a:latin typeface="Apple SD Gothic Neo"/>
                <a:ea typeface="Apple SD Gothic Neo"/>
                <a:cs typeface="Apple SD Gothic Neo"/>
              </a:defRPr>
            </a:lvl2pPr>
            <a:lvl3pPr algn="l">
              <a:defRPr sz="2250" b="1">
                <a:solidFill>
                  <a:srgbClr val="111111"/>
                </a:solidFill>
                <a:latin typeface="Apple SD Gothic Neo"/>
                <a:ea typeface="Apple SD Gothic Neo"/>
                <a:cs typeface="Apple SD Gothic Neo"/>
              </a:defRPr>
            </a:lvl3pPr>
            <a:lvl4pPr algn="l">
              <a:defRPr sz="2250" b="1">
                <a:solidFill>
                  <a:srgbClr val="111111"/>
                </a:solidFill>
                <a:latin typeface="Apple SD Gothic Neo"/>
                <a:ea typeface="Apple SD Gothic Neo"/>
                <a:cs typeface="Apple SD Gothic Neo"/>
              </a:defRPr>
            </a:lvl4pPr>
            <a:lvl5pPr algn="l">
              <a:defRPr sz="2250" b="1">
                <a:solidFill>
                  <a:srgbClr val="111111"/>
                </a:solidFill>
                <a:latin typeface="Apple SD Gothic Neo"/>
                <a:ea typeface="Apple SD Gothic Neo"/>
                <a:cs typeface="Apple SD Gothic Neo"/>
              </a:defRPr>
            </a:lvl5pPr>
            <a:lvl6pPr algn="l">
              <a:defRPr sz="2250" b="1">
                <a:solidFill>
                  <a:srgbClr val="111111"/>
                </a:solidFill>
                <a:latin typeface="Apple SD Gothic Neo"/>
                <a:ea typeface="Apple SD Gothic Neo"/>
                <a:cs typeface="Apple SD Gothic Neo"/>
              </a:defRPr>
            </a:lvl6pPr>
            <a:lvl7pPr algn="l">
              <a:defRPr sz="2250" b="1">
                <a:solidFill>
                  <a:srgbClr val="111111"/>
                </a:solidFill>
                <a:latin typeface="Apple SD Gothic Neo"/>
                <a:ea typeface="Apple SD Gothic Neo"/>
                <a:cs typeface="Apple SD Gothic Neo"/>
              </a:defRPr>
            </a:lvl7pPr>
            <a:lvl8pPr algn="l">
              <a:defRPr sz="2250" b="1">
                <a:solidFill>
                  <a:srgbClr val="111111"/>
                </a:solidFill>
                <a:latin typeface="Apple SD Gothic Neo"/>
                <a:ea typeface="Apple SD Gothic Neo"/>
                <a:cs typeface="Apple SD Gothic Neo"/>
              </a:defRPr>
            </a:lvl8pPr>
            <a:lvl9pPr algn="l">
              <a:defRPr sz="2250" b="1">
                <a:solidFill>
                  <a:srgbClr val="111111"/>
                </a:solidFill>
                <a:latin typeface="Apple SD Gothic Neo"/>
                <a:ea typeface="Apple SD Gothic Neo"/>
                <a:cs typeface="Apple SD Gothic Neo"/>
              </a:defRPr>
            </a:lvl9pPr>
          </a:lstStyle>
          <a:p xmlns:a="http://schemas.openxmlformats.org/drawingml/2006/main">
            <a:pPr algn="l">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B 선택이 성립하는 조건</a:t>
            </a:r>
          </a:p>
        </p:txBody>
      </p:sp>
      <p:graphicFrame>
        <p:nvGraphicFramePr>
          <p:cNvPr id="46" name="">
            <a:extLst xmlns:a="http://schemas.openxmlformats.org/drawingml/2006/main">
              <a:ext uri="{FF2B5EF4-FFF2-40B4-BE49-F238E27FC236}">
                <a16:creationId xmlns:a16="http://schemas.microsoft.com/office/drawing/2014/main" id="{58537D5E-0416-4093-A90D-BA5872B266A2}"/>
              </a:ext>
            </a:extLst>
          </p:cNvPr>
          <p:cNvGraphicFramePr/>
          <p:nvPr/>
        </p:nvGraphicFramePr>
        <p:xfrm>
          <a:off xmlns:a="http://schemas.openxmlformats.org/drawingml/2006/main" x="6391275" y="2562225"/>
          <a:ext xmlns:a="http://schemas.openxmlformats.org/drawingml/2006/main" cx="11658600" cy="1438275"/>
        </p:xfrm>
        <a:graphic xmlns:a="http://schemas.openxmlformats.org/drawingml/2006/main">
          <a:graphicData uri="http://schemas.openxmlformats.org/drawingml/2006/table">
            <a:tbl>
              <a:tblPr firstRow="0" bandRow="0" bandCol="0"/>
              <a:tblGrid>
                <a:gridCol w="3810000"/>
                <a:gridCol w="1809750"/>
                <a:gridCol w="1809750"/>
                <a:gridCol w="4229100"/>
              </a:tblGrid>
              <a:tr h="409575">
                <a:tc>
                  <a:txBody>
                    <a:bodyPr anchor="ctr"/>
                    <a:lstStyle/>
                    <a:p>
                      <a:pPr algn="ctr"/>
                      <a:r>
                        <a:rPr sz="1875" b="1">
                          <a:solidFill>
                            <a:srgbClr val="111111"/>
                          </a:solidFill>
                          <a:latin typeface="Apple SD Gothic Neo"/>
                          <a:ea typeface="Apple SD Gothic Neo"/>
                          <a:cs typeface="Apple SD Gothic Neo"/>
                        </a:rPr>
                        <a:t>조건과 지표</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확인한 실행 경로</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r>
                        <a:rPr sz="1725">
                          <a:solidFill>
                            <a:srgbClr val="111111"/>
                          </a:solidFill>
                          <a:latin typeface="Apple SD Gothic Neo"/>
                          <a:ea typeface="Apple SD Gothic Neo"/>
                          <a:cs typeface="Apple SD Gothic Neo"/>
                        </a:rPr>
                        <a:t>K=2 독립 질문 / 첫 응답</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13.388초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6.270초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실제 API 구간 6.261초 중첩</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r>
                        <a:rPr sz="1725">
                          <a:solidFill>
                            <a:srgbClr val="111111"/>
                          </a:solidFill>
                          <a:latin typeface="Apple SD Gothic Neo"/>
                          <a:ea typeface="Apple SD Gothic Neo"/>
                          <a:cs typeface="Apple SD Gothic Neo"/>
                        </a:rPr>
                        <a:t>K=1 독립 질문 / 후속 완료</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13.429초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13.087초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호출 중첩 0 / 병행 이익 없음</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7" name="DP2 object 276">
            <a:extLst xmlns:a="http://schemas.openxmlformats.org/drawingml/2006/main">
              <a:ext uri="{FF2B5EF4-FFF2-40B4-BE49-F238E27FC236}">
                <a16:creationId xmlns:a16="http://schemas.microsoft.com/office/drawing/2014/main" id="{CDC164B5-A6D8-470D-8715-C0764199C985}"/>
              </a:ext>
            </a:extLst>
          </p:cNvPr>
          <p:cNvSpPr>
            <a:spLocks xmlns:a="http://schemas.openxmlformats.org/drawingml/2006/main" noGrp="1"/>
          </p:cNvSpPr>
          <p:nvPr/>
        </p:nvSpPr>
        <p:spPr>
          <a:xfrm xmlns:a="http://schemas.openxmlformats.org/drawingml/2006/main">
            <a:off x="6391275" y="4191000"/>
            <a:ext cx="11582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4676CB"/>
                </a:solidFill>
                <a:latin typeface="Apple SD Gothic Neo"/>
                <a:ea typeface="Apple SD Gothic Neo"/>
                <a:cs typeface="Apple SD Gothic Neo"/>
              </a:defRPr>
            </a:defPPr>
            <a:lvl1pPr algn="l">
              <a:defRPr sz="2175" b="1">
                <a:solidFill>
                  <a:srgbClr val="4676CB"/>
                </a:solidFill>
                <a:latin typeface="Apple SD Gothic Neo"/>
                <a:ea typeface="Apple SD Gothic Neo"/>
                <a:cs typeface="Apple SD Gothic Neo"/>
              </a:defRPr>
            </a:lvl1pPr>
            <a:lvl2pPr algn="l">
              <a:defRPr sz="2175" b="1">
                <a:solidFill>
                  <a:srgbClr val="4676CB"/>
                </a:solidFill>
                <a:latin typeface="Apple SD Gothic Neo"/>
                <a:ea typeface="Apple SD Gothic Neo"/>
                <a:cs typeface="Apple SD Gothic Neo"/>
              </a:defRPr>
            </a:lvl2pPr>
            <a:lvl3pPr algn="l">
              <a:defRPr sz="2175" b="1">
                <a:solidFill>
                  <a:srgbClr val="4676CB"/>
                </a:solidFill>
                <a:latin typeface="Apple SD Gothic Neo"/>
                <a:ea typeface="Apple SD Gothic Neo"/>
                <a:cs typeface="Apple SD Gothic Neo"/>
              </a:defRPr>
            </a:lvl3pPr>
            <a:lvl4pPr algn="l">
              <a:defRPr sz="2175" b="1">
                <a:solidFill>
                  <a:srgbClr val="4676CB"/>
                </a:solidFill>
                <a:latin typeface="Apple SD Gothic Neo"/>
                <a:ea typeface="Apple SD Gothic Neo"/>
                <a:cs typeface="Apple SD Gothic Neo"/>
              </a:defRPr>
            </a:lvl4pPr>
            <a:lvl5pPr algn="l">
              <a:defRPr sz="2175" b="1">
                <a:solidFill>
                  <a:srgbClr val="4676CB"/>
                </a:solidFill>
                <a:latin typeface="Apple SD Gothic Neo"/>
                <a:ea typeface="Apple SD Gothic Neo"/>
                <a:cs typeface="Apple SD Gothic Neo"/>
              </a:defRPr>
            </a:lvl5pPr>
            <a:lvl6pPr algn="l">
              <a:defRPr sz="2175" b="1">
                <a:solidFill>
                  <a:srgbClr val="4676CB"/>
                </a:solidFill>
                <a:latin typeface="Apple SD Gothic Neo"/>
                <a:ea typeface="Apple SD Gothic Neo"/>
                <a:cs typeface="Apple SD Gothic Neo"/>
              </a:defRPr>
            </a:lvl6pPr>
            <a:lvl7pPr algn="l">
              <a:defRPr sz="2175" b="1">
                <a:solidFill>
                  <a:srgbClr val="4676CB"/>
                </a:solidFill>
                <a:latin typeface="Apple SD Gothic Neo"/>
                <a:ea typeface="Apple SD Gothic Neo"/>
                <a:cs typeface="Apple SD Gothic Neo"/>
              </a:defRPr>
            </a:lvl7pPr>
            <a:lvl8pPr algn="l">
              <a:defRPr sz="2175" b="1">
                <a:solidFill>
                  <a:srgbClr val="4676CB"/>
                </a:solidFill>
                <a:latin typeface="Apple SD Gothic Neo"/>
                <a:ea typeface="Apple SD Gothic Neo"/>
                <a:cs typeface="Apple SD Gothic Neo"/>
              </a:defRPr>
            </a:lvl8pPr>
            <a:lvl9pPr algn="l">
              <a:defRPr sz="2175" b="1">
                <a:solidFill>
                  <a:srgbClr val="4676CB"/>
                </a:solidFill>
                <a:latin typeface="Apple SD Gothic Neo"/>
                <a:ea typeface="Apple SD Gothic Neo"/>
                <a:cs typeface="Apple SD Gothic Neo"/>
              </a:defRPr>
            </a:lvl9pPr>
          </a:lstStyle>
          <a:p xmlns:a="http://schemas.openxmlformats.org/drawingml/2006/main">
            <a:pPr algn="l">
              <a:defRPr sz="2175" b="1">
                <a:solidFill>
                  <a:srgbClr val="4676CB"/>
                </a:solidFill>
                <a:latin typeface="Apple SD Gothic Neo"/>
                <a:ea typeface="Apple SD Gothic Neo"/>
                <a:cs typeface="Apple SD Gothic Neo"/>
              </a:defRPr>
            </a:pPr>
            <a:r>
              <a:rPr sz="2175" b="1">
                <a:solidFill>
                  <a:srgbClr val="4676CB"/>
                </a:solidFill>
                <a:latin typeface="Apple SD Gothic Neo"/>
                <a:ea typeface="Apple SD Gothic Neo"/>
                <a:cs typeface="Apple SD Gothic Neo"/>
              </a:rPr>
              <a:t>QA06 보완: 별도 순서 제어 재생의 최고 동시 RSS</a:t>
            </a:r>
          </a:p>
        </p:txBody>
      </p:sp>
      <p:graphicFrame>
        <p:nvGraphicFramePr>
          <p:cNvPr id="48" name="">
            <a:extLst xmlns:a="http://schemas.openxmlformats.org/drawingml/2006/main">
              <a:ext uri="{FF2B5EF4-FFF2-40B4-BE49-F238E27FC236}">
                <a16:creationId xmlns:a16="http://schemas.microsoft.com/office/drawing/2014/main" id="{FBBD9495-5EBC-407E-B465-9FE6F3558BDD}"/>
              </a:ext>
            </a:extLst>
          </p:cNvPr>
          <p:cNvGraphicFramePr/>
          <p:nvPr/>
        </p:nvGraphicFramePr>
        <p:xfrm>
          <a:off xmlns:a="http://schemas.openxmlformats.org/drawingml/2006/main" x="6391275" y="4743450"/>
          <a:ext xmlns:a="http://schemas.openxmlformats.org/drawingml/2006/main" cx="11658600" cy="2047875"/>
        </p:xfrm>
        <a:graphic xmlns:a="http://schemas.openxmlformats.org/drawingml/2006/main">
          <a:graphicData uri="http://schemas.openxmlformats.org/drawingml/2006/table">
            <a:tbl>
              <a:tblPr firstRow="0" bandRow="0" bandCol="0"/>
              <a:tblGrid>
                <a:gridCol w="2190750"/>
                <a:gridCol w="3048000"/>
                <a:gridCol w="3048000"/>
                <a:gridCol w="3371850"/>
              </a:tblGrid>
              <a:tr h="419100">
                <a:tc>
                  <a:txBody>
                    <a:bodyPr anchor="ctr"/>
                    <a:lstStyle/>
                    <a:p>
                      <a:pPr algn="ctr"/>
                      <a:r>
                        <a:rPr sz="1875" b="1">
                          <a:solidFill>
                            <a:srgbClr val="111111"/>
                          </a:solidFill>
                          <a:latin typeface="Apple SD Gothic Neo"/>
                          <a:ea typeface="Apple SD Gothic Neo"/>
                          <a:cs typeface="Apple SD Gothic Neo"/>
                        </a:rPr>
                        <a:t>동시 문맥 N</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기본 B (MB)</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 B1 (MB)</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변화 (MB)</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r>
                        <a:rPr sz="1950">
                          <a:solidFill>
                            <a:srgbClr val="111111"/>
                          </a:solidFill>
                          <a:latin typeface="Apple SD Gothic Neo"/>
                          <a:ea typeface="Apple SD Gothic Neo"/>
                          <a:cs typeface="Apple SD Gothic Neo"/>
                        </a:rPr>
                        <a:t>1</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950">
                          <a:solidFill>
                            <a:srgbClr val="111111"/>
                          </a:solidFill>
                          <a:latin typeface="Apple SD Gothic Neo"/>
                          <a:ea typeface="Apple SD Gothic Neo"/>
                          <a:cs typeface="Apple SD Gothic Neo"/>
                        </a:rPr>
                        <a:t>30.097</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950">
                          <a:solidFill>
                            <a:srgbClr val="111111"/>
                          </a:solidFill>
                          <a:latin typeface="Apple SD Gothic Neo"/>
                          <a:ea typeface="Apple SD Gothic Neo"/>
                          <a:cs typeface="Apple SD Gothic Neo"/>
                        </a:rPr>
                        <a:t>30.294</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950" b="1">
                          <a:solidFill>
                            <a:srgbClr val="C00000"/>
                          </a:solidFill>
                          <a:latin typeface="Apple SD Gothic Neo"/>
                          <a:ea typeface="Apple SD Gothic Neo"/>
                          <a:cs typeface="Apple SD Gothic Neo"/>
                        </a:rPr>
                        <a:t>+0.197</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r>
                        <a:rPr sz="1950">
                          <a:solidFill>
                            <a:srgbClr val="111111"/>
                          </a:solidFill>
                          <a:latin typeface="Apple SD Gothic Neo"/>
                          <a:ea typeface="Apple SD Gothic Neo"/>
                          <a:cs typeface="Apple SD Gothic Neo"/>
                        </a:rPr>
                        <a:t>2</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950">
                          <a:solidFill>
                            <a:srgbClr val="111111"/>
                          </a:solidFill>
                          <a:latin typeface="Apple SD Gothic Neo"/>
                          <a:ea typeface="Apple SD Gothic Neo"/>
                          <a:cs typeface="Apple SD Gothic Neo"/>
                        </a:rPr>
                        <a:t>30.802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950">
                          <a:solidFill>
                            <a:srgbClr val="111111"/>
                          </a:solidFill>
                          <a:latin typeface="Apple SD Gothic Neo"/>
                          <a:ea typeface="Apple SD Gothic Neo"/>
                          <a:cs typeface="Apple SD Gothic Neo"/>
                        </a:rPr>
                        <a:t>30.507</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950" b="1">
                          <a:solidFill>
                            <a:srgbClr val="4676CB"/>
                          </a:solidFill>
                          <a:latin typeface="Apple SD Gothic Neo"/>
                          <a:ea typeface="Apple SD Gothic Neo"/>
                          <a:cs typeface="Apple SD Gothic Neo"/>
                        </a:rPr>
                        <a:t>−0.295</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r>
                        <a:rPr sz="1950">
                          <a:solidFill>
                            <a:srgbClr val="111111"/>
                          </a:solidFill>
                          <a:latin typeface="Apple SD Gothic Neo"/>
                          <a:ea typeface="Apple SD Gothic Neo"/>
                          <a:cs typeface="Apple SD Gothic Neo"/>
                        </a:rPr>
                        <a:t>4</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950">
                          <a:solidFill>
                            <a:srgbClr val="111111"/>
                          </a:solidFill>
                          <a:latin typeface="Apple SD Gothic Neo"/>
                          <a:ea typeface="Apple SD Gothic Neo"/>
                          <a:cs typeface="Apple SD Gothic Neo"/>
                        </a:rPr>
                        <a:t>32.326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950">
                          <a:solidFill>
                            <a:srgbClr val="111111"/>
                          </a:solidFill>
                          <a:latin typeface="Apple SD Gothic Neo"/>
                          <a:ea typeface="Apple SD Gothic Neo"/>
                          <a:cs typeface="Apple SD Gothic Neo"/>
                        </a:rPr>
                        <a:t>31.867</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950" b="1">
                          <a:solidFill>
                            <a:srgbClr val="4676CB"/>
                          </a:solidFill>
                          <a:latin typeface="Apple SD Gothic Neo"/>
                          <a:ea typeface="Apple SD Gothic Neo"/>
                          <a:cs typeface="Apple SD Gothic Neo"/>
                        </a:rPr>
                        <a:t>−0.459</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9" name="DP2 object 277">
            <a:extLst xmlns:a="http://schemas.openxmlformats.org/drawingml/2006/main">
              <a:ext uri="{FF2B5EF4-FFF2-40B4-BE49-F238E27FC236}">
                <a16:creationId xmlns:a16="http://schemas.microsoft.com/office/drawing/2014/main" id="{8EDF2BAA-4A47-41DB-8143-9F262E60D65E}"/>
              </a:ext>
            </a:extLst>
          </p:cNvPr>
          <p:cNvSpPr>
            <a:spLocks xmlns:a="http://schemas.openxmlformats.org/drawingml/2006/main" noGrp="1"/>
          </p:cNvSpPr>
          <p:nvPr/>
        </p:nvSpPr>
        <p:spPr>
          <a:xfrm xmlns:a="http://schemas.openxmlformats.org/drawingml/2006/main">
            <a:off x="6419850" y="6953250"/>
            <a:ext cx="11525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1">
                <a:solidFill>
                  <a:srgbClr val="4676CB"/>
                </a:solidFill>
                <a:latin typeface="Apple SD Gothic Neo"/>
                <a:ea typeface="Apple SD Gothic Neo"/>
                <a:cs typeface="Apple SD Gothic Neo"/>
              </a:defRPr>
            </a:defPPr>
            <a:lvl1pPr algn="l">
              <a:defRPr sz="2025" b="1">
                <a:solidFill>
                  <a:srgbClr val="4676CB"/>
                </a:solidFill>
                <a:latin typeface="Apple SD Gothic Neo"/>
                <a:ea typeface="Apple SD Gothic Neo"/>
                <a:cs typeface="Apple SD Gothic Neo"/>
              </a:defRPr>
            </a:lvl1pPr>
            <a:lvl2pPr algn="l">
              <a:defRPr sz="2025" b="1">
                <a:solidFill>
                  <a:srgbClr val="4676CB"/>
                </a:solidFill>
                <a:latin typeface="Apple SD Gothic Neo"/>
                <a:ea typeface="Apple SD Gothic Neo"/>
                <a:cs typeface="Apple SD Gothic Neo"/>
              </a:defRPr>
            </a:lvl2pPr>
            <a:lvl3pPr algn="l">
              <a:defRPr sz="2025" b="1">
                <a:solidFill>
                  <a:srgbClr val="4676CB"/>
                </a:solidFill>
                <a:latin typeface="Apple SD Gothic Neo"/>
                <a:ea typeface="Apple SD Gothic Neo"/>
                <a:cs typeface="Apple SD Gothic Neo"/>
              </a:defRPr>
            </a:lvl3pPr>
            <a:lvl4pPr algn="l">
              <a:defRPr sz="2025" b="1">
                <a:solidFill>
                  <a:srgbClr val="4676CB"/>
                </a:solidFill>
                <a:latin typeface="Apple SD Gothic Neo"/>
                <a:ea typeface="Apple SD Gothic Neo"/>
                <a:cs typeface="Apple SD Gothic Neo"/>
              </a:defRPr>
            </a:lvl4pPr>
            <a:lvl5pPr algn="l">
              <a:defRPr sz="2025" b="1">
                <a:solidFill>
                  <a:srgbClr val="4676CB"/>
                </a:solidFill>
                <a:latin typeface="Apple SD Gothic Neo"/>
                <a:ea typeface="Apple SD Gothic Neo"/>
                <a:cs typeface="Apple SD Gothic Neo"/>
              </a:defRPr>
            </a:lvl5pPr>
            <a:lvl6pPr algn="l">
              <a:defRPr sz="2025" b="1">
                <a:solidFill>
                  <a:srgbClr val="4676CB"/>
                </a:solidFill>
                <a:latin typeface="Apple SD Gothic Neo"/>
                <a:ea typeface="Apple SD Gothic Neo"/>
                <a:cs typeface="Apple SD Gothic Neo"/>
              </a:defRPr>
            </a:lvl6pPr>
            <a:lvl7pPr algn="l">
              <a:defRPr sz="2025" b="1">
                <a:solidFill>
                  <a:srgbClr val="4676CB"/>
                </a:solidFill>
                <a:latin typeface="Apple SD Gothic Neo"/>
                <a:ea typeface="Apple SD Gothic Neo"/>
                <a:cs typeface="Apple SD Gothic Neo"/>
              </a:defRPr>
            </a:lvl7pPr>
            <a:lvl8pPr algn="l">
              <a:defRPr sz="2025" b="1">
                <a:solidFill>
                  <a:srgbClr val="4676CB"/>
                </a:solidFill>
                <a:latin typeface="Apple SD Gothic Neo"/>
                <a:ea typeface="Apple SD Gothic Neo"/>
                <a:cs typeface="Apple SD Gothic Neo"/>
              </a:defRPr>
            </a:lvl8pPr>
            <a:lvl9pPr algn="l">
              <a:defRPr sz="2025" b="1">
                <a:solidFill>
                  <a:srgbClr val="4676CB"/>
                </a:solidFill>
                <a:latin typeface="Apple SD Gothic Neo"/>
                <a:ea typeface="Apple SD Gothic Neo"/>
                <a:cs typeface="Apple SD Gothic Neo"/>
              </a:defRPr>
            </a:lvl9pPr>
          </a:lstStyle>
          <a:p xmlns:a="http://schemas.openxmlformats.org/drawingml/2006/main">
            <a:pPr algn="l">
              <a:defRPr sz="2025" b="1">
                <a:solidFill>
                  <a:srgbClr val="4676CB"/>
                </a:solidFill>
                <a:latin typeface="Apple SD Gothic Neo"/>
                <a:ea typeface="Apple SD Gothic Neo"/>
                <a:cs typeface="Apple SD Gothic Neo"/>
              </a:defRPr>
            </a:pPr>
            <a:r>
              <a:rPr sz="2025" b="1">
                <a:solidFill>
                  <a:srgbClr val="4676CB"/>
                </a:solidFill>
                <a:latin typeface="Apple SD Gothic Neo"/>
                <a:ea typeface="Apple SD Gothic Neo"/>
                <a:cs typeface="Apple SD Gothic Neo"/>
              </a:rPr>
              <a:t>N=4 요청 할당 peak 평균: 573,372 → 365,413 byte</a:t>
            </a:r>
          </a:p>
        </p:txBody>
      </p:sp>
      <p:sp>
        <p:nvSpPr>
          <p:cNvPr id="50" name="DP2 object 278">
            <a:extLst xmlns:a="http://schemas.openxmlformats.org/drawingml/2006/main">
              <a:ext uri="{FF2B5EF4-FFF2-40B4-BE49-F238E27FC236}">
                <a16:creationId xmlns:a16="http://schemas.microsoft.com/office/drawing/2014/main" id="{09B177F8-80AF-416B-AFFF-846FFE494141}"/>
              </a:ext>
            </a:extLst>
          </p:cNvPr>
          <p:cNvSpPr>
            <a:spLocks xmlns:a="http://schemas.openxmlformats.org/drawingml/2006/main" noGrp="1"/>
          </p:cNvSpPr>
          <p:nvPr/>
        </p:nvSpPr>
        <p:spPr>
          <a:xfrm xmlns:a="http://schemas.openxmlformats.org/drawingml/2006/main">
            <a:off x="6419850" y="7467600"/>
            <a:ext cx="11525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1">
                <a:solidFill>
                  <a:srgbClr val="111111"/>
                </a:solidFill>
                <a:latin typeface="Apple SD Gothic Neo"/>
                <a:ea typeface="Apple SD Gothic Neo"/>
                <a:cs typeface="Apple SD Gothic Neo"/>
              </a:defRPr>
            </a:defPPr>
            <a:lvl1pPr algn="l">
              <a:defRPr sz="1875" b="1">
                <a:solidFill>
                  <a:srgbClr val="111111"/>
                </a:solidFill>
                <a:latin typeface="Apple SD Gothic Neo"/>
                <a:ea typeface="Apple SD Gothic Neo"/>
                <a:cs typeface="Apple SD Gothic Neo"/>
              </a:defRPr>
            </a:lvl1pPr>
            <a:lvl2pPr algn="l">
              <a:defRPr sz="1875" b="1">
                <a:solidFill>
                  <a:srgbClr val="111111"/>
                </a:solidFill>
                <a:latin typeface="Apple SD Gothic Neo"/>
                <a:ea typeface="Apple SD Gothic Neo"/>
                <a:cs typeface="Apple SD Gothic Neo"/>
              </a:defRPr>
            </a:lvl2pPr>
            <a:lvl3pPr algn="l">
              <a:defRPr sz="1875" b="1">
                <a:solidFill>
                  <a:srgbClr val="111111"/>
                </a:solidFill>
                <a:latin typeface="Apple SD Gothic Neo"/>
                <a:ea typeface="Apple SD Gothic Neo"/>
                <a:cs typeface="Apple SD Gothic Neo"/>
              </a:defRPr>
            </a:lvl3pPr>
            <a:lvl4pPr algn="l">
              <a:defRPr sz="1875" b="1">
                <a:solidFill>
                  <a:srgbClr val="111111"/>
                </a:solidFill>
                <a:latin typeface="Apple SD Gothic Neo"/>
                <a:ea typeface="Apple SD Gothic Neo"/>
                <a:cs typeface="Apple SD Gothic Neo"/>
              </a:defRPr>
            </a:lvl4pPr>
            <a:lvl5pPr algn="l">
              <a:defRPr sz="1875" b="1">
                <a:solidFill>
                  <a:srgbClr val="111111"/>
                </a:solidFill>
                <a:latin typeface="Apple SD Gothic Neo"/>
                <a:ea typeface="Apple SD Gothic Neo"/>
                <a:cs typeface="Apple SD Gothic Neo"/>
              </a:defRPr>
            </a:lvl5pPr>
            <a:lvl6pPr algn="l">
              <a:defRPr sz="1875" b="1">
                <a:solidFill>
                  <a:srgbClr val="111111"/>
                </a:solidFill>
                <a:latin typeface="Apple SD Gothic Neo"/>
                <a:ea typeface="Apple SD Gothic Neo"/>
                <a:cs typeface="Apple SD Gothic Neo"/>
              </a:defRPr>
            </a:lvl6pPr>
            <a:lvl7pPr algn="l">
              <a:defRPr sz="1875" b="1">
                <a:solidFill>
                  <a:srgbClr val="111111"/>
                </a:solidFill>
                <a:latin typeface="Apple SD Gothic Neo"/>
                <a:ea typeface="Apple SD Gothic Neo"/>
                <a:cs typeface="Apple SD Gothic Neo"/>
              </a:defRPr>
            </a:lvl7pPr>
            <a:lvl8pPr algn="l">
              <a:defRPr sz="1875" b="1">
                <a:solidFill>
                  <a:srgbClr val="111111"/>
                </a:solidFill>
                <a:latin typeface="Apple SD Gothic Neo"/>
                <a:ea typeface="Apple SD Gothic Neo"/>
                <a:cs typeface="Apple SD Gothic Neo"/>
              </a:defRPr>
            </a:lvl8pPr>
            <a:lvl9pPr algn="l">
              <a:defRPr sz="1875" b="1">
                <a:solidFill>
                  <a:srgbClr val="111111"/>
                </a:solidFill>
                <a:latin typeface="Apple SD Gothic Neo"/>
                <a:ea typeface="Apple SD Gothic Neo"/>
                <a:cs typeface="Apple SD Gothic Neo"/>
              </a:defRPr>
            </a:lvl9pPr>
          </a:lstStyle>
          <a:p xmlns:a="http://schemas.openxmlformats.org/drawingml/2006/main">
            <a:pPr algn="l">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결과·callback 72/72 동일 / 모델 입력 snapshot 168/168 session 동일</a:t>
            </a:r>
          </a:p>
        </p:txBody>
      </p:sp>
      <p:sp>
        <p:nvSpPr>
          <p:cNvPr id="51" name="DP2 object 279">
            <a:extLst xmlns:a="http://schemas.openxmlformats.org/drawingml/2006/main">
              <a:ext uri="{FF2B5EF4-FFF2-40B4-BE49-F238E27FC236}">
                <a16:creationId xmlns:a16="http://schemas.microsoft.com/office/drawing/2014/main" id="{479292A3-323B-496E-8A4C-9D642B47705D}"/>
              </a:ext>
            </a:extLst>
          </p:cNvPr>
          <p:cNvSpPr>
            <a:spLocks xmlns:a="http://schemas.openxmlformats.org/drawingml/2006/main" noGrp="1"/>
          </p:cNvSpPr>
          <p:nvPr/>
        </p:nvSpPr>
        <p:spPr>
          <a:xfrm xmlns:a="http://schemas.openxmlformats.org/drawingml/2006/main">
            <a:off x="6419850" y="7915275"/>
            <a:ext cx="1152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N별·안별 12회, 전체 72회. 새 API 0회, 기존 응답 686개 재생.</a:t>
            </a:r>
          </a:p>
        </p:txBody>
      </p:sp>
      <p:sp>
        <p:nvSpPr>
          <p:cNvPr id="52" name="DP2 object 280">
            <a:extLst xmlns:a="http://schemas.openxmlformats.org/drawingml/2006/main">
              <a:ext uri="{FF2B5EF4-FFF2-40B4-BE49-F238E27FC236}">
                <a16:creationId xmlns:a16="http://schemas.microsoft.com/office/drawing/2014/main" id="{A29E61F1-F7ED-40BA-B416-7F14DAC485E4}"/>
              </a:ext>
            </a:extLst>
          </p:cNvPr>
          <p:cNvSpPr>
            <a:spLocks xmlns:a="http://schemas.openxmlformats.org/drawingml/2006/main" noGrp="1"/>
          </p:cNvSpPr>
          <p:nvPr/>
        </p:nvSpPr>
        <p:spPr>
          <a:xfrm xmlns:a="http://schemas.openxmlformats.org/drawingml/2006/main">
            <a:off x="6419850" y="8372475"/>
            <a:ext cx="1152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C00000"/>
                </a:solidFill>
                <a:latin typeface="Apple SD Gothic Neo"/>
                <a:ea typeface="Apple SD Gothic Neo"/>
                <a:cs typeface="Apple SD Gothic Neo"/>
              </a:defRPr>
            </a:defPPr>
            <a:lvl1pPr algn="l">
              <a:defRPr sz="1800" b="0">
                <a:solidFill>
                  <a:srgbClr val="C00000"/>
                </a:solidFill>
                <a:latin typeface="Apple SD Gothic Neo"/>
                <a:ea typeface="Apple SD Gothic Neo"/>
                <a:cs typeface="Apple SD Gothic Neo"/>
              </a:defRPr>
            </a:lvl1pPr>
            <a:lvl2pPr algn="l">
              <a:defRPr sz="1800" b="0">
                <a:solidFill>
                  <a:srgbClr val="C00000"/>
                </a:solidFill>
                <a:latin typeface="Apple SD Gothic Neo"/>
                <a:ea typeface="Apple SD Gothic Neo"/>
                <a:cs typeface="Apple SD Gothic Neo"/>
              </a:defRPr>
            </a:lvl2pPr>
            <a:lvl3pPr algn="l">
              <a:defRPr sz="1800" b="0">
                <a:solidFill>
                  <a:srgbClr val="C00000"/>
                </a:solidFill>
                <a:latin typeface="Apple SD Gothic Neo"/>
                <a:ea typeface="Apple SD Gothic Neo"/>
                <a:cs typeface="Apple SD Gothic Neo"/>
              </a:defRPr>
            </a:lvl3pPr>
            <a:lvl4pPr algn="l">
              <a:defRPr sz="1800" b="0">
                <a:solidFill>
                  <a:srgbClr val="C00000"/>
                </a:solidFill>
                <a:latin typeface="Apple SD Gothic Neo"/>
                <a:ea typeface="Apple SD Gothic Neo"/>
                <a:cs typeface="Apple SD Gothic Neo"/>
              </a:defRPr>
            </a:lvl4pPr>
            <a:lvl5pPr algn="l">
              <a:defRPr sz="1800" b="0">
                <a:solidFill>
                  <a:srgbClr val="C00000"/>
                </a:solidFill>
                <a:latin typeface="Apple SD Gothic Neo"/>
                <a:ea typeface="Apple SD Gothic Neo"/>
                <a:cs typeface="Apple SD Gothic Neo"/>
              </a:defRPr>
            </a:lvl5pPr>
            <a:lvl6pPr algn="l">
              <a:defRPr sz="1800" b="0">
                <a:solidFill>
                  <a:srgbClr val="C00000"/>
                </a:solidFill>
                <a:latin typeface="Apple SD Gothic Neo"/>
                <a:ea typeface="Apple SD Gothic Neo"/>
                <a:cs typeface="Apple SD Gothic Neo"/>
              </a:defRPr>
            </a:lvl6pPr>
            <a:lvl7pPr algn="l">
              <a:defRPr sz="1800" b="0">
                <a:solidFill>
                  <a:srgbClr val="C00000"/>
                </a:solidFill>
                <a:latin typeface="Apple SD Gothic Neo"/>
                <a:ea typeface="Apple SD Gothic Neo"/>
                <a:cs typeface="Apple SD Gothic Neo"/>
              </a:defRPr>
            </a:lvl7pPr>
            <a:lvl8pPr algn="l">
              <a:defRPr sz="1800" b="0">
                <a:solidFill>
                  <a:srgbClr val="C00000"/>
                </a:solidFill>
                <a:latin typeface="Apple SD Gothic Neo"/>
                <a:ea typeface="Apple SD Gothic Neo"/>
                <a:cs typeface="Apple SD Gothic Neo"/>
              </a:defRPr>
            </a:lvl8pPr>
            <a:lvl9pPr algn="l">
              <a:defRPr sz="1800" b="0">
                <a:solidFill>
                  <a:srgbClr val="C00000"/>
                </a:solidFill>
                <a:latin typeface="Apple SD Gothic Neo"/>
                <a:ea typeface="Apple SD Gothic Neo"/>
                <a:cs typeface="Apple SD Gothic Neo"/>
              </a:defRPr>
            </a:lvl9pPr>
          </a:lstStyle>
          <a:p xmlns:a="http://schemas.openxmlformats.org/drawingml/2006/main">
            <a:pPr algn="l">
              <a:defRPr sz="1800" b="0">
                <a:solidFill>
                  <a:srgbClr val="C00000"/>
                </a:solidFill>
                <a:latin typeface="Apple SD Gothic Neo"/>
                <a:ea typeface="Apple SD Gothic Neo"/>
                <a:cs typeface="Apple SD Gothic Neo"/>
              </a:defRPr>
            </a:pPr>
            <a:r>
              <a:rPr sz="1800" b="0">
                <a:solidFill>
                  <a:srgbClr val="C00000"/>
                </a:solidFill>
                <a:latin typeface="Apple SD Gothic Neo"/>
                <a:ea typeface="Apple SD Gothic Neo"/>
                <a:cs typeface="Apple SD Gothic Neo"/>
              </a:rPr>
              <a:t>N=1 최고 RSS는 증가. 새 QA01·QA03와 모델 비용 개선은 미측정.</a:t>
            </a:r>
          </a:p>
        </p:txBody>
      </p:sp>
      <p:sp>
        <p:nvSpPr>
          <p:cNvPr id="53" name="DP2 object 281">
            <a:extLst xmlns:a="http://schemas.openxmlformats.org/drawingml/2006/main">
              <a:ext uri="{FF2B5EF4-FFF2-40B4-BE49-F238E27FC236}">
                <a16:creationId xmlns:a16="http://schemas.microsoft.com/office/drawing/2014/main" id="{3F09F4C4-9B61-4626-A37D-75807F16B09E}"/>
              </a:ext>
            </a:extLst>
          </p:cNvPr>
          <p:cNvSpPr>
            <a:spLocks xmlns:a="http://schemas.openxmlformats.org/drawingml/2006/main" noGrp="1"/>
          </p:cNvSpPr>
          <p:nvPr/>
        </p:nvSpPr>
        <p:spPr>
          <a:xfrm xmlns:a="http://schemas.openxmlformats.org/drawingml/2006/main">
            <a:off x="6419850" y="8829675"/>
            <a:ext cx="1152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50555B"/>
                </a:solidFill>
                <a:latin typeface="Apple SD Gothic Neo"/>
                <a:ea typeface="Apple SD Gothic Neo"/>
                <a:cs typeface="Apple SD Gothic Neo"/>
              </a:defRPr>
            </a:defPPr>
            <a:lvl1pPr algn="l">
              <a:defRPr sz="1725" b="0">
                <a:solidFill>
                  <a:srgbClr val="50555B"/>
                </a:solidFill>
                <a:latin typeface="Apple SD Gothic Neo"/>
                <a:ea typeface="Apple SD Gothic Neo"/>
                <a:cs typeface="Apple SD Gothic Neo"/>
              </a:defRPr>
            </a:lvl1pPr>
            <a:lvl2pPr algn="l">
              <a:defRPr sz="1725" b="0">
                <a:solidFill>
                  <a:srgbClr val="50555B"/>
                </a:solidFill>
                <a:latin typeface="Apple SD Gothic Neo"/>
                <a:ea typeface="Apple SD Gothic Neo"/>
                <a:cs typeface="Apple SD Gothic Neo"/>
              </a:defRPr>
            </a:lvl2pPr>
            <a:lvl3pPr algn="l">
              <a:defRPr sz="1725" b="0">
                <a:solidFill>
                  <a:srgbClr val="50555B"/>
                </a:solidFill>
                <a:latin typeface="Apple SD Gothic Neo"/>
                <a:ea typeface="Apple SD Gothic Neo"/>
                <a:cs typeface="Apple SD Gothic Neo"/>
              </a:defRPr>
            </a:lvl3pPr>
            <a:lvl4pPr algn="l">
              <a:defRPr sz="1725" b="0">
                <a:solidFill>
                  <a:srgbClr val="50555B"/>
                </a:solidFill>
                <a:latin typeface="Apple SD Gothic Neo"/>
                <a:ea typeface="Apple SD Gothic Neo"/>
                <a:cs typeface="Apple SD Gothic Neo"/>
              </a:defRPr>
            </a:lvl4pPr>
            <a:lvl5pPr algn="l">
              <a:defRPr sz="1725" b="0">
                <a:solidFill>
                  <a:srgbClr val="50555B"/>
                </a:solidFill>
                <a:latin typeface="Apple SD Gothic Neo"/>
                <a:ea typeface="Apple SD Gothic Neo"/>
                <a:cs typeface="Apple SD Gothic Neo"/>
              </a:defRPr>
            </a:lvl5pPr>
            <a:lvl6pPr algn="l">
              <a:defRPr sz="1725" b="0">
                <a:solidFill>
                  <a:srgbClr val="50555B"/>
                </a:solidFill>
                <a:latin typeface="Apple SD Gothic Neo"/>
                <a:ea typeface="Apple SD Gothic Neo"/>
                <a:cs typeface="Apple SD Gothic Neo"/>
              </a:defRPr>
            </a:lvl6pPr>
            <a:lvl7pPr algn="l">
              <a:defRPr sz="1725" b="0">
                <a:solidFill>
                  <a:srgbClr val="50555B"/>
                </a:solidFill>
                <a:latin typeface="Apple SD Gothic Neo"/>
                <a:ea typeface="Apple SD Gothic Neo"/>
                <a:cs typeface="Apple SD Gothic Neo"/>
              </a:defRPr>
            </a:lvl7pPr>
            <a:lvl8pPr algn="l">
              <a:defRPr sz="1725" b="0">
                <a:solidFill>
                  <a:srgbClr val="50555B"/>
                </a:solidFill>
                <a:latin typeface="Apple SD Gothic Neo"/>
                <a:ea typeface="Apple SD Gothic Neo"/>
                <a:cs typeface="Apple SD Gothic Neo"/>
              </a:defRPr>
            </a:lvl8pPr>
            <a:lvl9pPr algn="l">
              <a:defRPr sz="1725" b="0">
                <a:solidFill>
                  <a:srgbClr val="50555B"/>
                </a:solidFill>
                <a:latin typeface="Apple SD Gothic Neo"/>
                <a:ea typeface="Apple SD Gothic Neo"/>
                <a:cs typeface="Apple SD Gothic Neo"/>
              </a:defRPr>
            </a:lvl9pPr>
          </a:lstStyle>
          <a:p xmlns:a="http://schemas.openxmlformats.org/drawingml/2006/main">
            <a:pPr algn="l">
              <a:defRPr sz="1725" b="0">
                <a:solidFill>
                  <a:srgbClr val="50555B"/>
                </a:solidFill>
                <a:latin typeface="Apple SD Gothic Neo"/>
                <a:ea typeface="Apple SD Gothic Neo"/>
                <a:cs typeface="Apple SD Gothic Neo"/>
              </a:defRPr>
            </a:pPr>
            <a:r>
              <a:rPr sz="1725" b="0">
                <a:solidFill>
                  <a:srgbClr val="50555B"/>
                </a:solidFill>
                <a:latin typeface="Apple SD Gothic Neo"/>
                <a:ea typeface="Apple SD Gothic Neo"/>
                <a:cs typeface="Apple SD Gothic Neo"/>
              </a:rPr>
              <a:t>별도 요청 관계 진단 N-R: A 27/27, B 26/27. B1에서도 B의 오류는 그대로.</a:t>
            </a:r>
          </a:p>
        </p:txBody>
      </p:sp>
      <p:sp>
        <p:nvSpPr>
          <p:cNvPr id="54" name="Editable path 282">
            <a:extLst xmlns:a="http://schemas.openxmlformats.org/drawingml/2006/main">
              <a:ext uri="{FF2B5EF4-FFF2-40B4-BE49-F238E27FC236}">
                <a16:creationId xmlns:a16="http://schemas.microsoft.com/office/drawing/2014/main" id="{6EB5F52B-02C6-40A5-A4A7-B9C3D1851B6C}"/>
              </a:ext>
            </a:extLst>
          </p:cNvPr>
          <p:cNvSpPr>
            <a:spLocks xmlns:a="http://schemas.openxmlformats.org/drawingml/2006/main" noGrp="1"/>
          </p:cNvSpPr>
          <p:nvPr/>
        </p:nvSpPr>
        <p:spPr>
          <a:xfrm xmlns:a="http://schemas.openxmlformats.org/drawingml/2006/main">
            <a:off x="266700" y="9496425"/>
            <a:ext cx="17773650" cy="953"/>
          </a:xfrm>
          <a:custGeom xmlns:a="http://schemas.openxmlformats.org/drawingml/2006/main">
            <a:pathLst>
              <a:path w="17773650" h="953">
                <a:moveTo>
                  <a:pt x="0" y="0"/>
                </a:moveTo>
                <a:lnTo>
                  <a:pt x="17773650" y="0"/>
                </a:lnTo>
              </a:path>
            </a:pathLst>
          </a:custGeom>
          <a:noFill xmlns:a="http://schemas.openxmlformats.org/drawingml/2006/main"/>
          <a:ln xmlns:a="http://schemas.openxmlformats.org/drawingml/2006/main" w="13335">
            <a:solidFill>
              <a:srgbClr val="4676CB"/>
            </a:solidFill>
            <a:prstDash val="solid"/>
          </a:ln>
        </p:spPr>
      </p:sp>
      <p:sp>
        <p:nvSpPr>
          <p:cNvPr id="55" name="DP2 object 283">
            <a:extLst xmlns:a="http://schemas.openxmlformats.org/drawingml/2006/main">
              <a:ext uri="{FF2B5EF4-FFF2-40B4-BE49-F238E27FC236}">
                <a16:creationId xmlns:a16="http://schemas.microsoft.com/office/drawing/2014/main" id="{C1B0BCF4-F598-4881-8161-721C39EAF163}"/>
              </a:ext>
            </a:extLst>
          </p:cNvPr>
          <p:cNvSpPr>
            <a:spLocks xmlns:a="http://schemas.openxmlformats.org/drawingml/2006/main" noGrp="1"/>
          </p:cNvSpPr>
          <p:nvPr/>
        </p:nvSpPr>
        <p:spPr>
          <a:xfrm xmlns:a="http://schemas.openxmlformats.org/drawingml/2006/main">
            <a:off x="266700" y="9620250"/>
            <a:ext cx="1724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1">
                <a:solidFill>
                  <a:srgbClr val="111111"/>
                </a:solidFill>
                <a:latin typeface="Apple SD Gothic Neo"/>
                <a:ea typeface="Apple SD Gothic Neo"/>
                <a:cs typeface="Apple SD Gothic Neo"/>
              </a:defRPr>
            </a:defPPr>
            <a:lvl1pPr algn="l">
              <a:defRPr sz="1575" b="1">
                <a:solidFill>
                  <a:srgbClr val="111111"/>
                </a:solidFill>
                <a:latin typeface="Apple SD Gothic Neo"/>
                <a:ea typeface="Apple SD Gothic Neo"/>
                <a:cs typeface="Apple SD Gothic Neo"/>
              </a:defRPr>
            </a:lvl1pPr>
            <a:lvl2pPr algn="l">
              <a:defRPr sz="1575" b="1">
                <a:solidFill>
                  <a:srgbClr val="111111"/>
                </a:solidFill>
                <a:latin typeface="Apple SD Gothic Neo"/>
                <a:ea typeface="Apple SD Gothic Neo"/>
                <a:cs typeface="Apple SD Gothic Neo"/>
              </a:defRPr>
            </a:lvl2pPr>
            <a:lvl3pPr algn="l">
              <a:defRPr sz="1575" b="1">
                <a:solidFill>
                  <a:srgbClr val="111111"/>
                </a:solidFill>
                <a:latin typeface="Apple SD Gothic Neo"/>
                <a:ea typeface="Apple SD Gothic Neo"/>
                <a:cs typeface="Apple SD Gothic Neo"/>
              </a:defRPr>
            </a:lvl3pPr>
            <a:lvl4pPr algn="l">
              <a:defRPr sz="1575" b="1">
                <a:solidFill>
                  <a:srgbClr val="111111"/>
                </a:solidFill>
                <a:latin typeface="Apple SD Gothic Neo"/>
                <a:ea typeface="Apple SD Gothic Neo"/>
                <a:cs typeface="Apple SD Gothic Neo"/>
              </a:defRPr>
            </a:lvl4pPr>
            <a:lvl5pPr algn="l">
              <a:defRPr sz="1575" b="1">
                <a:solidFill>
                  <a:srgbClr val="111111"/>
                </a:solidFill>
                <a:latin typeface="Apple SD Gothic Neo"/>
                <a:ea typeface="Apple SD Gothic Neo"/>
                <a:cs typeface="Apple SD Gothic Neo"/>
              </a:defRPr>
            </a:lvl5pPr>
            <a:lvl6pPr algn="l">
              <a:defRPr sz="1575" b="1">
                <a:solidFill>
                  <a:srgbClr val="111111"/>
                </a:solidFill>
                <a:latin typeface="Apple SD Gothic Neo"/>
                <a:ea typeface="Apple SD Gothic Neo"/>
                <a:cs typeface="Apple SD Gothic Neo"/>
              </a:defRPr>
            </a:lvl6pPr>
            <a:lvl7pPr algn="l">
              <a:defRPr sz="1575" b="1">
                <a:solidFill>
                  <a:srgbClr val="111111"/>
                </a:solidFill>
                <a:latin typeface="Apple SD Gothic Neo"/>
                <a:ea typeface="Apple SD Gothic Neo"/>
                <a:cs typeface="Apple SD Gothic Neo"/>
              </a:defRPr>
            </a:lvl7pPr>
            <a:lvl8pPr algn="l">
              <a:defRPr sz="1575" b="1">
                <a:solidFill>
                  <a:srgbClr val="111111"/>
                </a:solidFill>
                <a:latin typeface="Apple SD Gothic Neo"/>
                <a:ea typeface="Apple SD Gothic Neo"/>
                <a:cs typeface="Apple SD Gothic Neo"/>
              </a:defRPr>
            </a:lvl8pPr>
            <a:lvl9pPr algn="l">
              <a:defRPr sz="1575" b="1">
                <a:solidFill>
                  <a:srgbClr val="111111"/>
                </a:solidFill>
                <a:latin typeface="Apple SD Gothic Neo"/>
                <a:ea typeface="Apple SD Gothic Neo"/>
                <a:cs typeface="Apple SD Gothic Neo"/>
              </a:defRPr>
            </a:lvl9pPr>
          </a:lstStyle>
          <a:p xmlns:a="http://schemas.openxmlformats.org/drawingml/2006/main">
            <a:pPr algn="l">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기본 실측 46.170MB와 재생 31.867MB는 전후값이 아님. 제품 전체 RAM, 원격 모델 weights/KV와 새 지연을 측정한 결과가 아님.</a:t>
            </a:r>
          </a:p>
        </p:txBody>
      </p:sp>
      <p:sp>
        <p:nvSpPr>
          <p:cNvPr id="56" name="DP2 object 284">
            <a:extLst xmlns:a="http://schemas.openxmlformats.org/drawingml/2006/main">
              <a:ext uri="{FF2B5EF4-FFF2-40B4-BE49-F238E27FC236}">
                <a16:creationId xmlns:a16="http://schemas.microsoft.com/office/drawing/2014/main" id="{DF301DBB-E465-4938-BD2F-C7F598F711C0}"/>
              </a:ext>
            </a:extLst>
          </p:cNvPr>
          <p:cNvSpPr>
            <a:spLocks xmlns:a="http://schemas.openxmlformats.org/drawingml/2006/main" noGrp="1"/>
          </p:cNvSpPr>
          <p:nvPr/>
        </p:nvSpPr>
        <p:spPr>
          <a:xfrm xmlns:a="http://schemas.openxmlformats.org/drawingml/2006/main">
            <a:off x="266700" y="9944100"/>
            <a:ext cx="1714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50555B"/>
                </a:solidFill>
                <a:latin typeface="Apple SD Gothic Neo"/>
                <a:ea typeface="Apple SD Gothic Neo"/>
                <a:cs typeface="Apple SD Gothic Neo"/>
              </a:defRPr>
            </a:defPPr>
            <a:lvl1pPr algn="l">
              <a:defRPr sz="1425" b="0">
                <a:solidFill>
                  <a:srgbClr val="50555B"/>
                </a:solidFill>
                <a:latin typeface="Apple SD Gothic Neo"/>
                <a:ea typeface="Apple SD Gothic Neo"/>
                <a:cs typeface="Apple SD Gothic Neo"/>
              </a:defRPr>
            </a:lvl1pPr>
            <a:lvl2pPr algn="l">
              <a:defRPr sz="1425" b="0">
                <a:solidFill>
                  <a:srgbClr val="50555B"/>
                </a:solidFill>
                <a:latin typeface="Apple SD Gothic Neo"/>
                <a:ea typeface="Apple SD Gothic Neo"/>
                <a:cs typeface="Apple SD Gothic Neo"/>
              </a:defRPr>
            </a:lvl2pPr>
            <a:lvl3pPr algn="l">
              <a:defRPr sz="1425" b="0">
                <a:solidFill>
                  <a:srgbClr val="50555B"/>
                </a:solidFill>
                <a:latin typeface="Apple SD Gothic Neo"/>
                <a:ea typeface="Apple SD Gothic Neo"/>
                <a:cs typeface="Apple SD Gothic Neo"/>
              </a:defRPr>
            </a:lvl3pPr>
            <a:lvl4pPr algn="l">
              <a:defRPr sz="1425" b="0">
                <a:solidFill>
                  <a:srgbClr val="50555B"/>
                </a:solidFill>
                <a:latin typeface="Apple SD Gothic Neo"/>
                <a:ea typeface="Apple SD Gothic Neo"/>
                <a:cs typeface="Apple SD Gothic Neo"/>
              </a:defRPr>
            </a:lvl4pPr>
            <a:lvl5pPr algn="l">
              <a:defRPr sz="1425" b="0">
                <a:solidFill>
                  <a:srgbClr val="50555B"/>
                </a:solidFill>
                <a:latin typeface="Apple SD Gothic Neo"/>
                <a:ea typeface="Apple SD Gothic Neo"/>
                <a:cs typeface="Apple SD Gothic Neo"/>
              </a:defRPr>
            </a:lvl5pPr>
            <a:lvl6pPr algn="l">
              <a:defRPr sz="1425" b="0">
                <a:solidFill>
                  <a:srgbClr val="50555B"/>
                </a:solidFill>
                <a:latin typeface="Apple SD Gothic Neo"/>
                <a:ea typeface="Apple SD Gothic Neo"/>
                <a:cs typeface="Apple SD Gothic Neo"/>
              </a:defRPr>
            </a:lvl6pPr>
            <a:lvl7pPr algn="l">
              <a:defRPr sz="1425" b="0">
                <a:solidFill>
                  <a:srgbClr val="50555B"/>
                </a:solidFill>
                <a:latin typeface="Apple SD Gothic Neo"/>
                <a:ea typeface="Apple SD Gothic Neo"/>
                <a:cs typeface="Apple SD Gothic Neo"/>
              </a:defRPr>
            </a:lvl7pPr>
            <a:lvl8pPr algn="l">
              <a:defRPr sz="1425" b="0">
                <a:solidFill>
                  <a:srgbClr val="50555B"/>
                </a:solidFill>
                <a:latin typeface="Apple SD Gothic Neo"/>
                <a:ea typeface="Apple SD Gothic Neo"/>
                <a:cs typeface="Apple SD Gothic Neo"/>
              </a:defRPr>
            </a:lvl8pPr>
            <a:lvl9pPr algn="l">
              <a:defRPr sz="1425" b="0">
                <a:solidFill>
                  <a:srgbClr val="50555B"/>
                </a:solidFill>
                <a:latin typeface="Apple SD Gothic Neo"/>
                <a:ea typeface="Apple SD Gothic Neo"/>
                <a:cs typeface="Apple SD Gothic Neo"/>
              </a:defRPr>
            </a:lvl9pPr>
          </a:lstStyle>
          <a:p xmlns:a="http://schemas.openxmlformats.org/drawingml/2006/main">
            <a:pPr algn="l">
              <a:defRPr sz="1425" b="0">
                <a:solidFill>
                  <a:srgbClr val="50555B"/>
                </a:solidFill>
                <a:latin typeface="Apple SD Gothic Neo"/>
                <a:ea typeface="Apple SD Gothic Neo"/>
                <a:cs typeface="Apple SD Gothic Neo"/>
              </a:defRPr>
            </a:pPr>
            <a:r>
              <a:rPr sz="1425" b="0">
                <a:solidFill>
                  <a:srgbClr val="50555B"/>
                </a:solidFill>
                <a:latin typeface="Apple SD Gothic Neo"/>
                <a:ea typeface="Apple SD Gothic Neo"/>
                <a:cs typeface="Apple SD Gothic Neo"/>
              </a:rPr>
              <a:t>기존 발표 캠페인과 strict-control-v2 재생 근거. 새로운 공통 대표 평가의 정식 결과와 구분한다.</a:t>
            </a:r>
          </a:p>
        </p:txBody>
      </p:sp>
    </p:spTree>
    <p:extLst>
      <p:ext uri="{BB962C8B-B14F-4D97-AF65-F5344CB8AC3E}">
        <p14:creationId xmlns:p14="http://schemas.microsoft.com/office/powerpoint/2010/main" val="10541464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2026-10-19T05:21:37.9110000Z</dcterms:created>
  <dcterms:modified xsi:type="dcterms:W3CDTF">2026-10-19T05:21:37.9110000Z</dcterms:modified>
</coreProperties>
</file>