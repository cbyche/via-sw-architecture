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63a8a48ddb4611" /><Relationship Type="http://schemas.openxmlformats.org/officeDocument/2006/relationships/extended-properties" Target="/docProps/app.xml" Id="R9672121a77a24c5e" /><Relationship Type="http://schemas.openxmlformats.org/officeDocument/2006/relationships/officeDocument" Target="/ppt/presentation.xml" Id="Raa90d654f7bc4a01"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71783362668a4635"/>
  </p:sldMasterIdLst>
  <p:notesMasterIdLst>
    <p:notesMasterId r:id="R32f809d11fc84505"/>
  </p:notesMasterIdLst>
  <p:sldIdLst>
    <p:sldId id="256" r:id="R830231cfd3244338"/>
    <p:sldId id="257" r:id="R40b7860bf2c6499b"/>
    <p:sldId id="258" r:id="R7986eb32f5b14363"/>
    <p:sldId id="259" r:id="R2cb597e69ffb48ed"/>
  </p:sldIdLst>
  <p:sldSz cx="18288000" cy="10287000"/>
  <p:notesSz cx="6858000" cy="9144000"/>
  <p:defaultTextStyle>
    <a:defPPr>
      <a:defRPr lang="ko-KR">
        <a:latin typeface="Calibri"/>
        <a:ea typeface="Calibri"/>
        <a:cs typeface="Calibri"/>
      </a:defRPr>
    </a:defPPr>
    <a:lvl1pPr>
      <a:defRPr lang="ko-KR">
        <a:latin typeface="Calibri"/>
        <a:ea typeface="Calibri"/>
        <a:cs typeface="Calibri"/>
      </a:defRPr>
    </a:lvl1pPr>
    <a:lvl2pPr>
      <a:defRPr lang="ko-KR">
        <a:latin typeface="Calibri"/>
        <a:ea typeface="Calibri"/>
        <a:cs typeface="Calibri"/>
      </a:defRPr>
    </a:lvl2pPr>
    <a:lvl3pPr>
      <a:defRPr lang="ko-KR">
        <a:latin typeface="Calibri"/>
        <a:ea typeface="Calibri"/>
        <a:cs typeface="Calibri"/>
      </a:defRPr>
    </a:lvl3pPr>
    <a:lvl4pPr>
      <a:defRPr lang="ko-KR">
        <a:latin typeface="Calibri"/>
        <a:ea typeface="Calibri"/>
        <a:cs typeface="Calibri"/>
      </a:defRPr>
    </a:lvl4pPr>
    <a:lvl5pPr>
      <a:defRPr lang="ko-KR">
        <a:latin typeface="Calibri"/>
        <a:ea typeface="Calibri"/>
        <a:cs typeface="Calibri"/>
      </a:defRPr>
    </a:lvl5pPr>
    <a:lvl6pPr>
      <a:defRPr lang="ko-KR">
        <a:latin typeface="Calibri"/>
        <a:ea typeface="Calibri"/>
        <a:cs typeface="Calibri"/>
      </a:defRPr>
    </a:lvl6pPr>
    <a:lvl7pPr>
      <a:defRPr lang="ko-KR">
        <a:latin typeface="Calibri"/>
        <a:ea typeface="Calibri"/>
        <a:cs typeface="Calibri"/>
      </a:defRPr>
    </a:lvl7pPr>
    <a:lvl8pPr>
      <a:defRPr lang="ko-KR">
        <a:latin typeface="Calibri"/>
        <a:ea typeface="Calibri"/>
        <a:cs typeface="Calibri"/>
      </a:defRPr>
    </a:lvl8pPr>
    <a:lvl9pPr>
      <a:defRPr lang="ko-KR">
        <a:latin typeface="Calibri"/>
        <a:ea typeface="Calibri"/>
        <a:cs typeface="Calibri"/>
      </a:defRPr>
    </a:lvl9pPr>
  </p:defaultTextStyle>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e148fc8fe14c4b" /><Relationship Type="http://schemas.openxmlformats.org/officeDocument/2006/relationships/slideMaster" Target="/ppt/slideMasters/slideMaster1.xml" Id="R71783362668a4635" /><Relationship Type="http://schemas.openxmlformats.org/officeDocument/2006/relationships/notesMaster" Target="/ppt/notesMasters/notesMaster1.xml" Id="R32f809d11fc84505" /><Relationship Type="http://schemas.openxmlformats.org/officeDocument/2006/relationships/presProps" Target="/ppt/presProps.xml" Id="R1dae632134e34439" /><Relationship Type="http://schemas.openxmlformats.org/officeDocument/2006/relationships/tableStyles" Target="/ppt/tableStyles.xml" Id="Rba500c2e554d4445" /><Relationship Type="http://schemas.openxmlformats.org/officeDocument/2006/relationships/slide" Target="/ppt/slides/slide1.xml" Id="R830231cfd3244338" /><Relationship Type="http://schemas.openxmlformats.org/officeDocument/2006/relationships/slide" Target="/ppt/slides/slide2.xml" Id="R40b7860bf2c6499b" /><Relationship Type="http://schemas.openxmlformats.org/officeDocument/2006/relationships/slide" Target="/ppt/slides/slide3.xml" Id="R7986eb32f5b14363" /><Relationship Type="http://schemas.openxmlformats.org/officeDocument/2006/relationships/slide" Target="/ppt/slides/slide4.xml" Id="R2cb597e69ffb48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7ffd999fce4c51"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753d1e6e5a4939" /><Relationship Type="http://schemas.openxmlformats.org/officeDocument/2006/relationships/notesMaster" Target="/ppt/notesMasters/notesMaster1.xml" Id="R3ea1a4caec494e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f0c64cddfa4086" /><Relationship Type="http://schemas.openxmlformats.org/officeDocument/2006/relationships/notesMaster" Target="/ppt/notesMasters/notesMaster1.xml" Id="Rca9be9f0f7134d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84055be3e7476f" /><Relationship Type="http://schemas.openxmlformats.org/officeDocument/2006/relationships/notesMaster" Target="/ppt/notesMasters/notesMaster1.xml" Id="R8243f51f1a754b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feda5f88fd4b55" /><Relationship Type="http://schemas.openxmlformats.org/officeDocument/2006/relationships/notesMaster" Target="/ppt/notesMasters/notesMaster1.xml" Id="R8416d0766dc6483f"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정량 시간축이 아닌 사건 순서의 개념도다. 긴 막대는 VIA 모델/읽기 step이며 외부 Agent 업무 대기가 아니다. 새 독립 질문이 현재 step 중 도착하는 S2/E2 상황을 단순화했다. 입력이 도착한다고 즉시 의미 관계가 확정되는 것은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K=2/K=1 조건표는 각 같은 사례의 3회 평균이며 K=2는 첫 응답, K=1은 후속 목표 완료로 지표가 다르므로 행 간 직접 속도 비교를 하지 않는다. 각 N별 최고 RSS는 해당 안12회 중 최고 동시 Python+Rust 값이다. N=4 실제값32.325632→31.866880MB, N=1 30.097408→30.294016MB. 감소/증가는 반올림 전 값으로 계산해0.459/0.197MB로 표시한다. N=2 감소0.294912MB. 요청 할당 peak 평균은573372.3→365412.7byte이며 RSS와 같은 지표가 아니다. 전송 payload snapshot동등성을 확인했지만 새로운 모델 정확도나 원격 latency를 측정한 것은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7cb02f6e8944d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67327d75a4f421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8b2ed1b93bb4ae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e5562a5d613416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be3e6d6b8e148d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a7904f8e20b4cd5" /></Relationships>
</file>

<file path=ppt/slideLayouts/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993EC092-59EF-45C2-9C79-0FE79CC11353}"/>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BA59FD73-A0A5-4DB6-9A90-90AFE411B4EA}"/>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FDA04B71-A865-482F-8A24-29D8B75E131F}"/>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2E8AAC44-7227-422D-B6F3-D313C401AE17}"/>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3F0EE3FC-3ACE-4173-8690-5085C5BB1EA0}"/>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6C8C1926-B725-458B-9DCA-4EA15B2778DB}"/>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EDF69695-5299-4DC1-9FD4-42427C5676D2}"/>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7315CA18-4A9A-4A1C-8000-B9185EC1C9FD}"/>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0005BB02-9DBD-4244-A1E2-5FC5A8A1358A}"/>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ECDAF3A9-EA69-4475-8308-6CF9786546EE}"/>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62596193d64129" /><Relationship Type="http://schemas.openxmlformats.org/officeDocument/2006/relationships/slideLayout" Target="/ppt/slideLayouts/slideLayout1.xml" Id="Rc622b9ecd51a4519" /><Relationship Type="http://schemas.openxmlformats.org/officeDocument/2006/relationships/slideLayout" Target="/ppt/slideLayouts/slideLayout2.xml" Id="R9cc0958726e74f65" /><Relationship Type="http://schemas.openxmlformats.org/officeDocument/2006/relationships/slideLayout" Target="/ppt/slideLayouts/slideLayout3.xml" Id="Ra46f697b3c224259" /><Relationship Type="http://schemas.openxmlformats.org/officeDocument/2006/relationships/slideLayout" Target="/ppt/slideLayouts/slideLayout4.xml" Id="Redac6d40f4ed41a5" /><Relationship Type="http://schemas.openxmlformats.org/officeDocument/2006/relationships/slideLayout" Target="/ppt/slideLayouts/slideLayout5.xml" Id="R52c579742c6245a6" /><Relationship Type="http://schemas.openxmlformats.org/officeDocument/2006/relationships/slideLayout" Target="/ppt/slideLayouts/slideLayout6.xml" Id="R671d01a8c7554670" /></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c622b9ecd51a4519"/>
    <p:sldLayoutId id="2147483650" r:id="R9cc0958726e74f65"/>
    <p:sldLayoutId id="2147483651" r:id="Ra46f697b3c224259"/>
    <p:sldLayoutId id="2147483652" r:id="Redac6d40f4ed41a5"/>
    <p:sldLayoutId id="2147483653" r:id="R52c579742c6245a6"/>
    <p:sldLayoutId id="2147483654" r:id="R671d01a8c7554670"/>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a78b8c365f4d8f" /><Relationship Type="http://schemas.openxmlformats.org/officeDocument/2006/relationships/notesSlide" Target="/ppt/notesSlides/notesSlide1.xml" Id="R25fead79ccff49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647436bac5c44d5" /><Relationship Type="http://schemas.openxmlformats.org/officeDocument/2006/relationships/notesSlide" Target="/ppt/notesSlides/notesSlide2.xml" Id="Ra1c32fff0e1543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e066a5ed1524ee4" /><Relationship Type="http://schemas.openxmlformats.org/officeDocument/2006/relationships/notesSlide" Target="/ppt/notesSlides/notesSlide3.xml" Id="Rdde5c376fdf749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750728ae70c4728" /><Relationship Type="http://schemas.openxmlformats.org/officeDocument/2006/relationships/notesSlide" Target="/ppt/notesSlides/notesSlide4.xml" Id="R36e13750746b4f90"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6" name="DP2 object 1">
            <a:extLst>
              <a:ext uri="{FF2B5EF4-FFF2-40B4-BE49-F238E27FC236}">
                <ns2:creationId id="{EBAB88D3-2CBF-4960-AC15-A997C08BB420}"/>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(배경)</a:t>
            </a:r>
            <a:endParaRPr lang="ko-KR">
              <a:latin typeface="Calibri"/>
              <a:ea typeface="Calibri"/>
              <a:cs typeface="Calibri"/>
            </a:endParaRPr>
          </a:p>
        </p:txBody>
      </p:sp>
      <p:sp>
        <p:nvSpPr>
          <p:cNvPr id="2" name="DP2 object 2">
            <a:extLst>
              <a:ext uri="{FF2B5EF4-FFF2-40B4-BE49-F238E27FC236}">
                <ns2:creationId id="{FD124D25-A8B5-4D85-95D0-4563F5EC1AA5}"/>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2 object 3">
            <a:extLst>
              <a:ext uri="{FF2B5EF4-FFF2-40B4-BE49-F238E27FC236}">
                <ns2:creationId id="{9170F3B7-FAE5-48FC-8B4B-4A845EFDBCAC}"/>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2 object 4">
            <a:extLst>
              <a:ext uri="{FF2B5EF4-FFF2-40B4-BE49-F238E27FC236}">
                <ns2:creationId id="{DD5CC7AA-35B6-41B4-B5A4-62B46B62122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2 object 5">
            <a:extLst>
              <a:ext uri="{FF2B5EF4-FFF2-40B4-BE49-F238E27FC236}">
                <ns2:creationId id="{99E0FA5C-85E1-4C5E-A38A-C5E7895A1A52}"/>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2 object 6">
            <a:extLst>
              <a:ext uri="{FF2B5EF4-FFF2-40B4-BE49-F238E27FC236}">
                <ns2:creationId id="{7C643F05-F723-4AB5-BC71-0415CED0B95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2 object 7">
            <a:extLst>
              <a:ext uri="{FF2B5EF4-FFF2-40B4-BE49-F238E27FC236}">
                <ns2:creationId id="{4684C2CC-1EE9-48C6-A6BE-DB2596F96AC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2 object 8">
            <a:extLst>
              <a:ext uri="{FF2B5EF4-FFF2-40B4-BE49-F238E27FC236}">
                <ns2:creationId id="{2453F033-1D05-4D30-B868-7D490AFEB6F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2 object 9">
            <a:extLst>
              <a:ext uri="{FF2B5EF4-FFF2-40B4-BE49-F238E27FC236}">
                <ns2:creationId id="{967B0A46-5C39-4705-BDF2-4FF78EB8D47F}"/>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2 object 10">
            <a:extLst>
              <a:ext uri="{FF2B5EF4-FFF2-40B4-BE49-F238E27FC236}">
                <ns2:creationId id="{BDDED342-B250-4800-AE49-C9B35699954A}"/>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2 object 11">
            <a:extLst>
              <a:ext uri="{FF2B5EF4-FFF2-40B4-BE49-F238E27FC236}">
                <ns2:creationId id="{8043C1FE-0187-4FA9-9D50-9CBE7815F243}"/>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97EAC7A0-51FB-4817-A3CE-C4808222C46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2 object 13">
            <a:extLst>
              <a:ext uri="{FF2B5EF4-FFF2-40B4-BE49-F238E27FC236}">
                <ns2:creationId id="{35C75A28-4530-4E48-911E-7EABF9B679B6}"/>
              </a:ext>
            </a:extLst>
          </p:cNvPr>
          <p:cNvSpPr>
            <a:spLocks noGrp="1"/>
          </p:cNvSpPr>
          <p:nvPr/>
        </p:nvSpPr>
        <p:spPr>
          <a:xfrm>
            <a:off x="17478375" y="9991725"/>
            <a:ext cx="361950" cy="190500"/>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a:t>
            </a:r>
            <a:endParaRPr lang="ko-KR">
              <a:latin typeface="Calibri"/>
              <a:ea typeface="Calibri"/>
              <a:cs typeface="Calibri"/>
            </a:endParaRPr>
          </a:p>
        </p:txBody>
      </p:sp>
      <p:sp>
        <p:nvSpPr>
          <p:cNvPr id="14" name="DP2 object 14">
            <a:extLst>
              <a:ext uri="{FF2B5EF4-FFF2-40B4-BE49-F238E27FC236}">
                <ns2:creationId id="{3B5F8903-FCDB-433D-809F-6D2B6B0EC696}"/>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앞선 판단이 끝나기 전에 새 질문이 들어온다</a:t>
            </a:r>
            <a:endParaRPr lang="ko-KR">
              <a:latin typeface="Calibri"/>
              <a:ea typeface="Calibri"/>
              <a:cs typeface="Calibri"/>
            </a:endParaRPr>
          </a:p>
        </p:txBody>
      </p:sp>
      <p:sp>
        <p:nvSpPr>
          <p:cNvPr id="15" name="DP2 object 15">
            <a:extLst>
              <a:ext uri="{FF2B5EF4-FFF2-40B4-BE49-F238E27FC236}">
                <ns2:creationId id="{381E69CF-32C2-49DD-8845-8F6B679103B1}"/>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입력을 계속 받으면서 원래 목표와 새 요청을 함께 이어가야 한다.</a:t>
            </a:r>
            <a:endParaRPr lang="ko-KR">
              <a:latin typeface="Calibri"/>
              <a:ea typeface="Calibri"/>
              <a:cs typeface="Calibri"/>
            </a:endParaRPr>
          </a:p>
        </p:txBody>
      </p:sp>
      <p:sp>
        <p:nvSpPr>
          <p:cNvPr id="16" name="Editable path 16">
            <a:extLst>
              <a:ext uri="{FF2B5EF4-FFF2-40B4-BE49-F238E27FC236}">
                <ns2:creationId id="{C33E5D57-9B43-45C1-A46A-0C8E00335DEB}"/>
              </a:ext>
            </a:extLst>
          </p:cNvPr>
          <p:cNvSpPr>
            <a:spLocks noGrp="1"/>
          </p:cNvSpPr>
          <p:nvPr/>
        </p:nvSpPr>
        <p:spPr>
          <a:xfrm>
            <a:off x="12858750" y="2781300"/>
            <a:ext cx="953" cy="5314950"/>
          </a:xfrm>
          <a:custGeom>
            <a:pathLst>
              <a:path w="953" h="5314950">
                <a:moveTo>
                  <a:pt x="0" y="0"/>
                </a:moveTo>
                <a:lnTo>
                  <a:pt x="0" y="5314950"/>
                </a:lnTo>
              </a:path>
            </a:pathLst>
          </a:custGeom>
          <a:noFill/>
          <a:ln w="12383">
            <a:solidFill>
              <a:srgbClr val="4676CB"/>
            </a:solidFill>
            <a:prstDash val="solid"/>
          </a:ln>
        </p:spPr>
      </p:sp>
      <p:sp>
        <p:nvSpPr>
          <p:cNvPr id="17" name="“문서 D1과 D2를 비교해줘.”">
            <a:extLst>
              <a:ext uri="{FF2B5EF4-FFF2-40B4-BE49-F238E27FC236}">
                <ns2:creationId id="{7B81CBD0-1DAB-44B4-8DA7-0712939C8462}"/>
              </a:ext>
            </a:extLst>
          </p:cNvPr>
          <p:cNvSpPr>
            <a:spLocks noGrp="1"/>
          </p:cNvSpPr>
          <p:nvPr/>
        </p:nvSpPr>
        <p:spPr>
          <a:xfrm>
            <a:off x="876300" y="2895600"/>
            <a:ext cx="4667250" cy="866775"/>
          </a:xfrm>
          <a:prstGeom prst="rect">
            <a:avLst/>
          </a:prstGeom>
          <a:solidFill>
            <a:srgbClr val="FFFFFF"/>
          </a:solidFill>
          <a:ln w="17145">
            <a:solidFill>
              <a:srgbClr val="111111"/>
            </a:solidFill>
            <a:prstDash val="solid"/>
          </a:ln>
        </p:spPr>
      </p:sp>
      <p:sp>
        <p:nvSpPr>
          <p:cNvPr id="18" name="DP2 object 17">
            <a:extLst>
              <a:ext uri="{FF2B5EF4-FFF2-40B4-BE49-F238E27FC236}">
                <ns2:creationId id="{AF370D66-F4AC-4BD3-9BD3-CFA8B852A7D6}"/>
              </a:ext>
            </a:extLst>
          </p:cNvPr>
          <p:cNvSpPr>
            <a:spLocks noGrp="1"/>
          </p:cNvSpPr>
          <p:nvPr/>
        </p:nvSpPr>
        <p:spPr>
          <a:xfrm>
            <a:off x="942975" y="2933700"/>
            <a:ext cx="4533900" cy="79057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D1과 D2를 비교해줘.”</a:t>
            </a:r>
            <a:endParaRPr lang="ko-KR">
              <a:latin typeface="Calibri"/>
              <a:ea typeface="Calibri"/>
              <a:cs typeface="Calibri"/>
            </a:endParaRPr>
          </a:p>
        </p:txBody>
      </p:sp>
      <p:sp>
        <p:nvSpPr>
          <p:cNvPr id="19" name="DP2 object 18">
            <a:extLst>
              <a:ext uri="{FF2B5EF4-FFF2-40B4-BE49-F238E27FC236}">
                <ns2:creationId id="{240336C2-D8CE-4987-B0DE-D4318A7EECD3}"/>
              </a:ext>
            </a:extLst>
          </p:cNvPr>
          <p:cNvSpPr>
            <a:spLocks noGrp="1"/>
          </p:cNvSpPr>
          <p:nvPr/>
        </p:nvSpPr>
        <p:spPr>
          <a:xfrm>
            <a:off x="6324600" y="2886075"/>
            <a:ext cx="5867400" cy="1209675"/>
          </a:xfrm>
          <a:prstGeom prst="roundRect">
            <a:avLst>
              <a:gd name="adj" fmla="val 6299"/>
            </a:avLst>
          </a:prstGeom>
          <a:solidFill>
            <a:srgbClr val="F1F6FC"/>
          </a:solidFill>
          <a:ln w="21908">
            <a:solidFill>
              <a:srgbClr val="4676CB"/>
            </a:solidFill>
            <a:prstDash val="solid"/>
          </a:ln>
        </p:spPr>
      </p:sp>
      <p:sp>
        <p:nvSpPr>
          <p:cNvPr id="20" name="DP2 object 19">
            <a:extLst>
              <a:ext uri="{FF2B5EF4-FFF2-40B4-BE49-F238E27FC236}">
                <ns2:creationId id="{73F37FB5-3089-4BF8-914B-AB3C19DAB607}"/>
              </a:ext>
            </a:extLst>
          </p:cNvPr>
          <p:cNvSpPr>
            <a:spLocks noGrp="1"/>
          </p:cNvSpPr>
          <p:nvPr/>
        </p:nvSpPr>
        <p:spPr>
          <a:xfrm>
            <a:off x="6543675" y="3000375"/>
            <a:ext cx="5314950" cy="285750"/>
          </a:xfrm>
          <a:prstGeom prst="rect">
            <a:avLst/>
          </a:prstGeom>
          <a:noFill/>
          <a:ln w="0">
            <a:noFill/>
            <a:prstDash val="solid"/>
          </a:ln>
        </p:spPr>
        <p:txBody>
          <a:bodyPr wrap="none" lIns="0" tIns="0" rIns="0" bIns="0" anchor="ctr">
            <a:noAutofit/>
          </a:bodyPr>
          <a:lstStyle>
            <a:defPPr algn="l">
              <a:defRPr sz="1700" b="1" lang="ko-KR">
                <a:solidFill>
                  <a:srgbClr val="4676CB"/>
                </a:solidFill>
                <a:latin typeface="Calibri"/>
                <a:ea typeface="Calibri"/>
                <a:cs typeface="Calibri"/>
              </a:defRPr>
            </a:defPPr>
            <a:lvl1pPr algn="l">
              <a:defRPr sz="1700" b="1" lang="ko-KR">
                <a:solidFill>
                  <a:srgbClr val="4676CB"/>
                </a:solidFill>
                <a:latin typeface="Calibri"/>
                <a:ea typeface="Calibri"/>
                <a:cs typeface="Calibri"/>
              </a:defRPr>
            </a:lvl1pPr>
            <a:lvl2pPr algn="l">
              <a:defRPr sz="1700" b="1" lang="ko-KR">
                <a:solidFill>
                  <a:srgbClr val="4676CB"/>
                </a:solidFill>
                <a:latin typeface="Calibri"/>
                <a:ea typeface="Calibri"/>
                <a:cs typeface="Calibri"/>
              </a:defRPr>
            </a:lvl2pPr>
            <a:lvl3pPr algn="l">
              <a:defRPr sz="1700" b="1" lang="ko-KR">
                <a:solidFill>
                  <a:srgbClr val="4676CB"/>
                </a:solidFill>
                <a:latin typeface="Calibri"/>
                <a:ea typeface="Calibri"/>
                <a:cs typeface="Calibri"/>
              </a:defRPr>
            </a:lvl3pPr>
            <a:lvl4pPr algn="l">
              <a:defRPr sz="1700" b="1" lang="ko-KR">
                <a:solidFill>
                  <a:srgbClr val="4676CB"/>
                </a:solidFill>
                <a:latin typeface="Calibri"/>
                <a:ea typeface="Calibri"/>
                <a:cs typeface="Calibri"/>
              </a:defRPr>
            </a:lvl4pPr>
            <a:lvl5pPr algn="l">
              <a:defRPr sz="1700" b="1" lang="ko-KR">
                <a:solidFill>
                  <a:srgbClr val="4676CB"/>
                </a:solidFill>
                <a:latin typeface="Calibri"/>
                <a:ea typeface="Calibri"/>
                <a:cs typeface="Calibri"/>
              </a:defRPr>
            </a:lvl5pPr>
            <a:lvl6pPr algn="l">
              <a:defRPr sz="1700" b="1" lang="ko-KR">
                <a:solidFill>
                  <a:srgbClr val="4676CB"/>
                </a:solidFill>
                <a:latin typeface="Calibri"/>
                <a:ea typeface="Calibri"/>
                <a:cs typeface="Calibri"/>
              </a:defRPr>
            </a:lvl6pPr>
            <a:lvl7pPr algn="l">
              <a:defRPr sz="1700" b="1" lang="ko-KR">
                <a:solidFill>
                  <a:srgbClr val="4676CB"/>
                </a:solidFill>
                <a:latin typeface="Calibri"/>
                <a:ea typeface="Calibri"/>
                <a:cs typeface="Calibri"/>
              </a:defRPr>
            </a:lvl7pPr>
            <a:lvl8pPr algn="l">
              <a:defRPr sz="1700" b="1" lang="ko-KR">
                <a:solidFill>
                  <a:srgbClr val="4676CB"/>
                </a:solidFill>
                <a:latin typeface="Calibri"/>
                <a:ea typeface="Calibri"/>
                <a:cs typeface="Calibri"/>
              </a:defRPr>
            </a:lvl8pPr>
            <a:lvl9pPr algn="l">
              <a:defRPr sz="1700" b="1" lang="ko-KR">
                <a:solidFill>
                  <a:srgbClr val="4676CB"/>
                </a:solidFill>
                <a:latin typeface="Calibri"/>
                <a:ea typeface="Calibri"/>
                <a:cs typeface="Calibri"/>
              </a:defRPr>
            </a:lvl9pPr>
          </a:lstStyle>
          <a:p>
            <a:pPr algn="l">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새 독립 질문</a:t>
            </a:r>
            <a:endParaRPr lang="ko-KR">
              <a:latin typeface="Calibri"/>
              <a:ea typeface="Calibri"/>
              <a:cs typeface="Calibri"/>
            </a:endParaRPr>
          </a:p>
        </p:txBody>
      </p:sp>
      <p:sp>
        <p:nvSpPr>
          <p:cNvPr id="21" name="DP2 object 20">
            <a:extLst>
              <a:ext uri="{FF2B5EF4-FFF2-40B4-BE49-F238E27FC236}">
                <ns2:creationId id="{FEDC1B41-CBFE-4A00-9F00-7261CE9FDE08}"/>
              </a:ext>
            </a:extLst>
          </p:cNvPr>
          <p:cNvSpPr>
            <a:spLocks noGrp="1"/>
          </p:cNvSpPr>
          <p:nvPr/>
        </p:nvSpPr>
        <p:spPr>
          <a:xfrm>
            <a:off x="6543675" y="3333750"/>
            <a:ext cx="5314950" cy="6191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“그건 계속하고,</a:t>
            </a:r>
            <a:endParaRPr lang="ko-KR">
              <a:latin typeface="Calibri"/>
              <a:ea typeface="Calibri"/>
              <a:cs typeface="Calibri"/>
            </a:endParaRPr>
          </a:p>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TCP와 UDP 차이도 알려줘.”</a:t>
            </a:r>
            <a:endParaRPr lang="ko-KR">
              <a:latin typeface="Calibri"/>
              <a:ea typeface="Calibri"/>
              <a:cs typeface="Calibri"/>
            </a:endParaRPr>
          </a:p>
        </p:txBody>
      </p:sp>
      <p:sp>
        <p:nvSpPr>
          <p:cNvPr id="22" name="Editable path 21">
            <a:extLst>
              <a:ext uri="{FF2B5EF4-FFF2-40B4-BE49-F238E27FC236}">
                <ns2:creationId id="{E2C16447-6C50-456A-9CC2-B05C9994695C}"/>
              </a:ext>
            </a:extLst>
          </p:cNvPr>
          <p:cNvSpPr>
            <a:spLocks noGrp="1"/>
          </p:cNvSpPr>
          <p:nvPr/>
        </p:nvSpPr>
        <p:spPr>
          <a:xfrm>
            <a:off x="3200400" y="3762375"/>
            <a:ext cx="953" cy="904875"/>
          </a:xfrm>
          <a:custGeom>
            <a:pathLst>
              <a:path w="953" h="904875">
                <a:moveTo>
                  <a:pt x="0" y="0"/>
                </a:moveTo>
                <a:lnTo>
                  <a:pt x="0" y="904875"/>
                </a:lnTo>
              </a:path>
            </a:pathLst>
          </a:custGeom>
          <a:noFill/>
          <a:ln w="20955">
            <a:solidFill>
              <a:srgbClr val="111111"/>
            </a:solidFill>
            <a:prstDash val="solid"/>
          </a:ln>
        </p:spPr>
      </p:sp>
      <p:sp>
        <p:nvSpPr>
          <p:cNvPr id="23" name="Editable arrowhead 22">
            <a:extLst>
              <a:ext uri="{FF2B5EF4-FFF2-40B4-BE49-F238E27FC236}">
                <ns2:creationId id="{DC0899B1-325B-45B0-A64B-EC3B308F5F51}"/>
              </a:ext>
            </a:extLst>
          </p:cNvPr>
          <p:cNvSpPr>
            <a:spLocks noGrp="1"/>
          </p:cNvSpPr>
          <p:nvPr/>
        </p:nvSpPr>
        <p:spPr>
          <a:xfrm>
            <a:off x="3152775" y="45720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4" name="Editable path 23">
            <a:extLst>
              <a:ext uri="{FF2B5EF4-FFF2-40B4-BE49-F238E27FC236}">
                <ns2:creationId id="{CE75A11C-6A60-4006-A155-CC9C67660EFA}"/>
              </a:ext>
            </a:extLst>
          </p:cNvPr>
          <p:cNvSpPr>
            <a:spLocks noGrp="1"/>
          </p:cNvSpPr>
          <p:nvPr/>
        </p:nvSpPr>
        <p:spPr>
          <a:xfrm>
            <a:off x="7334250" y="4095750"/>
            <a:ext cx="953" cy="2390775"/>
          </a:xfrm>
          <a:custGeom>
            <a:pathLst>
              <a:path w="953" h="2390775">
                <a:moveTo>
                  <a:pt x="0" y="0"/>
                </a:moveTo>
                <a:lnTo>
                  <a:pt x="0" y="2390775"/>
                </a:lnTo>
              </a:path>
            </a:pathLst>
          </a:custGeom>
          <a:noFill/>
          <a:ln w="20003">
            <a:solidFill>
              <a:srgbClr val="4676CB"/>
            </a:solidFill>
            <a:prstDash val="dash"/>
          </a:ln>
        </p:spPr>
      </p:sp>
      <p:sp>
        <p:nvSpPr>
          <p:cNvPr id="25" name="Editable arrowhead 24">
            <a:extLst>
              <a:ext uri="{FF2B5EF4-FFF2-40B4-BE49-F238E27FC236}">
                <ns2:creationId id="{CB6CBB49-2AB7-4235-A403-C2B745F9284F}"/>
              </a:ext>
            </a:extLst>
          </p:cNvPr>
          <p:cNvSpPr>
            <a:spLocks noGrp="1"/>
          </p:cNvSpPr>
          <p:nvPr/>
        </p:nvSpPr>
        <p:spPr>
          <a:xfrm>
            <a:off x="7286625" y="63912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6" name="DP2 object 25">
            <a:extLst>
              <a:ext uri="{FF2B5EF4-FFF2-40B4-BE49-F238E27FC236}">
                <ns2:creationId id="{B3CA1093-DCEF-493A-B325-472282CDC8FD}"/>
              </a:ext>
            </a:extLst>
          </p:cNvPr>
          <p:cNvSpPr>
            <a:spLocks noGrp="1"/>
          </p:cNvSpPr>
          <p:nvPr/>
        </p:nvSpPr>
        <p:spPr>
          <a:xfrm>
            <a:off x="857250" y="4276725"/>
            <a:ext cx="2333625"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VIA의 처리</a:t>
            </a:r>
            <a:endParaRPr lang="ko-KR">
              <a:latin typeface="Calibri"/>
              <a:ea typeface="Calibri"/>
              <a:cs typeface="Calibri"/>
            </a:endParaRPr>
          </a:p>
        </p:txBody>
      </p:sp>
      <p:sp>
        <p:nvSpPr>
          <p:cNvPr id="27" name="DP2 object 26">
            <a:extLst>
              <a:ext uri="{FF2B5EF4-FFF2-40B4-BE49-F238E27FC236}">
                <ns2:creationId id="{6C0A701E-7B0C-477D-B4DC-07F517030FAB}"/>
              </a:ext>
            </a:extLst>
          </p:cNvPr>
          <p:cNvSpPr>
            <a:spLocks noGrp="1"/>
          </p:cNvSpPr>
          <p:nvPr/>
        </p:nvSpPr>
        <p:spPr>
          <a:xfrm>
            <a:off x="2019300" y="4667250"/>
            <a:ext cx="10191750" cy="914400"/>
          </a:xfrm>
          <a:prstGeom prst="rect">
            <a:avLst/>
          </a:prstGeom>
          <a:solidFill>
            <a:srgbClr val="FFF6DD"/>
          </a:solidFill>
          <a:ln w="19050">
            <a:solidFill>
              <a:srgbClr val="111111"/>
            </a:solidFill>
            <a:prstDash val="solid"/>
          </a:ln>
        </p:spPr>
      </p:sp>
      <p:sp>
        <p:nvSpPr>
          <p:cNvPr id="28" name="DP2 object 27">
            <a:extLst>
              <a:ext uri="{FF2B5EF4-FFF2-40B4-BE49-F238E27FC236}">
                <ns2:creationId id="{D69D2267-51CB-4315-8DDF-1ECF058A8B8A}"/>
              </a:ext>
            </a:extLst>
          </p:cNvPr>
          <p:cNvSpPr>
            <a:spLocks noGrp="1"/>
          </p:cNvSpPr>
          <p:nvPr/>
        </p:nvSpPr>
        <p:spPr>
          <a:xfrm>
            <a:off x="2238375" y="4829175"/>
            <a:ext cx="9763125"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읽기와 진행 중 의미 판단</a:t>
            </a:r>
            <a:endParaRPr lang="ko-KR">
              <a:latin typeface="Calibri"/>
              <a:ea typeface="Calibri"/>
              <a:cs typeface="Calibri"/>
            </a:endParaRPr>
          </a:p>
        </p:txBody>
      </p:sp>
      <p:sp>
        <p:nvSpPr>
          <p:cNvPr id="29" name="DP2 object 28">
            <a:extLst>
              <a:ext uri="{FF2B5EF4-FFF2-40B4-BE49-F238E27FC236}">
                <ns2:creationId id="{70165C95-D5CD-4E96-A343-322517833F44}"/>
              </a:ext>
            </a:extLst>
          </p:cNvPr>
          <p:cNvSpPr>
            <a:spLocks noGrp="1"/>
          </p:cNvSpPr>
          <p:nvPr/>
        </p:nvSpPr>
        <p:spPr>
          <a:xfrm>
            <a:off x="2238375" y="5229225"/>
            <a:ext cx="9763125" cy="257175"/>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현재 모델 / 읽기 step</a:t>
            </a:r>
            <a:endParaRPr lang="ko-KR">
              <a:latin typeface="Calibri"/>
              <a:ea typeface="Calibri"/>
              <a:cs typeface="Calibri"/>
            </a:endParaRPr>
          </a:p>
        </p:txBody>
      </p:sp>
      <p:sp>
        <p:nvSpPr>
          <p:cNvPr id="30" name="Editable path 29">
            <a:extLst>
              <a:ext uri="{FF2B5EF4-FFF2-40B4-BE49-F238E27FC236}">
                <ns2:creationId id="{F5FDC262-5018-4C26-9E39-77A8EF180C26}"/>
              </a:ext>
            </a:extLst>
          </p:cNvPr>
          <p:cNvSpPr>
            <a:spLocks noGrp="1"/>
          </p:cNvSpPr>
          <p:nvPr/>
        </p:nvSpPr>
        <p:spPr>
          <a:xfrm>
            <a:off x="12211050" y="4667250"/>
            <a:ext cx="953" cy="2466975"/>
          </a:xfrm>
          <a:custGeom>
            <a:pathLst>
              <a:path w="953" h="2466975">
                <a:moveTo>
                  <a:pt x="0" y="0"/>
                </a:moveTo>
                <a:lnTo>
                  <a:pt x="0" y="2466975"/>
                </a:lnTo>
              </a:path>
            </a:pathLst>
          </a:custGeom>
          <a:noFill/>
          <a:ln w="16193">
            <a:solidFill>
              <a:srgbClr val="98999B"/>
            </a:solidFill>
            <a:prstDash val="dash"/>
          </a:ln>
        </p:spPr>
      </p:sp>
      <p:sp>
        <p:nvSpPr>
          <p:cNvPr id="31" name="DP2 object 30">
            <a:extLst>
              <a:ext uri="{FF2B5EF4-FFF2-40B4-BE49-F238E27FC236}">
                <ns2:creationId id="{3E41C720-37AB-4AC4-B094-2EA718307763}"/>
              </a:ext>
            </a:extLst>
          </p:cNvPr>
          <p:cNvSpPr>
            <a:spLocks noGrp="1"/>
          </p:cNvSpPr>
          <p:nvPr/>
        </p:nvSpPr>
        <p:spPr>
          <a:xfrm>
            <a:off x="10382250" y="5715000"/>
            <a:ext cx="2143125"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step 경계</a:t>
            </a:r>
            <a:endParaRPr lang="ko-KR">
              <a:latin typeface="Calibri"/>
              <a:ea typeface="Calibri"/>
              <a:cs typeface="Calibri"/>
            </a:endParaRPr>
          </a:p>
        </p:txBody>
      </p:sp>
      <p:sp>
        <p:nvSpPr>
          <p:cNvPr id="32" name="DP2 object 31">
            <a:extLst>
              <a:ext uri="{FF2B5EF4-FFF2-40B4-BE49-F238E27FC236}">
                <ns2:creationId id="{9BDF675A-3538-4813-9DC1-DC2F2F87AAD5}"/>
              </a:ext>
            </a:extLst>
          </p:cNvPr>
          <p:cNvSpPr>
            <a:spLocks noGrp="1"/>
          </p:cNvSpPr>
          <p:nvPr/>
        </p:nvSpPr>
        <p:spPr>
          <a:xfrm>
            <a:off x="857250" y="6372225"/>
            <a:ext cx="2095500" cy="3619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입력 수신</a:t>
            </a:r>
            <a:endParaRPr lang="ko-KR">
              <a:latin typeface="Calibri"/>
              <a:ea typeface="Calibri"/>
              <a:cs typeface="Calibri"/>
            </a:endParaRPr>
          </a:p>
        </p:txBody>
      </p:sp>
      <p:sp>
        <p:nvSpPr>
          <p:cNvPr id="33" name="새 입력은 즉시 보존">
            <a:extLst>
              <a:ext uri="{FF2B5EF4-FFF2-40B4-BE49-F238E27FC236}">
                <ns2:creationId id="{F8955B69-F536-4130-91AF-ED4138C49DD5}"/>
              </a:ext>
            </a:extLst>
          </p:cNvPr>
          <p:cNvSpPr>
            <a:spLocks noGrp="1"/>
          </p:cNvSpPr>
          <p:nvPr/>
        </p:nvSpPr>
        <p:spPr>
          <a:xfrm>
            <a:off x="6115050" y="6496050"/>
            <a:ext cx="2619375" cy="581025"/>
          </a:xfrm>
          <a:prstGeom prst="rect">
            <a:avLst/>
          </a:prstGeom>
          <a:solidFill>
            <a:srgbClr val="F1F6FC"/>
          </a:solidFill>
          <a:ln w="28575">
            <a:solidFill>
              <a:srgbClr val="4676CB"/>
            </a:solidFill>
            <a:prstDash val="solid"/>
          </a:ln>
        </p:spPr>
      </p:sp>
      <p:sp>
        <p:nvSpPr>
          <p:cNvPr id="34" name="DP2 object 32">
            <a:extLst>
              <a:ext uri="{FF2B5EF4-FFF2-40B4-BE49-F238E27FC236}">
                <ns2:creationId id="{8B75ABB2-A0A2-467D-9236-7F7C9CF9E258}"/>
              </a:ext>
            </a:extLst>
          </p:cNvPr>
          <p:cNvSpPr>
            <a:spLocks noGrp="1"/>
          </p:cNvSpPr>
          <p:nvPr/>
        </p:nvSpPr>
        <p:spPr>
          <a:xfrm>
            <a:off x="6181725" y="6534150"/>
            <a:ext cx="2486025" cy="504825"/>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새 입력은 즉시 보존</a:t>
            </a:r>
            <a:endParaRPr lang="ko-KR">
              <a:latin typeface="Calibri"/>
              <a:ea typeface="Calibri"/>
              <a:cs typeface="Calibri"/>
            </a:endParaRPr>
          </a:p>
        </p:txBody>
      </p:sp>
      <p:sp>
        <p:nvSpPr>
          <p:cNvPr id="35" name="Editable path 33">
            <a:extLst>
              <a:ext uri="{FF2B5EF4-FFF2-40B4-BE49-F238E27FC236}">
                <ns2:creationId id="{AF87D4D1-4071-4A9B-ACA1-A237C953DBB2}"/>
              </a:ext>
            </a:extLst>
          </p:cNvPr>
          <p:cNvSpPr>
            <a:spLocks noGrp="1"/>
          </p:cNvSpPr>
          <p:nvPr/>
        </p:nvSpPr>
        <p:spPr>
          <a:xfrm>
            <a:off x="8734425" y="6781800"/>
            <a:ext cx="3476625" cy="953"/>
          </a:xfrm>
          <a:custGeom>
            <a:pathLst>
              <a:path w="3476625" h="953">
                <a:moveTo>
                  <a:pt x="0" y="0"/>
                </a:moveTo>
                <a:lnTo>
                  <a:pt x="3476625" y="0"/>
                </a:lnTo>
              </a:path>
            </a:pathLst>
          </a:custGeom>
          <a:noFill/>
          <a:ln w="28575">
            <a:solidFill>
              <a:srgbClr val="C00000"/>
            </a:solidFill>
            <a:prstDash val="dash"/>
          </a:ln>
        </p:spPr>
      </p:sp>
      <p:sp>
        <p:nvSpPr>
          <p:cNvPr id="36" name="Editable arrowhead 34">
            <a:extLst>
              <a:ext uri="{FF2B5EF4-FFF2-40B4-BE49-F238E27FC236}">
                <ns2:creationId id="{B410F97F-1883-4465-A31C-2831E1C9FAC2}"/>
              </a:ext>
            </a:extLst>
          </p:cNvPr>
          <p:cNvSpPr>
            <a:spLocks noGrp="1"/>
          </p:cNvSpPr>
          <p:nvPr/>
        </p:nvSpPr>
        <p:spPr>
          <a:xfrm>
            <a:off x="12115800" y="6734175"/>
            <a:ext cx="95250" cy="95250"/>
          </a:xfrm>
          <a:custGeom>
            <a:pathLst>
              <a:path w="95250" h="95250">
                <a:moveTo>
                  <a:pt x="95250" y="47625"/>
                </a:moveTo>
                <a:lnTo>
                  <a:pt x="0" y="0"/>
                </a:lnTo>
                <a:lnTo>
                  <a:pt x="0" y="95250"/>
                </a:lnTo>
                <a:close/>
              </a:path>
            </a:pathLst>
          </a:custGeom>
          <a:solidFill>
            <a:srgbClr val="C00000"/>
          </a:solidFill>
          <a:ln w="5715">
            <a:solidFill>
              <a:srgbClr val="C00000"/>
            </a:solidFill>
            <a:prstDash val="solid"/>
          </a:ln>
        </p:spPr>
      </p:sp>
      <p:sp>
        <p:nvSpPr>
          <p:cNvPr id="37" name="DP2 object 35">
            <a:extLst>
              <a:ext uri="{FF2B5EF4-FFF2-40B4-BE49-F238E27FC236}">
                <ns2:creationId id="{413A4E09-E520-47B7-9507-E942B1A53C5E}"/>
              </a:ext>
            </a:extLst>
          </p:cNvPr>
          <p:cNvSpPr>
            <a:spLocks noGrp="1"/>
          </p:cNvSpPr>
          <p:nvPr/>
        </p:nvSpPr>
        <p:spPr>
          <a:xfrm>
            <a:off x="8905875" y="6334125"/>
            <a:ext cx="3286125" cy="323850"/>
          </a:xfrm>
          <a:prstGeom prst="rect">
            <a:avLst/>
          </a:prstGeom>
          <a:noFill/>
          <a:ln w="0">
            <a:noFill/>
            <a:prstDash val="solid"/>
          </a:ln>
        </p:spPr>
        <p:txBody>
          <a:bodyPr wrap="none" lIns="0" tIns="0" rIns="0" bIns="0" anchor="ctr">
            <a:noAutofit/>
          </a:bodyPr>
          <a:lstStyle>
            <a:defPPr algn="ctr">
              <a:defRPr sz="1900" b="1" lang="ko-KR">
                <a:solidFill>
                  <a:srgbClr val="C00000"/>
                </a:solidFill>
                <a:latin typeface="Calibri"/>
                <a:ea typeface="Calibri"/>
                <a:cs typeface="Calibri"/>
              </a:defRPr>
            </a:defPPr>
            <a:lvl1pPr algn="ctr">
              <a:defRPr sz="1900" b="1" lang="ko-KR">
                <a:solidFill>
                  <a:srgbClr val="C00000"/>
                </a:solidFill>
                <a:latin typeface="Calibri"/>
                <a:ea typeface="Calibri"/>
                <a:cs typeface="Calibri"/>
              </a:defRPr>
            </a:lvl1pPr>
            <a:lvl2pPr algn="ctr">
              <a:defRPr sz="1900" b="1" lang="ko-KR">
                <a:solidFill>
                  <a:srgbClr val="C00000"/>
                </a:solidFill>
                <a:latin typeface="Calibri"/>
                <a:ea typeface="Calibri"/>
                <a:cs typeface="Calibri"/>
              </a:defRPr>
            </a:lvl2pPr>
            <a:lvl3pPr algn="ctr">
              <a:defRPr sz="1900" b="1" lang="ko-KR">
                <a:solidFill>
                  <a:srgbClr val="C00000"/>
                </a:solidFill>
                <a:latin typeface="Calibri"/>
                <a:ea typeface="Calibri"/>
                <a:cs typeface="Calibri"/>
              </a:defRPr>
            </a:lvl3pPr>
            <a:lvl4pPr algn="ctr">
              <a:defRPr sz="1900" b="1" lang="ko-KR">
                <a:solidFill>
                  <a:srgbClr val="C00000"/>
                </a:solidFill>
                <a:latin typeface="Calibri"/>
                <a:ea typeface="Calibri"/>
                <a:cs typeface="Calibri"/>
              </a:defRPr>
            </a:lvl4pPr>
            <a:lvl5pPr algn="ctr">
              <a:defRPr sz="1900" b="1" lang="ko-KR">
                <a:solidFill>
                  <a:srgbClr val="C00000"/>
                </a:solidFill>
                <a:latin typeface="Calibri"/>
                <a:ea typeface="Calibri"/>
                <a:cs typeface="Calibri"/>
              </a:defRPr>
            </a:lvl5pPr>
            <a:lvl6pPr algn="ctr">
              <a:defRPr sz="1900" b="1" lang="ko-KR">
                <a:solidFill>
                  <a:srgbClr val="C00000"/>
                </a:solidFill>
                <a:latin typeface="Calibri"/>
                <a:ea typeface="Calibri"/>
                <a:cs typeface="Calibri"/>
              </a:defRPr>
            </a:lvl6pPr>
            <a:lvl7pPr algn="ctr">
              <a:defRPr sz="1900" b="1" lang="ko-KR">
                <a:solidFill>
                  <a:srgbClr val="C00000"/>
                </a:solidFill>
                <a:latin typeface="Calibri"/>
                <a:ea typeface="Calibri"/>
                <a:cs typeface="Calibri"/>
              </a:defRPr>
            </a:lvl7pPr>
            <a:lvl8pPr algn="ctr">
              <a:defRPr sz="1900" b="1" lang="ko-KR">
                <a:solidFill>
                  <a:srgbClr val="C00000"/>
                </a:solidFill>
                <a:latin typeface="Calibri"/>
                <a:ea typeface="Calibri"/>
                <a:cs typeface="Calibri"/>
              </a:defRPr>
            </a:lvl8pPr>
            <a:lvl9pPr algn="ctr">
              <a:defRPr sz="1900" b="1" lang="ko-KR">
                <a:solidFill>
                  <a:srgbClr val="C00000"/>
                </a:solidFill>
                <a:latin typeface="Calibri"/>
                <a:ea typeface="Calibri"/>
                <a:cs typeface="Calibri"/>
              </a:defRPr>
            </a:lvl9pPr>
          </a:lstStyle>
          <a:p>
            <a:pPr algn="ctr">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이 대기를 줄일 수 있는가?</a:t>
            </a:r>
            <a:endParaRPr lang="ko-KR">
              <a:latin typeface="Calibri"/>
              <a:ea typeface="Calibri"/>
              <a:cs typeface="Calibri"/>
            </a:endParaRPr>
          </a:p>
        </p:txBody>
      </p:sp>
      <p:sp>
        <p:nvSpPr>
          <p:cNvPr id="38" name="Editable path 36">
            <a:extLst>
              <a:ext uri="{FF2B5EF4-FFF2-40B4-BE49-F238E27FC236}">
                <ns2:creationId id="{6B4FF128-63D8-48CB-98F8-68010C793138}"/>
              </a:ext>
            </a:extLst>
          </p:cNvPr>
          <p:cNvSpPr>
            <a:spLocks noGrp="1"/>
          </p:cNvSpPr>
          <p:nvPr/>
        </p:nvSpPr>
        <p:spPr>
          <a:xfrm>
            <a:off x="2028825" y="7629525"/>
            <a:ext cx="10258425" cy="953"/>
          </a:xfrm>
          <a:custGeom>
            <a:pathLst>
              <a:path w="10258425" h="953">
                <a:moveTo>
                  <a:pt x="0" y="0"/>
                </a:moveTo>
                <a:lnTo>
                  <a:pt x="10258425" y="0"/>
                </a:lnTo>
              </a:path>
            </a:pathLst>
          </a:custGeom>
          <a:noFill/>
          <a:ln w="16193">
            <a:solidFill>
              <a:srgbClr val="111111"/>
            </a:solidFill>
            <a:prstDash val="solid"/>
          </a:ln>
        </p:spPr>
      </p:sp>
      <p:sp>
        <p:nvSpPr>
          <p:cNvPr id="39" name="Editable arrowhead 37">
            <a:extLst>
              <a:ext uri="{FF2B5EF4-FFF2-40B4-BE49-F238E27FC236}">
                <ns2:creationId id="{529E9A54-A3DF-4ACC-AA3A-0F6C0CDB3819}"/>
              </a:ext>
            </a:extLst>
          </p:cNvPr>
          <p:cNvSpPr>
            <a:spLocks noGrp="1"/>
          </p:cNvSpPr>
          <p:nvPr/>
        </p:nvSpPr>
        <p:spPr>
          <a:xfrm>
            <a:off x="12192000" y="7581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DP2 object 38">
            <a:extLst>
              <a:ext uri="{FF2B5EF4-FFF2-40B4-BE49-F238E27FC236}">
                <ns2:creationId id="{033D2873-3E31-4A26-8B94-74AC9783C313}"/>
              </a:ext>
            </a:extLst>
          </p:cNvPr>
          <p:cNvSpPr>
            <a:spLocks noGrp="1"/>
          </p:cNvSpPr>
          <p:nvPr/>
        </p:nvSpPr>
        <p:spPr>
          <a:xfrm>
            <a:off x="11753850" y="7743825"/>
            <a:ext cx="714375" cy="276225"/>
          </a:xfrm>
          <a:prstGeom prst="rect">
            <a:avLst/>
          </a:prstGeom>
          <a:noFill/>
          <a:ln w="0">
            <a:noFill/>
            <a:prstDash val="solid"/>
          </a:ln>
        </p:spPr>
        <p:txBody>
          <a:bodyPr wrap="none" lIns="0" tIns="0" rIns="0" bIns="0" anchor="ctr">
            <a:noAutofit/>
          </a:bodyPr>
          <a:lstStyle>
            <a:defPPr algn="r">
              <a:defRPr sz="1700" b="0" lang="ko-KR">
                <a:solidFill>
                  <a:srgbClr val="111111"/>
                </a:solidFill>
                <a:latin typeface="Calibri"/>
                <a:ea typeface="Calibri"/>
                <a:cs typeface="Calibri"/>
              </a:defRPr>
            </a:defPPr>
            <a:lvl1pPr algn="r">
              <a:defRPr sz="1700" b="0" lang="ko-KR">
                <a:solidFill>
                  <a:srgbClr val="111111"/>
                </a:solidFill>
                <a:latin typeface="Calibri"/>
                <a:ea typeface="Calibri"/>
                <a:cs typeface="Calibri"/>
              </a:defRPr>
            </a:lvl1pPr>
            <a:lvl2pPr algn="r">
              <a:defRPr sz="1700" b="0" lang="ko-KR">
                <a:solidFill>
                  <a:srgbClr val="111111"/>
                </a:solidFill>
                <a:latin typeface="Calibri"/>
                <a:ea typeface="Calibri"/>
                <a:cs typeface="Calibri"/>
              </a:defRPr>
            </a:lvl2pPr>
            <a:lvl3pPr algn="r">
              <a:defRPr sz="1700" b="0" lang="ko-KR">
                <a:solidFill>
                  <a:srgbClr val="111111"/>
                </a:solidFill>
                <a:latin typeface="Calibri"/>
                <a:ea typeface="Calibri"/>
                <a:cs typeface="Calibri"/>
              </a:defRPr>
            </a:lvl3pPr>
            <a:lvl4pPr algn="r">
              <a:defRPr sz="1700" b="0" lang="ko-KR">
                <a:solidFill>
                  <a:srgbClr val="111111"/>
                </a:solidFill>
                <a:latin typeface="Calibri"/>
                <a:ea typeface="Calibri"/>
                <a:cs typeface="Calibri"/>
              </a:defRPr>
            </a:lvl4pPr>
            <a:lvl5pPr algn="r">
              <a:defRPr sz="1700" b="0" lang="ko-KR">
                <a:solidFill>
                  <a:srgbClr val="111111"/>
                </a:solidFill>
                <a:latin typeface="Calibri"/>
                <a:ea typeface="Calibri"/>
                <a:cs typeface="Calibri"/>
              </a:defRPr>
            </a:lvl5pPr>
            <a:lvl6pPr algn="r">
              <a:defRPr sz="1700" b="0" lang="ko-KR">
                <a:solidFill>
                  <a:srgbClr val="111111"/>
                </a:solidFill>
                <a:latin typeface="Calibri"/>
                <a:ea typeface="Calibri"/>
                <a:cs typeface="Calibri"/>
              </a:defRPr>
            </a:lvl6pPr>
            <a:lvl7pPr algn="r">
              <a:defRPr sz="1700" b="0" lang="ko-KR">
                <a:solidFill>
                  <a:srgbClr val="111111"/>
                </a:solidFill>
                <a:latin typeface="Calibri"/>
                <a:ea typeface="Calibri"/>
                <a:cs typeface="Calibri"/>
              </a:defRPr>
            </a:lvl7pPr>
            <a:lvl8pPr algn="r">
              <a:defRPr sz="1700" b="0" lang="ko-KR">
                <a:solidFill>
                  <a:srgbClr val="111111"/>
                </a:solidFill>
                <a:latin typeface="Calibri"/>
                <a:ea typeface="Calibri"/>
                <a:cs typeface="Calibri"/>
              </a:defRPr>
            </a:lvl8pPr>
            <a:lvl9pPr algn="r">
              <a:defRPr sz="1700" b="0" lang="ko-KR">
                <a:solidFill>
                  <a:srgbClr val="111111"/>
                </a:solidFill>
                <a:latin typeface="Calibri"/>
                <a:ea typeface="Calibri"/>
                <a:cs typeface="Calibri"/>
              </a:defRPr>
            </a:lvl9pPr>
          </a:lstStyle>
          <a:p>
            <a:pPr algn="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시간</a:t>
            </a:r>
            <a:endParaRPr lang="ko-KR">
              <a:latin typeface="Calibri"/>
              <a:ea typeface="Calibri"/>
              <a:cs typeface="Calibri"/>
            </a:endParaRPr>
          </a:p>
        </p:txBody>
      </p:sp>
      <p:sp>
        <p:nvSpPr>
          <p:cNvPr id="41" name="DP2 object 39">
            <a:extLst>
              <a:ext uri="{FF2B5EF4-FFF2-40B4-BE49-F238E27FC236}">
                <ns2:creationId id="{F6A5E146-D9CC-4F5B-AF16-65E95E49D0E7}"/>
              </a:ext>
            </a:extLst>
          </p:cNvPr>
          <p:cNvSpPr>
            <a:spLocks noGrp="1"/>
          </p:cNvSpPr>
          <p:nvPr/>
        </p:nvSpPr>
        <p:spPr>
          <a:xfrm>
            <a:off x="2057400" y="7839075"/>
            <a:ext cx="8905875" cy="3333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수신과 의미 판단 시작은 다른 사건</a:t>
            </a:r>
            <a:endParaRPr lang="ko-KR">
              <a:latin typeface="Calibri"/>
              <a:ea typeface="Calibri"/>
              <a:cs typeface="Calibri"/>
            </a:endParaRPr>
          </a:p>
        </p:txBody>
      </p:sp>
      <p:sp>
        <p:nvSpPr>
          <p:cNvPr id="42" name="DP2 object 40">
            <a:extLst>
              <a:ext uri="{FF2B5EF4-FFF2-40B4-BE49-F238E27FC236}">
                <ns2:creationId id="{F69F4007-D841-4C9D-92B9-417E85C48A40}"/>
              </a:ext>
            </a:extLst>
          </p:cNvPr>
          <p:cNvSpPr>
            <a:spLocks noGrp="1"/>
          </p:cNvSpPr>
          <p:nvPr/>
        </p:nvSpPr>
        <p:spPr>
          <a:xfrm>
            <a:off x="13315950" y="2952750"/>
            <a:ext cx="4191000" cy="4762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43" name="DP2 object 41">
            <a:extLst>
              <a:ext uri="{FF2B5EF4-FFF2-40B4-BE49-F238E27FC236}">
                <ns2:creationId id="{CAE624A7-D8E0-4353-A8AB-64264448C920}"/>
              </a:ext>
            </a:extLst>
          </p:cNvPr>
          <p:cNvSpPr>
            <a:spLocks noGrp="1"/>
          </p:cNvSpPr>
          <p:nvPr/>
        </p:nvSpPr>
        <p:spPr>
          <a:xfrm>
            <a:off x="13373100" y="3867150"/>
            <a:ext cx="266700" cy="276225"/>
          </a:xfrm>
          <a:prstGeom prst="roundRect">
            <a:avLst>
              <a:gd name="adj" fmla="val 28571"/>
            </a:avLst>
          </a:prstGeom>
          <a:solidFill>
            <a:srgbClr val="C9E1B3"/>
          </a:solidFill>
          <a:ln w="17145">
            <a:solidFill>
              <a:srgbClr val="70A843"/>
            </a:solidFill>
            <a:prstDash val="solid"/>
          </a:ln>
        </p:spPr>
      </p:sp>
      <p:sp>
        <p:nvSpPr>
          <p:cNvPr id="44" name="DP2 object 42">
            <a:extLst>
              <a:ext uri="{FF2B5EF4-FFF2-40B4-BE49-F238E27FC236}">
                <ns2:creationId id="{29886046-E6BA-4738-95B2-338AF3D78E31}"/>
              </a:ext>
            </a:extLst>
          </p:cNvPr>
          <p:cNvSpPr>
            <a:spLocks noGrp="1"/>
          </p:cNvSpPr>
          <p:nvPr/>
        </p:nvSpPr>
        <p:spPr>
          <a:xfrm>
            <a:off x="13373100"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5" name="DP2 object 43">
            <a:extLst>
              <a:ext uri="{FF2B5EF4-FFF2-40B4-BE49-F238E27FC236}">
                <ns2:creationId id="{0757720C-3D8D-4827-A672-E9A5D4754A03}"/>
              </a:ext>
            </a:extLst>
          </p:cNvPr>
          <p:cNvSpPr>
            <a:spLocks noGrp="1"/>
          </p:cNvSpPr>
          <p:nvPr/>
        </p:nvSpPr>
        <p:spPr>
          <a:xfrm>
            <a:off x="13830300" y="3800475"/>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같은 실행에서 기다리면</a:t>
            </a:r>
            <a:endParaRPr lang="ko-KR">
              <a:latin typeface="Calibri"/>
              <a:ea typeface="Calibri"/>
              <a:cs typeface="Calibri"/>
            </a:endParaRPr>
          </a:p>
        </p:txBody>
      </p:sp>
      <p:sp>
        <p:nvSpPr>
          <p:cNvPr id="46" name="DP2 object 44">
            <a:extLst>
              <a:ext uri="{FF2B5EF4-FFF2-40B4-BE49-F238E27FC236}">
                <ns2:creationId id="{A1CBAA50-DD27-4E74-858A-3A28AFA753AA}"/>
              </a:ext>
            </a:extLst>
          </p:cNvPr>
          <p:cNvSpPr>
            <a:spLocks noGrp="1"/>
          </p:cNvSpPr>
          <p:nvPr/>
        </p:nvSpPr>
        <p:spPr>
          <a:xfrm>
            <a:off x="13392150" y="444817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새 질문의 응답이</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현재 판단에 묶인다</a:t>
            </a:r>
            <a:endParaRPr lang="ko-KR">
              <a:latin typeface="Calibri"/>
              <a:ea typeface="Calibri"/>
              <a:cs typeface="Calibri"/>
            </a:endParaRPr>
          </a:p>
        </p:txBody>
      </p:sp>
      <p:sp>
        <p:nvSpPr>
          <p:cNvPr id="47" name="Editable path 45">
            <a:extLst>
              <a:ext uri="{FF2B5EF4-FFF2-40B4-BE49-F238E27FC236}">
                <ns2:creationId id="{8419653D-5975-4043-A695-F7D282894F10}"/>
              </a:ext>
            </a:extLst>
          </p:cNvPr>
          <p:cNvSpPr>
            <a:spLocks noGrp="1"/>
          </p:cNvSpPr>
          <p:nvPr/>
        </p:nvSpPr>
        <p:spPr>
          <a:xfrm>
            <a:off x="13392150" y="5572125"/>
            <a:ext cx="4076700" cy="953"/>
          </a:xfrm>
          <a:custGeom>
            <a:pathLst>
              <a:path w="4076700" h="953">
                <a:moveTo>
                  <a:pt x="0" y="0"/>
                </a:moveTo>
                <a:lnTo>
                  <a:pt x="4076700" y="0"/>
                </a:lnTo>
              </a:path>
            </a:pathLst>
          </a:custGeom>
          <a:noFill/>
          <a:ln w="14288">
            <a:solidFill>
              <a:srgbClr val="B7B9B9"/>
            </a:solidFill>
            <a:prstDash val="solid"/>
          </a:ln>
        </p:spPr>
      </p:sp>
      <p:sp>
        <p:nvSpPr>
          <p:cNvPr id="48" name="DP2 object 46">
            <a:extLst>
              <a:ext uri="{FF2B5EF4-FFF2-40B4-BE49-F238E27FC236}">
                <ns2:creationId id="{C9C0CCBE-E9A0-4F2D-825B-131B882A0A02}"/>
              </a:ext>
            </a:extLst>
          </p:cNvPr>
          <p:cNvSpPr>
            <a:spLocks noGrp="1"/>
          </p:cNvSpPr>
          <p:nvPr/>
        </p:nvSpPr>
        <p:spPr>
          <a:xfrm>
            <a:off x="13373100" y="6010275"/>
            <a:ext cx="266700" cy="276225"/>
          </a:xfrm>
          <a:prstGeom prst="roundRect">
            <a:avLst>
              <a:gd name="adj" fmla="val 28571"/>
            </a:avLst>
          </a:prstGeom>
          <a:solidFill>
            <a:srgbClr val="C9E1B3"/>
          </a:solidFill>
          <a:ln w="17145">
            <a:solidFill>
              <a:srgbClr val="70A843"/>
            </a:solidFill>
            <a:prstDash val="solid"/>
          </a:ln>
        </p:spPr>
      </p:sp>
      <p:sp>
        <p:nvSpPr>
          <p:cNvPr id="49" name="DP2 object 47">
            <a:extLst>
              <a:ext uri="{FF2B5EF4-FFF2-40B4-BE49-F238E27FC236}">
                <ns2:creationId id="{DF53B3CB-C85F-48F9-A176-F857735C52AE}"/>
              </a:ext>
            </a:extLst>
          </p:cNvPr>
          <p:cNvSpPr>
            <a:spLocks noGrp="1"/>
          </p:cNvSpPr>
          <p:nvPr/>
        </p:nvSpPr>
        <p:spPr>
          <a:xfrm>
            <a:off x="13373100" y="6010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0" name="DP2 object 48">
            <a:extLst>
              <a:ext uri="{FF2B5EF4-FFF2-40B4-BE49-F238E27FC236}">
                <ns2:creationId id="{772A5D4E-09DE-4824-B923-51401403BCCD}"/>
              </a:ext>
            </a:extLst>
          </p:cNvPr>
          <p:cNvSpPr>
            <a:spLocks noGrp="1"/>
          </p:cNvSpPr>
          <p:nvPr/>
        </p:nvSpPr>
        <p:spPr>
          <a:xfrm>
            <a:off x="13830300" y="5943600"/>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실행을 나누면</a:t>
            </a:r>
            <a:endParaRPr lang="ko-KR">
              <a:latin typeface="Calibri"/>
              <a:ea typeface="Calibri"/>
              <a:cs typeface="Calibri"/>
            </a:endParaRPr>
          </a:p>
        </p:txBody>
      </p:sp>
      <p:sp>
        <p:nvSpPr>
          <p:cNvPr id="51" name="DP2 object 49">
            <a:extLst>
              <a:ext uri="{FF2B5EF4-FFF2-40B4-BE49-F238E27FC236}">
                <ns2:creationId id="{DDE54499-FD87-4006-A738-8AD61277BDC3}"/>
              </a:ext>
            </a:extLst>
          </p:cNvPr>
          <p:cNvSpPr>
            <a:spLocks noGrp="1"/>
          </p:cNvSpPr>
          <p:nvPr/>
        </p:nvSpPr>
        <p:spPr>
          <a:xfrm>
            <a:off x="13392150" y="660082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요청별 문맥과</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반환 상태가 늘어난다</a:t>
            </a:r>
            <a:endParaRPr lang="ko-KR">
              <a:latin typeface="Calibri"/>
              <a:ea typeface="Calibri"/>
              <a:cs typeface="Calibri"/>
            </a:endParaRPr>
          </a:p>
        </p:txBody>
      </p:sp>
      <p:sp>
        <p:nvSpPr>
          <p:cNvPr id="52" name="Editable path 50">
            <a:extLst>
              <a:ext uri="{FF2B5EF4-FFF2-40B4-BE49-F238E27FC236}">
                <ns2:creationId id="{A877FC25-6366-417F-88AC-344B739136A0}"/>
              </a:ext>
            </a:extLst>
          </p:cNvPr>
          <p:cNvSpPr>
            <a:spLocks noGrp="1"/>
          </p:cNvSpPr>
          <p:nvPr/>
        </p:nvSpPr>
        <p:spPr>
          <a:xfrm>
            <a:off x="600075" y="8524875"/>
            <a:ext cx="16497300" cy="953"/>
          </a:xfrm>
          <a:custGeom>
            <a:pathLst>
              <a:path w="16497300" h="953">
                <a:moveTo>
                  <a:pt x="0" y="0"/>
                </a:moveTo>
                <a:lnTo>
                  <a:pt x="16497300" y="0"/>
                </a:lnTo>
              </a:path>
            </a:pathLst>
          </a:custGeom>
          <a:noFill/>
          <a:ln w="14288">
            <a:solidFill>
              <a:srgbClr val="4676CB"/>
            </a:solidFill>
            <a:prstDash val="solid"/>
          </a:ln>
        </p:spPr>
      </p:sp>
      <p:sp>
        <p:nvSpPr>
          <p:cNvPr id="53" name="DP2 object 51">
            <a:extLst>
              <a:ext uri="{FF2B5EF4-FFF2-40B4-BE49-F238E27FC236}">
                <ns2:creationId id="{7AA841EF-5366-4465-A9C8-5D918F273AE1}"/>
              </a:ext>
            </a:extLst>
          </p:cNvPr>
          <p:cNvSpPr>
            <a:spLocks noGrp="1"/>
          </p:cNvSpPr>
          <p:nvPr/>
        </p:nvSpPr>
        <p:spPr>
          <a:xfrm>
            <a:off x="628650" y="8858250"/>
            <a:ext cx="2714625" cy="523875"/>
          </a:xfrm>
          <a:prstGeom prst="rect">
            <a:avLst/>
          </a:prstGeom>
          <a:noFill/>
          <a:ln w="0">
            <a:noFill/>
            <a:prstDash val="solid"/>
          </a:ln>
        </p:spPr>
        <p:txBody>
          <a:bodyPr wrap="none" lIns="0" tIns="0" rIns="0" bIns="0" anchor="ctr">
            <a:noAutofit/>
          </a:bodyPr>
          <a:lstStyle>
            <a:defPPr algn="l">
              <a:defRPr sz="2500" b="1" lang="ko-KR">
                <a:solidFill>
                  <a:srgbClr val="C00000"/>
                </a:solidFill>
                <a:latin typeface="Calibri"/>
                <a:ea typeface="Calibri"/>
                <a:cs typeface="Calibri"/>
              </a:defRPr>
            </a:defPPr>
            <a:lvl1pPr algn="l">
              <a:defRPr sz="2500" b="1" lang="ko-KR">
                <a:solidFill>
                  <a:srgbClr val="C00000"/>
                </a:solidFill>
                <a:latin typeface="Calibri"/>
                <a:ea typeface="Calibri"/>
                <a:cs typeface="Calibri"/>
              </a:defRPr>
            </a:lvl1pPr>
            <a:lvl2pPr algn="l">
              <a:defRPr sz="2500" b="1" lang="ko-KR">
                <a:solidFill>
                  <a:srgbClr val="C00000"/>
                </a:solidFill>
                <a:latin typeface="Calibri"/>
                <a:ea typeface="Calibri"/>
                <a:cs typeface="Calibri"/>
              </a:defRPr>
            </a:lvl2pPr>
            <a:lvl3pPr algn="l">
              <a:defRPr sz="2500" b="1" lang="ko-KR">
                <a:solidFill>
                  <a:srgbClr val="C00000"/>
                </a:solidFill>
                <a:latin typeface="Calibri"/>
                <a:ea typeface="Calibri"/>
                <a:cs typeface="Calibri"/>
              </a:defRPr>
            </a:lvl3pPr>
            <a:lvl4pPr algn="l">
              <a:defRPr sz="2500" b="1" lang="ko-KR">
                <a:solidFill>
                  <a:srgbClr val="C00000"/>
                </a:solidFill>
                <a:latin typeface="Calibri"/>
                <a:ea typeface="Calibri"/>
                <a:cs typeface="Calibri"/>
              </a:defRPr>
            </a:lvl4pPr>
            <a:lvl5pPr algn="l">
              <a:defRPr sz="2500" b="1" lang="ko-KR">
                <a:solidFill>
                  <a:srgbClr val="C00000"/>
                </a:solidFill>
                <a:latin typeface="Calibri"/>
                <a:ea typeface="Calibri"/>
                <a:cs typeface="Calibri"/>
              </a:defRPr>
            </a:lvl5pPr>
            <a:lvl6pPr algn="l">
              <a:defRPr sz="2500" b="1" lang="ko-KR">
                <a:solidFill>
                  <a:srgbClr val="C00000"/>
                </a:solidFill>
                <a:latin typeface="Calibri"/>
                <a:ea typeface="Calibri"/>
                <a:cs typeface="Calibri"/>
              </a:defRPr>
            </a:lvl6pPr>
            <a:lvl7pPr algn="l">
              <a:defRPr sz="2500" b="1" lang="ko-KR">
                <a:solidFill>
                  <a:srgbClr val="C00000"/>
                </a:solidFill>
                <a:latin typeface="Calibri"/>
                <a:ea typeface="Calibri"/>
                <a:cs typeface="Calibri"/>
              </a:defRPr>
            </a:lvl7pPr>
            <a:lvl8pPr algn="l">
              <a:defRPr sz="2500" b="1" lang="ko-KR">
                <a:solidFill>
                  <a:srgbClr val="C00000"/>
                </a:solidFill>
                <a:latin typeface="Calibri"/>
                <a:ea typeface="Calibri"/>
                <a:cs typeface="Calibri"/>
              </a:defRPr>
            </a:lvl8pPr>
            <a:lvl9pPr algn="l">
              <a:defRPr sz="2500" b="1" lang="ko-KR">
                <a:solidFill>
                  <a:srgbClr val="C00000"/>
                </a:solidFill>
                <a:latin typeface="Calibri"/>
                <a:ea typeface="Calibri"/>
                <a:cs typeface="Calibri"/>
              </a:defRPr>
            </a:lvl9pPr>
          </a:lstStyle>
          <a:p>
            <a:pPr algn="l">
              <a:defRPr sz="2500" b="1" lang="ko-KR">
                <a:solidFill>
                  <a:srgbClr val="C00000"/>
                </a:solidFill>
                <a:latin typeface="Calibri"/>
                <a:ea typeface="Calibri"/>
                <a:cs typeface="Calibri"/>
              </a:defRPr>
            </a:pPr>
            <a:r>
              <a:rPr sz="25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4" name="DP2 object 52">
            <a:extLst>
              <a:ext uri="{FF2B5EF4-FFF2-40B4-BE49-F238E27FC236}">
                <ns2:creationId id="{8F40CBA7-9AA2-4371-B67F-7D135302D076}"/>
              </a:ext>
            </a:extLst>
          </p:cNvPr>
          <p:cNvSpPr>
            <a:spLocks noGrp="1"/>
          </p:cNvSpPr>
          <p:nvPr/>
        </p:nvSpPr>
        <p:spPr>
          <a:xfrm>
            <a:off x="3581400" y="8801100"/>
            <a:ext cx="13620750" cy="59055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새 입력을 같은 해석 실행에 넣을까, 요청별로 나눌까?</a:t>
            </a:r>
            <a:endParaRPr lang="ko-KR">
              <a:latin typeface="Calibri"/>
              <a:ea typeface="Calibri"/>
              <a:cs typeface="Calibri"/>
            </a:endParaRPr>
          </a:p>
        </p:txBody>
      </p:sp>
      <p:sp>
        <p:nvSpPr>
          <p:cNvPr id="55" name="DP2 object 53">
            <a:extLst>
              <a:ext uri="{FF2B5EF4-FFF2-40B4-BE49-F238E27FC236}">
                <ns2:creationId id="{6808D7C9-F4DA-4C20-944A-8093B41EFB63}"/>
              </a:ext>
            </a:extLst>
          </p:cNvPr>
          <p:cNvSpPr>
            <a:spLocks noGrp="1"/>
          </p:cNvSpPr>
          <p:nvPr/>
        </p:nvSpPr>
        <p:spPr>
          <a:xfrm>
            <a:off x="3581400" y="9448800"/>
            <a:ext cx="1381125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원래 목표를 보존하며, 새 입력의 판단을 시작하는 실행 구조를 선택한다.</a:t>
            </a:r>
            <a:endParaRPr lang="ko-KR">
              <a:latin typeface="Calibri"/>
              <a:ea typeface="Calibri"/>
              <a:cs typeface="Calibri"/>
            </a:endParaRPr>
          </a:p>
        </p:txBody>
      </p:sp>
    </p:spTree>
    <p:extLst>
      <p:ext uri="{BB962C8B-B14F-4D97-AF65-F5344CB8AC3E}">
        <p14:creationId val="796290126"/>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DP2 object 54">
            <a:extLst>
              <a:ext uri="{FF2B5EF4-FFF2-40B4-BE49-F238E27FC236}">
                <ns2:creationId id="{D8F48065-C5F2-4B5E-B55C-7665C58C54C9}"/>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(설계 방안 비교)</a:t>
            </a:r>
            <a:endParaRPr lang="ko-KR">
              <a:latin typeface="Calibri"/>
              <a:ea typeface="Calibri"/>
              <a:cs typeface="Calibri"/>
            </a:endParaRPr>
          </a:p>
        </p:txBody>
      </p:sp>
      <p:sp>
        <p:nvSpPr>
          <p:cNvPr id="2" name="DP2 object 55">
            <a:extLst>
              <a:ext uri="{FF2B5EF4-FFF2-40B4-BE49-F238E27FC236}">
                <ns2:creationId id="{8CB33CFF-3431-49D2-A02C-F1E67ABFFAE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2 object 56">
            <a:extLst>
              <a:ext uri="{FF2B5EF4-FFF2-40B4-BE49-F238E27FC236}">
                <ns2:creationId id="{677C02EB-628E-4A01-8463-EFCB4809A74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2 object 57">
            <a:extLst>
              <a:ext uri="{FF2B5EF4-FFF2-40B4-BE49-F238E27FC236}">
                <ns2:creationId id="{A17CAC9C-74E0-422E-A84C-C792425F27BC}"/>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2 object 58">
            <a:extLst>
              <a:ext uri="{FF2B5EF4-FFF2-40B4-BE49-F238E27FC236}">
                <ns2:creationId id="{E46CA993-615E-4354-B8A8-F924A18DCE74}"/>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2 object 59">
            <a:extLst>
              <a:ext uri="{FF2B5EF4-FFF2-40B4-BE49-F238E27FC236}">
                <ns2:creationId id="{BF093824-DF1E-4173-923A-A0F38126FD1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2 object 60">
            <a:extLst>
              <a:ext uri="{FF2B5EF4-FFF2-40B4-BE49-F238E27FC236}">
                <ns2:creationId id="{58A159EF-DF4B-4D4D-86BD-9A72EDF4E45D}"/>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2 object 61">
            <a:extLst>
              <a:ext uri="{FF2B5EF4-FFF2-40B4-BE49-F238E27FC236}">
                <ns2:creationId id="{566EB11C-13ED-4B74-B5AE-A019AB0DD87A}"/>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2 object 62">
            <a:extLst>
              <a:ext uri="{FF2B5EF4-FFF2-40B4-BE49-F238E27FC236}">
                <ns2:creationId id="{BC6F9EBE-2BD7-4DBE-9C7F-779A229A4646}"/>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2 object 63">
            <a:extLst>
              <a:ext uri="{FF2B5EF4-FFF2-40B4-BE49-F238E27FC236}">
                <ns2:creationId id="{52070A40-A3F1-48C3-A50C-335CDCAB47ED}"/>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2 object 64">
            <a:extLst>
              <a:ext uri="{FF2B5EF4-FFF2-40B4-BE49-F238E27FC236}">
                <ns2:creationId id="{481086F3-960B-4A13-A31B-73012A53129C}"/>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65">
            <a:extLst>
              <a:ext uri="{FF2B5EF4-FFF2-40B4-BE49-F238E27FC236}">
                <ns2:creationId id="{84CCA70F-9E1B-42F6-BE11-A89E0D1F601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2 object 66">
            <a:extLst>
              <a:ext uri="{FF2B5EF4-FFF2-40B4-BE49-F238E27FC236}">
                <ns2:creationId id="{81364B03-E1DD-47D6-91DD-8C40D241D5D8}"/>
              </a:ext>
            </a:extLst>
          </p:cNvPr>
          <p:cNvSpPr>
            <a:spLocks noGrp="1"/>
          </p:cNvSpPr>
          <p:nvPr/>
        </p:nvSpPr>
        <p:spPr>
          <a:xfrm>
            <a:off x="17478375" y="9991725"/>
            <a:ext cx="361950" cy="190500"/>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a:t>
            </a:r>
            <a:endParaRPr lang="ko-KR">
              <a:latin typeface="Calibri"/>
              <a:ea typeface="Calibri"/>
              <a:cs typeface="Calibri"/>
            </a:endParaRPr>
          </a:p>
        </p:txBody>
      </p:sp>
      <p:sp>
        <p:nvSpPr>
          <p:cNvPr id="14" name="DP2 object 67">
            <a:extLst>
              <a:ext uri="{FF2B5EF4-FFF2-40B4-BE49-F238E27FC236}">
                <ns2:creationId id="{52B483D9-9DA8-43EA-928F-8A71B39A18F0}"/>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하나의 대화 해석 실행   /   B: 공통 대화 해석과 요청별 실행</a:t>
            </a:r>
            <a:endParaRPr lang="ko-KR">
              <a:latin typeface="Calibri"/>
              <a:ea typeface="Calibri"/>
              <a:cs typeface="Calibri"/>
            </a:endParaRPr>
          </a:p>
        </p:txBody>
      </p:sp>
      <p:graphicFrame>
        <p:nvGraphicFramePr>
          <p:cNvPr id="15" name="">
            <a:extLst>
              <a:ext uri="{FF2B5EF4-FFF2-40B4-BE49-F238E27FC236}">
                <ns2:creationId id="{4E83F7CC-0CAC-498A-98D0-B27E08A239C5}"/>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호출 한도가 차면 병행 이익이 줄어듦</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46.170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68">
            <a:extLst>
              <a:ext uri="{FF2B5EF4-FFF2-40B4-BE49-F238E27FC236}">
                <ns2:creationId id="{89959BF3-67D0-46E7-8ACC-6A7E0445C0E3}"/>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sp>
      <p:sp>
        <p:nvSpPr>
          <p:cNvPr id="17" name="DP2 object 69">
            <a:extLst>
              <a:ext uri="{FF2B5EF4-FFF2-40B4-BE49-F238E27FC236}">
                <ns2:creationId id="{0595C8BC-943E-4FC7-9A8F-7225BCA2DCAF}"/>
              </a:ext>
            </a:extLst>
          </p:cNvPr>
          <p:cNvSpPr>
            <a:spLocks noGrp="1"/>
          </p:cNvSpPr>
          <p:nvPr/>
        </p:nvSpPr>
        <p:spPr>
          <a:xfrm>
            <a:off x="419100" y="27908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70">
            <a:extLst>
              <a:ext uri="{FF2B5EF4-FFF2-40B4-BE49-F238E27FC236}">
                <ns2:creationId id="{E59389EF-FED0-4297-89A8-A3DE0B8909F7}"/>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sp>
      <p:sp>
        <p:nvSpPr>
          <p:cNvPr id="19" name="DP2 object 71">
            <a:extLst>
              <a:ext uri="{FF2B5EF4-FFF2-40B4-BE49-F238E27FC236}">
                <ns2:creationId id="{2C92C038-44DE-4325-815D-FFB24A6907AE}"/>
              </a:ext>
            </a:extLst>
          </p:cNvPr>
          <p:cNvSpPr>
            <a:spLocks noGrp="1"/>
          </p:cNvSpPr>
          <p:nvPr/>
        </p:nvSpPr>
        <p:spPr>
          <a:xfrm>
            <a:off x="485775" y="30956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72">
            <a:extLst>
              <a:ext uri="{FF2B5EF4-FFF2-40B4-BE49-F238E27FC236}">
                <ns2:creationId id="{1AF746F0-7D6E-45C9-B1B7-C418D81EB093}"/>
              </a:ext>
            </a:extLst>
          </p:cNvPr>
          <p:cNvSpPr>
            <a:spLocks noGrp="1"/>
          </p:cNvSpPr>
          <p:nvPr/>
        </p:nvSpPr>
        <p:spPr>
          <a:xfrm>
            <a:off x="381000" y="3648075"/>
            <a:ext cx="1323975" cy="419100"/>
          </a:xfrm>
          <a:prstGeom prst="rect">
            <a:avLst/>
          </a:prstGeom>
          <a:noFill/>
          <a:ln w="17145">
            <a:solidFill>
              <a:srgbClr val="111111"/>
            </a:solidFill>
            <a:prstDash val="dash"/>
          </a:ln>
        </p:spPr>
      </p:sp>
      <p:sp>
        <p:nvSpPr>
          <p:cNvPr id="21" name="DP2 object 73">
            <a:extLst>
              <a:ext uri="{FF2B5EF4-FFF2-40B4-BE49-F238E27FC236}">
                <ns2:creationId id="{19ED4A05-EED1-4024-94A5-CE9E771EFC3F}"/>
              </a:ext>
            </a:extLst>
          </p:cNvPr>
          <p:cNvSpPr>
            <a:spLocks noGrp="1"/>
          </p:cNvSpPr>
          <p:nvPr/>
        </p:nvSpPr>
        <p:spPr>
          <a:xfrm>
            <a:off x="409575" y="3676650"/>
            <a:ext cx="1266825" cy="333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B7D3A102-EE52-4BBE-81CE-031C1D7DEA1F}"/>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sp>
      <p:sp>
        <p:nvSpPr>
          <p:cNvPr id="23" name="DP2 object 74">
            <a:extLst>
              <a:ext uri="{FF2B5EF4-FFF2-40B4-BE49-F238E27FC236}">
                <ns2:creationId id="{C2A1D45B-15D5-40E8-B29D-AD211ED91532}"/>
              </a:ext>
            </a:extLst>
          </p:cNvPr>
          <p:cNvSpPr>
            <a:spLocks noGrp="1"/>
          </p:cNvSpPr>
          <p:nvPr/>
        </p:nvSpPr>
        <p:spPr>
          <a:xfrm>
            <a:off x="447675" y="43815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보존 데이터</a:t>
            </a:r>
            <a:endParaRPr lang="ko-KR">
              <a:latin typeface="Calibri"/>
              <a:ea typeface="Calibri"/>
              <a:cs typeface="Calibri"/>
            </a:endParaRPr>
          </a:p>
        </p:txBody>
      </p:sp>
      <p:sp>
        <p:nvSpPr>
          <p:cNvPr id="24" name="DP2 object 75">
            <a:extLst>
              <a:ext uri="{FF2B5EF4-FFF2-40B4-BE49-F238E27FC236}">
                <ns2:creationId id="{63F7E000-D12C-4CD7-AFCF-FDA9EACF1270}"/>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76">
            <a:extLst>
              <a:ext uri="{FF2B5EF4-FFF2-40B4-BE49-F238E27FC236}">
                <ns2:creationId id="{7994335F-E2C1-4E64-9B1A-78036895ADD8}"/>
              </a:ext>
            </a:extLst>
          </p:cNvPr>
          <p:cNvSpPr>
            <a:spLocks noGrp="1"/>
          </p:cNvSpPr>
          <p:nvPr/>
        </p:nvSpPr>
        <p:spPr>
          <a:xfrm>
            <a:off x="333375" y="5400675"/>
            <a:ext cx="1438275" cy="40005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요청·반환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원통: 상태 / 입력</a:t>
            </a:r>
            <a:endParaRPr lang="ko-KR">
              <a:latin typeface="Calibri"/>
              <a:ea typeface="Calibri"/>
              <a:cs typeface="Calibri"/>
            </a:endParaRPr>
          </a:p>
        </p:txBody>
      </p:sp>
      <p:sp>
        <p:nvSpPr>
          <p:cNvPr id="26" name="DP2 object 77">
            <a:extLst>
              <a:ext uri="{FF2B5EF4-FFF2-40B4-BE49-F238E27FC236}">
                <ns2:creationId id="{735B8F5D-AEB0-48F4-943E-EBDF24EAE47E}"/>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대화 실행 1개와 문맥 1개를 이어 사용</a:t>
            </a:r>
            <a:endParaRPr lang="ko-KR">
              <a:latin typeface="Calibri"/>
              <a:ea typeface="Calibri"/>
              <a:cs typeface="Calibri"/>
            </a:endParaRPr>
          </a:p>
        </p:txBody>
      </p:sp>
      <p:sp>
        <p:nvSpPr>
          <p:cNvPr id="27" name="A Request Controller Component">
            <a:extLst>
              <a:ext uri="{FF2B5EF4-FFF2-40B4-BE49-F238E27FC236}">
                <ns2:creationId id="{F7EAA242-F121-47D5-B1BF-916094C793DE}"/>
              </a:ext>
            </a:extLst>
          </p:cNvPr>
          <p:cNvSpPr>
            <a:spLocks noGrp="1"/>
          </p:cNvSpPr>
          <p:nvPr/>
        </p:nvSpPr>
        <p:spPr>
          <a:xfrm>
            <a:off x="2133600" y="2505075"/>
            <a:ext cx="7562850" cy="876300"/>
          </a:xfrm>
          <a:prstGeom prst="rect">
            <a:avLst/>
          </a:prstGeom>
          <a:solidFill>
            <a:srgbClr val="FFF6DD"/>
          </a:solidFill>
          <a:ln w="25718">
            <a:solidFill>
              <a:srgbClr val="111111"/>
            </a:solidFill>
            <a:prstDash val="solid"/>
          </a:ln>
        </p:spPr>
      </p:sp>
      <p:sp>
        <p:nvSpPr>
          <p:cNvPr id="28" name="DP2 object 78">
            <a:extLst>
              <a:ext uri="{FF2B5EF4-FFF2-40B4-BE49-F238E27FC236}">
                <ns2:creationId id="{C9D733A4-F924-4199-B17A-B31F696CADCD}"/>
              </a:ext>
            </a:extLst>
          </p:cNvPr>
          <p:cNvSpPr>
            <a:spLocks noGrp="1"/>
          </p:cNvSpPr>
          <p:nvPr/>
        </p:nvSpPr>
        <p:spPr>
          <a:xfrm>
            <a:off x="2247900" y="2533650"/>
            <a:ext cx="73342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29" name="Editable path 79">
            <a:extLst>
              <a:ext uri="{FF2B5EF4-FFF2-40B4-BE49-F238E27FC236}">
                <ns2:creationId id="{8FCB89D5-FCBB-474E-9C26-E52D49130A7A}"/>
              </a:ext>
            </a:extLst>
          </p:cNvPr>
          <p:cNvSpPr>
            <a:spLocks noGrp="1"/>
          </p:cNvSpPr>
          <p:nvPr/>
        </p:nvSpPr>
        <p:spPr>
          <a:xfrm>
            <a:off x="2133600" y="2838450"/>
            <a:ext cx="7562850" cy="953"/>
          </a:xfrm>
          <a:custGeom>
            <a:pathLst>
              <a:path w="7562850" h="953">
                <a:moveTo>
                  <a:pt x="0" y="0"/>
                </a:moveTo>
                <a:lnTo>
                  <a:pt x="7562850" y="0"/>
                </a:lnTo>
              </a:path>
            </a:pathLst>
          </a:custGeom>
          <a:noFill/>
          <a:ln w="13335">
            <a:solidFill>
              <a:srgbClr val="111111"/>
            </a:solidFill>
            <a:prstDash val="solid"/>
          </a:ln>
        </p:spPr>
      </p:sp>
      <p:sp>
        <p:nvSpPr>
          <p:cNvPr id="30" name="입력 보존 / 경계에 해석 요청">
            <a:extLst>
              <a:ext uri="{FF2B5EF4-FFF2-40B4-BE49-F238E27FC236}">
                <ns2:creationId id="{77819804-4380-4591-B02E-16D060A623A0}"/>
              </a:ext>
            </a:extLst>
          </p:cNvPr>
          <p:cNvSpPr>
            <a:spLocks noGrp="1"/>
          </p:cNvSpPr>
          <p:nvPr/>
        </p:nvSpPr>
        <p:spPr>
          <a:xfrm>
            <a:off x="2257425" y="2914650"/>
            <a:ext cx="2409825" cy="390525"/>
          </a:xfrm>
          <a:prstGeom prst="rect">
            <a:avLst/>
          </a:prstGeom>
          <a:solidFill>
            <a:srgbClr val="FFFFFF"/>
          </a:solidFill>
          <a:ln w="17145">
            <a:solidFill>
              <a:srgbClr val="111111"/>
            </a:solidFill>
            <a:prstDash val="solid"/>
          </a:ln>
        </p:spPr>
      </p:sp>
      <p:sp>
        <p:nvSpPr>
          <p:cNvPr id="31" name="DP2 object 80">
            <a:extLst>
              <a:ext uri="{FF2B5EF4-FFF2-40B4-BE49-F238E27FC236}">
                <ns2:creationId id="{CD3EB73D-D086-468D-8A96-40C5725479AE}"/>
              </a:ext>
            </a:extLst>
          </p:cNvPr>
          <p:cNvSpPr>
            <a:spLocks noGrp="1"/>
          </p:cNvSpPr>
          <p:nvPr/>
        </p:nvSpPr>
        <p:spPr>
          <a:xfrm>
            <a:off x="2324100" y="2952750"/>
            <a:ext cx="2276475" cy="31432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경계에 해석 요청</a:t>
            </a:r>
            <a:endParaRPr lang="ko-KR">
              <a:latin typeface="Calibri"/>
              <a:ea typeface="Calibri"/>
              <a:cs typeface="Calibri"/>
            </a:endParaRPr>
          </a:p>
        </p:txBody>
      </p:sp>
      <p:sp>
        <p:nvSpPr>
          <p:cNvPr id="32" name="채택 목표 / revision">
            <a:extLst>
              <a:ext uri="{FF2B5EF4-FFF2-40B4-BE49-F238E27FC236}">
                <ns2:creationId id="{424AA1B3-F9B5-4022-98EA-5102BBCF38EC}"/>
              </a:ext>
            </a:extLst>
          </p:cNvPr>
          <p:cNvSpPr>
            <a:spLocks noGrp="1"/>
          </p:cNvSpPr>
          <p:nvPr/>
        </p:nvSpPr>
        <p:spPr>
          <a:xfrm>
            <a:off x="4876800" y="2905125"/>
            <a:ext cx="2152650" cy="400050"/>
          </a:xfrm>
          <a:prstGeom prst="can">
            <a:avLst>
              <a:gd name="adj" fmla="val 16000"/>
            </a:avLst>
          </a:prstGeom>
          <a:solidFill>
            <a:srgbClr val="FFF6DD"/>
          </a:solidFill>
          <a:ln w="17145">
            <a:solidFill>
              <a:srgbClr val="111111"/>
            </a:solidFill>
            <a:prstDash val="solid"/>
          </a:ln>
        </p:spPr>
      </p:sp>
      <p:sp>
        <p:nvSpPr>
          <p:cNvPr id="33" name="DP2 object 81">
            <a:extLst>
              <a:ext uri="{FF2B5EF4-FFF2-40B4-BE49-F238E27FC236}">
                <ns2:creationId id="{E64A37ED-085C-4E2D-A1C1-CBB5AA2DA2C9}"/>
              </a:ext>
            </a:extLst>
          </p:cNvPr>
          <p:cNvSpPr>
            <a:spLocks noGrp="1"/>
          </p:cNvSpPr>
          <p:nvPr/>
        </p:nvSpPr>
        <p:spPr>
          <a:xfrm>
            <a:off x="4924425" y="3009900"/>
            <a:ext cx="2057400"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채택 목표 / revision</a:t>
            </a:r>
            <a:endParaRPr lang="ko-KR">
              <a:latin typeface="Calibri"/>
              <a:ea typeface="Calibri"/>
              <a:cs typeface="Calibri"/>
            </a:endParaRPr>
          </a:p>
        </p:txBody>
      </p:sp>
      <p:sp>
        <p:nvSpPr>
          <p:cNvPr id="34" name="현재성 확인·채택">
            <a:extLst>
              <a:ext uri="{FF2B5EF4-FFF2-40B4-BE49-F238E27FC236}">
                <ns2:creationId id="{ED90FDAE-6929-4E52-94B4-E008ED99C0BE}"/>
              </a:ext>
            </a:extLst>
          </p:cNvPr>
          <p:cNvSpPr>
            <a:spLocks noGrp="1"/>
          </p:cNvSpPr>
          <p:nvPr/>
        </p:nvSpPr>
        <p:spPr>
          <a:xfrm>
            <a:off x="7258050" y="2914650"/>
            <a:ext cx="2314575" cy="390525"/>
          </a:xfrm>
          <a:prstGeom prst="rect">
            <a:avLst/>
          </a:prstGeom>
          <a:solidFill>
            <a:srgbClr val="FFFFFF"/>
          </a:solidFill>
          <a:ln w="17145">
            <a:solidFill>
              <a:srgbClr val="111111"/>
            </a:solidFill>
            <a:prstDash val="solid"/>
          </a:ln>
        </p:spPr>
      </p:sp>
      <p:sp>
        <p:nvSpPr>
          <p:cNvPr id="35" name="DP2 object 82">
            <a:extLst>
              <a:ext uri="{FF2B5EF4-FFF2-40B4-BE49-F238E27FC236}">
                <ns2:creationId id="{A086D970-3389-46F9-87A4-130FE51D8B2A}"/>
              </a:ext>
            </a:extLst>
          </p:cNvPr>
          <p:cNvSpPr>
            <a:spLocks noGrp="1"/>
          </p:cNvSpPr>
          <p:nvPr/>
        </p:nvSpPr>
        <p:spPr>
          <a:xfrm>
            <a:off x="7324725" y="2952750"/>
            <a:ext cx="2181225" cy="314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현재성 확인·채택</a:t>
            </a:r>
            <a:endParaRPr lang="ko-KR">
              <a:latin typeface="Calibri"/>
              <a:ea typeface="Calibri"/>
              <a:cs typeface="Calibri"/>
            </a:endParaRPr>
          </a:p>
        </p:txBody>
      </p:sp>
      <p:sp>
        <p:nvSpPr>
          <p:cNvPr id="36" name="Editable path 83">
            <a:extLst>
              <a:ext uri="{FF2B5EF4-FFF2-40B4-BE49-F238E27FC236}">
                <ns2:creationId id="{43C597C8-08E8-4D65-B323-415F639A7B8E}"/>
              </a:ext>
            </a:extLst>
          </p:cNvPr>
          <p:cNvSpPr>
            <a:spLocks noGrp="1"/>
          </p:cNvSpPr>
          <p:nvPr/>
        </p:nvSpPr>
        <p:spPr>
          <a:xfrm>
            <a:off x="3810000" y="3381375"/>
            <a:ext cx="953" cy="228600"/>
          </a:xfrm>
          <a:custGeom>
            <a:pathLst>
              <a:path w="953" h="228600">
                <a:moveTo>
                  <a:pt x="0" y="0"/>
                </a:moveTo>
                <a:lnTo>
                  <a:pt x="0" y="228600"/>
                </a:lnTo>
              </a:path>
            </a:pathLst>
          </a:custGeom>
          <a:noFill/>
          <a:ln w="21908">
            <a:solidFill>
              <a:srgbClr val="111111"/>
            </a:solidFill>
            <a:prstDash val="solid"/>
          </a:ln>
        </p:spPr>
      </p:sp>
      <p:sp>
        <p:nvSpPr>
          <p:cNvPr id="37" name="Editable arrowhead 84">
            <a:extLst>
              <a:ext uri="{FF2B5EF4-FFF2-40B4-BE49-F238E27FC236}">
                <ns2:creationId id="{DF148EF6-D946-4030-9E48-A5D09AF5A8ED}"/>
              </a:ext>
            </a:extLst>
          </p:cNvPr>
          <p:cNvSpPr>
            <a:spLocks noGrp="1"/>
          </p:cNvSpPr>
          <p:nvPr/>
        </p:nvSpPr>
        <p:spPr>
          <a:xfrm>
            <a:off x="3762375" y="3514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Editable path 85">
            <a:extLst>
              <a:ext uri="{FF2B5EF4-FFF2-40B4-BE49-F238E27FC236}">
                <ns2:creationId id="{31E05ED9-CA4A-490E-989C-ECB37BC11BC1}"/>
              </a:ext>
            </a:extLst>
          </p:cNvPr>
          <p:cNvSpPr>
            <a:spLocks noGrp="1"/>
          </p:cNvSpPr>
          <p:nvPr/>
        </p:nvSpPr>
        <p:spPr>
          <a:xfrm>
            <a:off x="8734425" y="3381375"/>
            <a:ext cx="953" cy="228600"/>
          </a:xfrm>
          <a:custGeom>
            <a:pathLst>
              <a:path w="953" h="228600">
                <a:moveTo>
                  <a:pt x="0" y="228600"/>
                </a:moveTo>
                <a:lnTo>
                  <a:pt x="0" y="0"/>
                </a:lnTo>
              </a:path>
            </a:pathLst>
          </a:custGeom>
          <a:noFill/>
          <a:ln w="21908">
            <a:solidFill>
              <a:srgbClr val="111111"/>
            </a:solidFill>
            <a:prstDash val="solid"/>
          </a:ln>
        </p:spPr>
      </p:sp>
      <p:sp>
        <p:nvSpPr>
          <p:cNvPr id="39" name="Editable arrowhead 86">
            <a:extLst>
              <a:ext uri="{FF2B5EF4-FFF2-40B4-BE49-F238E27FC236}">
                <ns2:creationId id="{53EC210E-4F29-4D44-BB72-26DC73024060}"/>
              </a:ext>
            </a:extLst>
          </p:cNvPr>
          <p:cNvSpPr>
            <a:spLocks noGrp="1"/>
          </p:cNvSpPr>
          <p:nvPr/>
        </p:nvSpPr>
        <p:spPr>
          <a:xfrm>
            <a:off x="8686800" y="3381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0" name="DP2 object 87">
            <a:extLst>
              <a:ext uri="{FF2B5EF4-FFF2-40B4-BE49-F238E27FC236}">
                <ns2:creationId id="{496DCD79-3E17-4AA3-BD13-A0B670CEA508}"/>
              </a:ext>
            </a:extLst>
          </p:cNvPr>
          <p:cNvSpPr>
            <a:spLocks noGrp="1"/>
          </p:cNvSpPr>
          <p:nvPr/>
        </p:nvSpPr>
        <p:spPr>
          <a:xfrm>
            <a:off x="3905250" y="3381375"/>
            <a:ext cx="1428750"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요청</a:t>
            </a:r>
            <a:endParaRPr lang="ko-KR">
              <a:latin typeface="Calibri"/>
              <a:ea typeface="Calibri"/>
              <a:cs typeface="Calibri"/>
            </a:endParaRPr>
          </a:p>
        </p:txBody>
      </p:sp>
      <p:sp>
        <p:nvSpPr>
          <p:cNvPr id="41" name="DP2 object 88">
            <a:extLst>
              <a:ext uri="{FF2B5EF4-FFF2-40B4-BE49-F238E27FC236}">
                <ns2:creationId id="{FE75CB56-9B8D-449D-8D75-05E4D1DF835C}"/>
              </a:ext>
            </a:extLst>
          </p:cNvPr>
          <p:cNvSpPr>
            <a:spLocks noGrp="1"/>
          </p:cNvSpPr>
          <p:nvPr/>
        </p:nvSpPr>
        <p:spPr>
          <a:xfrm>
            <a:off x="7315200" y="3381375"/>
            <a:ext cx="1323975" cy="238125"/>
          </a:xfrm>
          <a:prstGeom prst="rect">
            <a:avLst/>
          </a:prstGeom>
          <a:noFill/>
          <a:ln w="0">
            <a:noFill/>
            <a:prstDash val="solid"/>
          </a:ln>
        </p:spPr>
        <p:txBody>
          <a:bodyPr wrap="none" lIns="0" tIns="0" rIns="0" bIns="0" anchor="ctr">
            <a:noAutofit/>
          </a:bodyPr>
          <a:lstStyle>
            <a:defPPr algn="r">
              <a:defRPr sz="1400" b="0" lang="ko-KR">
                <a:solidFill>
                  <a:srgbClr val="111111"/>
                </a:solidFill>
                <a:latin typeface="Calibri"/>
                <a:ea typeface="Calibri"/>
                <a:cs typeface="Calibri"/>
              </a:defRPr>
            </a:defPPr>
            <a:lvl1pPr algn="r">
              <a:defRPr sz="1400" b="0" lang="ko-KR">
                <a:solidFill>
                  <a:srgbClr val="111111"/>
                </a:solidFill>
                <a:latin typeface="Calibri"/>
                <a:ea typeface="Calibri"/>
                <a:cs typeface="Calibri"/>
              </a:defRPr>
            </a:lvl1pPr>
            <a:lvl2pPr algn="r">
              <a:defRPr sz="1400" b="0" lang="ko-KR">
                <a:solidFill>
                  <a:srgbClr val="111111"/>
                </a:solidFill>
                <a:latin typeface="Calibri"/>
                <a:ea typeface="Calibri"/>
                <a:cs typeface="Calibri"/>
              </a:defRPr>
            </a:lvl2pPr>
            <a:lvl3pPr algn="r">
              <a:defRPr sz="1400" b="0" lang="ko-KR">
                <a:solidFill>
                  <a:srgbClr val="111111"/>
                </a:solidFill>
                <a:latin typeface="Calibri"/>
                <a:ea typeface="Calibri"/>
                <a:cs typeface="Calibri"/>
              </a:defRPr>
            </a:lvl3pPr>
            <a:lvl4pPr algn="r">
              <a:defRPr sz="1400" b="0" lang="ko-KR">
                <a:solidFill>
                  <a:srgbClr val="111111"/>
                </a:solidFill>
                <a:latin typeface="Calibri"/>
                <a:ea typeface="Calibri"/>
                <a:cs typeface="Calibri"/>
              </a:defRPr>
            </a:lvl4pPr>
            <a:lvl5pPr algn="r">
              <a:defRPr sz="1400" b="0" lang="ko-KR">
                <a:solidFill>
                  <a:srgbClr val="111111"/>
                </a:solidFill>
                <a:latin typeface="Calibri"/>
                <a:ea typeface="Calibri"/>
                <a:cs typeface="Calibri"/>
              </a:defRPr>
            </a:lvl5pPr>
            <a:lvl6pPr algn="r">
              <a:defRPr sz="1400" b="0" lang="ko-KR">
                <a:solidFill>
                  <a:srgbClr val="111111"/>
                </a:solidFill>
                <a:latin typeface="Calibri"/>
                <a:ea typeface="Calibri"/>
                <a:cs typeface="Calibri"/>
              </a:defRPr>
            </a:lvl6pPr>
            <a:lvl7pPr algn="r">
              <a:defRPr sz="1400" b="0" lang="ko-KR">
                <a:solidFill>
                  <a:srgbClr val="111111"/>
                </a:solidFill>
                <a:latin typeface="Calibri"/>
                <a:ea typeface="Calibri"/>
                <a:cs typeface="Calibri"/>
              </a:defRPr>
            </a:lvl7pPr>
            <a:lvl8pPr algn="r">
              <a:defRPr sz="1400" b="0" lang="ko-KR">
                <a:solidFill>
                  <a:srgbClr val="111111"/>
                </a:solidFill>
                <a:latin typeface="Calibri"/>
                <a:ea typeface="Calibri"/>
                <a:cs typeface="Calibri"/>
              </a:defRPr>
            </a:lvl8pPr>
            <a:lvl9pPr algn="r">
              <a:defRPr sz="1400" b="0" lang="ko-KR">
                <a:solidFill>
                  <a:srgbClr val="111111"/>
                </a:solidFill>
                <a:latin typeface="Calibri"/>
                <a:ea typeface="Calibri"/>
                <a:cs typeface="Calibri"/>
              </a:defRPr>
            </a:lvl9pPr>
          </a:lstStyle>
          <a:p>
            <a:pPr algn="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 반환</a:t>
            </a:r>
            <a:endParaRPr lang="ko-KR">
              <a:latin typeface="Calibri"/>
              <a:ea typeface="Calibri"/>
              <a:cs typeface="Calibri"/>
            </a:endParaRPr>
          </a:p>
        </p:txBody>
      </p:sp>
      <p:sp>
        <p:nvSpPr>
          <p:cNvPr id="42" name="A Request Interpreter Component">
            <a:extLst>
              <a:ext uri="{FF2B5EF4-FFF2-40B4-BE49-F238E27FC236}">
                <ns2:creationId id="{26825BA3-6C68-495F-A7E7-06BF5A8360CA}"/>
              </a:ext>
            </a:extLst>
          </p:cNvPr>
          <p:cNvSpPr>
            <a:spLocks noGrp="1"/>
          </p:cNvSpPr>
          <p:nvPr/>
        </p:nvSpPr>
        <p:spPr>
          <a:xfrm>
            <a:off x="2133600" y="3609975"/>
            <a:ext cx="7562850" cy="2409825"/>
          </a:xfrm>
          <a:prstGeom prst="rect">
            <a:avLst/>
          </a:prstGeom>
          <a:solidFill>
            <a:srgbClr val="FFF6DD"/>
          </a:solidFill>
          <a:ln w="25718">
            <a:solidFill>
              <a:srgbClr val="111111"/>
            </a:solidFill>
            <a:prstDash val="solid"/>
          </a:ln>
        </p:spPr>
      </p:sp>
      <p:sp>
        <p:nvSpPr>
          <p:cNvPr id="43" name="DP2 object 89">
            <a:extLst>
              <a:ext uri="{FF2B5EF4-FFF2-40B4-BE49-F238E27FC236}">
                <ns2:creationId id="{2169FD04-9E00-4B37-9221-A56D32E2BEF7}"/>
              </a:ext>
            </a:extLst>
          </p:cNvPr>
          <p:cNvSpPr>
            <a:spLocks noGrp="1"/>
          </p:cNvSpPr>
          <p:nvPr/>
        </p:nvSpPr>
        <p:spPr>
          <a:xfrm>
            <a:off x="2257425" y="3638550"/>
            <a:ext cx="731520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4" name="Editable path 90">
            <a:extLst>
              <a:ext uri="{FF2B5EF4-FFF2-40B4-BE49-F238E27FC236}">
                <ns2:creationId id="{C12FDDB8-09CD-459F-B899-10D70C4FDDC6}"/>
              </a:ext>
            </a:extLst>
          </p:cNvPr>
          <p:cNvSpPr>
            <a:spLocks noGrp="1"/>
          </p:cNvSpPr>
          <p:nvPr/>
        </p:nvSpPr>
        <p:spPr>
          <a:xfrm>
            <a:off x="2133600" y="3952875"/>
            <a:ext cx="7562850" cy="953"/>
          </a:xfrm>
          <a:custGeom>
            <a:pathLst>
              <a:path w="7562850" h="953">
                <a:moveTo>
                  <a:pt x="0" y="0"/>
                </a:moveTo>
                <a:lnTo>
                  <a:pt x="7562850" y="0"/>
                </a:lnTo>
              </a:path>
            </a:pathLst>
          </a:custGeom>
          <a:noFill/>
          <a:ln w="13335">
            <a:solidFill>
              <a:srgbClr val="111111"/>
            </a:solidFill>
            <a:prstDash val="solid"/>
          </a:ln>
        </p:spPr>
      </p:sp>
      <p:sp>
        <p:nvSpPr>
          <p:cNvPr id="45" name="A single conversation execution">
            <a:extLst>
              <a:ext uri="{FF2B5EF4-FFF2-40B4-BE49-F238E27FC236}">
                <ns2:creationId id="{981078DC-755A-4E79-B075-227DA5B22FBE}"/>
              </a:ext>
            </a:extLst>
          </p:cNvPr>
          <p:cNvSpPr>
            <a:spLocks noGrp="1"/>
          </p:cNvSpPr>
          <p:nvPr/>
        </p:nvSpPr>
        <p:spPr>
          <a:xfrm>
            <a:off x="2324100" y="4057650"/>
            <a:ext cx="7181850" cy="1781175"/>
          </a:xfrm>
          <a:prstGeom prst="rect">
            <a:avLst/>
          </a:prstGeom>
          <a:noFill/>
          <a:ln w="17145">
            <a:solidFill>
              <a:srgbClr val="111111"/>
            </a:solidFill>
            <a:prstDash val="dash"/>
          </a:ln>
        </p:spPr>
      </p:sp>
      <p:sp>
        <p:nvSpPr>
          <p:cNvPr id="46" name="DP2 object 91">
            <a:extLst>
              <a:ext uri="{FF2B5EF4-FFF2-40B4-BE49-F238E27FC236}">
                <ns2:creationId id="{C73D4F78-9041-4B7F-B8B7-764E433FB92E}"/>
              </a:ext>
            </a:extLst>
          </p:cNvPr>
          <p:cNvSpPr>
            <a:spLocks noGrp="1"/>
          </p:cNvSpPr>
          <p:nvPr/>
        </p:nvSpPr>
        <p:spPr>
          <a:xfrm>
            <a:off x="2476500" y="4114800"/>
            <a:ext cx="6886575" cy="3238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대화 해석 실행 1개</a:t>
            </a:r>
            <a:endParaRPr lang="ko-KR">
              <a:latin typeface="Calibri"/>
              <a:ea typeface="Calibri"/>
              <a:cs typeface="Calibri"/>
            </a:endParaRPr>
          </a:p>
        </p:txBody>
      </p:sp>
      <p:sp>
        <p:nvSpPr>
          <p:cNvPr id="47" name="현재 step 종료 뒤&#10;새 입력의 관계·내용 판단">
            <a:extLst>
              <a:ext uri="{FF2B5EF4-FFF2-40B4-BE49-F238E27FC236}">
                <ns2:creationId id="{891D18AA-A0A6-4D48-8E71-A51033726D01}"/>
              </a:ext>
            </a:extLst>
          </p:cNvPr>
          <p:cNvSpPr>
            <a:spLocks noGrp="1"/>
          </p:cNvSpPr>
          <p:nvPr/>
        </p:nvSpPr>
        <p:spPr>
          <a:xfrm>
            <a:off x="2676525" y="4562475"/>
            <a:ext cx="2667000" cy="666750"/>
          </a:xfrm>
          <a:prstGeom prst="rect">
            <a:avLst/>
          </a:prstGeom>
          <a:solidFill>
            <a:srgbClr val="FFFFFF"/>
          </a:solidFill>
          <a:ln w="17145">
            <a:solidFill>
              <a:srgbClr val="111111"/>
            </a:solidFill>
            <a:prstDash val="solid"/>
          </a:ln>
        </p:spPr>
      </p:sp>
      <p:sp>
        <p:nvSpPr>
          <p:cNvPr id="48" name="DP2 object 92">
            <a:extLst>
              <a:ext uri="{FF2B5EF4-FFF2-40B4-BE49-F238E27FC236}">
                <ns2:creationId id="{C1C059A3-C748-47E0-B59F-95F90A92C679}"/>
              </a:ext>
            </a:extLst>
          </p:cNvPr>
          <p:cNvSpPr>
            <a:spLocks noGrp="1"/>
          </p:cNvSpPr>
          <p:nvPr/>
        </p:nvSpPr>
        <p:spPr>
          <a:xfrm>
            <a:off x="2743200" y="4600575"/>
            <a:ext cx="2533650" cy="5905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step 종료 뒤</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새 입력의 관계·내용 판단</a:t>
            </a:r>
            <a:endParaRPr lang="ko-KR">
              <a:latin typeface="Calibri"/>
              <a:ea typeface="Calibri"/>
              <a:cs typeface="Calibri"/>
            </a:endParaRPr>
          </a:p>
        </p:txBody>
      </p:sp>
      <p:sp>
        <p:nvSpPr>
          <p:cNvPr id="49" name="한 대화의 근거와&#10;R1·R2 잠정 판단">
            <a:extLst>
              <a:ext uri="{FF2B5EF4-FFF2-40B4-BE49-F238E27FC236}">
                <ns2:creationId id="{80A7C424-C47C-4893-9631-90CD6C971F23}"/>
              </a:ext>
            </a:extLst>
          </p:cNvPr>
          <p:cNvSpPr>
            <a:spLocks noGrp="1"/>
          </p:cNvSpPr>
          <p:nvPr/>
        </p:nvSpPr>
        <p:spPr>
          <a:xfrm>
            <a:off x="6153150" y="4495800"/>
            <a:ext cx="3048000" cy="838200"/>
          </a:xfrm>
          <a:prstGeom prst="can">
            <a:avLst>
              <a:gd name="adj" fmla="val 16000"/>
            </a:avLst>
          </a:prstGeom>
          <a:solidFill>
            <a:srgbClr val="FFF6DD"/>
          </a:solidFill>
          <a:ln w="17145">
            <a:solidFill>
              <a:srgbClr val="111111"/>
            </a:solidFill>
            <a:prstDash val="solid"/>
          </a:ln>
        </p:spPr>
      </p:sp>
      <p:sp>
        <p:nvSpPr>
          <p:cNvPr id="50" name="DP2 object 93">
            <a:extLst>
              <a:ext uri="{FF2B5EF4-FFF2-40B4-BE49-F238E27FC236}">
                <ns2:creationId id="{0154F662-8FEF-45F9-AD08-D9912CCE3535}"/>
              </a:ext>
            </a:extLst>
          </p:cNvPr>
          <p:cNvSpPr>
            <a:spLocks noGrp="1"/>
          </p:cNvSpPr>
          <p:nvPr/>
        </p:nvSpPr>
        <p:spPr>
          <a:xfrm>
            <a:off x="6200775" y="4600575"/>
            <a:ext cx="2952750" cy="6762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한 대화의 근거와</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R1·R2 잠정 판단</a:t>
            </a:r>
            <a:endParaRPr lang="ko-KR">
              <a:latin typeface="Calibri"/>
              <a:ea typeface="Calibri"/>
              <a:cs typeface="Calibri"/>
            </a:endParaRPr>
          </a:p>
        </p:txBody>
      </p:sp>
      <p:sp>
        <p:nvSpPr>
          <p:cNvPr id="51" name="Editable path 94">
            <a:extLst>
              <a:ext uri="{FF2B5EF4-FFF2-40B4-BE49-F238E27FC236}">
                <ns2:creationId id="{3DAE7BAA-B9A9-4DB2-93E7-F34D33413CDB}"/>
              </a:ext>
            </a:extLst>
          </p:cNvPr>
          <p:cNvSpPr>
            <a:spLocks noGrp="1"/>
          </p:cNvSpPr>
          <p:nvPr/>
        </p:nvSpPr>
        <p:spPr>
          <a:xfrm>
            <a:off x="5343525" y="4733925"/>
            <a:ext cx="809625" cy="953"/>
          </a:xfrm>
          <a:custGeom>
            <a:pathLst>
              <a:path w="809625" h="953">
                <a:moveTo>
                  <a:pt x="809625" y="0"/>
                </a:moveTo>
                <a:lnTo>
                  <a:pt x="0" y="0"/>
                </a:lnTo>
              </a:path>
            </a:pathLst>
          </a:custGeom>
          <a:noFill/>
          <a:ln w="20003">
            <a:solidFill>
              <a:srgbClr val="111111"/>
            </a:solidFill>
            <a:prstDash val="solid"/>
          </a:ln>
        </p:spPr>
      </p:sp>
      <p:sp>
        <p:nvSpPr>
          <p:cNvPr id="52" name="Editable arrowhead 95">
            <a:extLst>
              <a:ext uri="{FF2B5EF4-FFF2-40B4-BE49-F238E27FC236}">
                <ns2:creationId id="{498B6213-3509-435A-AEED-3CB5EB129B16}"/>
              </a:ext>
            </a:extLst>
          </p:cNvPr>
          <p:cNvSpPr>
            <a:spLocks noGrp="1"/>
          </p:cNvSpPr>
          <p:nvPr/>
        </p:nvSpPr>
        <p:spPr>
          <a:xfrm>
            <a:off x="5343525" y="4686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53" name="Editable path 96">
            <a:extLst>
              <a:ext uri="{FF2B5EF4-FFF2-40B4-BE49-F238E27FC236}">
                <ns2:creationId id="{4AF1C167-615C-47E8-B1D3-DFC867084F23}"/>
              </a:ext>
            </a:extLst>
          </p:cNvPr>
          <p:cNvSpPr>
            <a:spLocks noGrp="1"/>
          </p:cNvSpPr>
          <p:nvPr/>
        </p:nvSpPr>
        <p:spPr>
          <a:xfrm>
            <a:off x="5343525" y="5105400"/>
            <a:ext cx="809625" cy="953"/>
          </a:xfrm>
          <a:custGeom>
            <a:pathLst>
              <a:path w="809625" h="953">
                <a:moveTo>
                  <a:pt x="0" y="0"/>
                </a:moveTo>
                <a:lnTo>
                  <a:pt x="809625" y="0"/>
                </a:lnTo>
              </a:path>
            </a:pathLst>
          </a:custGeom>
          <a:noFill/>
          <a:ln w="20003">
            <a:solidFill>
              <a:srgbClr val="111111"/>
            </a:solidFill>
            <a:prstDash val="solid"/>
          </a:ln>
        </p:spPr>
      </p:sp>
      <p:sp>
        <p:nvSpPr>
          <p:cNvPr id="54" name="Editable arrowhead 97">
            <a:extLst>
              <a:ext uri="{FF2B5EF4-FFF2-40B4-BE49-F238E27FC236}">
                <ns2:creationId id="{EC359E32-1F9C-4BFE-A2FA-207CE64092DF}"/>
              </a:ext>
            </a:extLst>
          </p:cNvPr>
          <p:cNvSpPr>
            <a:spLocks noGrp="1"/>
          </p:cNvSpPr>
          <p:nvPr/>
        </p:nvSpPr>
        <p:spPr>
          <a:xfrm>
            <a:off x="6057900" y="50577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2 object 98">
            <a:extLst>
              <a:ext uri="{FF2B5EF4-FFF2-40B4-BE49-F238E27FC236}">
                <ns2:creationId id="{17AC7837-1E83-4494-AD77-0198ADE096F8}"/>
              </a:ext>
            </a:extLst>
          </p:cNvPr>
          <p:cNvSpPr>
            <a:spLocks noGrp="1"/>
          </p:cNvSpPr>
          <p:nvPr/>
        </p:nvSpPr>
        <p:spPr>
          <a:xfrm>
            <a:off x="5419725" y="4514850"/>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조회</a:t>
            </a:r>
            <a:endParaRPr lang="ko-KR">
              <a:latin typeface="Calibri"/>
              <a:ea typeface="Calibri"/>
              <a:cs typeface="Calibri"/>
            </a:endParaRPr>
          </a:p>
        </p:txBody>
      </p:sp>
      <p:sp>
        <p:nvSpPr>
          <p:cNvPr id="56" name="DP2 object 99">
            <a:extLst>
              <a:ext uri="{FF2B5EF4-FFF2-40B4-BE49-F238E27FC236}">
                <ns2:creationId id="{D12E3FE1-173F-48F1-8D52-251036227977}"/>
              </a:ext>
            </a:extLst>
          </p:cNvPr>
          <p:cNvSpPr>
            <a:spLocks noGrp="1"/>
          </p:cNvSpPr>
          <p:nvPr/>
        </p:nvSpPr>
        <p:spPr>
          <a:xfrm>
            <a:off x="5419725" y="5114925"/>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갱신</a:t>
            </a:r>
            <a:endParaRPr lang="ko-KR">
              <a:latin typeface="Calibri"/>
              <a:ea typeface="Calibri"/>
              <a:cs typeface="Calibri"/>
            </a:endParaRPr>
          </a:p>
        </p:txBody>
      </p:sp>
      <p:sp>
        <p:nvSpPr>
          <p:cNvPr id="57" name="Editable path 100">
            <a:extLst>
              <a:ext uri="{FF2B5EF4-FFF2-40B4-BE49-F238E27FC236}">
                <ns2:creationId id="{D5C619C9-6417-47C6-916A-FB1B9ABF7A40}"/>
              </a:ext>
            </a:extLst>
          </p:cNvPr>
          <p:cNvSpPr>
            <a:spLocks noGrp="1"/>
          </p:cNvSpPr>
          <p:nvPr/>
        </p:nvSpPr>
        <p:spPr>
          <a:xfrm>
            <a:off x="2514600" y="4438650"/>
            <a:ext cx="1485900" cy="1190625"/>
          </a:xfrm>
          <a:custGeom>
            <a:pathLst>
              <a:path w="1485900" h="1190625">
                <a:moveTo>
                  <a:pt x="1485900" y="790575"/>
                </a:moveTo>
                <a:lnTo>
                  <a:pt x="1485900" y="1190625"/>
                </a:lnTo>
                <a:lnTo>
                  <a:pt x="0" y="1190625"/>
                </a:lnTo>
                <a:lnTo>
                  <a:pt x="0" y="0"/>
                </a:lnTo>
                <a:lnTo>
                  <a:pt x="1485900" y="0"/>
                </a:lnTo>
                <a:lnTo>
                  <a:pt x="1485900" y="123825"/>
                </a:lnTo>
              </a:path>
            </a:pathLst>
          </a:custGeom>
          <a:noFill/>
          <a:ln w="19050">
            <a:solidFill>
              <a:srgbClr val="111111"/>
            </a:solidFill>
            <a:prstDash val="solid"/>
          </a:ln>
        </p:spPr>
      </p:sp>
      <p:sp>
        <p:nvSpPr>
          <p:cNvPr id="58" name="Editable arrowhead 101">
            <a:extLst>
              <a:ext uri="{FF2B5EF4-FFF2-40B4-BE49-F238E27FC236}">
                <ns2:creationId id="{8FEEFDE8-2846-409F-831E-11FB3DEFC7AA}"/>
              </a:ext>
            </a:extLst>
          </p:cNvPr>
          <p:cNvSpPr>
            <a:spLocks noGrp="1"/>
          </p:cNvSpPr>
          <p:nvPr/>
        </p:nvSpPr>
        <p:spPr>
          <a:xfrm>
            <a:off x="3952875" y="4467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9" name="DP2 object 102">
            <a:extLst>
              <a:ext uri="{FF2B5EF4-FFF2-40B4-BE49-F238E27FC236}">
                <ns2:creationId id="{B0EC1E34-A5A1-474E-9089-BF90E073DA80}"/>
              </a:ext>
            </a:extLst>
          </p:cNvPr>
          <p:cNvSpPr>
            <a:spLocks noGrp="1"/>
          </p:cNvSpPr>
          <p:nvPr/>
        </p:nvSpPr>
        <p:spPr>
          <a:xfrm>
            <a:off x="4219575" y="5476875"/>
            <a:ext cx="5086350"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p:txBody>
      </p:sp>
      <p:sp>
        <p:nvSpPr>
          <p:cNvPr id="60" name="DP2 object 103">
            <a:extLst>
              <a:ext uri="{FF2B5EF4-FFF2-40B4-BE49-F238E27FC236}">
                <ns2:creationId id="{C3CBC5F9-B351-4429-B591-54DD250C8DD4}"/>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공통 대화 + 요청별 실행과 문맥 + 반환 관리</a:t>
            </a:r>
            <a:endParaRPr lang="ko-KR">
              <a:latin typeface="Calibri"/>
              <a:ea typeface="Calibri"/>
              <a:cs typeface="Calibri"/>
            </a:endParaRPr>
          </a:p>
        </p:txBody>
      </p:sp>
      <p:sp>
        <p:nvSpPr>
          <p:cNvPr id="61" name="B Request Controller Component">
            <a:extLst>
              <a:ext uri="{FF2B5EF4-FFF2-40B4-BE49-F238E27FC236}">
                <ns2:creationId id="{88709997-438E-41AF-83BF-6B5F3A55C13F}"/>
              </a:ext>
            </a:extLst>
          </p:cNvPr>
          <p:cNvSpPr>
            <a:spLocks noGrp="1"/>
          </p:cNvSpPr>
          <p:nvPr/>
        </p:nvSpPr>
        <p:spPr>
          <a:xfrm>
            <a:off x="10229850" y="2505075"/>
            <a:ext cx="2324100" cy="3514725"/>
          </a:xfrm>
          <a:prstGeom prst="rect">
            <a:avLst/>
          </a:prstGeom>
          <a:solidFill>
            <a:srgbClr val="FFF6DD"/>
          </a:solidFill>
          <a:ln w="25718">
            <a:solidFill>
              <a:srgbClr val="111111"/>
            </a:solidFill>
            <a:prstDash val="solid"/>
          </a:ln>
        </p:spPr>
      </p:sp>
      <p:sp>
        <p:nvSpPr>
          <p:cNvPr id="62" name="DP2 object 104">
            <a:extLst>
              <a:ext uri="{FF2B5EF4-FFF2-40B4-BE49-F238E27FC236}">
                <ns2:creationId id="{3F0AD2C4-A581-47FE-A59E-2007B706A195}"/>
              </a:ext>
            </a:extLst>
          </p:cNvPr>
          <p:cNvSpPr>
            <a:spLocks noGrp="1"/>
          </p:cNvSpPr>
          <p:nvPr/>
        </p:nvSpPr>
        <p:spPr>
          <a:xfrm>
            <a:off x="10334625" y="2581275"/>
            <a:ext cx="2114550" cy="5715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Controller</a:t>
            </a:r>
            <a:endParaRPr lang="ko-KR">
              <a:latin typeface="Calibri"/>
              <a:ea typeface="Calibri"/>
              <a:cs typeface="Calibri"/>
            </a:endParaRPr>
          </a:p>
        </p:txBody>
      </p:sp>
      <p:sp>
        <p:nvSpPr>
          <p:cNvPr id="63" name="Editable path 105">
            <a:extLst>
              <a:ext uri="{FF2B5EF4-FFF2-40B4-BE49-F238E27FC236}">
                <ns2:creationId id="{1909AA66-66DC-4BB1-A72E-9AA9FF719F22}"/>
              </a:ext>
            </a:extLst>
          </p:cNvPr>
          <p:cNvSpPr>
            <a:spLocks noGrp="1"/>
          </p:cNvSpPr>
          <p:nvPr/>
        </p:nvSpPr>
        <p:spPr>
          <a:xfrm>
            <a:off x="10229850" y="3152775"/>
            <a:ext cx="2324100" cy="953"/>
          </a:xfrm>
          <a:custGeom>
            <a:pathLst>
              <a:path w="2324100" h="953">
                <a:moveTo>
                  <a:pt x="0" y="0"/>
                </a:moveTo>
                <a:lnTo>
                  <a:pt x="2324100" y="0"/>
                </a:lnTo>
              </a:path>
            </a:pathLst>
          </a:custGeom>
          <a:noFill/>
          <a:ln w="13335">
            <a:solidFill>
              <a:srgbClr val="111111"/>
            </a:solidFill>
            <a:prstDash val="solid"/>
          </a:ln>
        </p:spPr>
      </p:sp>
      <p:sp>
        <p:nvSpPr>
          <p:cNvPr id="64" name="입력 보존 / 실행 요청">
            <a:extLst>
              <a:ext uri="{FF2B5EF4-FFF2-40B4-BE49-F238E27FC236}">
                <ns2:creationId id="{3C60F716-A21C-4BED-8F65-4E4583649F14}"/>
              </a:ext>
            </a:extLst>
          </p:cNvPr>
          <p:cNvSpPr>
            <a:spLocks noGrp="1"/>
          </p:cNvSpPr>
          <p:nvPr/>
        </p:nvSpPr>
        <p:spPr>
          <a:xfrm>
            <a:off x="10353675" y="3248025"/>
            <a:ext cx="2076450" cy="400050"/>
          </a:xfrm>
          <a:prstGeom prst="rect">
            <a:avLst/>
          </a:prstGeom>
          <a:solidFill>
            <a:srgbClr val="FFFFFF"/>
          </a:solidFill>
          <a:ln w="17145">
            <a:solidFill>
              <a:srgbClr val="111111"/>
            </a:solidFill>
            <a:prstDash val="solid"/>
          </a:ln>
        </p:spPr>
      </p:sp>
      <p:sp>
        <p:nvSpPr>
          <p:cNvPr id="65" name="DP2 object 106">
            <a:extLst>
              <a:ext uri="{FF2B5EF4-FFF2-40B4-BE49-F238E27FC236}">
                <ns2:creationId id="{0FEA0566-8392-4D06-8FDF-AF58F8953739}"/>
              </a:ext>
            </a:extLst>
          </p:cNvPr>
          <p:cNvSpPr>
            <a:spLocks noGrp="1"/>
          </p:cNvSpPr>
          <p:nvPr/>
        </p:nvSpPr>
        <p:spPr>
          <a:xfrm>
            <a:off x="10420350" y="3286125"/>
            <a:ext cx="1943100" cy="3238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실행 요청</a:t>
            </a:r>
            <a:endParaRPr lang="ko-KR">
              <a:latin typeface="Calibri"/>
              <a:ea typeface="Calibri"/>
              <a:cs typeface="Calibri"/>
            </a:endParaRPr>
          </a:p>
        </p:txBody>
      </p:sp>
      <p:sp>
        <p:nvSpPr>
          <p:cNvPr id="66" name="입력 / 실행 ID 대응&#10;목표·revision&#10;변경·완료 상태">
            <a:extLst>
              <a:ext uri="{FF2B5EF4-FFF2-40B4-BE49-F238E27FC236}">
                <ns2:creationId id="{CBB3DB1D-878F-4664-B530-5BF2FC9A60B4}"/>
              </a:ext>
            </a:extLst>
          </p:cNvPr>
          <p:cNvSpPr>
            <a:spLocks noGrp="1"/>
          </p:cNvSpPr>
          <p:nvPr/>
        </p:nvSpPr>
        <p:spPr>
          <a:xfrm>
            <a:off x="10353675" y="3838575"/>
            <a:ext cx="2076450" cy="933450"/>
          </a:xfrm>
          <a:prstGeom prst="can">
            <a:avLst>
              <a:gd name="adj" fmla="val 16000"/>
            </a:avLst>
          </a:prstGeom>
          <a:solidFill>
            <a:srgbClr val="FFF6DD"/>
          </a:solidFill>
          <a:ln w="17145">
            <a:solidFill>
              <a:srgbClr val="111111"/>
            </a:solidFill>
            <a:prstDash val="solid"/>
          </a:ln>
        </p:spPr>
      </p:sp>
      <p:sp>
        <p:nvSpPr>
          <p:cNvPr id="67" name="DP2 object 107">
            <a:extLst>
              <a:ext uri="{FF2B5EF4-FFF2-40B4-BE49-F238E27FC236}">
                <ns2:creationId id="{307857D4-50F9-471A-9361-8EB413BF644F}"/>
              </a:ext>
            </a:extLst>
          </p:cNvPr>
          <p:cNvSpPr>
            <a:spLocks noGrp="1"/>
          </p:cNvSpPr>
          <p:nvPr/>
        </p:nvSpPr>
        <p:spPr>
          <a:xfrm>
            <a:off x="10401300" y="3943350"/>
            <a:ext cx="1981200" cy="7715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 실행 ID 대응</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목표·revision</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변경·완료 상태</a:t>
            </a:r>
            <a:endParaRPr lang="ko-KR">
              <a:latin typeface="Calibri"/>
              <a:ea typeface="Calibri"/>
              <a:cs typeface="Calibri"/>
            </a:endParaRPr>
          </a:p>
        </p:txBody>
      </p:sp>
      <p:sp>
        <p:nvSpPr>
          <p:cNvPr id="68" name="개별 반환 검증·채택&#10;필요한 재결합 요청">
            <a:extLst>
              <a:ext uri="{FF2B5EF4-FFF2-40B4-BE49-F238E27FC236}">
                <ns2:creationId id="{33FF49C8-958D-4CAE-BD16-BA59EB0D9670}"/>
              </a:ext>
            </a:extLst>
          </p:cNvPr>
          <p:cNvSpPr>
            <a:spLocks noGrp="1"/>
          </p:cNvSpPr>
          <p:nvPr/>
        </p:nvSpPr>
        <p:spPr>
          <a:xfrm>
            <a:off x="10353675" y="5105400"/>
            <a:ext cx="2076450" cy="771525"/>
          </a:xfrm>
          <a:prstGeom prst="rect">
            <a:avLst/>
          </a:prstGeom>
          <a:solidFill>
            <a:srgbClr val="FFFFFF"/>
          </a:solidFill>
          <a:ln w="17145">
            <a:solidFill>
              <a:srgbClr val="111111"/>
            </a:solidFill>
            <a:prstDash val="solid"/>
          </a:ln>
        </p:spPr>
      </p:sp>
      <p:sp>
        <p:nvSpPr>
          <p:cNvPr id="69" name="DP2 object 108">
            <a:extLst>
              <a:ext uri="{FF2B5EF4-FFF2-40B4-BE49-F238E27FC236}">
                <ns2:creationId id="{214607C6-274B-40DC-87F9-F064EC88317D}"/>
              </a:ext>
            </a:extLst>
          </p:cNvPr>
          <p:cNvSpPr>
            <a:spLocks noGrp="1"/>
          </p:cNvSpPr>
          <p:nvPr/>
        </p:nvSpPr>
        <p:spPr>
          <a:xfrm>
            <a:off x="10420350" y="5143500"/>
            <a:ext cx="1943100" cy="695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개별 반환 검증·채택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필요한 재결합 요청</a:t>
            </a:r>
            <a:endParaRPr lang="ko-KR">
              <a:latin typeface="Calibri"/>
              <a:ea typeface="Calibri"/>
              <a:cs typeface="Calibri"/>
            </a:endParaRPr>
          </a:p>
        </p:txBody>
      </p:sp>
      <p:sp>
        <p:nvSpPr>
          <p:cNvPr id="70" name="Editable path 109">
            <a:extLst>
              <a:ext uri="{FF2B5EF4-FFF2-40B4-BE49-F238E27FC236}">
                <ns2:creationId id="{0A15C15D-C864-49F8-AAF2-6648E68C4489}"/>
              </a:ext>
            </a:extLst>
          </p:cNvPr>
          <p:cNvSpPr>
            <a:spLocks noGrp="1"/>
          </p:cNvSpPr>
          <p:nvPr/>
        </p:nvSpPr>
        <p:spPr>
          <a:xfrm>
            <a:off x="11391900" y="3648075"/>
            <a:ext cx="953" cy="190500"/>
          </a:xfrm>
          <a:custGeom>
            <a:pathLst>
              <a:path w="953" h="190500">
                <a:moveTo>
                  <a:pt x="0" y="0"/>
                </a:moveTo>
                <a:lnTo>
                  <a:pt x="0" y="190500"/>
                </a:lnTo>
              </a:path>
            </a:pathLst>
          </a:custGeom>
          <a:noFill/>
          <a:ln w="18098">
            <a:solidFill>
              <a:srgbClr val="111111"/>
            </a:solidFill>
            <a:prstDash val="solid"/>
          </a:ln>
        </p:spPr>
      </p:sp>
      <p:sp>
        <p:nvSpPr>
          <p:cNvPr id="71" name="Editable arrowhead 110">
            <a:extLst>
              <a:ext uri="{FF2B5EF4-FFF2-40B4-BE49-F238E27FC236}">
                <ns2:creationId id="{54F25259-5195-499E-A69C-242050E9F08F}"/>
              </a:ext>
            </a:extLst>
          </p:cNvPr>
          <p:cNvSpPr>
            <a:spLocks noGrp="1"/>
          </p:cNvSpPr>
          <p:nvPr/>
        </p:nvSpPr>
        <p:spPr>
          <a:xfrm>
            <a:off x="11344275" y="37433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2" name="Editable path 111">
            <a:extLst>
              <a:ext uri="{FF2B5EF4-FFF2-40B4-BE49-F238E27FC236}">
                <ns2:creationId id="{A7849903-FA94-4F38-8959-559D15BD4D83}"/>
              </a:ext>
            </a:extLst>
          </p:cNvPr>
          <p:cNvSpPr>
            <a:spLocks noGrp="1"/>
          </p:cNvSpPr>
          <p:nvPr/>
        </p:nvSpPr>
        <p:spPr>
          <a:xfrm>
            <a:off x="11391900" y="4772025"/>
            <a:ext cx="953" cy="333375"/>
          </a:xfrm>
          <a:custGeom>
            <a:pathLst>
              <a:path w="953" h="333375">
                <a:moveTo>
                  <a:pt x="0" y="0"/>
                </a:moveTo>
                <a:lnTo>
                  <a:pt x="0" y="333375"/>
                </a:lnTo>
              </a:path>
            </a:pathLst>
          </a:custGeom>
          <a:noFill/>
          <a:ln w="18098">
            <a:solidFill>
              <a:srgbClr val="111111"/>
            </a:solidFill>
            <a:prstDash val="solid"/>
          </a:ln>
        </p:spPr>
      </p:sp>
      <p:sp>
        <p:nvSpPr>
          <p:cNvPr id="73" name="Editable arrowhead 112">
            <a:extLst>
              <a:ext uri="{FF2B5EF4-FFF2-40B4-BE49-F238E27FC236}">
                <ns2:creationId id="{2CB726C8-3A64-48DB-83A0-3DF645BA7004}"/>
              </a:ext>
            </a:extLst>
          </p:cNvPr>
          <p:cNvSpPr>
            <a:spLocks noGrp="1"/>
          </p:cNvSpPr>
          <p:nvPr/>
        </p:nvSpPr>
        <p:spPr>
          <a:xfrm>
            <a:off x="11344275" y="5010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4" name="B Request Interpreter Component">
            <a:extLst>
              <a:ext uri="{FF2B5EF4-FFF2-40B4-BE49-F238E27FC236}">
                <ns2:creationId id="{587CF119-BFB2-4F65-88BB-A01FC0D85813}"/>
              </a:ext>
            </a:extLst>
          </p:cNvPr>
          <p:cNvSpPr>
            <a:spLocks noGrp="1"/>
          </p:cNvSpPr>
          <p:nvPr/>
        </p:nvSpPr>
        <p:spPr>
          <a:xfrm>
            <a:off x="12954000" y="2505075"/>
            <a:ext cx="4838700" cy="3514725"/>
          </a:xfrm>
          <a:prstGeom prst="rect">
            <a:avLst/>
          </a:prstGeom>
          <a:solidFill>
            <a:srgbClr val="FFF6DD"/>
          </a:solidFill>
          <a:ln w="25718">
            <a:solidFill>
              <a:srgbClr val="111111"/>
            </a:solidFill>
            <a:prstDash val="solid"/>
          </a:ln>
        </p:spPr>
      </p:sp>
      <p:sp>
        <p:nvSpPr>
          <p:cNvPr id="75" name="DP2 object 113">
            <a:extLst>
              <a:ext uri="{FF2B5EF4-FFF2-40B4-BE49-F238E27FC236}">
                <ns2:creationId id="{8F89BF32-C18C-4EF2-A948-39282DEDB8AD}"/>
              </a:ext>
            </a:extLst>
          </p:cNvPr>
          <p:cNvSpPr>
            <a:spLocks noGrp="1"/>
          </p:cNvSpPr>
          <p:nvPr/>
        </p:nvSpPr>
        <p:spPr>
          <a:xfrm>
            <a:off x="13058775" y="2533650"/>
            <a:ext cx="46291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6" name="Editable path 114">
            <a:extLst>
              <a:ext uri="{FF2B5EF4-FFF2-40B4-BE49-F238E27FC236}">
                <ns2:creationId id="{6AF2A306-B4D3-4BA3-B9F4-9EA3170A85F7}"/>
              </a:ext>
            </a:extLst>
          </p:cNvPr>
          <p:cNvSpPr>
            <a:spLocks noGrp="1"/>
          </p:cNvSpPr>
          <p:nvPr/>
        </p:nvSpPr>
        <p:spPr>
          <a:xfrm>
            <a:off x="12954000" y="2838450"/>
            <a:ext cx="4838700" cy="953"/>
          </a:xfrm>
          <a:custGeom>
            <a:pathLst>
              <a:path w="4838700" h="953">
                <a:moveTo>
                  <a:pt x="0" y="0"/>
                </a:moveTo>
                <a:lnTo>
                  <a:pt x="4838700" y="0"/>
                </a:lnTo>
              </a:path>
            </a:pathLst>
          </a:custGeom>
          <a:noFill/>
          <a:ln w="13335">
            <a:solidFill>
              <a:srgbClr val="111111"/>
            </a:solidFill>
            <a:prstDash val="solid"/>
          </a:ln>
        </p:spPr>
      </p:sp>
      <p:sp>
        <p:nvSpPr>
          <p:cNvPr id="77" name="공통 대화 해석&#10;관계 판단·확인 질문&#10;짧은 답은 직접 반환">
            <a:extLst>
              <a:ext uri="{FF2B5EF4-FFF2-40B4-BE49-F238E27FC236}">
                <ns2:creationId id="{8255662C-280E-4148-9F2A-A333C9D99013}"/>
              </a:ext>
            </a:extLst>
          </p:cNvPr>
          <p:cNvSpPr>
            <a:spLocks noGrp="1"/>
          </p:cNvSpPr>
          <p:nvPr/>
        </p:nvSpPr>
        <p:spPr>
          <a:xfrm>
            <a:off x="13087350" y="2971800"/>
            <a:ext cx="2647950" cy="790575"/>
          </a:xfrm>
          <a:prstGeom prst="rect">
            <a:avLst/>
          </a:prstGeom>
          <a:solidFill>
            <a:srgbClr val="FFFFFF"/>
          </a:solidFill>
          <a:ln w="17145">
            <a:solidFill>
              <a:srgbClr val="111111"/>
            </a:solidFill>
            <a:prstDash val="solid"/>
          </a:ln>
        </p:spPr>
      </p:sp>
      <p:sp>
        <p:nvSpPr>
          <p:cNvPr id="78" name="DP2 object 115">
            <a:extLst>
              <a:ext uri="{FF2B5EF4-FFF2-40B4-BE49-F238E27FC236}">
                <ns2:creationId id="{114EF4ED-20BB-41E9-8BFA-A0E4EFCC1B13}"/>
              </a:ext>
            </a:extLst>
          </p:cNvPr>
          <p:cNvSpPr>
            <a:spLocks noGrp="1"/>
          </p:cNvSpPr>
          <p:nvPr/>
        </p:nvSpPr>
        <p:spPr>
          <a:xfrm>
            <a:off x="13154025" y="3009900"/>
            <a:ext cx="2514600" cy="7143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공통 대화 해석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판단·확인 질문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짧은 답은 직접 반환</a:t>
            </a:r>
            <a:endParaRPr lang="ko-KR">
              <a:latin typeface="Calibri"/>
              <a:ea typeface="Calibri"/>
              <a:cs typeface="Calibri"/>
            </a:endParaRPr>
          </a:p>
        </p:txBody>
      </p:sp>
      <p:sp>
        <p:nvSpPr>
          <p:cNvPr id="79" name="최근 문맥&#10;요청 참조">
            <a:extLst>
              <a:ext uri="{FF2B5EF4-FFF2-40B4-BE49-F238E27FC236}">
                <ns2:creationId id="{95088072-E349-406C-B6D4-916809B1FE92}"/>
              </a:ext>
            </a:extLst>
          </p:cNvPr>
          <p:cNvSpPr>
            <a:spLocks noGrp="1"/>
          </p:cNvSpPr>
          <p:nvPr/>
        </p:nvSpPr>
        <p:spPr>
          <a:xfrm>
            <a:off x="15944850" y="2971800"/>
            <a:ext cx="1714500" cy="790575"/>
          </a:xfrm>
          <a:prstGeom prst="can">
            <a:avLst>
              <a:gd name="adj" fmla="val 16000"/>
            </a:avLst>
          </a:prstGeom>
          <a:solidFill>
            <a:srgbClr val="FFF6DD"/>
          </a:solidFill>
          <a:ln w="17145">
            <a:solidFill>
              <a:srgbClr val="111111"/>
            </a:solidFill>
            <a:prstDash val="solid"/>
          </a:ln>
        </p:spPr>
      </p:sp>
      <p:sp>
        <p:nvSpPr>
          <p:cNvPr id="80" name="DP2 object 116">
            <a:extLst>
              <a:ext uri="{FF2B5EF4-FFF2-40B4-BE49-F238E27FC236}">
                <ns2:creationId id="{09FFE5E2-7720-4123-B792-F7FFBAF1FE84}"/>
              </a:ext>
            </a:extLst>
          </p:cNvPr>
          <p:cNvSpPr>
            <a:spLocks noGrp="1"/>
          </p:cNvSpPr>
          <p:nvPr/>
        </p:nvSpPr>
        <p:spPr>
          <a:xfrm>
            <a:off x="15992475" y="3076575"/>
            <a:ext cx="1619250"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최근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요청 참조</a:t>
            </a:r>
            <a:endParaRPr lang="ko-KR">
              <a:latin typeface="Calibri"/>
              <a:ea typeface="Calibri"/>
              <a:cs typeface="Calibri"/>
            </a:endParaRPr>
          </a:p>
        </p:txBody>
      </p:sp>
      <p:sp>
        <p:nvSpPr>
          <p:cNvPr id="81" name="Editable path 117">
            <a:extLst>
              <a:ext uri="{FF2B5EF4-FFF2-40B4-BE49-F238E27FC236}">
                <ns2:creationId id="{A1CC42B5-3505-4B7E-8EEB-E6349EFEDCA0}"/>
              </a:ext>
            </a:extLst>
          </p:cNvPr>
          <p:cNvSpPr>
            <a:spLocks noGrp="1"/>
          </p:cNvSpPr>
          <p:nvPr/>
        </p:nvSpPr>
        <p:spPr>
          <a:xfrm>
            <a:off x="15735300" y="3371850"/>
            <a:ext cx="209550" cy="953"/>
          </a:xfrm>
          <a:custGeom>
            <a:pathLst>
              <a:path w="209550" h="953">
                <a:moveTo>
                  <a:pt x="209550" y="0"/>
                </a:moveTo>
                <a:lnTo>
                  <a:pt x="0" y="0"/>
                </a:lnTo>
              </a:path>
            </a:pathLst>
          </a:custGeom>
          <a:noFill/>
          <a:ln w="16193">
            <a:solidFill>
              <a:srgbClr val="111111"/>
            </a:solidFill>
            <a:prstDash val="solid"/>
          </a:ln>
        </p:spPr>
      </p:sp>
      <p:sp>
        <p:nvSpPr>
          <p:cNvPr id="82" name="Editable arrowhead 118">
            <a:extLst>
              <a:ext uri="{FF2B5EF4-FFF2-40B4-BE49-F238E27FC236}">
                <ns2:creationId id="{847A26D4-194C-4C96-B119-FB70C293CCE2}"/>
              </a:ext>
            </a:extLst>
          </p:cNvPr>
          <p:cNvSpPr>
            <a:spLocks noGrp="1"/>
          </p:cNvSpPr>
          <p:nvPr/>
        </p:nvSpPr>
        <p:spPr>
          <a:xfrm>
            <a:off x="15735300" y="33242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3" name="Editable path 119">
            <a:extLst>
              <a:ext uri="{FF2B5EF4-FFF2-40B4-BE49-F238E27FC236}">
                <ns2:creationId id="{9BDB80C6-396F-49D3-9ABA-D42062F38603}"/>
              </a:ext>
            </a:extLst>
          </p:cNvPr>
          <p:cNvSpPr>
            <a:spLocks noGrp="1"/>
          </p:cNvSpPr>
          <p:nvPr/>
        </p:nvSpPr>
        <p:spPr>
          <a:xfrm>
            <a:off x="12553950" y="3448050"/>
            <a:ext cx="533400" cy="953"/>
          </a:xfrm>
          <a:custGeom>
            <a:pathLst>
              <a:path w="533400" h="953">
                <a:moveTo>
                  <a:pt x="0" y="0"/>
                </a:moveTo>
                <a:lnTo>
                  <a:pt x="533400" y="0"/>
                </a:lnTo>
              </a:path>
            </a:pathLst>
          </a:custGeom>
          <a:noFill/>
          <a:ln w="20003">
            <a:solidFill>
              <a:srgbClr val="111111"/>
            </a:solidFill>
            <a:prstDash val="solid"/>
          </a:ln>
        </p:spPr>
      </p:sp>
      <p:sp>
        <p:nvSpPr>
          <p:cNvPr id="84" name="Editable arrowhead 120">
            <a:extLst>
              <a:ext uri="{FF2B5EF4-FFF2-40B4-BE49-F238E27FC236}">
                <ns2:creationId id="{A7C541C6-9D1B-408C-B153-BD0FE1A9E403}"/>
              </a:ext>
            </a:extLst>
          </p:cNvPr>
          <p:cNvSpPr>
            <a:spLocks noGrp="1"/>
          </p:cNvSpPr>
          <p:nvPr/>
        </p:nvSpPr>
        <p:spPr>
          <a:xfrm>
            <a:off x="12992100" y="34004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5" name="Editable path 121">
            <a:extLst>
              <a:ext uri="{FF2B5EF4-FFF2-40B4-BE49-F238E27FC236}">
                <ns2:creationId id="{35E50DB7-1169-4179-AE14-F0C75161517D}"/>
              </a:ext>
            </a:extLst>
          </p:cNvPr>
          <p:cNvSpPr>
            <a:spLocks noGrp="1"/>
          </p:cNvSpPr>
          <p:nvPr/>
        </p:nvSpPr>
        <p:spPr>
          <a:xfrm>
            <a:off x="12553950" y="3638550"/>
            <a:ext cx="533400" cy="1590675"/>
          </a:xfrm>
          <a:custGeom>
            <a:pathLst>
              <a:path w="533400" h="1590675">
                <a:moveTo>
                  <a:pt x="533400" y="0"/>
                </a:moveTo>
                <a:lnTo>
                  <a:pt x="133350" y="0"/>
                </a:lnTo>
                <a:lnTo>
                  <a:pt x="133350" y="1590675"/>
                </a:lnTo>
                <a:lnTo>
                  <a:pt x="0" y="1590675"/>
                </a:lnTo>
              </a:path>
            </a:pathLst>
          </a:custGeom>
          <a:noFill/>
          <a:ln w="20003">
            <a:solidFill>
              <a:srgbClr val="111111"/>
            </a:solidFill>
            <a:prstDash val="solid"/>
          </a:ln>
        </p:spPr>
      </p:sp>
      <p:sp>
        <p:nvSpPr>
          <p:cNvPr id="86" name="Editable arrowhead 122">
            <a:extLst>
              <a:ext uri="{FF2B5EF4-FFF2-40B4-BE49-F238E27FC236}">
                <ns2:creationId id="{D5DEA9BB-2F74-416E-91B3-07F3DE6F1DDA}"/>
              </a:ext>
            </a:extLst>
          </p:cNvPr>
          <p:cNvSpPr>
            <a:spLocks noGrp="1"/>
          </p:cNvSpPr>
          <p:nvPr/>
        </p:nvSpPr>
        <p:spPr>
          <a:xfrm>
            <a:off x="12553950" y="51816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7" name="Editable path 123">
            <a:extLst>
              <a:ext uri="{FF2B5EF4-FFF2-40B4-BE49-F238E27FC236}">
                <ns2:creationId id="{0504F4EC-FB8F-48FE-807F-1CA5D07AB36B}"/>
              </a:ext>
            </a:extLst>
          </p:cNvPr>
          <p:cNvSpPr>
            <a:spLocks noGrp="1"/>
          </p:cNvSpPr>
          <p:nvPr/>
        </p:nvSpPr>
        <p:spPr>
          <a:xfrm>
            <a:off x="14173200" y="3762375"/>
            <a:ext cx="238125" cy="371475"/>
          </a:xfrm>
          <a:custGeom>
            <a:pathLst>
              <a:path w="238125" h="371475">
                <a:moveTo>
                  <a:pt x="238125" y="0"/>
                </a:moveTo>
                <a:lnTo>
                  <a:pt x="238125" y="180975"/>
                </a:lnTo>
                <a:lnTo>
                  <a:pt x="0" y="180975"/>
                </a:lnTo>
                <a:lnTo>
                  <a:pt x="0" y="371475"/>
                </a:lnTo>
              </a:path>
            </a:pathLst>
          </a:custGeom>
          <a:noFill/>
          <a:ln w="20003">
            <a:solidFill>
              <a:srgbClr val="111111"/>
            </a:solidFill>
            <a:prstDash val="solid"/>
          </a:ln>
        </p:spPr>
      </p:sp>
      <p:sp>
        <p:nvSpPr>
          <p:cNvPr id="88" name="Editable arrowhead 124">
            <a:extLst>
              <a:ext uri="{FF2B5EF4-FFF2-40B4-BE49-F238E27FC236}">
                <ns2:creationId id="{FFD621CF-8FAF-4A2A-B074-555DC60951E5}"/>
              </a:ext>
            </a:extLst>
          </p:cNvPr>
          <p:cNvSpPr>
            <a:spLocks noGrp="1"/>
          </p:cNvSpPr>
          <p:nvPr/>
        </p:nvSpPr>
        <p:spPr>
          <a:xfrm>
            <a:off x="141255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9" name="Editable path 125">
            <a:extLst>
              <a:ext uri="{FF2B5EF4-FFF2-40B4-BE49-F238E27FC236}">
                <ns2:creationId id="{15A8E7C7-1EF8-4E35-90A1-44E6D39F2BF5}"/>
              </a:ext>
            </a:extLst>
          </p:cNvPr>
          <p:cNvSpPr>
            <a:spLocks noGrp="1"/>
          </p:cNvSpPr>
          <p:nvPr/>
        </p:nvSpPr>
        <p:spPr>
          <a:xfrm>
            <a:off x="14411325" y="3943350"/>
            <a:ext cx="2162175" cy="190500"/>
          </a:xfrm>
          <a:custGeom>
            <a:pathLst>
              <a:path w="2162175" h="190500">
                <a:moveTo>
                  <a:pt x="0" y="0"/>
                </a:moveTo>
                <a:lnTo>
                  <a:pt x="2162175" y="0"/>
                </a:lnTo>
                <a:lnTo>
                  <a:pt x="2162175" y="190500"/>
                </a:lnTo>
              </a:path>
            </a:pathLst>
          </a:custGeom>
          <a:noFill/>
          <a:ln w="20003">
            <a:solidFill>
              <a:srgbClr val="111111"/>
            </a:solidFill>
            <a:prstDash val="solid"/>
          </a:ln>
        </p:spPr>
      </p:sp>
      <p:sp>
        <p:nvSpPr>
          <p:cNvPr id="90" name="Editable arrowhead 126">
            <a:extLst>
              <a:ext uri="{FF2B5EF4-FFF2-40B4-BE49-F238E27FC236}">
                <ns2:creationId id="{DA65A363-AC36-466E-87F8-A5E1685659FF}"/>
              </a:ext>
            </a:extLst>
          </p:cNvPr>
          <p:cNvSpPr>
            <a:spLocks noGrp="1"/>
          </p:cNvSpPr>
          <p:nvPr/>
        </p:nvSpPr>
        <p:spPr>
          <a:xfrm>
            <a:off x="16525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1" name="B R1 logical execution">
            <a:extLst>
              <a:ext uri="{FF2B5EF4-FFF2-40B4-BE49-F238E27FC236}">
                <ns2:creationId id="{F957A35B-32D5-431C-B123-1C5FA28AA61F}"/>
              </a:ext>
            </a:extLst>
          </p:cNvPr>
          <p:cNvSpPr>
            <a:spLocks noGrp="1"/>
          </p:cNvSpPr>
          <p:nvPr/>
        </p:nvSpPr>
        <p:spPr>
          <a:xfrm>
            <a:off x="13087350" y="4133850"/>
            <a:ext cx="2171700" cy="1352550"/>
          </a:xfrm>
          <a:prstGeom prst="rect">
            <a:avLst/>
          </a:prstGeom>
          <a:noFill/>
          <a:ln w="17145">
            <a:solidFill>
              <a:srgbClr val="111111"/>
            </a:solidFill>
            <a:prstDash val="dash"/>
          </a:ln>
        </p:spPr>
      </p:sp>
      <p:sp>
        <p:nvSpPr>
          <p:cNvPr id="92" name="B R2 logical execution">
            <a:extLst>
              <a:ext uri="{FF2B5EF4-FFF2-40B4-BE49-F238E27FC236}">
                <ns2:creationId id="{BF5DFF84-E5C5-46C4-A652-35429ADC3415}"/>
              </a:ext>
            </a:extLst>
          </p:cNvPr>
          <p:cNvSpPr>
            <a:spLocks noGrp="1"/>
          </p:cNvSpPr>
          <p:nvPr/>
        </p:nvSpPr>
        <p:spPr>
          <a:xfrm>
            <a:off x="15487650" y="4133850"/>
            <a:ext cx="2171700" cy="1352550"/>
          </a:xfrm>
          <a:prstGeom prst="rect">
            <a:avLst/>
          </a:prstGeom>
          <a:noFill/>
          <a:ln w="17145">
            <a:solidFill>
              <a:srgbClr val="111111"/>
            </a:solidFill>
            <a:prstDash val="dash"/>
          </a:ln>
        </p:spPr>
      </p:sp>
      <p:sp>
        <p:nvSpPr>
          <p:cNvPr id="93" name="DP2 object 127">
            <a:extLst>
              <a:ext uri="{FF2B5EF4-FFF2-40B4-BE49-F238E27FC236}">
                <ns2:creationId id="{5A8F5382-B662-4DC7-8540-77974C7220C7}"/>
              </a:ext>
            </a:extLst>
          </p:cNvPr>
          <p:cNvSpPr>
            <a:spLocks noGrp="1"/>
          </p:cNvSpPr>
          <p:nvPr/>
        </p:nvSpPr>
        <p:spPr>
          <a:xfrm>
            <a:off x="131826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94" name="DP2 object 128">
            <a:extLst>
              <a:ext uri="{FF2B5EF4-FFF2-40B4-BE49-F238E27FC236}">
                <ns2:creationId id="{8433DED4-D04C-4E07-815C-A00BB2D318E8}"/>
              </a:ext>
            </a:extLst>
          </p:cNvPr>
          <p:cNvSpPr>
            <a:spLocks noGrp="1"/>
          </p:cNvSpPr>
          <p:nvPr/>
        </p:nvSpPr>
        <p:spPr>
          <a:xfrm>
            <a:off x="155829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95" name="근거 읽기·긴 판단">
            <a:extLst>
              <a:ext uri="{FF2B5EF4-FFF2-40B4-BE49-F238E27FC236}">
                <ns2:creationId id="{E3163BC3-F5FD-49DF-B910-C7CBD4BA3AD5}"/>
              </a:ext>
            </a:extLst>
          </p:cNvPr>
          <p:cNvSpPr>
            <a:spLocks noGrp="1"/>
          </p:cNvSpPr>
          <p:nvPr/>
        </p:nvSpPr>
        <p:spPr>
          <a:xfrm>
            <a:off x="13201650" y="4505325"/>
            <a:ext cx="1943100" cy="323850"/>
          </a:xfrm>
          <a:prstGeom prst="rect">
            <a:avLst/>
          </a:prstGeom>
          <a:solidFill>
            <a:srgbClr val="FFFFFF"/>
          </a:solidFill>
          <a:ln w="17145">
            <a:solidFill>
              <a:srgbClr val="111111"/>
            </a:solidFill>
            <a:prstDash val="solid"/>
          </a:ln>
        </p:spPr>
      </p:sp>
      <p:sp>
        <p:nvSpPr>
          <p:cNvPr id="96" name="DP2 object 129">
            <a:extLst>
              <a:ext uri="{FF2B5EF4-FFF2-40B4-BE49-F238E27FC236}">
                <ns2:creationId id="{E420A114-B048-4AF6-9F2E-AE5FE7E78A8E}"/>
              </a:ext>
            </a:extLst>
          </p:cNvPr>
          <p:cNvSpPr>
            <a:spLocks noGrp="1"/>
          </p:cNvSpPr>
          <p:nvPr/>
        </p:nvSpPr>
        <p:spPr>
          <a:xfrm>
            <a:off x="132683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7" name="근거 읽기·긴 판단">
            <a:extLst>
              <a:ext uri="{FF2B5EF4-FFF2-40B4-BE49-F238E27FC236}">
                <ns2:creationId id="{46970AAB-8151-4E6E-84F5-8C4C60A322C3}"/>
              </a:ext>
            </a:extLst>
          </p:cNvPr>
          <p:cNvSpPr>
            <a:spLocks noGrp="1"/>
          </p:cNvSpPr>
          <p:nvPr/>
        </p:nvSpPr>
        <p:spPr>
          <a:xfrm>
            <a:off x="15601950" y="4505325"/>
            <a:ext cx="1943100" cy="323850"/>
          </a:xfrm>
          <a:prstGeom prst="rect">
            <a:avLst/>
          </a:prstGeom>
          <a:solidFill>
            <a:srgbClr val="FFFFFF"/>
          </a:solidFill>
          <a:ln w="17145">
            <a:solidFill>
              <a:srgbClr val="111111"/>
            </a:solidFill>
            <a:prstDash val="solid"/>
          </a:ln>
        </p:spPr>
      </p:sp>
      <p:sp>
        <p:nvSpPr>
          <p:cNvPr id="98" name="DP2 object 130">
            <a:extLst>
              <a:ext uri="{FF2B5EF4-FFF2-40B4-BE49-F238E27FC236}">
                <ns2:creationId id="{1BC5A029-F031-4ADD-9EF9-5E213D46CA79}"/>
              </a:ext>
            </a:extLst>
          </p:cNvPr>
          <p:cNvSpPr>
            <a:spLocks noGrp="1"/>
          </p:cNvSpPr>
          <p:nvPr/>
        </p:nvSpPr>
        <p:spPr>
          <a:xfrm>
            <a:off x="156686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9" name="R1 문맥·잠정 상태&#10;대기 / revision">
            <a:extLst>
              <a:ext uri="{FF2B5EF4-FFF2-40B4-BE49-F238E27FC236}">
                <ns2:creationId id="{43107B9D-8A9C-40D0-B87E-9E0C74853CD4}"/>
              </a:ext>
            </a:extLst>
          </p:cNvPr>
          <p:cNvSpPr>
            <a:spLocks noGrp="1"/>
          </p:cNvSpPr>
          <p:nvPr/>
        </p:nvSpPr>
        <p:spPr>
          <a:xfrm>
            <a:off x="13201650" y="4943475"/>
            <a:ext cx="1943100" cy="485775"/>
          </a:xfrm>
          <a:prstGeom prst="can">
            <a:avLst>
              <a:gd name="adj" fmla="val 16000"/>
            </a:avLst>
          </a:prstGeom>
          <a:solidFill>
            <a:srgbClr val="FFF6DD"/>
          </a:solidFill>
          <a:ln w="17145">
            <a:solidFill>
              <a:srgbClr val="111111"/>
            </a:solidFill>
            <a:prstDash val="solid"/>
          </a:ln>
        </p:spPr>
      </p:sp>
      <p:sp>
        <p:nvSpPr>
          <p:cNvPr id="100" name="DP2 object 131">
            <a:extLst>
              <a:ext uri="{FF2B5EF4-FFF2-40B4-BE49-F238E27FC236}">
                <ns2:creationId id="{43B4C4D8-361A-4A3B-A2F9-2E0DEAF51E3F}"/>
              </a:ext>
            </a:extLst>
          </p:cNvPr>
          <p:cNvSpPr>
            <a:spLocks noGrp="1"/>
          </p:cNvSpPr>
          <p:nvPr/>
        </p:nvSpPr>
        <p:spPr>
          <a:xfrm>
            <a:off x="132492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1" name="R2 문맥·잠정 상태&#10;대기 / revision">
            <a:extLst>
              <a:ext uri="{FF2B5EF4-FFF2-40B4-BE49-F238E27FC236}">
                <ns2:creationId id="{814BD299-419D-42A7-B18D-CEC6EE860291}"/>
              </a:ext>
            </a:extLst>
          </p:cNvPr>
          <p:cNvSpPr>
            <a:spLocks noGrp="1"/>
          </p:cNvSpPr>
          <p:nvPr/>
        </p:nvSpPr>
        <p:spPr>
          <a:xfrm>
            <a:off x="15601950" y="4943475"/>
            <a:ext cx="1943100" cy="485775"/>
          </a:xfrm>
          <a:prstGeom prst="can">
            <a:avLst>
              <a:gd name="adj" fmla="val 16000"/>
            </a:avLst>
          </a:prstGeom>
          <a:solidFill>
            <a:srgbClr val="FFF6DD"/>
          </a:solidFill>
          <a:ln w="17145">
            <a:solidFill>
              <a:srgbClr val="111111"/>
            </a:solidFill>
            <a:prstDash val="solid"/>
          </a:ln>
        </p:spPr>
      </p:sp>
      <p:sp>
        <p:nvSpPr>
          <p:cNvPr id="102" name="DP2 object 132">
            <a:extLst>
              <a:ext uri="{FF2B5EF4-FFF2-40B4-BE49-F238E27FC236}">
                <ns2:creationId id="{7F8B2C66-8276-4929-9F3D-A889AF285B5B}"/>
              </a:ext>
            </a:extLst>
          </p:cNvPr>
          <p:cNvSpPr>
            <a:spLocks noGrp="1"/>
          </p:cNvSpPr>
          <p:nvPr/>
        </p:nvSpPr>
        <p:spPr>
          <a:xfrm>
            <a:off x="156495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R2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3" name="Editable path 133">
            <a:extLst>
              <a:ext uri="{FF2B5EF4-FFF2-40B4-BE49-F238E27FC236}">
                <ns2:creationId id="{02B96FA7-1913-45F1-A6E5-E3FF5F2D3817}"/>
              </a:ext>
            </a:extLst>
          </p:cNvPr>
          <p:cNvSpPr>
            <a:spLocks noGrp="1"/>
          </p:cNvSpPr>
          <p:nvPr/>
        </p:nvSpPr>
        <p:spPr>
          <a:xfrm>
            <a:off x="12553950" y="4667250"/>
            <a:ext cx="533400" cy="828675"/>
          </a:xfrm>
          <a:custGeom>
            <a:pathLst>
              <a:path w="533400" h="828675">
                <a:moveTo>
                  <a:pt x="533400" y="0"/>
                </a:moveTo>
                <a:lnTo>
                  <a:pt x="266700" y="0"/>
                </a:lnTo>
                <a:lnTo>
                  <a:pt x="266700" y="828675"/>
                </a:lnTo>
                <a:lnTo>
                  <a:pt x="0" y="828675"/>
                </a:lnTo>
              </a:path>
            </a:pathLst>
          </a:custGeom>
          <a:noFill/>
          <a:ln w="20003">
            <a:solidFill>
              <a:srgbClr val="111111"/>
            </a:solidFill>
            <a:prstDash val="solid"/>
          </a:ln>
        </p:spPr>
      </p:sp>
      <p:sp>
        <p:nvSpPr>
          <p:cNvPr id="104" name="Editable arrowhead 134">
            <a:extLst>
              <a:ext uri="{FF2B5EF4-FFF2-40B4-BE49-F238E27FC236}">
                <ns2:creationId id="{52BBFB77-54CC-4F8D-9D25-68340D9B16E5}"/>
              </a:ext>
            </a:extLst>
          </p:cNvPr>
          <p:cNvSpPr>
            <a:spLocks noGrp="1"/>
          </p:cNvSpPr>
          <p:nvPr/>
        </p:nvSpPr>
        <p:spPr>
          <a:xfrm>
            <a:off x="12553950" y="5448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5" name="Editable path 135">
            <a:extLst>
              <a:ext uri="{FF2B5EF4-FFF2-40B4-BE49-F238E27FC236}">
                <ns2:creationId id="{83E76BC2-2407-448F-B7E3-77E0710BA4CC}"/>
              </a:ext>
            </a:extLst>
          </p:cNvPr>
          <p:cNvSpPr>
            <a:spLocks noGrp="1"/>
          </p:cNvSpPr>
          <p:nvPr/>
        </p:nvSpPr>
        <p:spPr>
          <a:xfrm>
            <a:off x="12553950" y="4667250"/>
            <a:ext cx="5353050" cy="1419225"/>
          </a:xfrm>
          <a:custGeom>
            <a:pathLst>
              <a:path w="5353050" h="1419225">
                <a:moveTo>
                  <a:pt x="5105400" y="0"/>
                </a:moveTo>
                <a:lnTo>
                  <a:pt x="5353050" y="0"/>
                </a:lnTo>
                <a:lnTo>
                  <a:pt x="5353050" y="1419225"/>
                </a:lnTo>
                <a:lnTo>
                  <a:pt x="95250" y="1419225"/>
                </a:lnTo>
                <a:lnTo>
                  <a:pt x="95250" y="1076325"/>
                </a:lnTo>
                <a:lnTo>
                  <a:pt x="0" y="1076325"/>
                </a:lnTo>
              </a:path>
            </a:pathLst>
          </a:custGeom>
          <a:noFill/>
          <a:ln w="20003">
            <a:solidFill>
              <a:srgbClr val="111111"/>
            </a:solidFill>
            <a:prstDash val="solid"/>
          </a:ln>
        </p:spPr>
      </p:sp>
      <p:sp>
        <p:nvSpPr>
          <p:cNvPr id="106" name="Editable arrowhead 136">
            <a:extLst>
              <a:ext uri="{FF2B5EF4-FFF2-40B4-BE49-F238E27FC236}">
                <ns2:creationId id="{4703C697-0166-4D39-9A44-F73B7C1FCB19}"/>
              </a:ext>
            </a:extLst>
          </p:cNvPr>
          <p:cNvSpPr>
            <a:spLocks noGrp="1"/>
          </p:cNvSpPr>
          <p:nvPr/>
        </p:nvSpPr>
        <p:spPr>
          <a:xfrm>
            <a:off x="12553950" y="56959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7" name="불변 입력 복사①">
            <a:extLst>
              <a:ext uri="{FF2B5EF4-FFF2-40B4-BE49-F238E27FC236}">
                <ns2:creationId id="{C8B4D84A-08F9-4E53-A02D-989C9C9C6016}"/>
              </a:ext>
            </a:extLst>
          </p:cNvPr>
          <p:cNvSpPr>
            <a:spLocks noGrp="1"/>
          </p:cNvSpPr>
          <p:nvPr/>
        </p:nvSpPr>
        <p:spPr>
          <a:xfrm>
            <a:off x="13201650" y="5610225"/>
            <a:ext cx="1943100" cy="333375"/>
          </a:xfrm>
          <a:prstGeom prst="can">
            <a:avLst>
              <a:gd name="adj" fmla="val 16000"/>
            </a:avLst>
          </a:prstGeom>
          <a:solidFill>
            <a:srgbClr val="FFFFFF"/>
          </a:solidFill>
          <a:ln w="17145">
            <a:solidFill>
              <a:srgbClr val="111111"/>
            </a:solidFill>
            <a:prstDash val="solid"/>
          </a:ln>
        </p:spPr>
      </p:sp>
      <p:sp>
        <p:nvSpPr>
          <p:cNvPr id="108" name="DP2 object 137">
            <a:extLst>
              <a:ext uri="{FF2B5EF4-FFF2-40B4-BE49-F238E27FC236}">
                <ns2:creationId id="{C31DC8E3-53BE-4158-BCB0-CAFA9FD10A9F}"/>
              </a:ext>
            </a:extLst>
          </p:cNvPr>
          <p:cNvSpPr>
            <a:spLocks noGrp="1"/>
          </p:cNvSpPr>
          <p:nvPr/>
        </p:nvSpPr>
        <p:spPr>
          <a:xfrm>
            <a:off x="13249275" y="5715000"/>
            <a:ext cx="1847850" cy="1714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불변 입력 복사①</a:t>
            </a:r>
            <a:endParaRPr lang="ko-KR">
              <a:latin typeface="Calibri"/>
              <a:ea typeface="Calibri"/>
              <a:cs typeface="Calibri"/>
            </a:endParaRPr>
          </a:p>
        </p:txBody>
      </p:sp>
      <p:sp>
        <p:nvSpPr>
          <p:cNvPr id="109" name="불변 입력 복사②">
            <a:extLst>
              <a:ext uri="{FF2B5EF4-FFF2-40B4-BE49-F238E27FC236}">
                <ns2:creationId id="{1362504F-3819-4089-B391-AFBFFE560041}"/>
              </a:ext>
            </a:extLst>
          </p:cNvPr>
          <p:cNvSpPr>
            <a:spLocks noGrp="1"/>
          </p:cNvSpPr>
          <p:nvPr/>
        </p:nvSpPr>
        <p:spPr>
          <a:xfrm>
            <a:off x="15601950" y="5610225"/>
            <a:ext cx="1943100" cy="333375"/>
          </a:xfrm>
          <a:prstGeom prst="can">
            <a:avLst>
              <a:gd name="adj" fmla="val 16000"/>
            </a:avLst>
          </a:prstGeom>
          <a:solidFill>
            <a:srgbClr val="FFFFFF"/>
          </a:solidFill>
          <a:ln w="17145">
            <a:solidFill>
              <a:srgbClr val="111111"/>
            </a:solidFill>
            <a:prstDash val="solid"/>
          </a:ln>
        </p:spPr>
      </p:sp>
      <p:sp>
        <p:nvSpPr>
          <p:cNvPr id="110" name="DP2 object 138">
            <a:extLst>
              <a:ext uri="{FF2B5EF4-FFF2-40B4-BE49-F238E27FC236}">
                <ns2:creationId id="{6758F0B4-667C-44D3-BF0F-BFCD8F1C43D1}"/>
              </a:ext>
            </a:extLst>
          </p:cNvPr>
          <p:cNvSpPr>
            <a:spLocks noGrp="1"/>
          </p:cNvSpPr>
          <p:nvPr/>
        </p:nvSpPr>
        <p:spPr>
          <a:xfrm>
            <a:off x="15649575" y="5715000"/>
            <a:ext cx="1847850" cy="1714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불변 입력 복사②</a:t>
            </a:r>
            <a:endParaRPr lang="ko-KR">
              <a:latin typeface="Calibri"/>
              <a:ea typeface="Calibri"/>
              <a:cs typeface="Calibri"/>
            </a:endParaRPr>
          </a:p>
        </p:txBody>
      </p:sp>
      <p:sp>
        <p:nvSpPr>
          <p:cNvPr id="111" name="Editable path 139">
            <a:extLst>
              <a:ext uri="{FF2B5EF4-FFF2-40B4-BE49-F238E27FC236}">
                <ns2:creationId id="{CABCDEBB-EC2A-4044-B356-4058752E7BAB}"/>
              </a:ext>
            </a:extLst>
          </p:cNvPr>
          <p:cNvSpPr>
            <a:spLocks noGrp="1"/>
          </p:cNvSpPr>
          <p:nvPr/>
        </p:nvSpPr>
        <p:spPr>
          <a:xfrm>
            <a:off x="14173200" y="5486400"/>
            <a:ext cx="953" cy="123825"/>
          </a:xfrm>
          <a:custGeom>
            <a:pathLst>
              <a:path w="953" h="123825">
                <a:moveTo>
                  <a:pt x="0" y="123825"/>
                </a:moveTo>
                <a:lnTo>
                  <a:pt x="0" y="0"/>
                </a:lnTo>
              </a:path>
            </a:pathLst>
          </a:custGeom>
          <a:noFill/>
          <a:ln w="20003">
            <a:solidFill>
              <a:srgbClr val="111111"/>
            </a:solidFill>
            <a:prstDash val="solid"/>
          </a:ln>
        </p:spPr>
      </p:sp>
      <p:sp>
        <p:nvSpPr>
          <p:cNvPr id="112" name="Editable arrowhead 140">
            <a:extLst>
              <a:ext uri="{FF2B5EF4-FFF2-40B4-BE49-F238E27FC236}">
                <ns2:creationId id="{C4EC6DF9-D302-4AED-AA06-E38173875ED9}"/>
              </a:ext>
            </a:extLst>
          </p:cNvPr>
          <p:cNvSpPr>
            <a:spLocks noGrp="1"/>
          </p:cNvSpPr>
          <p:nvPr/>
        </p:nvSpPr>
        <p:spPr>
          <a:xfrm>
            <a:off x="14125575" y="54864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13" name="Editable path 141">
            <a:extLst>
              <a:ext uri="{FF2B5EF4-FFF2-40B4-BE49-F238E27FC236}">
                <ns2:creationId id="{BE018EC2-FE5E-40E0-BA27-628CCDC567EB}"/>
              </a:ext>
            </a:extLst>
          </p:cNvPr>
          <p:cNvSpPr>
            <a:spLocks noGrp="1"/>
          </p:cNvSpPr>
          <p:nvPr/>
        </p:nvSpPr>
        <p:spPr>
          <a:xfrm>
            <a:off x="16573500" y="5486400"/>
            <a:ext cx="953" cy="123825"/>
          </a:xfrm>
          <a:custGeom>
            <a:pathLst>
              <a:path w="953" h="123825">
                <a:moveTo>
                  <a:pt x="0" y="123825"/>
                </a:moveTo>
                <a:lnTo>
                  <a:pt x="0" y="0"/>
                </a:lnTo>
              </a:path>
            </a:pathLst>
          </a:custGeom>
          <a:noFill/>
          <a:ln w="20003">
            <a:solidFill>
              <a:srgbClr val="111111"/>
            </a:solidFill>
            <a:prstDash val="solid"/>
          </a:ln>
        </p:spPr>
      </p:sp>
      <p:sp>
        <p:nvSpPr>
          <p:cNvPr id="114" name="Editable arrowhead 142">
            <a:extLst>
              <a:ext uri="{FF2B5EF4-FFF2-40B4-BE49-F238E27FC236}">
                <ns2:creationId id="{1D58DB6B-5CE5-42FC-BBC5-F42C61604930}"/>
              </a:ext>
            </a:extLst>
          </p:cNvPr>
          <p:cNvSpPr>
            <a:spLocks noGrp="1"/>
          </p:cNvSpPr>
          <p:nvPr/>
        </p:nvSpPr>
        <p:spPr>
          <a:xfrm>
            <a:off x="16525875" y="54864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15" name="DP2 object 143">
            <a:extLst>
              <a:ext uri="{FF2B5EF4-FFF2-40B4-BE49-F238E27FC236}">
                <ns2:creationId id="{761205AC-E13F-4DC5-9F35-E4A5FB51060A}"/>
              </a:ext>
            </a:extLst>
          </p:cNvPr>
          <p:cNvSpPr>
            <a:spLocks noGrp="1"/>
          </p:cNvSpPr>
          <p:nvPr/>
        </p:nvSpPr>
        <p:spPr>
          <a:xfrm>
            <a:off x="266700" y="9744075"/>
            <a:ext cx="17430750" cy="228600"/>
          </a:xfrm>
          <a:prstGeom prst="rect">
            <a:avLst/>
          </a:prstGeom>
          <a:noFill/>
          <a:ln w="0">
            <a:noFill/>
            <a:prstDash val="solid"/>
          </a:ln>
        </p:spPr>
        <p:txBody>
          <a:bodyPr wrap="none" lIns="0" tIns="0" rIns="0" bIns="0" anchor="ctr">
            <a:noAutofit/>
          </a:bodyPr>
          <a:lstStyle>
            <a:defPPr algn="l">
              <a:defRPr sz="1400" b="1" lang="ko-KR">
                <a:solidFill>
                  <a:srgbClr val="111111"/>
                </a:solidFill>
                <a:latin typeface="Calibri"/>
                <a:ea typeface="Calibri"/>
                <a:cs typeface="Calibri"/>
              </a:defRPr>
            </a:defPPr>
            <a:lvl1pPr algn="l">
              <a:defRPr sz="1400" b="1" lang="ko-KR">
                <a:solidFill>
                  <a:srgbClr val="111111"/>
                </a:solidFill>
                <a:latin typeface="Calibri"/>
                <a:ea typeface="Calibri"/>
                <a:cs typeface="Calibri"/>
              </a:defRPr>
            </a:lvl1pPr>
            <a:lvl2pPr algn="l">
              <a:defRPr sz="1400" b="1" lang="ko-KR">
                <a:solidFill>
                  <a:srgbClr val="111111"/>
                </a:solidFill>
                <a:latin typeface="Calibri"/>
                <a:ea typeface="Calibri"/>
                <a:cs typeface="Calibri"/>
              </a:defRPr>
            </a:lvl2pPr>
            <a:lvl3pPr algn="l">
              <a:defRPr sz="1400" b="1" lang="ko-KR">
                <a:solidFill>
                  <a:srgbClr val="111111"/>
                </a:solidFill>
                <a:latin typeface="Calibri"/>
                <a:ea typeface="Calibri"/>
                <a:cs typeface="Calibri"/>
              </a:defRPr>
            </a:lvl3pPr>
            <a:lvl4pPr algn="l">
              <a:defRPr sz="1400" b="1" lang="ko-KR">
                <a:solidFill>
                  <a:srgbClr val="111111"/>
                </a:solidFill>
                <a:latin typeface="Calibri"/>
                <a:ea typeface="Calibri"/>
                <a:cs typeface="Calibri"/>
              </a:defRPr>
            </a:lvl4pPr>
            <a:lvl5pPr algn="l">
              <a:defRPr sz="1400" b="1" lang="ko-KR">
                <a:solidFill>
                  <a:srgbClr val="111111"/>
                </a:solidFill>
                <a:latin typeface="Calibri"/>
                <a:ea typeface="Calibri"/>
                <a:cs typeface="Calibri"/>
              </a:defRPr>
            </a:lvl5pPr>
            <a:lvl6pPr algn="l">
              <a:defRPr sz="1400" b="1" lang="ko-KR">
                <a:solidFill>
                  <a:srgbClr val="111111"/>
                </a:solidFill>
                <a:latin typeface="Calibri"/>
                <a:ea typeface="Calibri"/>
                <a:cs typeface="Calibri"/>
              </a:defRPr>
            </a:lvl6pPr>
            <a:lvl7pPr algn="l">
              <a:defRPr sz="1400" b="1" lang="ko-KR">
                <a:solidFill>
                  <a:srgbClr val="111111"/>
                </a:solidFill>
                <a:latin typeface="Calibri"/>
                <a:ea typeface="Calibri"/>
                <a:cs typeface="Calibri"/>
              </a:defRPr>
            </a:lvl7pPr>
            <a:lvl8pPr algn="l">
              <a:defRPr sz="1400" b="1" lang="ko-KR">
                <a:solidFill>
                  <a:srgbClr val="111111"/>
                </a:solidFill>
                <a:latin typeface="Calibri"/>
                <a:ea typeface="Calibri"/>
                <a:cs typeface="Calibri"/>
              </a:defRPr>
            </a:lvl8pPr>
            <a:lvl9pPr algn="l">
              <a:defRPr sz="1400" b="1" lang="ko-KR">
                <a:solidFill>
                  <a:srgbClr val="111111"/>
                </a:solidFill>
                <a:latin typeface="Calibri"/>
                <a:ea typeface="Calibri"/>
                <a:cs typeface="Calibri"/>
              </a:defRPr>
            </a:lvl9pPr>
          </a:lstStyle>
          <a:p>
            <a:pPr algn="l">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모든 해석 실행은 동일 Model Access 호출 한도 K를 공유. 입력 수신은 계속되며 외부 Agent 업무 대기는 비교 대상이 아님.</a:t>
            </a:r>
            <a:endParaRPr lang="ko-KR">
              <a:latin typeface="Calibri"/>
              <a:ea typeface="Calibri"/>
              <a:cs typeface="Calibri"/>
            </a:endParaRPr>
          </a:p>
        </p:txBody>
      </p:sp>
      <p:sp>
        <p:nvSpPr>
          <p:cNvPr id="116" name="DP2 object 144">
            <a:extLst>
              <a:ext uri="{FF2B5EF4-FFF2-40B4-BE49-F238E27FC236}">
                <ns2:creationId id="{C7F31EAC-2CF6-496D-9E35-8BA170EB278C}"/>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기존 발표 PoC: 안별 12episode / 시간 괄호: 관측/예정 / QA04 별도 4과제 / 비용은 합계 / RSS는 로컬 실행기</a:t>
            </a:r>
            <a:endParaRPr lang="ko-KR">
              <a:latin typeface="Calibri"/>
              <a:ea typeface="Calibri"/>
              <a:cs typeface="Calibri"/>
            </a:endParaRPr>
          </a:p>
        </p:txBody>
      </p:sp>
    </p:spTree>
    <p:extLst>
      <p:ext uri="{BB962C8B-B14F-4D97-AF65-F5344CB8AC3E}">
        <p14:creationId val="523814207"/>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9" name="DP2 object 145">
            <a:extLst>
              <a:ext uri="{FF2B5EF4-FFF2-40B4-BE49-F238E27FC236}">
                <ns2:creationId id="{A4D9C171-0B3B-498D-81AF-F668F948A7FB}"/>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(선택 및 보완)</a:t>
            </a:r>
            <a:endParaRPr lang="ko-KR">
              <a:latin typeface="Calibri"/>
              <a:ea typeface="Calibri"/>
              <a:cs typeface="Calibri"/>
            </a:endParaRPr>
          </a:p>
        </p:txBody>
      </p:sp>
      <p:sp>
        <p:nvSpPr>
          <p:cNvPr id="2" name="DP2 object 146">
            <a:extLst>
              <a:ext uri="{FF2B5EF4-FFF2-40B4-BE49-F238E27FC236}">
                <ns2:creationId id="{9AD93297-CC5D-480B-8DA4-B3FD9AED666D}"/>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2 object 147">
            <a:extLst>
              <a:ext uri="{FF2B5EF4-FFF2-40B4-BE49-F238E27FC236}">
                <ns2:creationId id="{CD86475A-944B-4318-BBD4-53DD972F33EE}"/>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2 object 148">
            <a:extLst>
              <a:ext uri="{FF2B5EF4-FFF2-40B4-BE49-F238E27FC236}">
                <ns2:creationId id="{A38A4B0F-ABA6-4D4E-8D05-7155A0683FD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2 object 149">
            <a:extLst>
              <a:ext uri="{FF2B5EF4-FFF2-40B4-BE49-F238E27FC236}">
                <ns2:creationId id="{E1608BF2-ED5E-452A-9F6C-4BA57EBBA88A}"/>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2 object 150">
            <a:extLst>
              <a:ext uri="{FF2B5EF4-FFF2-40B4-BE49-F238E27FC236}">
                <ns2:creationId id="{CD874DCB-06E8-4313-8C91-0FDA07D4FCD3}"/>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2 object 151">
            <a:extLst>
              <a:ext uri="{FF2B5EF4-FFF2-40B4-BE49-F238E27FC236}">
                <ns2:creationId id="{F493B468-AC90-420E-80F7-A6A4B7CCC49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2 object 152">
            <a:extLst>
              <a:ext uri="{FF2B5EF4-FFF2-40B4-BE49-F238E27FC236}">
                <ns2:creationId id="{3DD461EB-37AE-478E-A700-07241FA313BE}"/>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2 object 153">
            <a:extLst>
              <a:ext uri="{FF2B5EF4-FFF2-40B4-BE49-F238E27FC236}">
                <ns2:creationId id="{0F497145-7B5E-474B-BA63-51D15E6755F8}"/>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2 object 154">
            <a:extLst>
              <a:ext uri="{FF2B5EF4-FFF2-40B4-BE49-F238E27FC236}">
                <ns2:creationId id="{112060AB-6EDC-47B2-BD5E-BA255870B85F}"/>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2 object 155">
            <a:extLst>
              <a:ext uri="{FF2B5EF4-FFF2-40B4-BE49-F238E27FC236}">
                <ns2:creationId id="{73A289BB-DEC3-4153-B87B-3D9A44F7C4EC}"/>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56">
            <a:extLst>
              <a:ext uri="{FF2B5EF4-FFF2-40B4-BE49-F238E27FC236}">
                <ns2:creationId id="{B2C4A1D4-AA15-46A4-A2E1-DDC41A048A4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2 object 157">
            <a:extLst>
              <a:ext uri="{FF2B5EF4-FFF2-40B4-BE49-F238E27FC236}">
                <ns2:creationId id="{3BC2B4E1-C470-49F5-A121-13FCC743493E}"/>
              </a:ext>
            </a:extLst>
          </p:cNvPr>
          <p:cNvSpPr>
            <a:spLocks noGrp="1"/>
          </p:cNvSpPr>
          <p:nvPr/>
        </p:nvSpPr>
        <p:spPr>
          <a:xfrm>
            <a:off x="17478375" y="9991725"/>
            <a:ext cx="361950" cy="190500"/>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3</a:t>
            </a:r>
            <a:endParaRPr lang="ko-KR">
              <a:latin typeface="Calibri"/>
              <a:ea typeface="Calibri"/>
              <a:cs typeface="Calibri"/>
            </a:endParaRPr>
          </a:p>
        </p:txBody>
      </p:sp>
      <p:sp>
        <p:nvSpPr>
          <p:cNvPr id="14" name="DP2 object 158">
            <a:extLst>
              <a:ext uri="{FF2B5EF4-FFF2-40B4-BE49-F238E27FC236}">
                <ns2:creationId id="{36BD7E3C-46F0-4AD1-A2A4-D50E3E653EDE}"/>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독립 입력이 앞선 VIA 판단과 겹치고 호출 여유가 있는 조건에서 B 선택</a:t>
            </a:r>
            <a:endParaRPr lang="ko-KR">
              <a:latin typeface="Calibri"/>
              <a:ea typeface="Calibri"/>
              <a:cs typeface="Calibri"/>
            </a:endParaRPr>
          </a:p>
        </p:txBody>
      </p:sp>
      <p:graphicFrame>
        <p:nvGraphicFramePr>
          <p:cNvPr id="15" name="">
            <a:extLst>
              <a:ext uri="{FF2B5EF4-FFF2-40B4-BE49-F238E27FC236}">
                <ns2:creationId id="{AD694CF3-23D5-4FE0-8636-ABEA5AA75F2D}"/>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호출 한도가 차면 병행 이익이 줄어듦</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[QA06 보완] B1 불변 입력 공유 / 개별 변경 상태는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46.170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재생 N=4] 32.326 → 31.867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159">
            <a:extLst>
              <a:ext uri="{FF2B5EF4-FFF2-40B4-BE49-F238E27FC236}">
                <ns2:creationId id="{A12839FC-B784-4F7E-B104-087E6C947553}"/>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sp>
      <p:sp>
        <p:nvSpPr>
          <p:cNvPr id="17" name="DP2 object 160">
            <a:extLst>
              <a:ext uri="{FF2B5EF4-FFF2-40B4-BE49-F238E27FC236}">
                <ns2:creationId id="{1F8F6444-28DC-413C-88B2-FCA78159AB60}"/>
              </a:ext>
            </a:extLst>
          </p:cNvPr>
          <p:cNvSpPr>
            <a:spLocks noGrp="1"/>
          </p:cNvSpPr>
          <p:nvPr/>
        </p:nvSpPr>
        <p:spPr>
          <a:xfrm>
            <a:off x="419100" y="27908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161">
            <a:extLst>
              <a:ext uri="{FF2B5EF4-FFF2-40B4-BE49-F238E27FC236}">
                <ns2:creationId id="{1DE66802-8158-4C09-B363-F0347F113EF5}"/>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sp>
      <p:sp>
        <p:nvSpPr>
          <p:cNvPr id="19" name="DP2 object 162">
            <a:extLst>
              <a:ext uri="{FF2B5EF4-FFF2-40B4-BE49-F238E27FC236}">
                <ns2:creationId id="{D8F5E2B2-1B3A-4FCE-A5B1-F3EEB619A0B5}"/>
              </a:ext>
            </a:extLst>
          </p:cNvPr>
          <p:cNvSpPr>
            <a:spLocks noGrp="1"/>
          </p:cNvSpPr>
          <p:nvPr/>
        </p:nvSpPr>
        <p:spPr>
          <a:xfrm>
            <a:off x="485775" y="30956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163">
            <a:extLst>
              <a:ext uri="{FF2B5EF4-FFF2-40B4-BE49-F238E27FC236}">
                <ns2:creationId id="{298E6513-AD99-4446-9C5D-01D1C56862A1}"/>
              </a:ext>
            </a:extLst>
          </p:cNvPr>
          <p:cNvSpPr>
            <a:spLocks noGrp="1"/>
          </p:cNvSpPr>
          <p:nvPr/>
        </p:nvSpPr>
        <p:spPr>
          <a:xfrm>
            <a:off x="381000" y="3648075"/>
            <a:ext cx="1323975" cy="419100"/>
          </a:xfrm>
          <a:prstGeom prst="rect">
            <a:avLst/>
          </a:prstGeom>
          <a:noFill/>
          <a:ln w="17145">
            <a:solidFill>
              <a:srgbClr val="111111"/>
            </a:solidFill>
            <a:prstDash val="dash"/>
          </a:ln>
        </p:spPr>
      </p:sp>
      <p:sp>
        <p:nvSpPr>
          <p:cNvPr id="21" name="DP2 object 164">
            <a:extLst>
              <a:ext uri="{FF2B5EF4-FFF2-40B4-BE49-F238E27FC236}">
                <ns2:creationId id="{0055F9BB-DAA2-4518-945D-A351D9EE572F}"/>
              </a:ext>
            </a:extLst>
          </p:cNvPr>
          <p:cNvSpPr>
            <a:spLocks noGrp="1"/>
          </p:cNvSpPr>
          <p:nvPr/>
        </p:nvSpPr>
        <p:spPr>
          <a:xfrm>
            <a:off x="409575" y="3676650"/>
            <a:ext cx="1266825" cy="333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56B5F582-F3FE-40CF-98C1-598A90BF750C}"/>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sp>
      <p:sp>
        <p:nvSpPr>
          <p:cNvPr id="23" name="DP2 object 165">
            <a:extLst>
              <a:ext uri="{FF2B5EF4-FFF2-40B4-BE49-F238E27FC236}">
                <ns2:creationId id="{A2DB563B-D0AA-47C2-995B-2B7CF9D42DBE}"/>
              </a:ext>
            </a:extLst>
          </p:cNvPr>
          <p:cNvSpPr>
            <a:spLocks noGrp="1"/>
          </p:cNvSpPr>
          <p:nvPr/>
        </p:nvSpPr>
        <p:spPr>
          <a:xfrm>
            <a:off x="447675" y="43815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보존 데이터</a:t>
            </a:r>
            <a:endParaRPr lang="ko-KR">
              <a:latin typeface="Calibri"/>
              <a:ea typeface="Calibri"/>
              <a:cs typeface="Calibri"/>
            </a:endParaRPr>
          </a:p>
        </p:txBody>
      </p:sp>
      <p:sp>
        <p:nvSpPr>
          <p:cNvPr id="24" name="DP2 object 166">
            <a:extLst>
              <a:ext uri="{FF2B5EF4-FFF2-40B4-BE49-F238E27FC236}">
                <ns2:creationId id="{0C2DD141-A8DA-45E3-ACEA-E6C4FE4F509E}"/>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167">
            <a:extLst>
              <a:ext uri="{FF2B5EF4-FFF2-40B4-BE49-F238E27FC236}">
                <ns2:creationId id="{0002FBF0-B403-4086-9E08-297597EB237B}"/>
              </a:ext>
            </a:extLst>
          </p:cNvPr>
          <p:cNvSpPr>
            <a:spLocks noGrp="1"/>
          </p:cNvSpPr>
          <p:nvPr/>
        </p:nvSpPr>
        <p:spPr>
          <a:xfrm>
            <a:off x="333375" y="5400675"/>
            <a:ext cx="1438275" cy="40005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요청·반환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원통: 상태 / 입력</a:t>
            </a:r>
            <a:endParaRPr lang="ko-KR">
              <a:latin typeface="Calibri"/>
              <a:ea typeface="Calibri"/>
              <a:cs typeface="Calibri"/>
            </a:endParaRPr>
          </a:p>
        </p:txBody>
      </p:sp>
      <p:sp>
        <p:nvSpPr>
          <p:cNvPr id="26" name="DP2 object 168">
            <a:extLst>
              <a:ext uri="{FF2B5EF4-FFF2-40B4-BE49-F238E27FC236}">
                <ns2:creationId id="{069B8C0E-3599-4B66-B367-BEAED4CBF3EB}"/>
              </a:ext>
            </a:extLst>
          </p:cNvPr>
          <p:cNvSpPr>
            <a:spLocks noGrp="1"/>
          </p:cNvSpPr>
          <p:nvPr/>
        </p:nvSpPr>
        <p:spPr>
          <a:xfrm>
            <a:off x="400050" y="5915025"/>
            <a:ext cx="209550" cy="171450"/>
          </a:xfrm>
          <a:prstGeom prst="rect">
            <a:avLst/>
          </a:prstGeom>
          <a:solidFill>
            <a:srgbClr val="FFFFFF"/>
          </a:solidFill>
          <a:ln w="25718">
            <a:solidFill>
              <a:srgbClr val="4676CB"/>
            </a:solidFill>
            <a:prstDash val="solid"/>
          </a:ln>
        </p:spPr>
      </p:sp>
      <p:sp>
        <p:nvSpPr>
          <p:cNvPr id="27" name="DP2 object 169">
            <a:extLst>
              <a:ext uri="{FF2B5EF4-FFF2-40B4-BE49-F238E27FC236}">
                <ns2:creationId id="{F837FCF9-4DBA-47F9-A749-2EC9886E1E34}"/>
              </a:ext>
            </a:extLst>
          </p:cNvPr>
          <p:cNvSpPr>
            <a:spLocks noGrp="1"/>
          </p:cNvSpPr>
          <p:nvPr/>
        </p:nvSpPr>
        <p:spPr>
          <a:xfrm>
            <a:off x="695325" y="5876925"/>
            <a:ext cx="1076325" cy="25717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보완 B1</a:t>
            </a:r>
            <a:endParaRPr lang="ko-KR">
              <a:latin typeface="Calibri"/>
              <a:ea typeface="Calibri"/>
              <a:cs typeface="Calibri"/>
            </a:endParaRPr>
          </a:p>
        </p:txBody>
      </p:sp>
      <p:sp>
        <p:nvSpPr>
          <p:cNvPr id="28" name="DP2 object 170">
            <a:extLst>
              <a:ext uri="{FF2B5EF4-FFF2-40B4-BE49-F238E27FC236}">
                <ns2:creationId id="{297E2DAB-4F36-4CAE-95FF-5EBFD45CDA82}"/>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대화 실행 1개와 문맥 1개를 이어 사용</a:t>
            </a:r>
            <a:endParaRPr lang="ko-KR">
              <a:latin typeface="Calibri"/>
              <a:ea typeface="Calibri"/>
              <a:cs typeface="Calibri"/>
            </a:endParaRPr>
          </a:p>
        </p:txBody>
      </p:sp>
      <p:sp>
        <p:nvSpPr>
          <p:cNvPr id="29" name="A Request Controller Component">
            <a:extLst>
              <a:ext uri="{FF2B5EF4-FFF2-40B4-BE49-F238E27FC236}">
                <ns2:creationId id="{B63F594B-A904-4E62-956A-D399D55A9C05}"/>
              </a:ext>
            </a:extLst>
          </p:cNvPr>
          <p:cNvSpPr>
            <a:spLocks noGrp="1"/>
          </p:cNvSpPr>
          <p:nvPr/>
        </p:nvSpPr>
        <p:spPr>
          <a:xfrm>
            <a:off x="2133600" y="2505075"/>
            <a:ext cx="7562850" cy="876300"/>
          </a:xfrm>
          <a:prstGeom prst="rect">
            <a:avLst/>
          </a:prstGeom>
          <a:solidFill>
            <a:srgbClr val="FFF6DD"/>
          </a:solidFill>
          <a:ln w="25718">
            <a:solidFill>
              <a:srgbClr val="111111"/>
            </a:solidFill>
            <a:prstDash val="solid"/>
          </a:ln>
        </p:spPr>
      </p:sp>
      <p:sp>
        <p:nvSpPr>
          <p:cNvPr id="30" name="DP2 object 171">
            <a:extLst>
              <a:ext uri="{FF2B5EF4-FFF2-40B4-BE49-F238E27FC236}">
                <ns2:creationId id="{E0AEAE72-E731-4A66-994A-254AD539338E}"/>
              </a:ext>
            </a:extLst>
          </p:cNvPr>
          <p:cNvSpPr>
            <a:spLocks noGrp="1"/>
          </p:cNvSpPr>
          <p:nvPr/>
        </p:nvSpPr>
        <p:spPr>
          <a:xfrm>
            <a:off x="2247900" y="2533650"/>
            <a:ext cx="73342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31" name="Editable path 172">
            <a:extLst>
              <a:ext uri="{FF2B5EF4-FFF2-40B4-BE49-F238E27FC236}">
                <ns2:creationId id="{6388A0E7-1390-44D9-8130-4371F4A93CA3}"/>
              </a:ext>
            </a:extLst>
          </p:cNvPr>
          <p:cNvSpPr>
            <a:spLocks noGrp="1"/>
          </p:cNvSpPr>
          <p:nvPr/>
        </p:nvSpPr>
        <p:spPr>
          <a:xfrm>
            <a:off x="2133600" y="2838450"/>
            <a:ext cx="7562850" cy="953"/>
          </a:xfrm>
          <a:custGeom>
            <a:pathLst>
              <a:path w="7562850" h="953">
                <a:moveTo>
                  <a:pt x="0" y="0"/>
                </a:moveTo>
                <a:lnTo>
                  <a:pt x="7562850" y="0"/>
                </a:lnTo>
              </a:path>
            </a:pathLst>
          </a:custGeom>
          <a:noFill/>
          <a:ln w="13335">
            <a:solidFill>
              <a:srgbClr val="111111"/>
            </a:solidFill>
            <a:prstDash val="solid"/>
          </a:ln>
        </p:spPr>
      </p:sp>
      <p:sp>
        <p:nvSpPr>
          <p:cNvPr id="32" name="입력 보존 / 경계에 해석 요청">
            <a:extLst>
              <a:ext uri="{FF2B5EF4-FFF2-40B4-BE49-F238E27FC236}">
                <ns2:creationId id="{CBED101C-665C-4C98-879D-C691F3B86F0B}"/>
              </a:ext>
            </a:extLst>
          </p:cNvPr>
          <p:cNvSpPr>
            <a:spLocks noGrp="1"/>
          </p:cNvSpPr>
          <p:nvPr/>
        </p:nvSpPr>
        <p:spPr>
          <a:xfrm>
            <a:off x="2257425" y="2914650"/>
            <a:ext cx="2409825" cy="390525"/>
          </a:xfrm>
          <a:prstGeom prst="rect">
            <a:avLst/>
          </a:prstGeom>
          <a:solidFill>
            <a:srgbClr val="FFFFFF"/>
          </a:solidFill>
          <a:ln w="17145">
            <a:solidFill>
              <a:srgbClr val="111111"/>
            </a:solidFill>
            <a:prstDash val="solid"/>
          </a:ln>
        </p:spPr>
      </p:sp>
      <p:sp>
        <p:nvSpPr>
          <p:cNvPr id="33" name="DP2 object 173">
            <a:extLst>
              <a:ext uri="{FF2B5EF4-FFF2-40B4-BE49-F238E27FC236}">
                <ns2:creationId id="{997D02CA-9A75-407C-ACF0-ADC565D2AC20}"/>
              </a:ext>
            </a:extLst>
          </p:cNvPr>
          <p:cNvSpPr>
            <a:spLocks noGrp="1"/>
          </p:cNvSpPr>
          <p:nvPr/>
        </p:nvSpPr>
        <p:spPr>
          <a:xfrm>
            <a:off x="2324100" y="2952750"/>
            <a:ext cx="2276475" cy="31432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경계에 해석 요청</a:t>
            </a:r>
            <a:endParaRPr lang="ko-KR">
              <a:latin typeface="Calibri"/>
              <a:ea typeface="Calibri"/>
              <a:cs typeface="Calibri"/>
            </a:endParaRPr>
          </a:p>
        </p:txBody>
      </p:sp>
      <p:sp>
        <p:nvSpPr>
          <p:cNvPr id="34" name="채택 목표 / revision">
            <a:extLst>
              <a:ext uri="{FF2B5EF4-FFF2-40B4-BE49-F238E27FC236}">
                <ns2:creationId id="{AF8BAD9B-AA0F-434E-8396-48737D8D7212}"/>
              </a:ext>
            </a:extLst>
          </p:cNvPr>
          <p:cNvSpPr>
            <a:spLocks noGrp="1"/>
          </p:cNvSpPr>
          <p:nvPr/>
        </p:nvSpPr>
        <p:spPr>
          <a:xfrm>
            <a:off x="4876800" y="2905125"/>
            <a:ext cx="2152650" cy="400050"/>
          </a:xfrm>
          <a:prstGeom prst="can">
            <a:avLst>
              <a:gd name="adj" fmla="val 16000"/>
            </a:avLst>
          </a:prstGeom>
          <a:solidFill>
            <a:srgbClr val="FFF6DD"/>
          </a:solidFill>
          <a:ln w="17145">
            <a:solidFill>
              <a:srgbClr val="111111"/>
            </a:solidFill>
            <a:prstDash val="solid"/>
          </a:ln>
        </p:spPr>
      </p:sp>
      <p:sp>
        <p:nvSpPr>
          <p:cNvPr id="35" name="DP2 object 174">
            <a:extLst>
              <a:ext uri="{FF2B5EF4-FFF2-40B4-BE49-F238E27FC236}">
                <ns2:creationId id="{EA7D78D6-B376-4086-8EEF-9405FC019ED9}"/>
              </a:ext>
            </a:extLst>
          </p:cNvPr>
          <p:cNvSpPr>
            <a:spLocks noGrp="1"/>
          </p:cNvSpPr>
          <p:nvPr/>
        </p:nvSpPr>
        <p:spPr>
          <a:xfrm>
            <a:off x="4924425" y="3009900"/>
            <a:ext cx="2057400"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채택 목표 / revision</a:t>
            </a:r>
            <a:endParaRPr lang="ko-KR">
              <a:latin typeface="Calibri"/>
              <a:ea typeface="Calibri"/>
              <a:cs typeface="Calibri"/>
            </a:endParaRPr>
          </a:p>
        </p:txBody>
      </p:sp>
      <p:sp>
        <p:nvSpPr>
          <p:cNvPr id="36" name="현재성 확인·채택">
            <a:extLst>
              <a:ext uri="{FF2B5EF4-FFF2-40B4-BE49-F238E27FC236}">
                <ns2:creationId id="{C1F0BCFE-38A5-4050-8B7D-0E2835C8A0C7}"/>
              </a:ext>
            </a:extLst>
          </p:cNvPr>
          <p:cNvSpPr>
            <a:spLocks noGrp="1"/>
          </p:cNvSpPr>
          <p:nvPr/>
        </p:nvSpPr>
        <p:spPr>
          <a:xfrm>
            <a:off x="7258050" y="2914650"/>
            <a:ext cx="2314575" cy="390525"/>
          </a:xfrm>
          <a:prstGeom prst="rect">
            <a:avLst/>
          </a:prstGeom>
          <a:solidFill>
            <a:srgbClr val="FFFFFF"/>
          </a:solidFill>
          <a:ln w="17145">
            <a:solidFill>
              <a:srgbClr val="111111"/>
            </a:solidFill>
            <a:prstDash val="solid"/>
          </a:ln>
        </p:spPr>
      </p:sp>
      <p:sp>
        <p:nvSpPr>
          <p:cNvPr id="37" name="DP2 object 175">
            <a:extLst>
              <a:ext uri="{FF2B5EF4-FFF2-40B4-BE49-F238E27FC236}">
                <ns2:creationId id="{87AFCB6A-FAB6-44BC-9779-244CBFB132D9}"/>
              </a:ext>
            </a:extLst>
          </p:cNvPr>
          <p:cNvSpPr>
            <a:spLocks noGrp="1"/>
          </p:cNvSpPr>
          <p:nvPr/>
        </p:nvSpPr>
        <p:spPr>
          <a:xfrm>
            <a:off x="7324725" y="2952750"/>
            <a:ext cx="2181225" cy="314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현재성 확인·채택</a:t>
            </a:r>
            <a:endParaRPr lang="ko-KR">
              <a:latin typeface="Calibri"/>
              <a:ea typeface="Calibri"/>
              <a:cs typeface="Calibri"/>
            </a:endParaRPr>
          </a:p>
        </p:txBody>
      </p:sp>
      <p:sp>
        <p:nvSpPr>
          <p:cNvPr id="38" name="Editable path 176">
            <a:extLst>
              <a:ext uri="{FF2B5EF4-FFF2-40B4-BE49-F238E27FC236}">
                <ns2:creationId id="{4D60EC2D-2156-4AE6-90D7-43424431B841}"/>
              </a:ext>
            </a:extLst>
          </p:cNvPr>
          <p:cNvSpPr>
            <a:spLocks noGrp="1"/>
          </p:cNvSpPr>
          <p:nvPr/>
        </p:nvSpPr>
        <p:spPr>
          <a:xfrm>
            <a:off x="3810000" y="3381375"/>
            <a:ext cx="953" cy="228600"/>
          </a:xfrm>
          <a:custGeom>
            <a:pathLst>
              <a:path w="953" h="228600">
                <a:moveTo>
                  <a:pt x="0" y="0"/>
                </a:moveTo>
                <a:lnTo>
                  <a:pt x="0" y="228600"/>
                </a:lnTo>
              </a:path>
            </a:pathLst>
          </a:custGeom>
          <a:noFill/>
          <a:ln w="21908">
            <a:solidFill>
              <a:srgbClr val="111111"/>
            </a:solidFill>
            <a:prstDash val="solid"/>
          </a:ln>
        </p:spPr>
      </p:sp>
      <p:sp>
        <p:nvSpPr>
          <p:cNvPr id="39" name="Editable arrowhead 177">
            <a:extLst>
              <a:ext uri="{FF2B5EF4-FFF2-40B4-BE49-F238E27FC236}">
                <ns2:creationId id="{BF97F916-0AA6-4111-A769-0AF8C3FD39B6}"/>
              </a:ext>
            </a:extLst>
          </p:cNvPr>
          <p:cNvSpPr>
            <a:spLocks noGrp="1"/>
          </p:cNvSpPr>
          <p:nvPr/>
        </p:nvSpPr>
        <p:spPr>
          <a:xfrm>
            <a:off x="3762375" y="3514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0" name="Editable path 178">
            <a:extLst>
              <a:ext uri="{FF2B5EF4-FFF2-40B4-BE49-F238E27FC236}">
                <ns2:creationId id="{045D2742-AB2F-4E2F-83F3-215A1A85BD81}"/>
              </a:ext>
            </a:extLst>
          </p:cNvPr>
          <p:cNvSpPr>
            <a:spLocks noGrp="1"/>
          </p:cNvSpPr>
          <p:nvPr/>
        </p:nvSpPr>
        <p:spPr>
          <a:xfrm>
            <a:off x="8734425" y="3381375"/>
            <a:ext cx="953" cy="228600"/>
          </a:xfrm>
          <a:custGeom>
            <a:pathLst>
              <a:path w="953" h="228600">
                <a:moveTo>
                  <a:pt x="0" y="228600"/>
                </a:moveTo>
                <a:lnTo>
                  <a:pt x="0" y="0"/>
                </a:lnTo>
              </a:path>
            </a:pathLst>
          </a:custGeom>
          <a:noFill/>
          <a:ln w="21908">
            <a:solidFill>
              <a:srgbClr val="111111"/>
            </a:solidFill>
            <a:prstDash val="solid"/>
          </a:ln>
        </p:spPr>
      </p:sp>
      <p:sp>
        <p:nvSpPr>
          <p:cNvPr id="41" name="Editable arrowhead 179">
            <a:extLst>
              <a:ext uri="{FF2B5EF4-FFF2-40B4-BE49-F238E27FC236}">
                <ns2:creationId id="{522A0428-C219-47D3-9BF8-F0C3C5F6E4BC}"/>
              </a:ext>
            </a:extLst>
          </p:cNvPr>
          <p:cNvSpPr>
            <a:spLocks noGrp="1"/>
          </p:cNvSpPr>
          <p:nvPr/>
        </p:nvSpPr>
        <p:spPr>
          <a:xfrm>
            <a:off x="8686800" y="3381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2" name="DP2 object 180">
            <a:extLst>
              <a:ext uri="{FF2B5EF4-FFF2-40B4-BE49-F238E27FC236}">
                <ns2:creationId id="{CA5AACF7-0821-4979-B2E7-AC44F52166C7}"/>
              </a:ext>
            </a:extLst>
          </p:cNvPr>
          <p:cNvSpPr>
            <a:spLocks noGrp="1"/>
          </p:cNvSpPr>
          <p:nvPr/>
        </p:nvSpPr>
        <p:spPr>
          <a:xfrm>
            <a:off x="3905250" y="3381375"/>
            <a:ext cx="1428750"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요청</a:t>
            </a:r>
            <a:endParaRPr lang="ko-KR">
              <a:latin typeface="Calibri"/>
              <a:ea typeface="Calibri"/>
              <a:cs typeface="Calibri"/>
            </a:endParaRPr>
          </a:p>
        </p:txBody>
      </p:sp>
      <p:sp>
        <p:nvSpPr>
          <p:cNvPr id="43" name="DP2 object 181">
            <a:extLst>
              <a:ext uri="{FF2B5EF4-FFF2-40B4-BE49-F238E27FC236}">
                <ns2:creationId id="{D63A0858-4BF6-41C1-BA86-FB66C447BD2A}"/>
              </a:ext>
            </a:extLst>
          </p:cNvPr>
          <p:cNvSpPr>
            <a:spLocks noGrp="1"/>
          </p:cNvSpPr>
          <p:nvPr/>
        </p:nvSpPr>
        <p:spPr>
          <a:xfrm>
            <a:off x="7315200" y="3381375"/>
            <a:ext cx="1323975" cy="238125"/>
          </a:xfrm>
          <a:prstGeom prst="rect">
            <a:avLst/>
          </a:prstGeom>
          <a:noFill/>
          <a:ln w="0">
            <a:noFill/>
            <a:prstDash val="solid"/>
          </a:ln>
        </p:spPr>
        <p:txBody>
          <a:bodyPr wrap="none" lIns="0" tIns="0" rIns="0" bIns="0" anchor="ctr">
            <a:noAutofit/>
          </a:bodyPr>
          <a:lstStyle>
            <a:defPPr algn="r">
              <a:defRPr sz="1400" b="0" lang="ko-KR">
                <a:solidFill>
                  <a:srgbClr val="111111"/>
                </a:solidFill>
                <a:latin typeface="Calibri"/>
                <a:ea typeface="Calibri"/>
                <a:cs typeface="Calibri"/>
              </a:defRPr>
            </a:defPPr>
            <a:lvl1pPr algn="r">
              <a:defRPr sz="1400" b="0" lang="ko-KR">
                <a:solidFill>
                  <a:srgbClr val="111111"/>
                </a:solidFill>
                <a:latin typeface="Calibri"/>
                <a:ea typeface="Calibri"/>
                <a:cs typeface="Calibri"/>
              </a:defRPr>
            </a:lvl1pPr>
            <a:lvl2pPr algn="r">
              <a:defRPr sz="1400" b="0" lang="ko-KR">
                <a:solidFill>
                  <a:srgbClr val="111111"/>
                </a:solidFill>
                <a:latin typeface="Calibri"/>
                <a:ea typeface="Calibri"/>
                <a:cs typeface="Calibri"/>
              </a:defRPr>
            </a:lvl2pPr>
            <a:lvl3pPr algn="r">
              <a:defRPr sz="1400" b="0" lang="ko-KR">
                <a:solidFill>
                  <a:srgbClr val="111111"/>
                </a:solidFill>
                <a:latin typeface="Calibri"/>
                <a:ea typeface="Calibri"/>
                <a:cs typeface="Calibri"/>
              </a:defRPr>
            </a:lvl3pPr>
            <a:lvl4pPr algn="r">
              <a:defRPr sz="1400" b="0" lang="ko-KR">
                <a:solidFill>
                  <a:srgbClr val="111111"/>
                </a:solidFill>
                <a:latin typeface="Calibri"/>
                <a:ea typeface="Calibri"/>
                <a:cs typeface="Calibri"/>
              </a:defRPr>
            </a:lvl4pPr>
            <a:lvl5pPr algn="r">
              <a:defRPr sz="1400" b="0" lang="ko-KR">
                <a:solidFill>
                  <a:srgbClr val="111111"/>
                </a:solidFill>
                <a:latin typeface="Calibri"/>
                <a:ea typeface="Calibri"/>
                <a:cs typeface="Calibri"/>
              </a:defRPr>
            </a:lvl5pPr>
            <a:lvl6pPr algn="r">
              <a:defRPr sz="1400" b="0" lang="ko-KR">
                <a:solidFill>
                  <a:srgbClr val="111111"/>
                </a:solidFill>
                <a:latin typeface="Calibri"/>
                <a:ea typeface="Calibri"/>
                <a:cs typeface="Calibri"/>
              </a:defRPr>
            </a:lvl6pPr>
            <a:lvl7pPr algn="r">
              <a:defRPr sz="1400" b="0" lang="ko-KR">
                <a:solidFill>
                  <a:srgbClr val="111111"/>
                </a:solidFill>
                <a:latin typeface="Calibri"/>
                <a:ea typeface="Calibri"/>
                <a:cs typeface="Calibri"/>
              </a:defRPr>
            </a:lvl7pPr>
            <a:lvl8pPr algn="r">
              <a:defRPr sz="1400" b="0" lang="ko-KR">
                <a:solidFill>
                  <a:srgbClr val="111111"/>
                </a:solidFill>
                <a:latin typeface="Calibri"/>
                <a:ea typeface="Calibri"/>
                <a:cs typeface="Calibri"/>
              </a:defRPr>
            </a:lvl8pPr>
            <a:lvl9pPr algn="r">
              <a:defRPr sz="1400" b="0" lang="ko-KR">
                <a:solidFill>
                  <a:srgbClr val="111111"/>
                </a:solidFill>
                <a:latin typeface="Calibri"/>
                <a:ea typeface="Calibri"/>
                <a:cs typeface="Calibri"/>
              </a:defRPr>
            </a:lvl9pPr>
          </a:lstStyle>
          <a:p>
            <a:pPr algn="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 반환</a:t>
            </a:r>
            <a:endParaRPr lang="ko-KR">
              <a:latin typeface="Calibri"/>
              <a:ea typeface="Calibri"/>
              <a:cs typeface="Calibri"/>
            </a:endParaRPr>
          </a:p>
        </p:txBody>
      </p:sp>
      <p:sp>
        <p:nvSpPr>
          <p:cNvPr id="44" name="A Request Interpreter Component">
            <a:extLst>
              <a:ext uri="{FF2B5EF4-FFF2-40B4-BE49-F238E27FC236}">
                <ns2:creationId id="{C336F7F9-1ABB-4725-A8DA-B46CB1772EED}"/>
              </a:ext>
            </a:extLst>
          </p:cNvPr>
          <p:cNvSpPr>
            <a:spLocks noGrp="1"/>
          </p:cNvSpPr>
          <p:nvPr/>
        </p:nvSpPr>
        <p:spPr>
          <a:xfrm>
            <a:off x="2133600" y="3609975"/>
            <a:ext cx="7562850" cy="2409825"/>
          </a:xfrm>
          <a:prstGeom prst="rect">
            <a:avLst/>
          </a:prstGeom>
          <a:solidFill>
            <a:srgbClr val="FFF6DD"/>
          </a:solidFill>
          <a:ln w="25718">
            <a:solidFill>
              <a:srgbClr val="111111"/>
            </a:solidFill>
            <a:prstDash val="solid"/>
          </a:ln>
        </p:spPr>
      </p:sp>
      <p:sp>
        <p:nvSpPr>
          <p:cNvPr id="45" name="DP2 object 182">
            <a:extLst>
              <a:ext uri="{FF2B5EF4-FFF2-40B4-BE49-F238E27FC236}">
                <ns2:creationId id="{4ED14A5E-1580-4EEC-944E-458BD9B8CAFD}"/>
              </a:ext>
            </a:extLst>
          </p:cNvPr>
          <p:cNvSpPr>
            <a:spLocks noGrp="1"/>
          </p:cNvSpPr>
          <p:nvPr/>
        </p:nvSpPr>
        <p:spPr>
          <a:xfrm>
            <a:off x="2257425" y="3638550"/>
            <a:ext cx="731520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6" name="Editable path 183">
            <a:extLst>
              <a:ext uri="{FF2B5EF4-FFF2-40B4-BE49-F238E27FC236}">
                <ns2:creationId id="{B7419092-BB66-43B0-9F7E-A9F3183470AD}"/>
              </a:ext>
            </a:extLst>
          </p:cNvPr>
          <p:cNvSpPr>
            <a:spLocks noGrp="1"/>
          </p:cNvSpPr>
          <p:nvPr/>
        </p:nvSpPr>
        <p:spPr>
          <a:xfrm>
            <a:off x="2133600" y="3952875"/>
            <a:ext cx="7562850" cy="953"/>
          </a:xfrm>
          <a:custGeom>
            <a:pathLst>
              <a:path w="7562850" h="953">
                <a:moveTo>
                  <a:pt x="0" y="0"/>
                </a:moveTo>
                <a:lnTo>
                  <a:pt x="7562850" y="0"/>
                </a:lnTo>
              </a:path>
            </a:pathLst>
          </a:custGeom>
          <a:noFill/>
          <a:ln w="13335">
            <a:solidFill>
              <a:srgbClr val="111111"/>
            </a:solidFill>
            <a:prstDash val="solid"/>
          </a:ln>
        </p:spPr>
      </p:sp>
      <p:sp>
        <p:nvSpPr>
          <p:cNvPr id="47" name="A single conversation execution">
            <a:extLst>
              <a:ext uri="{FF2B5EF4-FFF2-40B4-BE49-F238E27FC236}">
                <ns2:creationId id="{586B5432-BB31-4595-8579-C3CBB0FED64B}"/>
              </a:ext>
            </a:extLst>
          </p:cNvPr>
          <p:cNvSpPr>
            <a:spLocks noGrp="1"/>
          </p:cNvSpPr>
          <p:nvPr/>
        </p:nvSpPr>
        <p:spPr>
          <a:xfrm>
            <a:off x="2324100" y="4057650"/>
            <a:ext cx="7181850" cy="1781175"/>
          </a:xfrm>
          <a:prstGeom prst="rect">
            <a:avLst/>
          </a:prstGeom>
          <a:noFill/>
          <a:ln w="17145">
            <a:solidFill>
              <a:srgbClr val="111111"/>
            </a:solidFill>
            <a:prstDash val="dash"/>
          </a:ln>
        </p:spPr>
      </p:sp>
      <p:sp>
        <p:nvSpPr>
          <p:cNvPr id="48" name="DP2 object 184">
            <a:extLst>
              <a:ext uri="{FF2B5EF4-FFF2-40B4-BE49-F238E27FC236}">
                <ns2:creationId id="{354C9EE3-C922-441B-949F-30299363C102}"/>
              </a:ext>
            </a:extLst>
          </p:cNvPr>
          <p:cNvSpPr>
            <a:spLocks noGrp="1"/>
          </p:cNvSpPr>
          <p:nvPr/>
        </p:nvSpPr>
        <p:spPr>
          <a:xfrm>
            <a:off x="2476500" y="4114800"/>
            <a:ext cx="6886575" cy="3238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대화 해석 실행 1개</a:t>
            </a:r>
            <a:endParaRPr lang="ko-KR">
              <a:latin typeface="Calibri"/>
              <a:ea typeface="Calibri"/>
              <a:cs typeface="Calibri"/>
            </a:endParaRPr>
          </a:p>
        </p:txBody>
      </p:sp>
      <p:sp>
        <p:nvSpPr>
          <p:cNvPr id="49" name="현재 step 종료 뒤&#10;새 입력의 관계·내용 판단">
            <a:extLst>
              <a:ext uri="{FF2B5EF4-FFF2-40B4-BE49-F238E27FC236}">
                <ns2:creationId id="{9D3C8AF3-CFC8-44BD-8AC3-3E061DEEA1DA}"/>
              </a:ext>
            </a:extLst>
          </p:cNvPr>
          <p:cNvSpPr>
            <a:spLocks noGrp="1"/>
          </p:cNvSpPr>
          <p:nvPr/>
        </p:nvSpPr>
        <p:spPr>
          <a:xfrm>
            <a:off x="2676525" y="4562475"/>
            <a:ext cx="2667000" cy="666750"/>
          </a:xfrm>
          <a:prstGeom prst="rect">
            <a:avLst/>
          </a:prstGeom>
          <a:solidFill>
            <a:srgbClr val="FFFFFF"/>
          </a:solidFill>
          <a:ln w="17145">
            <a:solidFill>
              <a:srgbClr val="111111"/>
            </a:solidFill>
            <a:prstDash val="solid"/>
          </a:ln>
        </p:spPr>
      </p:sp>
      <p:sp>
        <p:nvSpPr>
          <p:cNvPr id="50" name="DP2 object 185">
            <a:extLst>
              <a:ext uri="{FF2B5EF4-FFF2-40B4-BE49-F238E27FC236}">
                <ns2:creationId id="{13B639D4-533A-4B57-9311-4DA2D9F6C6D0}"/>
              </a:ext>
            </a:extLst>
          </p:cNvPr>
          <p:cNvSpPr>
            <a:spLocks noGrp="1"/>
          </p:cNvSpPr>
          <p:nvPr/>
        </p:nvSpPr>
        <p:spPr>
          <a:xfrm>
            <a:off x="2743200" y="4600575"/>
            <a:ext cx="2533650" cy="5905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step 종료 뒤</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새 입력의 관계·내용 판단</a:t>
            </a:r>
            <a:endParaRPr lang="ko-KR">
              <a:latin typeface="Calibri"/>
              <a:ea typeface="Calibri"/>
              <a:cs typeface="Calibri"/>
            </a:endParaRPr>
          </a:p>
        </p:txBody>
      </p:sp>
      <p:sp>
        <p:nvSpPr>
          <p:cNvPr id="51" name="한 대화의 근거와&#10;R1·R2 잠정 판단">
            <a:extLst>
              <a:ext uri="{FF2B5EF4-FFF2-40B4-BE49-F238E27FC236}">
                <ns2:creationId id="{F7EB5470-44E1-4991-B2C4-175A0F7F290E}"/>
              </a:ext>
            </a:extLst>
          </p:cNvPr>
          <p:cNvSpPr>
            <a:spLocks noGrp="1"/>
          </p:cNvSpPr>
          <p:nvPr/>
        </p:nvSpPr>
        <p:spPr>
          <a:xfrm>
            <a:off x="6153150" y="4495800"/>
            <a:ext cx="3048000" cy="838200"/>
          </a:xfrm>
          <a:prstGeom prst="can">
            <a:avLst>
              <a:gd name="adj" fmla="val 16000"/>
            </a:avLst>
          </a:prstGeom>
          <a:solidFill>
            <a:srgbClr val="FFF6DD"/>
          </a:solidFill>
          <a:ln w="17145">
            <a:solidFill>
              <a:srgbClr val="111111"/>
            </a:solidFill>
            <a:prstDash val="solid"/>
          </a:ln>
        </p:spPr>
      </p:sp>
      <p:sp>
        <p:nvSpPr>
          <p:cNvPr id="52" name="DP2 object 186">
            <a:extLst>
              <a:ext uri="{FF2B5EF4-FFF2-40B4-BE49-F238E27FC236}">
                <ns2:creationId id="{093A3C46-97A5-44F6-8ABA-639927473CA3}"/>
              </a:ext>
            </a:extLst>
          </p:cNvPr>
          <p:cNvSpPr>
            <a:spLocks noGrp="1"/>
          </p:cNvSpPr>
          <p:nvPr/>
        </p:nvSpPr>
        <p:spPr>
          <a:xfrm>
            <a:off x="6200775" y="4600575"/>
            <a:ext cx="2952750" cy="6762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한 대화의 근거와</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R1·R2 잠정 판단</a:t>
            </a:r>
            <a:endParaRPr lang="ko-KR">
              <a:latin typeface="Calibri"/>
              <a:ea typeface="Calibri"/>
              <a:cs typeface="Calibri"/>
            </a:endParaRPr>
          </a:p>
        </p:txBody>
      </p:sp>
      <p:sp>
        <p:nvSpPr>
          <p:cNvPr id="53" name="Editable path 187">
            <a:extLst>
              <a:ext uri="{FF2B5EF4-FFF2-40B4-BE49-F238E27FC236}">
                <ns2:creationId id="{F372172C-93B7-45F5-8412-1714D7EB352B}"/>
              </a:ext>
            </a:extLst>
          </p:cNvPr>
          <p:cNvSpPr>
            <a:spLocks noGrp="1"/>
          </p:cNvSpPr>
          <p:nvPr/>
        </p:nvSpPr>
        <p:spPr>
          <a:xfrm>
            <a:off x="5343525" y="4733925"/>
            <a:ext cx="809625" cy="953"/>
          </a:xfrm>
          <a:custGeom>
            <a:pathLst>
              <a:path w="809625" h="953">
                <a:moveTo>
                  <a:pt x="809625" y="0"/>
                </a:moveTo>
                <a:lnTo>
                  <a:pt x="0" y="0"/>
                </a:lnTo>
              </a:path>
            </a:pathLst>
          </a:custGeom>
          <a:noFill/>
          <a:ln w="20003">
            <a:solidFill>
              <a:srgbClr val="111111"/>
            </a:solidFill>
            <a:prstDash val="solid"/>
          </a:ln>
        </p:spPr>
      </p:sp>
      <p:sp>
        <p:nvSpPr>
          <p:cNvPr id="54" name="Editable arrowhead 188">
            <a:extLst>
              <a:ext uri="{FF2B5EF4-FFF2-40B4-BE49-F238E27FC236}">
                <ns2:creationId id="{D99EF81A-2881-497B-A854-37FA6BC3B78D}"/>
              </a:ext>
            </a:extLst>
          </p:cNvPr>
          <p:cNvSpPr>
            <a:spLocks noGrp="1"/>
          </p:cNvSpPr>
          <p:nvPr/>
        </p:nvSpPr>
        <p:spPr>
          <a:xfrm>
            <a:off x="5343525" y="4686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55" name="Editable path 189">
            <a:extLst>
              <a:ext uri="{FF2B5EF4-FFF2-40B4-BE49-F238E27FC236}">
                <ns2:creationId id="{3EE2681A-EB9F-4664-9B4B-47E37663122D}"/>
              </a:ext>
            </a:extLst>
          </p:cNvPr>
          <p:cNvSpPr>
            <a:spLocks noGrp="1"/>
          </p:cNvSpPr>
          <p:nvPr/>
        </p:nvSpPr>
        <p:spPr>
          <a:xfrm>
            <a:off x="5343525" y="5105400"/>
            <a:ext cx="809625" cy="953"/>
          </a:xfrm>
          <a:custGeom>
            <a:pathLst>
              <a:path w="809625" h="953">
                <a:moveTo>
                  <a:pt x="0" y="0"/>
                </a:moveTo>
                <a:lnTo>
                  <a:pt x="809625" y="0"/>
                </a:lnTo>
              </a:path>
            </a:pathLst>
          </a:custGeom>
          <a:noFill/>
          <a:ln w="20003">
            <a:solidFill>
              <a:srgbClr val="111111"/>
            </a:solidFill>
            <a:prstDash val="solid"/>
          </a:ln>
        </p:spPr>
      </p:sp>
      <p:sp>
        <p:nvSpPr>
          <p:cNvPr id="56" name="Editable arrowhead 190">
            <a:extLst>
              <a:ext uri="{FF2B5EF4-FFF2-40B4-BE49-F238E27FC236}">
                <ns2:creationId id="{BBB81B66-2BFA-44FC-9B95-052A6D8E1954}"/>
              </a:ext>
            </a:extLst>
          </p:cNvPr>
          <p:cNvSpPr>
            <a:spLocks noGrp="1"/>
          </p:cNvSpPr>
          <p:nvPr/>
        </p:nvSpPr>
        <p:spPr>
          <a:xfrm>
            <a:off x="6057900" y="50577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7" name="DP2 object 191">
            <a:extLst>
              <a:ext uri="{FF2B5EF4-FFF2-40B4-BE49-F238E27FC236}">
                <ns2:creationId id="{A1CB2788-014B-4E08-B99E-8B0525825A48}"/>
              </a:ext>
            </a:extLst>
          </p:cNvPr>
          <p:cNvSpPr>
            <a:spLocks noGrp="1"/>
          </p:cNvSpPr>
          <p:nvPr/>
        </p:nvSpPr>
        <p:spPr>
          <a:xfrm>
            <a:off x="5419725" y="4514850"/>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조회</a:t>
            </a:r>
            <a:endParaRPr lang="ko-KR">
              <a:latin typeface="Calibri"/>
              <a:ea typeface="Calibri"/>
              <a:cs typeface="Calibri"/>
            </a:endParaRPr>
          </a:p>
        </p:txBody>
      </p:sp>
      <p:sp>
        <p:nvSpPr>
          <p:cNvPr id="58" name="DP2 object 192">
            <a:extLst>
              <a:ext uri="{FF2B5EF4-FFF2-40B4-BE49-F238E27FC236}">
                <ns2:creationId id="{A4A1BF2D-5B21-458D-906C-1B8AFC11C2AE}"/>
              </a:ext>
            </a:extLst>
          </p:cNvPr>
          <p:cNvSpPr>
            <a:spLocks noGrp="1"/>
          </p:cNvSpPr>
          <p:nvPr/>
        </p:nvSpPr>
        <p:spPr>
          <a:xfrm>
            <a:off x="5419725" y="5114925"/>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갱신</a:t>
            </a:r>
            <a:endParaRPr lang="ko-KR">
              <a:latin typeface="Calibri"/>
              <a:ea typeface="Calibri"/>
              <a:cs typeface="Calibri"/>
            </a:endParaRPr>
          </a:p>
        </p:txBody>
      </p:sp>
      <p:sp>
        <p:nvSpPr>
          <p:cNvPr id="59" name="Editable path 193">
            <a:extLst>
              <a:ext uri="{FF2B5EF4-FFF2-40B4-BE49-F238E27FC236}">
                <ns2:creationId id="{0D3DF85F-F52D-47E3-9381-2A927991A1B6}"/>
              </a:ext>
            </a:extLst>
          </p:cNvPr>
          <p:cNvSpPr>
            <a:spLocks noGrp="1"/>
          </p:cNvSpPr>
          <p:nvPr/>
        </p:nvSpPr>
        <p:spPr>
          <a:xfrm>
            <a:off x="2514600" y="4438650"/>
            <a:ext cx="1485900" cy="1190625"/>
          </a:xfrm>
          <a:custGeom>
            <a:pathLst>
              <a:path w="1485900" h="1190625">
                <a:moveTo>
                  <a:pt x="1485900" y="790575"/>
                </a:moveTo>
                <a:lnTo>
                  <a:pt x="1485900" y="1190625"/>
                </a:lnTo>
                <a:lnTo>
                  <a:pt x="0" y="1190625"/>
                </a:lnTo>
                <a:lnTo>
                  <a:pt x="0" y="0"/>
                </a:lnTo>
                <a:lnTo>
                  <a:pt x="1485900" y="0"/>
                </a:lnTo>
                <a:lnTo>
                  <a:pt x="1485900" y="123825"/>
                </a:lnTo>
              </a:path>
            </a:pathLst>
          </a:custGeom>
          <a:noFill/>
          <a:ln w="19050">
            <a:solidFill>
              <a:srgbClr val="111111"/>
            </a:solidFill>
            <a:prstDash val="solid"/>
          </a:ln>
        </p:spPr>
      </p:sp>
      <p:sp>
        <p:nvSpPr>
          <p:cNvPr id="60" name="Editable arrowhead 194">
            <a:extLst>
              <a:ext uri="{FF2B5EF4-FFF2-40B4-BE49-F238E27FC236}">
                <ns2:creationId id="{AB5A5520-753A-443C-B54F-8D2F68E5D4B8}"/>
              </a:ext>
            </a:extLst>
          </p:cNvPr>
          <p:cNvSpPr>
            <a:spLocks noGrp="1"/>
          </p:cNvSpPr>
          <p:nvPr/>
        </p:nvSpPr>
        <p:spPr>
          <a:xfrm>
            <a:off x="3952875" y="4467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1" name="DP2 object 195">
            <a:extLst>
              <a:ext uri="{FF2B5EF4-FFF2-40B4-BE49-F238E27FC236}">
                <ns2:creationId id="{BCE7F47B-5000-4AB6-B0F2-05B9294A8C72}"/>
              </a:ext>
            </a:extLst>
          </p:cNvPr>
          <p:cNvSpPr>
            <a:spLocks noGrp="1"/>
          </p:cNvSpPr>
          <p:nvPr/>
        </p:nvSpPr>
        <p:spPr>
          <a:xfrm>
            <a:off x="4219575" y="5476875"/>
            <a:ext cx="5086350"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p:txBody>
      </p:sp>
      <p:sp>
        <p:nvSpPr>
          <p:cNvPr id="62" name="DP2 object 196">
            <a:extLst>
              <a:ext uri="{FF2B5EF4-FFF2-40B4-BE49-F238E27FC236}">
                <ns2:creationId id="{B129F423-A7FC-42B7-B3D2-90B4B0E8FCE2}"/>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공통 대화 + 요청별 실행과 문맥 + 반환 관리</a:t>
            </a:r>
            <a:endParaRPr lang="ko-KR">
              <a:latin typeface="Calibri"/>
              <a:ea typeface="Calibri"/>
              <a:cs typeface="Calibri"/>
            </a:endParaRPr>
          </a:p>
        </p:txBody>
      </p:sp>
      <p:sp>
        <p:nvSpPr>
          <p:cNvPr id="63" name="B Request Controller Component">
            <a:extLst>
              <a:ext uri="{FF2B5EF4-FFF2-40B4-BE49-F238E27FC236}">
                <ns2:creationId id="{A40CF3BB-688F-4F59-BB26-16E6F9429B52}"/>
              </a:ext>
            </a:extLst>
          </p:cNvPr>
          <p:cNvSpPr>
            <a:spLocks noGrp="1"/>
          </p:cNvSpPr>
          <p:nvPr/>
        </p:nvSpPr>
        <p:spPr>
          <a:xfrm>
            <a:off x="10229850" y="2505075"/>
            <a:ext cx="2324100" cy="3514725"/>
          </a:xfrm>
          <a:prstGeom prst="rect">
            <a:avLst/>
          </a:prstGeom>
          <a:solidFill>
            <a:srgbClr val="FFF6DD"/>
          </a:solidFill>
          <a:ln w="25718">
            <a:solidFill>
              <a:srgbClr val="111111"/>
            </a:solidFill>
            <a:prstDash val="solid"/>
          </a:ln>
        </p:spPr>
      </p:sp>
      <p:sp>
        <p:nvSpPr>
          <p:cNvPr id="64" name="DP2 object 197">
            <a:extLst>
              <a:ext uri="{FF2B5EF4-FFF2-40B4-BE49-F238E27FC236}">
                <ns2:creationId id="{77F1F351-10FC-4188-8A74-F2467C5AB006}"/>
              </a:ext>
            </a:extLst>
          </p:cNvPr>
          <p:cNvSpPr>
            <a:spLocks noGrp="1"/>
          </p:cNvSpPr>
          <p:nvPr/>
        </p:nvSpPr>
        <p:spPr>
          <a:xfrm>
            <a:off x="10334625" y="2581275"/>
            <a:ext cx="2114550" cy="5715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Controller</a:t>
            </a:r>
            <a:endParaRPr lang="ko-KR">
              <a:latin typeface="Calibri"/>
              <a:ea typeface="Calibri"/>
              <a:cs typeface="Calibri"/>
            </a:endParaRPr>
          </a:p>
        </p:txBody>
      </p:sp>
      <p:sp>
        <p:nvSpPr>
          <p:cNvPr id="65" name="Editable path 198">
            <a:extLst>
              <a:ext uri="{FF2B5EF4-FFF2-40B4-BE49-F238E27FC236}">
                <ns2:creationId id="{66AFA1A5-4BF0-4ECC-B8B0-C04FAEE6140F}"/>
              </a:ext>
            </a:extLst>
          </p:cNvPr>
          <p:cNvSpPr>
            <a:spLocks noGrp="1"/>
          </p:cNvSpPr>
          <p:nvPr/>
        </p:nvSpPr>
        <p:spPr>
          <a:xfrm>
            <a:off x="10229850" y="3152775"/>
            <a:ext cx="2324100" cy="953"/>
          </a:xfrm>
          <a:custGeom>
            <a:pathLst>
              <a:path w="2324100" h="953">
                <a:moveTo>
                  <a:pt x="0" y="0"/>
                </a:moveTo>
                <a:lnTo>
                  <a:pt x="2324100" y="0"/>
                </a:lnTo>
              </a:path>
            </a:pathLst>
          </a:custGeom>
          <a:noFill/>
          <a:ln w="13335">
            <a:solidFill>
              <a:srgbClr val="111111"/>
            </a:solidFill>
            <a:prstDash val="solid"/>
          </a:ln>
        </p:spPr>
      </p:sp>
      <p:sp>
        <p:nvSpPr>
          <p:cNvPr id="66" name="입력 보존 / 실행 요청">
            <a:extLst>
              <a:ext uri="{FF2B5EF4-FFF2-40B4-BE49-F238E27FC236}">
                <ns2:creationId id="{96403433-5714-40B3-B2C0-823C533FA82A}"/>
              </a:ext>
            </a:extLst>
          </p:cNvPr>
          <p:cNvSpPr>
            <a:spLocks noGrp="1"/>
          </p:cNvSpPr>
          <p:nvPr/>
        </p:nvSpPr>
        <p:spPr>
          <a:xfrm>
            <a:off x="10353675" y="3248025"/>
            <a:ext cx="2076450" cy="400050"/>
          </a:xfrm>
          <a:prstGeom prst="rect">
            <a:avLst/>
          </a:prstGeom>
          <a:solidFill>
            <a:srgbClr val="FFFFFF"/>
          </a:solidFill>
          <a:ln w="17145">
            <a:solidFill>
              <a:srgbClr val="111111"/>
            </a:solidFill>
            <a:prstDash val="solid"/>
          </a:ln>
        </p:spPr>
      </p:sp>
      <p:sp>
        <p:nvSpPr>
          <p:cNvPr id="67" name="DP2 object 199">
            <a:extLst>
              <a:ext uri="{FF2B5EF4-FFF2-40B4-BE49-F238E27FC236}">
                <ns2:creationId id="{C6698E38-FED0-47AA-A44A-300FD15268E0}"/>
              </a:ext>
            </a:extLst>
          </p:cNvPr>
          <p:cNvSpPr>
            <a:spLocks noGrp="1"/>
          </p:cNvSpPr>
          <p:nvPr/>
        </p:nvSpPr>
        <p:spPr>
          <a:xfrm>
            <a:off x="10420350" y="3286125"/>
            <a:ext cx="1943100" cy="3238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실행 요청</a:t>
            </a:r>
            <a:endParaRPr lang="ko-KR">
              <a:latin typeface="Calibri"/>
              <a:ea typeface="Calibri"/>
              <a:cs typeface="Calibri"/>
            </a:endParaRPr>
          </a:p>
        </p:txBody>
      </p:sp>
      <p:sp>
        <p:nvSpPr>
          <p:cNvPr id="68" name="입력 / 실행 ID 대응&#10;목표·revision&#10;변경·완료 상태">
            <a:extLst>
              <a:ext uri="{FF2B5EF4-FFF2-40B4-BE49-F238E27FC236}">
                <ns2:creationId id="{646D1B6E-0614-447B-98EE-2C08F74D270D}"/>
              </a:ext>
            </a:extLst>
          </p:cNvPr>
          <p:cNvSpPr>
            <a:spLocks noGrp="1"/>
          </p:cNvSpPr>
          <p:nvPr/>
        </p:nvSpPr>
        <p:spPr>
          <a:xfrm>
            <a:off x="10353675" y="3838575"/>
            <a:ext cx="2076450" cy="933450"/>
          </a:xfrm>
          <a:prstGeom prst="can">
            <a:avLst>
              <a:gd name="adj" fmla="val 16000"/>
            </a:avLst>
          </a:prstGeom>
          <a:solidFill>
            <a:srgbClr val="FFF6DD"/>
          </a:solidFill>
          <a:ln w="17145">
            <a:solidFill>
              <a:srgbClr val="111111"/>
            </a:solidFill>
            <a:prstDash val="solid"/>
          </a:ln>
        </p:spPr>
      </p:sp>
      <p:sp>
        <p:nvSpPr>
          <p:cNvPr id="69" name="DP2 object 200">
            <a:extLst>
              <a:ext uri="{FF2B5EF4-FFF2-40B4-BE49-F238E27FC236}">
                <ns2:creationId id="{FE55CF4B-8780-4185-9171-E665660A2E0B}"/>
              </a:ext>
            </a:extLst>
          </p:cNvPr>
          <p:cNvSpPr>
            <a:spLocks noGrp="1"/>
          </p:cNvSpPr>
          <p:nvPr/>
        </p:nvSpPr>
        <p:spPr>
          <a:xfrm>
            <a:off x="10401300" y="3943350"/>
            <a:ext cx="1981200" cy="7715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 실행 ID 대응</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목표·revision</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변경·완료 상태</a:t>
            </a:r>
            <a:endParaRPr lang="ko-KR">
              <a:latin typeface="Calibri"/>
              <a:ea typeface="Calibri"/>
              <a:cs typeface="Calibri"/>
            </a:endParaRPr>
          </a:p>
        </p:txBody>
      </p:sp>
      <p:sp>
        <p:nvSpPr>
          <p:cNvPr id="70" name="개별 반환 검증·채택&#10;필요한 재결합 요청">
            <a:extLst>
              <a:ext uri="{FF2B5EF4-FFF2-40B4-BE49-F238E27FC236}">
                <ns2:creationId id="{7C6AB176-E031-45EC-AADA-54BCBB375CBC}"/>
              </a:ext>
            </a:extLst>
          </p:cNvPr>
          <p:cNvSpPr>
            <a:spLocks noGrp="1"/>
          </p:cNvSpPr>
          <p:nvPr/>
        </p:nvSpPr>
        <p:spPr>
          <a:xfrm>
            <a:off x="10353675" y="5105400"/>
            <a:ext cx="2076450" cy="771525"/>
          </a:xfrm>
          <a:prstGeom prst="rect">
            <a:avLst/>
          </a:prstGeom>
          <a:solidFill>
            <a:srgbClr val="FFFFFF"/>
          </a:solidFill>
          <a:ln w="17145">
            <a:solidFill>
              <a:srgbClr val="111111"/>
            </a:solidFill>
            <a:prstDash val="solid"/>
          </a:ln>
        </p:spPr>
      </p:sp>
      <p:sp>
        <p:nvSpPr>
          <p:cNvPr id="71" name="DP2 object 201">
            <a:extLst>
              <a:ext uri="{FF2B5EF4-FFF2-40B4-BE49-F238E27FC236}">
                <ns2:creationId id="{7C1E0899-A0E0-4E4E-AE83-057FF253F982}"/>
              </a:ext>
            </a:extLst>
          </p:cNvPr>
          <p:cNvSpPr>
            <a:spLocks noGrp="1"/>
          </p:cNvSpPr>
          <p:nvPr/>
        </p:nvSpPr>
        <p:spPr>
          <a:xfrm>
            <a:off x="10420350" y="5143500"/>
            <a:ext cx="1943100" cy="695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개별 반환 검증·채택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필요한 재결합 요청</a:t>
            </a:r>
            <a:endParaRPr lang="ko-KR">
              <a:latin typeface="Calibri"/>
              <a:ea typeface="Calibri"/>
              <a:cs typeface="Calibri"/>
            </a:endParaRPr>
          </a:p>
        </p:txBody>
      </p:sp>
      <p:sp>
        <p:nvSpPr>
          <p:cNvPr id="72" name="Editable path 202">
            <a:extLst>
              <a:ext uri="{FF2B5EF4-FFF2-40B4-BE49-F238E27FC236}">
                <ns2:creationId id="{1B66DA97-C191-431F-A73D-883C8CC9FF0C}"/>
              </a:ext>
            </a:extLst>
          </p:cNvPr>
          <p:cNvSpPr>
            <a:spLocks noGrp="1"/>
          </p:cNvSpPr>
          <p:nvPr/>
        </p:nvSpPr>
        <p:spPr>
          <a:xfrm>
            <a:off x="11391900" y="3648075"/>
            <a:ext cx="953" cy="190500"/>
          </a:xfrm>
          <a:custGeom>
            <a:pathLst>
              <a:path w="953" h="190500">
                <a:moveTo>
                  <a:pt x="0" y="0"/>
                </a:moveTo>
                <a:lnTo>
                  <a:pt x="0" y="190500"/>
                </a:lnTo>
              </a:path>
            </a:pathLst>
          </a:custGeom>
          <a:noFill/>
          <a:ln w="18098">
            <a:solidFill>
              <a:srgbClr val="111111"/>
            </a:solidFill>
            <a:prstDash val="solid"/>
          </a:ln>
        </p:spPr>
      </p:sp>
      <p:sp>
        <p:nvSpPr>
          <p:cNvPr id="73" name="Editable arrowhead 203">
            <a:extLst>
              <a:ext uri="{FF2B5EF4-FFF2-40B4-BE49-F238E27FC236}">
                <ns2:creationId id="{A03A23AE-7326-4353-933F-D90E908A3F86}"/>
              </a:ext>
            </a:extLst>
          </p:cNvPr>
          <p:cNvSpPr>
            <a:spLocks noGrp="1"/>
          </p:cNvSpPr>
          <p:nvPr/>
        </p:nvSpPr>
        <p:spPr>
          <a:xfrm>
            <a:off x="11344275" y="37433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4" name="Editable path 204">
            <a:extLst>
              <a:ext uri="{FF2B5EF4-FFF2-40B4-BE49-F238E27FC236}">
                <ns2:creationId id="{0434A149-0486-4570-B60D-D68CE4750B1F}"/>
              </a:ext>
            </a:extLst>
          </p:cNvPr>
          <p:cNvSpPr>
            <a:spLocks noGrp="1"/>
          </p:cNvSpPr>
          <p:nvPr/>
        </p:nvSpPr>
        <p:spPr>
          <a:xfrm>
            <a:off x="11391900" y="4772025"/>
            <a:ext cx="953" cy="333375"/>
          </a:xfrm>
          <a:custGeom>
            <a:pathLst>
              <a:path w="953" h="333375">
                <a:moveTo>
                  <a:pt x="0" y="0"/>
                </a:moveTo>
                <a:lnTo>
                  <a:pt x="0" y="333375"/>
                </a:lnTo>
              </a:path>
            </a:pathLst>
          </a:custGeom>
          <a:noFill/>
          <a:ln w="18098">
            <a:solidFill>
              <a:srgbClr val="111111"/>
            </a:solidFill>
            <a:prstDash val="solid"/>
          </a:ln>
        </p:spPr>
      </p:sp>
      <p:sp>
        <p:nvSpPr>
          <p:cNvPr id="75" name="Editable arrowhead 205">
            <a:extLst>
              <a:ext uri="{FF2B5EF4-FFF2-40B4-BE49-F238E27FC236}">
                <ns2:creationId id="{BA5CCD8A-72E5-4C90-8B8B-0AAC00BB479F}"/>
              </a:ext>
            </a:extLst>
          </p:cNvPr>
          <p:cNvSpPr>
            <a:spLocks noGrp="1"/>
          </p:cNvSpPr>
          <p:nvPr/>
        </p:nvSpPr>
        <p:spPr>
          <a:xfrm>
            <a:off x="11344275" y="5010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6" name="B Request Interpreter Component">
            <a:extLst>
              <a:ext uri="{FF2B5EF4-FFF2-40B4-BE49-F238E27FC236}">
                <ns2:creationId id="{B2E253F2-6BE1-48ED-9D3B-99340A139ACA}"/>
              </a:ext>
            </a:extLst>
          </p:cNvPr>
          <p:cNvSpPr>
            <a:spLocks noGrp="1"/>
          </p:cNvSpPr>
          <p:nvPr/>
        </p:nvSpPr>
        <p:spPr>
          <a:xfrm>
            <a:off x="12954000" y="2505075"/>
            <a:ext cx="4838700" cy="3514725"/>
          </a:xfrm>
          <a:prstGeom prst="rect">
            <a:avLst/>
          </a:prstGeom>
          <a:solidFill>
            <a:srgbClr val="FFF6DD"/>
          </a:solidFill>
          <a:ln w="25718">
            <a:solidFill>
              <a:srgbClr val="111111"/>
            </a:solidFill>
            <a:prstDash val="solid"/>
          </a:ln>
        </p:spPr>
      </p:sp>
      <p:sp>
        <p:nvSpPr>
          <p:cNvPr id="77" name="DP2 object 206">
            <a:extLst>
              <a:ext uri="{FF2B5EF4-FFF2-40B4-BE49-F238E27FC236}">
                <ns2:creationId id="{FBD236D2-FCD2-498C-BEBF-F47277FCB499}"/>
              </a:ext>
            </a:extLst>
          </p:cNvPr>
          <p:cNvSpPr>
            <a:spLocks noGrp="1"/>
          </p:cNvSpPr>
          <p:nvPr/>
        </p:nvSpPr>
        <p:spPr>
          <a:xfrm>
            <a:off x="13058775" y="2533650"/>
            <a:ext cx="46291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8" name="Editable path 207">
            <a:extLst>
              <a:ext uri="{FF2B5EF4-FFF2-40B4-BE49-F238E27FC236}">
                <ns2:creationId id="{2506E3BA-0931-46B5-A46D-515FD75BDA20}"/>
              </a:ext>
            </a:extLst>
          </p:cNvPr>
          <p:cNvSpPr>
            <a:spLocks noGrp="1"/>
          </p:cNvSpPr>
          <p:nvPr/>
        </p:nvSpPr>
        <p:spPr>
          <a:xfrm>
            <a:off x="12954000" y="2838450"/>
            <a:ext cx="4838700" cy="953"/>
          </a:xfrm>
          <a:custGeom>
            <a:pathLst>
              <a:path w="4838700" h="953">
                <a:moveTo>
                  <a:pt x="0" y="0"/>
                </a:moveTo>
                <a:lnTo>
                  <a:pt x="4838700" y="0"/>
                </a:lnTo>
              </a:path>
            </a:pathLst>
          </a:custGeom>
          <a:noFill/>
          <a:ln w="13335">
            <a:solidFill>
              <a:srgbClr val="111111"/>
            </a:solidFill>
            <a:prstDash val="solid"/>
          </a:ln>
        </p:spPr>
      </p:sp>
      <p:sp>
        <p:nvSpPr>
          <p:cNvPr id="79" name="공통 대화 해석&#10;관계 판단·확인 질문&#10;짧은 답은 직접 반환">
            <a:extLst>
              <a:ext uri="{FF2B5EF4-FFF2-40B4-BE49-F238E27FC236}">
                <ns2:creationId id="{AAD18C4B-D2C2-4AAC-8FAE-E8B420FD5441}"/>
              </a:ext>
            </a:extLst>
          </p:cNvPr>
          <p:cNvSpPr>
            <a:spLocks noGrp="1"/>
          </p:cNvSpPr>
          <p:nvPr/>
        </p:nvSpPr>
        <p:spPr>
          <a:xfrm>
            <a:off x="13087350" y="2971800"/>
            <a:ext cx="2647950" cy="790575"/>
          </a:xfrm>
          <a:prstGeom prst="rect">
            <a:avLst/>
          </a:prstGeom>
          <a:solidFill>
            <a:srgbClr val="FFFFFF"/>
          </a:solidFill>
          <a:ln w="17145">
            <a:solidFill>
              <a:srgbClr val="111111"/>
            </a:solidFill>
            <a:prstDash val="solid"/>
          </a:ln>
        </p:spPr>
      </p:sp>
      <p:sp>
        <p:nvSpPr>
          <p:cNvPr id="80" name="DP2 object 208">
            <a:extLst>
              <a:ext uri="{FF2B5EF4-FFF2-40B4-BE49-F238E27FC236}">
                <ns2:creationId id="{DFA7CD9F-ACEF-4E63-8F8E-4AA705889879}"/>
              </a:ext>
            </a:extLst>
          </p:cNvPr>
          <p:cNvSpPr>
            <a:spLocks noGrp="1"/>
          </p:cNvSpPr>
          <p:nvPr/>
        </p:nvSpPr>
        <p:spPr>
          <a:xfrm>
            <a:off x="13154025" y="3009900"/>
            <a:ext cx="2514600" cy="7143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공통 대화 해석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판단·확인 질문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짧은 답은 직접 반환</a:t>
            </a:r>
            <a:endParaRPr lang="ko-KR">
              <a:latin typeface="Calibri"/>
              <a:ea typeface="Calibri"/>
              <a:cs typeface="Calibri"/>
            </a:endParaRPr>
          </a:p>
        </p:txBody>
      </p:sp>
      <p:sp>
        <p:nvSpPr>
          <p:cNvPr id="81" name="최근 문맥&#10;요청 참조">
            <a:extLst>
              <a:ext uri="{FF2B5EF4-FFF2-40B4-BE49-F238E27FC236}">
                <ns2:creationId id="{804C5228-FC67-4CCA-9C59-1E6B2F87E070}"/>
              </a:ext>
            </a:extLst>
          </p:cNvPr>
          <p:cNvSpPr>
            <a:spLocks noGrp="1"/>
          </p:cNvSpPr>
          <p:nvPr/>
        </p:nvSpPr>
        <p:spPr>
          <a:xfrm>
            <a:off x="15944850" y="2971800"/>
            <a:ext cx="1714500" cy="790575"/>
          </a:xfrm>
          <a:prstGeom prst="can">
            <a:avLst>
              <a:gd name="adj" fmla="val 16000"/>
            </a:avLst>
          </a:prstGeom>
          <a:solidFill>
            <a:srgbClr val="FFF6DD"/>
          </a:solidFill>
          <a:ln w="17145">
            <a:solidFill>
              <a:srgbClr val="111111"/>
            </a:solidFill>
            <a:prstDash val="solid"/>
          </a:ln>
        </p:spPr>
      </p:sp>
      <p:sp>
        <p:nvSpPr>
          <p:cNvPr id="82" name="DP2 object 209">
            <a:extLst>
              <a:ext uri="{FF2B5EF4-FFF2-40B4-BE49-F238E27FC236}">
                <ns2:creationId id="{574B2346-48CA-4336-A65A-F6CDBC86974C}"/>
              </a:ext>
            </a:extLst>
          </p:cNvPr>
          <p:cNvSpPr>
            <a:spLocks noGrp="1"/>
          </p:cNvSpPr>
          <p:nvPr/>
        </p:nvSpPr>
        <p:spPr>
          <a:xfrm>
            <a:off x="15992475" y="3076575"/>
            <a:ext cx="1619250"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최근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요청 참조</a:t>
            </a:r>
            <a:endParaRPr lang="ko-KR">
              <a:latin typeface="Calibri"/>
              <a:ea typeface="Calibri"/>
              <a:cs typeface="Calibri"/>
            </a:endParaRPr>
          </a:p>
        </p:txBody>
      </p:sp>
      <p:sp>
        <p:nvSpPr>
          <p:cNvPr id="83" name="Editable path 210">
            <a:extLst>
              <a:ext uri="{FF2B5EF4-FFF2-40B4-BE49-F238E27FC236}">
                <ns2:creationId id="{70ECCCA6-797D-4305-BE59-D8EAE6812F69}"/>
              </a:ext>
            </a:extLst>
          </p:cNvPr>
          <p:cNvSpPr>
            <a:spLocks noGrp="1"/>
          </p:cNvSpPr>
          <p:nvPr/>
        </p:nvSpPr>
        <p:spPr>
          <a:xfrm>
            <a:off x="15735300" y="3371850"/>
            <a:ext cx="209550" cy="953"/>
          </a:xfrm>
          <a:custGeom>
            <a:pathLst>
              <a:path w="209550" h="953">
                <a:moveTo>
                  <a:pt x="209550" y="0"/>
                </a:moveTo>
                <a:lnTo>
                  <a:pt x="0" y="0"/>
                </a:lnTo>
              </a:path>
            </a:pathLst>
          </a:custGeom>
          <a:noFill/>
          <a:ln w="16193">
            <a:solidFill>
              <a:srgbClr val="111111"/>
            </a:solidFill>
            <a:prstDash val="solid"/>
          </a:ln>
        </p:spPr>
      </p:sp>
      <p:sp>
        <p:nvSpPr>
          <p:cNvPr id="84" name="Editable arrowhead 211">
            <a:extLst>
              <a:ext uri="{FF2B5EF4-FFF2-40B4-BE49-F238E27FC236}">
                <ns2:creationId id="{A63846DA-AE82-4BC8-9633-785FC329F392}"/>
              </a:ext>
            </a:extLst>
          </p:cNvPr>
          <p:cNvSpPr>
            <a:spLocks noGrp="1"/>
          </p:cNvSpPr>
          <p:nvPr/>
        </p:nvSpPr>
        <p:spPr>
          <a:xfrm>
            <a:off x="15735300" y="33242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5" name="Editable path 212">
            <a:extLst>
              <a:ext uri="{FF2B5EF4-FFF2-40B4-BE49-F238E27FC236}">
                <ns2:creationId id="{ECA39FE8-C775-4B4A-8EF0-BD01E59691A9}"/>
              </a:ext>
            </a:extLst>
          </p:cNvPr>
          <p:cNvSpPr>
            <a:spLocks noGrp="1"/>
          </p:cNvSpPr>
          <p:nvPr/>
        </p:nvSpPr>
        <p:spPr>
          <a:xfrm>
            <a:off x="12553950" y="3448050"/>
            <a:ext cx="533400" cy="953"/>
          </a:xfrm>
          <a:custGeom>
            <a:pathLst>
              <a:path w="533400" h="953">
                <a:moveTo>
                  <a:pt x="0" y="0"/>
                </a:moveTo>
                <a:lnTo>
                  <a:pt x="533400" y="0"/>
                </a:lnTo>
              </a:path>
            </a:pathLst>
          </a:custGeom>
          <a:noFill/>
          <a:ln w="20003">
            <a:solidFill>
              <a:srgbClr val="111111"/>
            </a:solidFill>
            <a:prstDash val="solid"/>
          </a:ln>
        </p:spPr>
      </p:sp>
      <p:sp>
        <p:nvSpPr>
          <p:cNvPr id="86" name="Editable arrowhead 213">
            <a:extLst>
              <a:ext uri="{FF2B5EF4-FFF2-40B4-BE49-F238E27FC236}">
                <ns2:creationId id="{3658BA00-1557-4A92-B0EF-B125F3644288}"/>
              </a:ext>
            </a:extLst>
          </p:cNvPr>
          <p:cNvSpPr>
            <a:spLocks noGrp="1"/>
          </p:cNvSpPr>
          <p:nvPr/>
        </p:nvSpPr>
        <p:spPr>
          <a:xfrm>
            <a:off x="12992100" y="34004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7" name="Editable path 214">
            <a:extLst>
              <a:ext uri="{FF2B5EF4-FFF2-40B4-BE49-F238E27FC236}">
                <ns2:creationId id="{71E27119-DAD1-4535-8F75-FD14CF824901}"/>
              </a:ext>
            </a:extLst>
          </p:cNvPr>
          <p:cNvSpPr>
            <a:spLocks noGrp="1"/>
          </p:cNvSpPr>
          <p:nvPr/>
        </p:nvSpPr>
        <p:spPr>
          <a:xfrm>
            <a:off x="12553950" y="3638550"/>
            <a:ext cx="533400" cy="1590675"/>
          </a:xfrm>
          <a:custGeom>
            <a:pathLst>
              <a:path w="533400" h="1590675">
                <a:moveTo>
                  <a:pt x="533400" y="0"/>
                </a:moveTo>
                <a:lnTo>
                  <a:pt x="133350" y="0"/>
                </a:lnTo>
                <a:lnTo>
                  <a:pt x="133350" y="1590675"/>
                </a:lnTo>
                <a:lnTo>
                  <a:pt x="0" y="1590675"/>
                </a:lnTo>
              </a:path>
            </a:pathLst>
          </a:custGeom>
          <a:noFill/>
          <a:ln w="20003">
            <a:solidFill>
              <a:srgbClr val="111111"/>
            </a:solidFill>
            <a:prstDash val="solid"/>
          </a:ln>
        </p:spPr>
      </p:sp>
      <p:sp>
        <p:nvSpPr>
          <p:cNvPr id="88" name="Editable arrowhead 215">
            <a:extLst>
              <a:ext uri="{FF2B5EF4-FFF2-40B4-BE49-F238E27FC236}">
                <ns2:creationId id="{94D69FA1-056D-4664-BB61-8AE1B347128C}"/>
              </a:ext>
            </a:extLst>
          </p:cNvPr>
          <p:cNvSpPr>
            <a:spLocks noGrp="1"/>
          </p:cNvSpPr>
          <p:nvPr/>
        </p:nvSpPr>
        <p:spPr>
          <a:xfrm>
            <a:off x="12553950" y="51816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9" name="Editable path 216">
            <a:extLst>
              <a:ext uri="{FF2B5EF4-FFF2-40B4-BE49-F238E27FC236}">
                <ns2:creationId id="{BCB08567-2030-46C5-9D91-9901ACBE31AE}"/>
              </a:ext>
            </a:extLst>
          </p:cNvPr>
          <p:cNvSpPr>
            <a:spLocks noGrp="1"/>
          </p:cNvSpPr>
          <p:nvPr/>
        </p:nvSpPr>
        <p:spPr>
          <a:xfrm>
            <a:off x="14173200" y="3762375"/>
            <a:ext cx="238125" cy="371475"/>
          </a:xfrm>
          <a:custGeom>
            <a:pathLst>
              <a:path w="238125" h="371475">
                <a:moveTo>
                  <a:pt x="238125" y="0"/>
                </a:moveTo>
                <a:lnTo>
                  <a:pt x="238125" y="180975"/>
                </a:lnTo>
                <a:lnTo>
                  <a:pt x="0" y="180975"/>
                </a:lnTo>
                <a:lnTo>
                  <a:pt x="0" y="371475"/>
                </a:lnTo>
              </a:path>
            </a:pathLst>
          </a:custGeom>
          <a:noFill/>
          <a:ln w="20003">
            <a:solidFill>
              <a:srgbClr val="111111"/>
            </a:solidFill>
            <a:prstDash val="solid"/>
          </a:ln>
        </p:spPr>
      </p:sp>
      <p:sp>
        <p:nvSpPr>
          <p:cNvPr id="90" name="Editable arrowhead 217">
            <a:extLst>
              <a:ext uri="{FF2B5EF4-FFF2-40B4-BE49-F238E27FC236}">
                <ns2:creationId id="{FCE59F85-5CD6-4886-97CE-3D736D3F24B1}"/>
              </a:ext>
            </a:extLst>
          </p:cNvPr>
          <p:cNvSpPr>
            <a:spLocks noGrp="1"/>
          </p:cNvSpPr>
          <p:nvPr/>
        </p:nvSpPr>
        <p:spPr>
          <a:xfrm>
            <a:off x="141255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1" name="Editable path 218">
            <a:extLst>
              <a:ext uri="{FF2B5EF4-FFF2-40B4-BE49-F238E27FC236}">
                <ns2:creationId id="{3632C770-708B-44A5-B2E0-09E59BCE7A72}"/>
              </a:ext>
            </a:extLst>
          </p:cNvPr>
          <p:cNvSpPr>
            <a:spLocks noGrp="1"/>
          </p:cNvSpPr>
          <p:nvPr/>
        </p:nvSpPr>
        <p:spPr>
          <a:xfrm>
            <a:off x="14411325" y="3943350"/>
            <a:ext cx="2162175" cy="190500"/>
          </a:xfrm>
          <a:custGeom>
            <a:pathLst>
              <a:path w="2162175" h="190500">
                <a:moveTo>
                  <a:pt x="0" y="0"/>
                </a:moveTo>
                <a:lnTo>
                  <a:pt x="2162175" y="0"/>
                </a:lnTo>
                <a:lnTo>
                  <a:pt x="2162175" y="190500"/>
                </a:lnTo>
              </a:path>
            </a:pathLst>
          </a:custGeom>
          <a:noFill/>
          <a:ln w="20003">
            <a:solidFill>
              <a:srgbClr val="111111"/>
            </a:solidFill>
            <a:prstDash val="solid"/>
          </a:ln>
        </p:spPr>
      </p:sp>
      <p:sp>
        <p:nvSpPr>
          <p:cNvPr id="92" name="Editable arrowhead 219">
            <a:extLst>
              <a:ext uri="{FF2B5EF4-FFF2-40B4-BE49-F238E27FC236}">
                <ns2:creationId id="{93B9EAC5-2084-405B-8E41-FE0921148743}"/>
              </a:ext>
            </a:extLst>
          </p:cNvPr>
          <p:cNvSpPr>
            <a:spLocks noGrp="1"/>
          </p:cNvSpPr>
          <p:nvPr/>
        </p:nvSpPr>
        <p:spPr>
          <a:xfrm>
            <a:off x="16525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B R1 logical execution">
            <a:extLst>
              <a:ext uri="{FF2B5EF4-FFF2-40B4-BE49-F238E27FC236}">
                <ns2:creationId id="{2A1BF90B-B251-4660-B1FD-7AADEFE765B7}"/>
              </a:ext>
            </a:extLst>
          </p:cNvPr>
          <p:cNvSpPr>
            <a:spLocks noGrp="1"/>
          </p:cNvSpPr>
          <p:nvPr/>
        </p:nvSpPr>
        <p:spPr>
          <a:xfrm>
            <a:off x="13087350" y="4133850"/>
            <a:ext cx="2171700" cy="1352550"/>
          </a:xfrm>
          <a:prstGeom prst="rect">
            <a:avLst/>
          </a:prstGeom>
          <a:noFill/>
          <a:ln w="17145">
            <a:solidFill>
              <a:srgbClr val="111111"/>
            </a:solidFill>
            <a:prstDash val="dash"/>
          </a:ln>
        </p:spPr>
      </p:sp>
      <p:sp>
        <p:nvSpPr>
          <p:cNvPr id="94" name="B R2 logical execution">
            <a:extLst>
              <a:ext uri="{FF2B5EF4-FFF2-40B4-BE49-F238E27FC236}">
                <ns2:creationId id="{7F34A2C6-894C-45B8-8D4B-5BDAD31A95E3}"/>
              </a:ext>
            </a:extLst>
          </p:cNvPr>
          <p:cNvSpPr>
            <a:spLocks noGrp="1"/>
          </p:cNvSpPr>
          <p:nvPr/>
        </p:nvSpPr>
        <p:spPr>
          <a:xfrm>
            <a:off x="15487650" y="4133850"/>
            <a:ext cx="2171700" cy="1352550"/>
          </a:xfrm>
          <a:prstGeom prst="rect">
            <a:avLst/>
          </a:prstGeom>
          <a:noFill/>
          <a:ln w="17145">
            <a:solidFill>
              <a:srgbClr val="111111"/>
            </a:solidFill>
            <a:prstDash val="dash"/>
          </a:ln>
        </p:spPr>
      </p:sp>
      <p:sp>
        <p:nvSpPr>
          <p:cNvPr id="95" name="DP2 object 220">
            <a:extLst>
              <a:ext uri="{FF2B5EF4-FFF2-40B4-BE49-F238E27FC236}">
                <ns2:creationId id="{7309215B-297B-44AA-A85D-1180F2A83903}"/>
              </a:ext>
            </a:extLst>
          </p:cNvPr>
          <p:cNvSpPr>
            <a:spLocks noGrp="1"/>
          </p:cNvSpPr>
          <p:nvPr/>
        </p:nvSpPr>
        <p:spPr>
          <a:xfrm>
            <a:off x="131826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96" name="DP2 object 221">
            <a:extLst>
              <a:ext uri="{FF2B5EF4-FFF2-40B4-BE49-F238E27FC236}">
                <ns2:creationId id="{9B6D835F-00BB-4FF6-BAF2-E9EE1510B784}"/>
              </a:ext>
            </a:extLst>
          </p:cNvPr>
          <p:cNvSpPr>
            <a:spLocks noGrp="1"/>
          </p:cNvSpPr>
          <p:nvPr/>
        </p:nvSpPr>
        <p:spPr>
          <a:xfrm>
            <a:off x="155829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97" name="근거 읽기·긴 판단">
            <a:extLst>
              <a:ext uri="{FF2B5EF4-FFF2-40B4-BE49-F238E27FC236}">
                <ns2:creationId id="{16A54E26-09D6-495B-B0C7-D2F23D33EA22}"/>
              </a:ext>
            </a:extLst>
          </p:cNvPr>
          <p:cNvSpPr>
            <a:spLocks noGrp="1"/>
          </p:cNvSpPr>
          <p:nvPr/>
        </p:nvSpPr>
        <p:spPr>
          <a:xfrm>
            <a:off x="13201650" y="4505325"/>
            <a:ext cx="1943100" cy="323850"/>
          </a:xfrm>
          <a:prstGeom prst="rect">
            <a:avLst/>
          </a:prstGeom>
          <a:solidFill>
            <a:srgbClr val="FFFFFF"/>
          </a:solidFill>
          <a:ln w="17145">
            <a:solidFill>
              <a:srgbClr val="111111"/>
            </a:solidFill>
            <a:prstDash val="solid"/>
          </a:ln>
        </p:spPr>
      </p:sp>
      <p:sp>
        <p:nvSpPr>
          <p:cNvPr id="98" name="DP2 object 222">
            <a:extLst>
              <a:ext uri="{FF2B5EF4-FFF2-40B4-BE49-F238E27FC236}">
                <ns2:creationId id="{5E77C43F-18A8-40E3-8F48-CACDE9D653E9}"/>
              </a:ext>
            </a:extLst>
          </p:cNvPr>
          <p:cNvSpPr>
            <a:spLocks noGrp="1"/>
          </p:cNvSpPr>
          <p:nvPr/>
        </p:nvSpPr>
        <p:spPr>
          <a:xfrm>
            <a:off x="132683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9" name="근거 읽기·긴 판단">
            <a:extLst>
              <a:ext uri="{FF2B5EF4-FFF2-40B4-BE49-F238E27FC236}">
                <ns2:creationId id="{FD55E250-CAF3-4114-B915-6F468958E1A5}"/>
              </a:ext>
            </a:extLst>
          </p:cNvPr>
          <p:cNvSpPr>
            <a:spLocks noGrp="1"/>
          </p:cNvSpPr>
          <p:nvPr/>
        </p:nvSpPr>
        <p:spPr>
          <a:xfrm>
            <a:off x="15601950" y="4505325"/>
            <a:ext cx="1943100" cy="323850"/>
          </a:xfrm>
          <a:prstGeom prst="rect">
            <a:avLst/>
          </a:prstGeom>
          <a:solidFill>
            <a:srgbClr val="FFFFFF"/>
          </a:solidFill>
          <a:ln w="17145">
            <a:solidFill>
              <a:srgbClr val="111111"/>
            </a:solidFill>
            <a:prstDash val="solid"/>
          </a:ln>
        </p:spPr>
      </p:sp>
      <p:sp>
        <p:nvSpPr>
          <p:cNvPr id="100" name="DP2 object 223">
            <a:extLst>
              <a:ext uri="{FF2B5EF4-FFF2-40B4-BE49-F238E27FC236}">
                <ns2:creationId id="{44A5C599-5C48-43E2-9B59-CD109B4544D8}"/>
              </a:ext>
            </a:extLst>
          </p:cNvPr>
          <p:cNvSpPr>
            <a:spLocks noGrp="1"/>
          </p:cNvSpPr>
          <p:nvPr/>
        </p:nvSpPr>
        <p:spPr>
          <a:xfrm>
            <a:off x="156686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101" name="R1 문맥·잠정 상태&#10;대기 / revision">
            <a:extLst>
              <a:ext uri="{FF2B5EF4-FFF2-40B4-BE49-F238E27FC236}">
                <ns2:creationId id="{B298DDC0-33C7-452E-BEA0-3A8265D7F25E}"/>
              </a:ext>
            </a:extLst>
          </p:cNvPr>
          <p:cNvSpPr>
            <a:spLocks noGrp="1"/>
          </p:cNvSpPr>
          <p:nvPr/>
        </p:nvSpPr>
        <p:spPr>
          <a:xfrm>
            <a:off x="13201650" y="4943475"/>
            <a:ext cx="1943100" cy="485775"/>
          </a:xfrm>
          <a:prstGeom prst="can">
            <a:avLst>
              <a:gd name="adj" fmla="val 16000"/>
            </a:avLst>
          </a:prstGeom>
          <a:solidFill>
            <a:srgbClr val="FFF6DD"/>
          </a:solidFill>
          <a:ln w="17145">
            <a:solidFill>
              <a:srgbClr val="111111"/>
            </a:solidFill>
            <a:prstDash val="solid"/>
          </a:ln>
        </p:spPr>
      </p:sp>
      <p:sp>
        <p:nvSpPr>
          <p:cNvPr id="102" name="DP2 object 224">
            <a:extLst>
              <a:ext uri="{FF2B5EF4-FFF2-40B4-BE49-F238E27FC236}">
                <ns2:creationId id="{A2CB3A4B-1067-4F82-9284-845FAD496D73}"/>
              </a:ext>
            </a:extLst>
          </p:cNvPr>
          <p:cNvSpPr>
            <a:spLocks noGrp="1"/>
          </p:cNvSpPr>
          <p:nvPr/>
        </p:nvSpPr>
        <p:spPr>
          <a:xfrm>
            <a:off x="132492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3" name="R2 문맥·잠정 상태&#10;대기 / revision">
            <a:extLst>
              <a:ext uri="{FF2B5EF4-FFF2-40B4-BE49-F238E27FC236}">
                <ns2:creationId id="{90933C3E-D872-4280-ADBB-D3075B5BC226}"/>
              </a:ext>
            </a:extLst>
          </p:cNvPr>
          <p:cNvSpPr>
            <a:spLocks noGrp="1"/>
          </p:cNvSpPr>
          <p:nvPr/>
        </p:nvSpPr>
        <p:spPr>
          <a:xfrm>
            <a:off x="15601950" y="4943475"/>
            <a:ext cx="1943100" cy="485775"/>
          </a:xfrm>
          <a:prstGeom prst="can">
            <a:avLst>
              <a:gd name="adj" fmla="val 16000"/>
            </a:avLst>
          </a:prstGeom>
          <a:solidFill>
            <a:srgbClr val="FFF6DD"/>
          </a:solidFill>
          <a:ln w="17145">
            <a:solidFill>
              <a:srgbClr val="111111"/>
            </a:solidFill>
            <a:prstDash val="solid"/>
          </a:ln>
        </p:spPr>
      </p:sp>
      <p:sp>
        <p:nvSpPr>
          <p:cNvPr id="104" name="DP2 object 225">
            <a:extLst>
              <a:ext uri="{FF2B5EF4-FFF2-40B4-BE49-F238E27FC236}">
                <ns2:creationId id="{9648E11D-A9B4-4268-AA38-2540EF21D122}"/>
              </a:ext>
            </a:extLst>
          </p:cNvPr>
          <p:cNvSpPr>
            <a:spLocks noGrp="1"/>
          </p:cNvSpPr>
          <p:nvPr/>
        </p:nvSpPr>
        <p:spPr>
          <a:xfrm>
            <a:off x="156495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R2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5" name="Editable path 226">
            <a:extLst>
              <a:ext uri="{FF2B5EF4-FFF2-40B4-BE49-F238E27FC236}">
                <ns2:creationId id="{45509D87-E210-4E4E-BD29-46B969B30184}"/>
              </a:ext>
            </a:extLst>
          </p:cNvPr>
          <p:cNvSpPr>
            <a:spLocks noGrp="1"/>
          </p:cNvSpPr>
          <p:nvPr/>
        </p:nvSpPr>
        <p:spPr>
          <a:xfrm>
            <a:off x="12553950" y="4667250"/>
            <a:ext cx="533400" cy="828675"/>
          </a:xfrm>
          <a:custGeom>
            <a:pathLst>
              <a:path w="533400" h="828675">
                <a:moveTo>
                  <a:pt x="533400" y="0"/>
                </a:moveTo>
                <a:lnTo>
                  <a:pt x="266700" y="0"/>
                </a:lnTo>
                <a:lnTo>
                  <a:pt x="266700" y="828675"/>
                </a:lnTo>
                <a:lnTo>
                  <a:pt x="0" y="828675"/>
                </a:lnTo>
              </a:path>
            </a:pathLst>
          </a:custGeom>
          <a:noFill/>
          <a:ln w="20003">
            <a:solidFill>
              <a:srgbClr val="111111"/>
            </a:solidFill>
            <a:prstDash val="solid"/>
          </a:ln>
        </p:spPr>
      </p:sp>
      <p:sp>
        <p:nvSpPr>
          <p:cNvPr id="106" name="Editable arrowhead 227">
            <a:extLst>
              <a:ext uri="{FF2B5EF4-FFF2-40B4-BE49-F238E27FC236}">
                <ns2:creationId id="{EA374FC4-8D17-4B66-AE57-3E5C2C06F480}"/>
              </a:ext>
            </a:extLst>
          </p:cNvPr>
          <p:cNvSpPr>
            <a:spLocks noGrp="1"/>
          </p:cNvSpPr>
          <p:nvPr/>
        </p:nvSpPr>
        <p:spPr>
          <a:xfrm>
            <a:off x="12553950" y="5448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7" name="Editable path 228">
            <a:extLst>
              <a:ext uri="{FF2B5EF4-FFF2-40B4-BE49-F238E27FC236}">
                <ns2:creationId id="{5D0BB2D8-F29E-47B7-A62F-8FC90FB499EB}"/>
              </a:ext>
            </a:extLst>
          </p:cNvPr>
          <p:cNvSpPr>
            <a:spLocks noGrp="1"/>
          </p:cNvSpPr>
          <p:nvPr/>
        </p:nvSpPr>
        <p:spPr>
          <a:xfrm>
            <a:off x="12553950" y="4667250"/>
            <a:ext cx="5353050" cy="1419225"/>
          </a:xfrm>
          <a:custGeom>
            <a:pathLst>
              <a:path w="5353050" h="1419225">
                <a:moveTo>
                  <a:pt x="5105400" y="0"/>
                </a:moveTo>
                <a:lnTo>
                  <a:pt x="5353050" y="0"/>
                </a:lnTo>
                <a:lnTo>
                  <a:pt x="5353050" y="1419225"/>
                </a:lnTo>
                <a:lnTo>
                  <a:pt x="95250" y="1419225"/>
                </a:lnTo>
                <a:lnTo>
                  <a:pt x="95250" y="1076325"/>
                </a:lnTo>
                <a:lnTo>
                  <a:pt x="0" y="1076325"/>
                </a:lnTo>
              </a:path>
            </a:pathLst>
          </a:custGeom>
          <a:noFill/>
          <a:ln w="20003">
            <a:solidFill>
              <a:srgbClr val="111111"/>
            </a:solidFill>
            <a:prstDash val="solid"/>
          </a:ln>
        </p:spPr>
      </p:sp>
      <p:sp>
        <p:nvSpPr>
          <p:cNvPr id="108" name="Editable arrowhead 229">
            <a:extLst>
              <a:ext uri="{FF2B5EF4-FFF2-40B4-BE49-F238E27FC236}">
                <ns2:creationId id="{252F3899-737E-4A6C-9414-4C164B8D33C6}"/>
              </a:ext>
            </a:extLst>
          </p:cNvPr>
          <p:cNvSpPr>
            <a:spLocks noGrp="1"/>
          </p:cNvSpPr>
          <p:nvPr/>
        </p:nvSpPr>
        <p:spPr>
          <a:xfrm>
            <a:off x="12553950" y="56959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9" name="B1 공유 불변 입력·원본">
            <a:extLst>
              <a:ext uri="{FF2B5EF4-FFF2-40B4-BE49-F238E27FC236}">
                <ns2:creationId id="{11155CD0-1CC2-472B-B6B1-BD13EFB6AB67}"/>
              </a:ext>
            </a:extLst>
          </p:cNvPr>
          <p:cNvSpPr>
            <a:spLocks noGrp="1"/>
          </p:cNvSpPr>
          <p:nvPr/>
        </p:nvSpPr>
        <p:spPr>
          <a:xfrm>
            <a:off x="13430250" y="5610225"/>
            <a:ext cx="4000500" cy="333375"/>
          </a:xfrm>
          <a:prstGeom prst="can">
            <a:avLst>
              <a:gd name="adj" fmla="val 16000"/>
            </a:avLst>
          </a:prstGeom>
          <a:solidFill>
            <a:srgbClr val="FFF6DD"/>
          </a:solidFill>
          <a:ln w="17145">
            <a:solidFill>
              <a:srgbClr val="4676CB"/>
            </a:solidFill>
            <a:prstDash val="solid"/>
          </a:ln>
        </p:spPr>
      </p:sp>
      <p:sp>
        <p:nvSpPr>
          <p:cNvPr id="110" name="DP2 object 230">
            <a:extLst>
              <a:ext uri="{FF2B5EF4-FFF2-40B4-BE49-F238E27FC236}">
                <ns2:creationId id="{BF9506C5-A448-4A6F-BC0F-0369C7744CAB}"/>
              </a:ext>
            </a:extLst>
          </p:cNvPr>
          <p:cNvSpPr>
            <a:spLocks noGrp="1"/>
          </p:cNvSpPr>
          <p:nvPr/>
        </p:nvSpPr>
        <p:spPr>
          <a:xfrm>
            <a:off x="13477875" y="5715000"/>
            <a:ext cx="3905250" cy="17145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 공유 불변 입력·원본</a:t>
            </a:r>
            <a:endParaRPr lang="ko-KR">
              <a:latin typeface="Calibri"/>
              <a:ea typeface="Calibri"/>
              <a:cs typeface="Calibri"/>
            </a:endParaRPr>
          </a:p>
        </p:txBody>
      </p:sp>
      <p:sp>
        <p:nvSpPr>
          <p:cNvPr id="111" name="Editable path 231">
            <a:extLst>
              <a:ext uri="{FF2B5EF4-FFF2-40B4-BE49-F238E27FC236}">
                <ns2:creationId id="{937E21AC-258B-4A58-9706-0C58EC875C98}"/>
              </a:ext>
            </a:extLst>
          </p:cNvPr>
          <p:cNvSpPr>
            <a:spLocks noGrp="1"/>
          </p:cNvSpPr>
          <p:nvPr/>
        </p:nvSpPr>
        <p:spPr>
          <a:xfrm>
            <a:off x="14173200" y="5486400"/>
            <a:ext cx="953" cy="123825"/>
          </a:xfrm>
          <a:custGeom>
            <a:pathLst>
              <a:path w="953" h="123825">
                <a:moveTo>
                  <a:pt x="0" y="123825"/>
                </a:moveTo>
                <a:lnTo>
                  <a:pt x="0" y="0"/>
                </a:lnTo>
              </a:path>
            </a:pathLst>
          </a:custGeom>
          <a:noFill/>
          <a:ln w="21908">
            <a:solidFill>
              <a:srgbClr val="4676CB"/>
            </a:solidFill>
            <a:prstDash val="solid"/>
          </a:ln>
        </p:spPr>
      </p:sp>
      <p:sp>
        <p:nvSpPr>
          <p:cNvPr id="112" name="Editable arrowhead 232">
            <a:extLst>
              <a:ext uri="{FF2B5EF4-FFF2-40B4-BE49-F238E27FC236}">
                <ns2:creationId id="{5923AFF7-C1B9-4F37-9CC3-90A72364C049}"/>
              </a:ext>
            </a:extLst>
          </p:cNvPr>
          <p:cNvSpPr>
            <a:spLocks noGrp="1"/>
          </p:cNvSpPr>
          <p:nvPr/>
        </p:nvSpPr>
        <p:spPr>
          <a:xfrm>
            <a:off x="14125575" y="5486400"/>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113" name="Editable path 233">
            <a:extLst>
              <a:ext uri="{FF2B5EF4-FFF2-40B4-BE49-F238E27FC236}">
                <ns2:creationId id="{91378247-F877-40E0-9F28-FC31243F8704}"/>
              </a:ext>
            </a:extLst>
          </p:cNvPr>
          <p:cNvSpPr>
            <a:spLocks noGrp="1"/>
          </p:cNvSpPr>
          <p:nvPr/>
        </p:nvSpPr>
        <p:spPr>
          <a:xfrm>
            <a:off x="16573500" y="5486400"/>
            <a:ext cx="953" cy="123825"/>
          </a:xfrm>
          <a:custGeom>
            <a:pathLst>
              <a:path w="953" h="123825">
                <a:moveTo>
                  <a:pt x="0" y="123825"/>
                </a:moveTo>
                <a:lnTo>
                  <a:pt x="0" y="0"/>
                </a:lnTo>
              </a:path>
            </a:pathLst>
          </a:custGeom>
          <a:noFill/>
          <a:ln w="21908">
            <a:solidFill>
              <a:srgbClr val="4676CB"/>
            </a:solidFill>
            <a:prstDash val="solid"/>
          </a:ln>
        </p:spPr>
      </p:sp>
      <p:sp>
        <p:nvSpPr>
          <p:cNvPr id="114" name="Editable arrowhead 234">
            <a:extLst>
              <a:ext uri="{FF2B5EF4-FFF2-40B4-BE49-F238E27FC236}">
                <ns2:creationId id="{982BB31E-39BF-4B32-AE3E-6327C8C45C71}"/>
              </a:ext>
            </a:extLst>
          </p:cNvPr>
          <p:cNvSpPr>
            <a:spLocks noGrp="1"/>
          </p:cNvSpPr>
          <p:nvPr/>
        </p:nvSpPr>
        <p:spPr>
          <a:xfrm>
            <a:off x="16525875" y="5486400"/>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115" name="Selected B column">
            <a:extLst>
              <a:ext uri="{FF2B5EF4-FFF2-40B4-BE49-F238E27FC236}">
                <ns2:creationId id="{42AC5AC2-F961-4862-9CD3-536C21D31625}"/>
              </a:ext>
            </a:extLst>
          </p:cNvPr>
          <p:cNvSpPr>
            <a:spLocks noGrp="1"/>
          </p:cNvSpPr>
          <p:nvPr/>
        </p:nvSpPr>
        <p:spPr>
          <a:xfrm>
            <a:off x="9963150" y="1657350"/>
            <a:ext cx="8096250" cy="8020050"/>
          </a:xfrm>
          <a:prstGeom prst="rect">
            <a:avLst/>
          </a:prstGeom>
          <a:noFill/>
          <a:ln w="40005">
            <a:solidFill>
              <a:srgbClr val="4676CB"/>
            </a:solidFill>
            <a:prstDash val="solid"/>
          </a:ln>
        </p:spPr>
      </p:sp>
      <p:sp>
        <p:nvSpPr>
          <p:cNvPr id="116" name="DP2 object 235">
            <a:extLst>
              <a:ext uri="{FF2B5EF4-FFF2-40B4-BE49-F238E27FC236}">
                <ns2:creationId id="{6858D48F-5203-415A-9986-007DFA288655}"/>
              </a:ext>
            </a:extLst>
          </p:cNvPr>
          <p:cNvSpPr>
            <a:spLocks noGrp="1"/>
          </p:cNvSpPr>
          <p:nvPr/>
        </p:nvSpPr>
        <p:spPr>
          <a:xfrm>
            <a:off x="100393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17" name="DP2 object 236">
            <a:extLst>
              <a:ext uri="{FF2B5EF4-FFF2-40B4-BE49-F238E27FC236}">
                <ns2:creationId id="{2C5FF9D3-0414-4734-A24B-3C30EE6CF0E4}"/>
              </a:ext>
            </a:extLst>
          </p:cNvPr>
          <p:cNvSpPr>
            <a:spLocks noGrp="1"/>
          </p:cNvSpPr>
          <p:nvPr/>
        </p:nvSpPr>
        <p:spPr>
          <a:xfrm>
            <a:off x="266700" y="9744075"/>
            <a:ext cx="17240250" cy="228600"/>
          </a:xfrm>
          <a:prstGeom prst="rect">
            <a:avLst/>
          </a:prstGeom>
          <a:noFill/>
          <a:ln w="0">
            <a:noFill/>
            <a:prstDash val="solid"/>
          </a:ln>
        </p:spPr>
        <p:txBody>
          <a:bodyPr wrap="none" lIns="0" tIns="0" rIns="0" bIns="0" anchor="ctr">
            <a:noAutofit/>
          </a:bodyPr>
          <a:lstStyle>
            <a:defPPr algn="l">
              <a:defRPr sz="1400" b="0" lang="ko-KR">
                <a:solidFill>
                  <a:srgbClr val="4676CB"/>
                </a:solidFill>
                <a:latin typeface="Calibri"/>
                <a:ea typeface="Calibri"/>
                <a:cs typeface="Calibri"/>
              </a:defRPr>
            </a:defPPr>
            <a:lvl1pPr algn="l">
              <a:defRPr sz="1400" b="0" lang="ko-KR">
                <a:solidFill>
                  <a:srgbClr val="4676CB"/>
                </a:solidFill>
                <a:latin typeface="Calibri"/>
                <a:ea typeface="Calibri"/>
                <a:cs typeface="Calibri"/>
              </a:defRPr>
            </a:lvl1pPr>
            <a:lvl2pPr algn="l">
              <a:defRPr sz="1400" b="0" lang="ko-KR">
                <a:solidFill>
                  <a:srgbClr val="4676CB"/>
                </a:solidFill>
                <a:latin typeface="Calibri"/>
                <a:ea typeface="Calibri"/>
                <a:cs typeface="Calibri"/>
              </a:defRPr>
            </a:lvl2pPr>
            <a:lvl3pPr algn="l">
              <a:defRPr sz="1400" b="0" lang="ko-KR">
                <a:solidFill>
                  <a:srgbClr val="4676CB"/>
                </a:solidFill>
                <a:latin typeface="Calibri"/>
                <a:ea typeface="Calibri"/>
                <a:cs typeface="Calibri"/>
              </a:defRPr>
            </a:lvl3pPr>
            <a:lvl4pPr algn="l">
              <a:defRPr sz="1400" b="0" lang="ko-KR">
                <a:solidFill>
                  <a:srgbClr val="4676CB"/>
                </a:solidFill>
                <a:latin typeface="Calibri"/>
                <a:ea typeface="Calibri"/>
                <a:cs typeface="Calibri"/>
              </a:defRPr>
            </a:lvl4pPr>
            <a:lvl5pPr algn="l">
              <a:defRPr sz="1400" b="0" lang="ko-KR">
                <a:solidFill>
                  <a:srgbClr val="4676CB"/>
                </a:solidFill>
                <a:latin typeface="Calibri"/>
                <a:ea typeface="Calibri"/>
                <a:cs typeface="Calibri"/>
              </a:defRPr>
            </a:lvl5pPr>
            <a:lvl6pPr algn="l">
              <a:defRPr sz="1400" b="0" lang="ko-KR">
                <a:solidFill>
                  <a:srgbClr val="4676CB"/>
                </a:solidFill>
                <a:latin typeface="Calibri"/>
                <a:ea typeface="Calibri"/>
                <a:cs typeface="Calibri"/>
              </a:defRPr>
            </a:lvl6pPr>
            <a:lvl7pPr algn="l">
              <a:defRPr sz="1400" b="0" lang="ko-KR">
                <a:solidFill>
                  <a:srgbClr val="4676CB"/>
                </a:solidFill>
                <a:latin typeface="Calibri"/>
                <a:ea typeface="Calibri"/>
                <a:cs typeface="Calibri"/>
              </a:defRPr>
            </a:lvl7pPr>
            <a:lvl8pPr algn="l">
              <a:defRPr sz="1400" b="0" lang="ko-KR">
                <a:solidFill>
                  <a:srgbClr val="4676CB"/>
                </a:solidFill>
                <a:latin typeface="Calibri"/>
                <a:ea typeface="Calibri"/>
                <a:cs typeface="Calibri"/>
              </a:defRPr>
            </a:lvl8pPr>
            <a:lvl9pPr algn="l">
              <a:defRPr sz="1400" b="0" lang="ko-KR">
                <a:solidFill>
                  <a:srgbClr val="4676CB"/>
                </a:solidFill>
                <a:latin typeface="Calibri"/>
                <a:ea typeface="Calibri"/>
                <a:cs typeface="Calibri"/>
              </a:defRPr>
            </a:lvl9pPr>
          </a:lstStyle>
          <a:p>
            <a:pPr algn="l">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B1은 작은 로컬 복제 부담 보완. N=1 최고 RSS는 증가. 전체 A/B 재비교와 새 QA01·QA03 측정은 미실시.</a:t>
            </a:r>
            <a:endParaRPr lang="ko-KR">
              <a:latin typeface="Calibri"/>
              <a:ea typeface="Calibri"/>
              <a:cs typeface="Calibri"/>
            </a:endParaRPr>
          </a:p>
        </p:txBody>
      </p:sp>
      <p:sp>
        <p:nvSpPr>
          <p:cNvPr id="118" name="DP2 object 237">
            <a:extLst>
              <a:ext uri="{FF2B5EF4-FFF2-40B4-BE49-F238E27FC236}">
                <ns2:creationId id="{7DB036AD-2CAD-4B09-965B-E9F70E0328F5}"/>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기본값과 재생값은 다른 실행기. 시간 괄호: 관측/예정. N별 전체 전후 수치와 남은 관계 오류는 4장에 표시.</a:t>
            </a:r>
            <a:endParaRPr lang="ko-KR">
              <a:latin typeface="Calibri"/>
              <a:ea typeface="Calibri"/>
              <a:cs typeface="Calibri"/>
            </a:endParaRPr>
          </a:p>
        </p:txBody>
      </p:sp>
    </p:spTree>
    <p:extLst>
      <p:ext uri="{BB962C8B-B14F-4D97-AF65-F5344CB8AC3E}">
        <p14:creationId val="1033769499"/>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7" name="DP2 object 238">
            <a:extLst>
              <a:ext uri="{FF2B5EF4-FFF2-40B4-BE49-F238E27FC236}">
                <ns2:creationId id="{A661A59B-DF9C-4D49-BE03-4104DDF9DAFA}"/>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(보완 효과 상세)</a:t>
            </a:r>
            <a:endParaRPr lang="ko-KR">
              <a:latin typeface="Calibri"/>
              <a:ea typeface="Calibri"/>
              <a:cs typeface="Calibri"/>
            </a:endParaRPr>
          </a:p>
        </p:txBody>
      </p:sp>
      <p:sp>
        <p:nvSpPr>
          <p:cNvPr id="2" name="DP2 object 239">
            <a:extLst>
              <a:ext uri="{FF2B5EF4-FFF2-40B4-BE49-F238E27FC236}">
                <ns2:creationId id="{C9EEDA07-47F3-423C-975E-28E289F65A3D}"/>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2 object 240">
            <a:extLst>
              <a:ext uri="{FF2B5EF4-FFF2-40B4-BE49-F238E27FC236}">
                <ns2:creationId id="{369A02B9-2B95-4F12-A97E-5063D4561041}"/>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2 object 241">
            <a:extLst>
              <a:ext uri="{FF2B5EF4-FFF2-40B4-BE49-F238E27FC236}">
                <ns2:creationId id="{1A2A048E-D640-4728-B485-3A61918AAE7F}"/>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2 object 242">
            <a:extLst>
              <a:ext uri="{FF2B5EF4-FFF2-40B4-BE49-F238E27FC236}">
                <ns2:creationId id="{4762A099-E9F5-4FCC-AB8D-1DFC081C19B2}"/>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2 object 243">
            <a:extLst>
              <a:ext uri="{FF2B5EF4-FFF2-40B4-BE49-F238E27FC236}">
                <ns2:creationId id="{2D2D9104-EF31-40EA-91E8-8DCAD6FA4C78}"/>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2 object 244">
            <a:extLst>
              <a:ext uri="{FF2B5EF4-FFF2-40B4-BE49-F238E27FC236}">
                <ns2:creationId id="{1DE9710C-6936-4F8C-A437-916B33DCDF97}"/>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2 object 245">
            <a:extLst>
              <a:ext uri="{FF2B5EF4-FFF2-40B4-BE49-F238E27FC236}">
                <ns2:creationId id="{B983E767-49E4-4321-81BE-8CE63DEA68B6}"/>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2 object 246">
            <a:extLst>
              <a:ext uri="{FF2B5EF4-FFF2-40B4-BE49-F238E27FC236}">
                <ns2:creationId id="{E6798D72-BE06-4F36-9DB2-626FC8B5BD96}"/>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2 object 247">
            <a:extLst>
              <a:ext uri="{FF2B5EF4-FFF2-40B4-BE49-F238E27FC236}">
                <ns2:creationId id="{06C975A8-19BF-4357-A265-674A31DF7B52}"/>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2 object 248">
            <a:extLst>
              <a:ext uri="{FF2B5EF4-FFF2-40B4-BE49-F238E27FC236}">
                <ns2:creationId id="{8EE520FC-5321-4E78-8AC0-E7396235E340}"/>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49">
            <a:extLst>
              <a:ext uri="{FF2B5EF4-FFF2-40B4-BE49-F238E27FC236}">
                <ns2:creationId id="{9CC0FCE5-3F36-47D8-84EC-6849AB9AA3AA}"/>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2 object 250">
            <a:extLst>
              <a:ext uri="{FF2B5EF4-FFF2-40B4-BE49-F238E27FC236}">
                <ns2:creationId id="{3B9C3B8B-8DA2-4FC6-A90E-2C1B7BA7B313}"/>
              </a:ext>
            </a:extLst>
          </p:cNvPr>
          <p:cNvSpPr>
            <a:spLocks noGrp="1"/>
          </p:cNvSpPr>
          <p:nvPr/>
        </p:nvSpPr>
        <p:spPr>
          <a:xfrm>
            <a:off x="17478375" y="9991725"/>
            <a:ext cx="361950" cy="190500"/>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4</a:t>
            </a:r>
            <a:endParaRPr lang="ko-KR">
              <a:latin typeface="Calibri"/>
              <a:ea typeface="Calibri"/>
              <a:cs typeface="Calibri"/>
            </a:endParaRPr>
          </a:p>
        </p:txBody>
      </p:sp>
      <p:sp>
        <p:nvSpPr>
          <p:cNvPr id="14" name="DP2 object 251">
            <a:extLst>
              <a:ext uri="{FF2B5EF4-FFF2-40B4-BE49-F238E27FC236}">
                <ns2:creationId id="{D9F5929D-635F-4DA5-A46E-1B5E7B7E07B5}"/>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병행 이익은 호출 여유에서, B1의 효과는 입력 복제 감소에서 나온다</a:t>
            </a:r>
            <a:endParaRPr lang="ko-KR">
              <a:latin typeface="Calibri"/>
              <a:ea typeface="Calibri"/>
              <a:cs typeface="Calibri"/>
            </a:endParaRPr>
          </a:p>
        </p:txBody>
      </p:sp>
      <p:sp>
        <p:nvSpPr>
          <p:cNvPr id="15" name="DP2 object 252">
            <a:extLst>
              <a:ext uri="{FF2B5EF4-FFF2-40B4-BE49-F238E27FC236}">
                <ns2:creationId id="{494226D2-B6D9-49A8-B3CB-8EA9C14EF9BE}"/>
              </a:ext>
            </a:extLst>
          </p:cNvPr>
          <p:cNvSpPr>
            <a:spLocks noGrp="1"/>
          </p:cNvSpPr>
          <p:nvPr/>
        </p:nvSpPr>
        <p:spPr>
          <a:xfrm>
            <a:off x="266700" y="1666875"/>
            <a:ext cx="17335500" cy="3048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기본 구조 선택의 실제 모델 관측과 보완의 응답 재생을 구분한다.</a:t>
            </a:r>
            <a:endParaRPr lang="ko-KR">
              <a:latin typeface="Calibri"/>
              <a:ea typeface="Calibri"/>
              <a:cs typeface="Calibri"/>
            </a:endParaRPr>
          </a:p>
        </p:txBody>
      </p:sp>
      <p:sp>
        <p:nvSpPr>
          <p:cNvPr id="16" name="DP2 object 253">
            <a:extLst>
              <a:ext uri="{FF2B5EF4-FFF2-40B4-BE49-F238E27FC236}">
                <ns2:creationId id="{C1AED264-410A-47C4-B635-3DF631C77F69}"/>
              </a:ext>
            </a:extLst>
          </p:cNvPr>
          <p:cNvSpPr>
            <a:spLocks noGrp="1"/>
          </p:cNvSpPr>
          <p:nvPr/>
        </p:nvSpPr>
        <p:spPr>
          <a:xfrm>
            <a:off x="228600" y="2076450"/>
            <a:ext cx="5829300" cy="7258050"/>
          </a:xfrm>
          <a:prstGeom prst="rect">
            <a:avLst/>
          </a:prstGeom>
          <a:noFill/>
          <a:ln w="28575">
            <a:solidFill>
              <a:srgbClr val="4676CB"/>
            </a:solidFill>
            <a:prstDash val="solid"/>
          </a:ln>
        </p:spPr>
      </p:sp>
      <p:sp>
        <p:nvSpPr>
          <p:cNvPr id="17" name="DP2 object 254">
            <a:extLst>
              <a:ext uri="{FF2B5EF4-FFF2-40B4-BE49-F238E27FC236}">
                <ns2:creationId id="{E3812F20-546B-442F-82C6-AE7E108F6355}"/>
              </a:ext>
            </a:extLst>
          </p:cNvPr>
          <p:cNvSpPr>
            <a:spLocks noGrp="1"/>
          </p:cNvSpPr>
          <p:nvPr/>
        </p:nvSpPr>
        <p:spPr>
          <a:xfrm>
            <a:off x="228600" y="2076450"/>
            <a:ext cx="5829300" cy="485775"/>
          </a:xfrm>
          <a:prstGeom prst="rect">
            <a:avLst/>
          </a:prstGeom>
          <a:solidFill>
            <a:srgbClr val="C9E1B3"/>
          </a:solidFill>
          <a:ln w="0">
            <a:noFill/>
            <a:prstDash val="solid"/>
          </a:ln>
        </p:spPr>
      </p:sp>
      <p:sp>
        <p:nvSpPr>
          <p:cNvPr id="18" name="DP2 object 255">
            <a:extLst>
              <a:ext uri="{FF2B5EF4-FFF2-40B4-BE49-F238E27FC236}">
                <ns2:creationId id="{D1BDA9DF-E3BE-4997-BF7D-6E036D2D0209}"/>
              </a:ext>
            </a:extLst>
          </p:cNvPr>
          <p:cNvSpPr>
            <a:spLocks noGrp="1"/>
          </p:cNvSpPr>
          <p:nvPr/>
        </p:nvSpPr>
        <p:spPr>
          <a:xfrm>
            <a:off x="419100" y="2114550"/>
            <a:ext cx="5448300"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B1. 불변 input/source 공유</a:t>
            </a:r>
            <a:endParaRPr lang="ko-KR">
              <a:latin typeface="Calibri"/>
              <a:ea typeface="Calibri"/>
              <a:cs typeface="Calibri"/>
            </a:endParaRPr>
          </a:p>
        </p:txBody>
      </p:sp>
      <p:sp>
        <p:nvSpPr>
          <p:cNvPr id="19" name="DP2 object 256">
            <a:extLst>
              <a:ext uri="{FF2B5EF4-FFF2-40B4-BE49-F238E27FC236}">
                <ns2:creationId id="{DC902CC3-1781-4343-88B0-01E264D76EFC}"/>
              </a:ext>
            </a:extLst>
          </p:cNvPr>
          <p:cNvSpPr>
            <a:spLocks noGrp="1"/>
          </p:cNvSpPr>
          <p:nvPr/>
        </p:nvSpPr>
        <p:spPr>
          <a:xfrm>
            <a:off x="419100" y="2714625"/>
            <a:ext cx="5448300" cy="3619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기본 B: 실행마다 불변 입력을 복사</a:t>
            </a:r>
            <a:endParaRPr lang="ko-KR">
              <a:latin typeface="Calibri"/>
              <a:ea typeface="Calibri"/>
              <a:cs typeface="Calibri"/>
            </a:endParaRPr>
          </a:p>
        </p:txBody>
      </p:sp>
      <p:sp>
        <p:nvSpPr>
          <p:cNvPr id="20" name="R1 logical execution">
            <a:extLst>
              <a:ext uri="{FF2B5EF4-FFF2-40B4-BE49-F238E27FC236}">
                <ns2:creationId id="{DDD5A3F2-C7D1-4009-A458-93C9AB8BC3F4}"/>
              </a:ext>
            </a:extLst>
          </p:cNvPr>
          <p:cNvSpPr>
            <a:spLocks noGrp="1"/>
          </p:cNvSpPr>
          <p:nvPr/>
        </p:nvSpPr>
        <p:spPr>
          <a:xfrm>
            <a:off x="495300" y="3248025"/>
            <a:ext cx="2400300" cy="1352550"/>
          </a:xfrm>
          <a:prstGeom prst="rect">
            <a:avLst/>
          </a:prstGeom>
          <a:solidFill>
            <a:srgbClr val="FFFFFF"/>
          </a:solidFill>
          <a:ln w="19050">
            <a:solidFill>
              <a:srgbClr val="111111"/>
            </a:solidFill>
            <a:prstDash val="solid"/>
          </a:ln>
        </p:spPr>
      </p:sp>
      <p:sp>
        <p:nvSpPr>
          <p:cNvPr id="21" name="R2 logical execution">
            <a:extLst>
              <a:ext uri="{FF2B5EF4-FFF2-40B4-BE49-F238E27FC236}">
                <ns2:creationId id="{871966F9-4E3B-4F0E-BA37-EA2C3A314A7B}"/>
              </a:ext>
            </a:extLst>
          </p:cNvPr>
          <p:cNvSpPr>
            <a:spLocks noGrp="1"/>
          </p:cNvSpPr>
          <p:nvPr/>
        </p:nvSpPr>
        <p:spPr>
          <a:xfrm>
            <a:off x="3371850" y="3248025"/>
            <a:ext cx="2400300" cy="1352550"/>
          </a:xfrm>
          <a:prstGeom prst="rect">
            <a:avLst/>
          </a:prstGeom>
          <a:solidFill>
            <a:srgbClr val="FFFFFF"/>
          </a:solidFill>
          <a:ln w="19050">
            <a:solidFill>
              <a:srgbClr val="111111"/>
            </a:solidFill>
            <a:prstDash val="solid"/>
          </a:ln>
        </p:spPr>
      </p:sp>
      <p:sp>
        <p:nvSpPr>
          <p:cNvPr id="22" name="DP2 object 257">
            <a:extLst>
              <a:ext uri="{FF2B5EF4-FFF2-40B4-BE49-F238E27FC236}">
                <ns2:creationId id="{038D16D4-6216-4981-B1BB-C6267302870B}"/>
              </a:ext>
            </a:extLst>
          </p:cNvPr>
          <p:cNvSpPr>
            <a:spLocks noGrp="1"/>
          </p:cNvSpPr>
          <p:nvPr/>
        </p:nvSpPr>
        <p:spPr>
          <a:xfrm>
            <a:off x="581025" y="3305175"/>
            <a:ext cx="22288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23" name="DP2 object 258">
            <a:extLst>
              <a:ext uri="{FF2B5EF4-FFF2-40B4-BE49-F238E27FC236}">
                <ns2:creationId id="{0F8C75CF-A25D-433E-827A-419639BAED97}"/>
              </a:ext>
            </a:extLst>
          </p:cNvPr>
          <p:cNvSpPr>
            <a:spLocks noGrp="1"/>
          </p:cNvSpPr>
          <p:nvPr/>
        </p:nvSpPr>
        <p:spPr>
          <a:xfrm>
            <a:off x="3457575" y="3305175"/>
            <a:ext cx="22288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24" name="입력·원본 복사①">
            <a:extLst>
              <a:ext uri="{FF2B5EF4-FFF2-40B4-BE49-F238E27FC236}">
                <ns2:creationId id="{6A844197-22A2-495D-BAB2-BBDA09094CC0}"/>
              </a:ext>
            </a:extLst>
          </p:cNvPr>
          <p:cNvSpPr>
            <a:spLocks noGrp="1"/>
          </p:cNvSpPr>
          <p:nvPr/>
        </p:nvSpPr>
        <p:spPr>
          <a:xfrm>
            <a:off x="619125" y="3781425"/>
            <a:ext cx="2152650" cy="666750"/>
          </a:xfrm>
          <a:prstGeom prst="can">
            <a:avLst>
              <a:gd name="adj" fmla="val 16000"/>
            </a:avLst>
          </a:prstGeom>
          <a:solidFill>
            <a:srgbClr val="FFF6DD"/>
          </a:solidFill>
          <a:ln w="17145">
            <a:solidFill>
              <a:srgbClr val="111111"/>
            </a:solidFill>
            <a:prstDash val="solid"/>
          </a:ln>
        </p:spPr>
      </p:sp>
      <p:sp>
        <p:nvSpPr>
          <p:cNvPr id="25" name="DP2 object 259">
            <a:extLst>
              <a:ext uri="{FF2B5EF4-FFF2-40B4-BE49-F238E27FC236}">
                <ns2:creationId id="{7493C54B-678F-4CC8-94C0-EFE0D69AF940}"/>
              </a:ext>
            </a:extLst>
          </p:cNvPr>
          <p:cNvSpPr>
            <a:spLocks noGrp="1"/>
          </p:cNvSpPr>
          <p:nvPr/>
        </p:nvSpPr>
        <p:spPr>
          <a:xfrm>
            <a:off x="666750" y="3886200"/>
            <a:ext cx="205740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입력·원본 복사①</a:t>
            </a:r>
            <a:endParaRPr lang="ko-KR">
              <a:latin typeface="Calibri"/>
              <a:ea typeface="Calibri"/>
              <a:cs typeface="Calibri"/>
            </a:endParaRPr>
          </a:p>
        </p:txBody>
      </p:sp>
      <p:sp>
        <p:nvSpPr>
          <p:cNvPr id="26" name="입력·원본 복사②">
            <a:extLst>
              <a:ext uri="{FF2B5EF4-FFF2-40B4-BE49-F238E27FC236}">
                <ns2:creationId id="{636C8AB6-8720-40C6-87F3-0890A38F1259}"/>
              </a:ext>
            </a:extLst>
          </p:cNvPr>
          <p:cNvSpPr>
            <a:spLocks noGrp="1"/>
          </p:cNvSpPr>
          <p:nvPr/>
        </p:nvSpPr>
        <p:spPr>
          <a:xfrm>
            <a:off x="3495675" y="3781425"/>
            <a:ext cx="2152650" cy="666750"/>
          </a:xfrm>
          <a:prstGeom prst="can">
            <a:avLst>
              <a:gd name="adj" fmla="val 16000"/>
            </a:avLst>
          </a:prstGeom>
          <a:solidFill>
            <a:srgbClr val="FFF6DD"/>
          </a:solidFill>
          <a:ln w="17145">
            <a:solidFill>
              <a:srgbClr val="111111"/>
            </a:solidFill>
            <a:prstDash val="solid"/>
          </a:ln>
        </p:spPr>
      </p:sp>
      <p:sp>
        <p:nvSpPr>
          <p:cNvPr id="27" name="DP2 object 260">
            <a:extLst>
              <a:ext uri="{FF2B5EF4-FFF2-40B4-BE49-F238E27FC236}">
                <ns2:creationId id="{9A006EBF-44A0-4F2E-B4D4-3D83DA0C98FD}"/>
              </a:ext>
            </a:extLst>
          </p:cNvPr>
          <p:cNvSpPr>
            <a:spLocks noGrp="1"/>
          </p:cNvSpPr>
          <p:nvPr/>
        </p:nvSpPr>
        <p:spPr>
          <a:xfrm>
            <a:off x="3543300" y="3886200"/>
            <a:ext cx="205740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입력·원본 복사②</a:t>
            </a:r>
            <a:endParaRPr lang="ko-KR">
              <a:latin typeface="Calibri"/>
              <a:ea typeface="Calibri"/>
              <a:cs typeface="Calibri"/>
            </a:endParaRPr>
          </a:p>
        </p:txBody>
      </p:sp>
      <p:sp>
        <p:nvSpPr>
          <p:cNvPr id="28" name="Editable path 261">
            <a:extLst>
              <a:ext uri="{FF2B5EF4-FFF2-40B4-BE49-F238E27FC236}">
                <ns2:creationId id="{55EF8D16-A7B1-41F9-BDD6-0083FACDDDA9}"/>
              </a:ext>
            </a:extLst>
          </p:cNvPr>
          <p:cNvSpPr>
            <a:spLocks noGrp="1"/>
          </p:cNvSpPr>
          <p:nvPr/>
        </p:nvSpPr>
        <p:spPr>
          <a:xfrm>
            <a:off x="3143250" y="4695825"/>
            <a:ext cx="953" cy="685800"/>
          </a:xfrm>
          <a:custGeom>
            <a:pathLst>
              <a:path w="953" h="685800">
                <a:moveTo>
                  <a:pt x="0" y="0"/>
                </a:moveTo>
                <a:lnTo>
                  <a:pt x="0" y="685800"/>
                </a:lnTo>
              </a:path>
            </a:pathLst>
          </a:custGeom>
          <a:noFill/>
          <a:ln w="28575">
            <a:solidFill>
              <a:srgbClr val="4676CB"/>
            </a:solidFill>
            <a:prstDash val="solid"/>
          </a:ln>
        </p:spPr>
      </p:sp>
      <p:sp>
        <p:nvSpPr>
          <p:cNvPr id="29" name="Editable arrowhead 262">
            <a:extLst>
              <a:ext uri="{FF2B5EF4-FFF2-40B4-BE49-F238E27FC236}">
                <ns2:creationId id="{92A3BE45-DCDE-471D-931B-370C48304DFE}"/>
              </a:ext>
            </a:extLst>
          </p:cNvPr>
          <p:cNvSpPr>
            <a:spLocks noGrp="1"/>
          </p:cNvSpPr>
          <p:nvPr/>
        </p:nvSpPr>
        <p:spPr>
          <a:xfrm>
            <a:off x="3095625" y="52863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0" name="DP2 object 263">
            <a:extLst>
              <a:ext uri="{FF2B5EF4-FFF2-40B4-BE49-F238E27FC236}">
                <ns2:creationId id="{E6765C70-BAAC-4F23-AD2B-C5C97FFBBF4A}"/>
              </a:ext>
            </a:extLst>
          </p:cNvPr>
          <p:cNvSpPr>
            <a:spLocks noGrp="1"/>
          </p:cNvSpPr>
          <p:nvPr/>
        </p:nvSpPr>
        <p:spPr>
          <a:xfrm>
            <a:off x="542925" y="4886325"/>
            <a:ext cx="2371725"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불변 자료를 한 번 보존</a:t>
            </a:r>
            <a:endParaRPr lang="ko-KR">
              <a:latin typeface="Calibri"/>
              <a:ea typeface="Calibri"/>
              <a:cs typeface="Calibri"/>
            </a:endParaRPr>
          </a:p>
        </p:txBody>
      </p:sp>
      <p:sp>
        <p:nvSpPr>
          <p:cNvPr id="31" name="B1 공유 불변 입력·원본">
            <a:extLst>
              <a:ext uri="{FF2B5EF4-FFF2-40B4-BE49-F238E27FC236}">
                <ns2:creationId id="{8534C1C7-DAAE-4CD7-BA1F-0689A85C87D4}"/>
              </a:ext>
            </a:extLst>
          </p:cNvPr>
          <p:cNvSpPr>
            <a:spLocks noGrp="1"/>
          </p:cNvSpPr>
          <p:nvPr/>
        </p:nvSpPr>
        <p:spPr>
          <a:xfrm>
            <a:off x="1276350" y="5505450"/>
            <a:ext cx="3733800" cy="771525"/>
          </a:xfrm>
          <a:prstGeom prst="can">
            <a:avLst>
              <a:gd name="adj" fmla="val 16000"/>
            </a:avLst>
          </a:prstGeom>
          <a:solidFill>
            <a:srgbClr val="FFF6DD"/>
          </a:solidFill>
          <a:ln w="17145">
            <a:solidFill>
              <a:srgbClr val="4676CB"/>
            </a:solidFill>
            <a:prstDash val="solid"/>
          </a:ln>
        </p:spPr>
      </p:sp>
      <p:sp>
        <p:nvSpPr>
          <p:cNvPr id="32" name="DP2 object 264">
            <a:extLst>
              <a:ext uri="{FF2B5EF4-FFF2-40B4-BE49-F238E27FC236}">
                <ns2:creationId id="{03CD36E2-3FDB-4FCA-A0D3-81ED8BFAE654}"/>
              </a:ext>
            </a:extLst>
          </p:cNvPr>
          <p:cNvSpPr>
            <a:spLocks noGrp="1"/>
          </p:cNvSpPr>
          <p:nvPr/>
        </p:nvSpPr>
        <p:spPr>
          <a:xfrm>
            <a:off x="1323975" y="5610225"/>
            <a:ext cx="3638550" cy="60960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B1 공유 불변 입력·원본</a:t>
            </a:r>
            <a:endParaRPr lang="ko-KR">
              <a:latin typeface="Calibri"/>
              <a:ea typeface="Calibri"/>
              <a:cs typeface="Calibri"/>
            </a:endParaRPr>
          </a:p>
        </p:txBody>
      </p:sp>
      <p:sp>
        <p:nvSpPr>
          <p:cNvPr id="33" name="Editable path 265">
            <a:extLst>
              <a:ext uri="{FF2B5EF4-FFF2-40B4-BE49-F238E27FC236}">
                <ns2:creationId id="{DCC08C72-817C-4D9C-A8E0-27EFFEA6E602}"/>
              </a:ext>
            </a:extLst>
          </p:cNvPr>
          <p:cNvSpPr>
            <a:spLocks noGrp="1"/>
          </p:cNvSpPr>
          <p:nvPr/>
        </p:nvSpPr>
        <p:spPr>
          <a:xfrm>
            <a:off x="1695450" y="6276975"/>
            <a:ext cx="590550" cy="742950"/>
          </a:xfrm>
          <a:custGeom>
            <a:pathLst>
              <a:path w="590550" h="742950">
                <a:moveTo>
                  <a:pt x="590550" y="0"/>
                </a:moveTo>
                <a:lnTo>
                  <a:pt x="590550" y="400050"/>
                </a:lnTo>
                <a:lnTo>
                  <a:pt x="0" y="400050"/>
                </a:lnTo>
                <a:lnTo>
                  <a:pt x="0" y="742950"/>
                </a:lnTo>
              </a:path>
            </a:pathLst>
          </a:custGeom>
          <a:noFill/>
          <a:ln w="24765">
            <a:solidFill>
              <a:srgbClr val="4676CB"/>
            </a:solidFill>
            <a:prstDash val="solid"/>
          </a:ln>
        </p:spPr>
      </p:sp>
      <p:sp>
        <p:nvSpPr>
          <p:cNvPr id="34" name="Editable arrowhead 266">
            <a:extLst>
              <a:ext uri="{FF2B5EF4-FFF2-40B4-BE49-F238E27FC236}">
                <ns2:creationId id="{4903810B-5F45-4C90-9EA9-2483D3E430F4}"/>
              </a:ext>
            </a:extLst>
          </p:cNvPr>
          <p:cNvSpPr>
            <a:spLocks noGrp="1"/>
          </p:cNvSpPr>
          <p:nvPr/>
        </p:nvSpPr>
        <p:spPr>
          <a:xfrm>
            <a:off x="1647825" y="6924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5" name="Editable path 267">
            <a:extLst>
              <a:ext uri="{FF2B5EF4-FFF2-40B4-BE49-F238E27FC236}">
                <ns2:creationId id="{AEF5A57C-C596-41F3-8E57-B9B35216EB7A}"/>
              </a:ext>
            </a:extLst>
          </p:cNvPr>
          <p:cNvSpPr>
            <a:spLocks noGrp="1"/>
          </p:cNvSpPr>
          <p:nvPr/>
        </p:nvSpPr>
        <p:spPr>
          <a:xfrm>
            <a:off x="4000500" y="6276975"/>
            <a:ext cx="571500" cy="742950"/>
          </a:xfrm>
          <a:custGeom>
            <a:pathLst>
              <a:path w="571500" h="742950">
                <a:moveTo>
                  <a:pt x="0" y="0"/>
                </a:moveTo>
                <a:lnTo>
                  <a:pt x="0" y="400050"/>
                </a:lnTo>
                <a:lnTo>
                  <a:pt x="571500" y="400050"/>
                </a:lnTo>
                <a:lnTo>
                  <a:pt x="571500" y="742950"/>
                </a:lnTo>
              </a:path>
            </a:pathLst>
          </a:custGeom>
          <a:noFill/>
          <a:ln w="24765">
            <a:solidFill>
              <a:srgbClr val="4676CB"/>
            </a:solidFill>
            <a:prstDash val="solid"/>
          </a:ln>
        </p:spPr>
      </p:sp>
      <p:sp>
        <p:nvSpPr>
          <p:cNvPr id="36" name="Editable arrowhead 268">
            <a:extLst>
              <a:ext uri="{FF2B5EF4-FFF2-40B4-BE49-F238E27FC236}">
                <ns2:creationId id="{9029F944-6DFD-4968-B4B8-4D514473AA51}"/>
              </a:ext>
            </a:extLst>
          </p:cNvPr>
          <p:cNvSpPr>
            <a:spLocks noGrp="1"/>
          </p:cNvSpPr>
          <p:nvPr/>
        </p:nvSpPr>
        <p:spPr>
          <a:xfrm>
            <a:off x="4524375" y="6924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7" name="DP2 object 269">
            <a:extLst>
              <a:ext uri="{FF2B5EF4-FFF2-40B4-BE49-F238E27FC236}">
                <ns2:creationId id="{D0E1A25A-6588-403E-8C8A-9F390DC8B331}"/>
              </a:ext>
            </a:extLst>
          </p:cNvPr>
          <p:cNvSpPr>
            <a:spLocks noGrp="1"/>
          </p:cNvSpPr>
          <p:nvPr/>
        </p:nvSpPr>
        <p:spPr>
          <a:xfrm>
            <a:off x="876300" y="6477000"/>
            <a:ext cx="80962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참조</a:t>
            </a:r>
            <a:endParaRPr lang="ko-KR">
              <a:latin typeface="Calibri"/>
              <a:ea typeface="Calibri"/>
              <a:cs typeface="Calibri"/>
            </a:endParaRPr>
          </a:p>
        </p:txBody>
      </p:sp>
      <p:sp>
        <p:nvSpPr>
          <p:cNvPr id="38" name="DP2 object 270">
            <a:extLst>
              <a:ext uri="{FF2B5EF4-FFF2-40B4-BE49-F238E27FC236}">
                <ns2:creationId id="{2AD6134D-BF71-4C08-A581-3FC6EFEF248A}"/>
              </a:ext>
            </a:extLst>
          </p:cNvPr>
          <p:cNvSpPr>
            <a:spLocks noGrp="1"/>
          </p:cNvSpPr>
          <p:nvPr/>
        </p:nvSpPr>
        <p:spPr>
          <a:xfrm>
            <a:off x="4695825" y="6477000"/>
            <a:ext cx="80962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참조</a:t>
            </a:r>
            <a:endParaRPr lang="ko-KR">
              <a:latin typeface="Calibri"/>
              <a:ea typeface="Calibri"/>
              <a:cs typeface="Calibri"/>
            </a:endParaRPr>
          </a:p>
        </p:txBody>
      </p:sp>
      <p:sp>
        <p:nvSpPr>
          <p:cNvPr id="39" name="R1 개별 상태&#10;revision·snapshot">
            <a:extLst>
              <a:ext uri="{FF2B5EF4-FFF2-40B4-BE49-F238E27FC236}">
                <ns2:creationId id="{7DC15464-4724-4548-B81D-87BBDCB4FA4D}"/>
              </a:ext>
            </a:extLst>
          </p:cNvPr>
          <p:cNvSpPr>
            <a:spLocks noGrp="1"/>
          </p:cNvSpPr>
          <p:nvPr/>
        </p:nvSpPr>
        <p:spPr>
          <a:xfrm>
            <a:off x="495300" y="7019925"/>
            <a:ext cx="2400300" cy="1057275"/>
          </a:xfrm>
          <a:prstGeom prst="rect">
            <a:avLst/>
          </a:prstGeom>
          <a:solidFill>
            <a:srgbClr val="FFFFFF"/>
          </a:solidFill>
          <a:ln w="17145">
            <a:solidFill>
              <a:srgbClr val="111111"/>
            </a:solidFill>
            <a:prstDash val="solid"/>
          </a:ln>
        </p:spPr>
      </p:sp>
      <p:sp>
        <p:nvSpPr>
          <p:cNvPr id="40" name="DP2 object 271">
            <a:extLst>
              <a:ext uri="{FF2B5EF4-FFF2-40B4-BE49-F238E27FC236}">
                <ns2:creationId id="{39B56FC1-0F03-42DC-963B-7D6EDD867E95}"/>
              </a:ext>
            </a:extLst>
          </p:cNvPr>
          <p:cNvSpPr>
            <a:spLocks noGrp="1"/>
          </p:cNvSpPr>
          <p:nvPr/>
        </p:nvSpPr>
        <p:spPr>
          <a:xfrm>
            <a:off x="561975" y="7058025"/>
            <a:ext cx="2266950" cy="9810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R1 개별 상태</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revision·snapshot</a:t>
            </a:r>
            <a:endParaRPr lang="ko-KR">
              <a:latin typeface="Calibri"/>
              <a:ea typeface="Calibri"/>
              <a:cs typeface="Calibri"/>
            </a:endParaRPr>
          </a:p>
        </p:txBody>
      </p:sp>
      <p:sp>
        <p:nvSpPr>
          <p:cNvPr id="41" name="R2 개별 상태&#10;revision·snapshot">
            <a:extLst>
              <a:ext uri="{FF2B5EF4-FFF2-40B4-BE49-F238E27FC236}">
                <ns2:creationId id="{2D9014C8-D43F-4AD0-8934-F3E8CE1E1FB8}"/>
              </a:ext>
            </a:extLst>
          </p:cNvPr>
          <p:cNvSpPr>
            <a:spLocks noGrp="1"/>
          </p:cNvSpPr>
          <p:nvPr/>
        </p:nvSpPr>
        <p:spPr>
          <a:xfrm>
            <a:off x="3371850" y="7019925"/>
            <a:ext cx="2400300" cy="1057275"/>
          </a:xfrm>
          <a:prstGeom prst="rect">
            <a:avLst/>
          </a:prstGeom>
          <a:solidFill>
            <a:srgbClr val="FFFFFF"/>
          </a:solidFill>
          <a:ln w="17145">
            <a:solidFill>
              <a:srgbClr val="111111"/>
            </a:solidFill>
            <a:prstDash val="solid"/>
          </a:ln>
        </p:spPr>
      </p:sp>
      <p:sp>
        <p:nvSpPr>
          <p:cNvPr id="42" name="DP2 object 272">
            <a:extLst>
              <a:ext uri="{FF2B5EF4-FFF2-40B4-BE49-F238E27FC236}">
                <ns2:creationId id="{03830C0F-C770-4B66-8EBE-13CF102C8118}"/>
              </a:ext>
            </a:extLst>
          </p:cNvPr>
          <p:cNvSpPr>
            <a:spLocks noGrp="1"/>
          </p:cNvSpPr>
          <p:nvPr/>
        </p:nvSpPr>
        <p:spPr>
          <a:xfrm>
            <a:off x="3438525" y="7058025"/>
            <a:ext cx="2266950" cy="9810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R2 개별 상태</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revision·snapshot</a:t>
            </a:r>
            <a:endParaRPr lang="ko-KR">
              <a:latin typeface="Calibri"/>
              <a:ea typeface="Calibri"/>
              <a:cs typeface="Calibri"/>
            </a:endParaRPr>
          </a:p>
        </p:txBody>
      </p:sp>
      <p:sp>
        <p:nvSpPr>
          <p:cNvPr id="43" name="DP2 object 273">
            <a:extLst>
              <a:ext uri="{FF2B5EF4-FFF2-40B4-BE49-F238E27FC236}">
                <ns2:creationId id="{B9EC3471-B0B1-40B1-B150-48AD95E60485}"/>
              </a:ext>
            </a:extLst>
          </p:cNvPr>
          <p:cNvSpPr>
            <a:spLocks noGrp="1"/>
          </p:cNvSpPr>
          <p:nvPr/>
        </p:nvSpPr>
        <p:spPr>
          <a:xfrm>
            <a:off x="409575" y="8391525"/>
            <a:ext cx="5476875" cy="3524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변경 가능한 상태와 복구 규칙은 유지</a:t>
            </a:r>
            <a:endParaRPr lang="ko-KR">
              <a:latin typeface="Calibri"/>
              <a:ea typeface="Calibri"/>
              <a:cs typeface="Calibri"/>
            </a:endParaRPr>
          </a:p>
        </p:txBody>
      </p:sp>
      <p:sp>
        <p:nvSpPr>
          <p:cNvPr id="44" name="DP2 object 274">
            <a:extLst>
              <a:ext uri="{FF2B5EF4-FFF2-40B4-BE49-F238E27FC236}">
                <ns2:creationId id="{7BA70680-FF3E-417C-88C1-5EA00753999B}"/>
              </a:ext>
            </a:extLst>
          </p:cNvPr>
          <p:cNvSpPr>
            <a:spLocks noGrp="1"/>
          </p:cNvSpPr>
          <p:nvPr/>
        </p:nvSpPr>
        <p:spPr>
          <a:xfrm>
            <a:off x="409575" y="8867775"/>
            <a:ext cx="547687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공유 입력을 빌려 payload 직렬화</a:t>
            </a:r>
            <a:endParaRPr lang="ko-KR">
              <a:latin typeface="Calibri"/>
              <a:ea typeface="Calibri"/>
              <a:cs typeface="Calibri"/>
            </a:endParaRPr>
          </a:p>
        </p:txBody>
      </p:sp>
      <p:sp>
        <p:nvSpPr>
          <p:cNvPr id="45" name="DP2 object 275">
            <a:extLst>
              <a:ext uri="{FF2B5EF4-FFF2-40B4-BE49-F238E27FC236}">
                <ns2:creationId id="{9EF75AF6-313B-43E7-B18B-709D911F60F3}"/>
              </a:ext>
            </a:extLst>
          </p:cNvPr>
          <p:cNvSpPr>
            <a:spLocks noGrp="1"/>
          </p:cNvSpPr>
          <p:nvPr/>
        </p:nvSpPr>
        <p:spPr>
          <a:xfrm>
            <a:off x="6391275" y="2076450"/>
            <a:ext cx="115824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 선택이 성립하는 조건</a:t>
            </a:r>
            <a:endParaRPr lang="ko-KR">
              <a:latin typeface="Calibri"/>
              <a:ea typeface="Calibri"/>
              <a:cs typeface="Calibri"/>
            </a:endParaRPr>
          </a:p>
        </p:txBody>
      </p:sp>
      <p:graphicFrame>
        <p:nvGraphicFramePr>
          <p:cNvPr id="46" name="">
            <a:extLst>
              <a:ext uri="{FF2B5EF4-FFF2-40B4-BE49-F238E27FC236}">
                <ns2:creationId id="{DE0F0FB3-2216-4D6C-B2D6-6DD823AA14DE}"/>
              </a:ext>
            </a:extLst>
          </p:cNvPr>
          <p:cNvGraphicFramePr/>
          <p:nvPr/>
        </p:nvGraphicFramePr>
        <p:xfrm>
          <a:off x="6391275" y="2562225"/>
          <a:ext cx="11658600" cy="1438275"/>
        </p:xfrm>
        <a:graphic>
          <a:graphicData uri="http://schemas.openxmlformats.org/drawingml/2006/table">
            <a:tbl>
              <a:tblPr firstRow="0" bandRow="0" bandCol="0"/>
              <a:tblGrid>
                <a:gridCol w="3810000"/>
                <a:gridCol w="1809750"/>
                <a:gridCol w="1809750"/>
                <a:gridCol w="42291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조건과 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확인한 실행 경로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K=2 독립 질문 /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13.388초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6.270초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API 구간 6.261초 중첩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K=1 독립 질문 / 후속 완료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13.429초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13.087초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호출 중첩 0 / 병행 이익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7" name="DP2 object 276">
            <a:extLst>
              <a:ext uri="{FF2B5EF4-FFF2-40B4-BE49-F238E27FC236}">
                <ns2:creationId id="{A9954AA3-A49A-4BBD-9056-2A3E73C08D31}"/>
              </a:ext>
            </a:extLst>
          </p:cNvPr>
          <p:cNvSpPr>
            <a:spLocks noGrp="1"/>
          </p:cNvSpPr>
          <p:nvPr/>
        </p:nvSpPr>
        <p:spPr>
          <a:xfrm>
            <a:off x="6391275" y="4191000"/>
            <a:ext cx="11582400" cy="4286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QA06 보완: 별도 순서 제어 재생의 최고 동시 RSS</a:t>
            </a:r>
            <a:endParaRPr lang="ko-KR">
              <a:latin typeface="Calibri"/>
              <a:ea typeface="Calibri"/>
              <a:cs typeface="Calibri"/>
            </a:endParaRPr>
          </a:p>
        </p:txBody>
      </p:sp>
      <p:graphicFrame>
        <p:nvGraphicFramePr>
          <p:cNvPr id="48" name="">
            <a:extLst>
              <a:ext uri="{FF2B5EF4-FFF2-40B4-BE49-F238E27FC236}">
                <ns2:creationId id="{75527515-FCCF-4BE9-9D53-7FE042A47936}"/>
              </a:ext>
            </a:extLst>
          </p:cNvPr>
          <p:cNvGraphicFramePr/>
          <p:nvPr/>
        </p:nvGraphicFramePr>
        <p:xfrm>
          <a:off x="6391275" y="4743450"/>
          <a:ext cx="11658600" cy="2047875"/>
        </p:xfrm>
        <a:graphic>
          <a:graphicData uri="http://schemas.openxmlformats.org/drawingml/2006/table">
            <a:tbl>
              <a:tblPr firstRow="0" bandRow="0" bandCol="0"/>
              <a:tblGrid>
                <a:gridCol w="2190750"/>
                <a:gridCol w="3048000"/>
                <a:gridCol w="3048000"/>
                <a:gridCol w="3371850"/>
              </a:tblGrid>
              <a:tr h="4191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동시 문맥 N</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B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 B1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변화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30.097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30.294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+0.197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30.802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30.507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−0.295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32.326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31.867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−0.459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9" name="DP2 object 277">
            <a:extLst>
              <a:ext uri="{FF2B5EF4-FFF2-40B4-BE49-F238E27FC236}">
                <ns2:creationId id="{E9FD3264-EEDE-48FA-A01A-39768962BD2F}"/>
              </a:ext>
            </a:extLst>
          </p:cNvPr>
          <p:cNvSpPr>
            <a:spLocks noGrp="1"/>
          </p:cNvSpPr>
          <p:nvPr/>
        </p:nvSpPr>
        <p:spPr>
          <a:xfrm>
            <a:off x="6419850" y="6953250"/>
            <a:ext cx="11525250"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N=4 요청 할당 peak 평균: 573,372 → 365,413 byte</a:t>
            </a:r>
            <a:endParaRPr lang="ko-KR">
              <a:latin typeface="Calibri"/>
              <a:ea typeface="Calibri"/>
              <a:cs typeface="Calibri"/>
            </a:endParaRPr>
          </a:p>
        </p:txBody>
      </p:sp>
      <p:sp>
        <p:nvSpPr>
          <p:cNvPr id="50" name="DP2 object 278">
            <a:extLst>
              <a:ext uri="{FF2B5EF4-FFF2-40B4-BE49-F238E27FC236}">
                <ns2:creationId id="{3958B767-63C1-4238-9383-967C5AA09994}"/>
              </a:ext>
            </a:extLst>
          </p:cNvPr>
          <p:cNvSpPr>
            <a:spLocks noGrp="1"/>
          </p:cNvSpPr>
          <p:nvPr/>
        </p:nvSpPr>
        <p:spPr>
          <a:xfrm>
            <a:off x="6419850" y="7467600"/>
            <a:ext cx="1152525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결과·callback 72/72 동일 / 모델 입력 snapshot 168/168 session 동일</a:t>
            </a:r>
            <a:endParaRPr lang="ko-KR">
              <a:latin typeface="Calibri"/>
              <a:ea typeface="Calibri"/>
              <a:cs typeface="Calibri"/>
            </a:endParaRPr>
          </a:p>
        </p:txBody>
      </p:sp>
      <p:sp>
        <p:nvSpPr>
          <p:cNvPr id="51" name="DP2 object 279">
            <a:extLst>
              <a:ext uri="{FF2B5EF4-FFF2-40B4-BE49-F238E27FC236}">
                <ns2:creationId id="{3C0FE7D9-97EC-4822-9D97-F65EB4BDA323}"/>
              </a:ext>
            </a:extLst>
          </p:cNvPr>
          <p:cNvSpPr>
            <a:spLocks noGrp="1"/>
          </p:cNvSpPr>
          <p:nvPr/>
        </p:nvSpPr>
        <p:spPr>
          <a:xfrm>
            <a:off x="6419850" y="79152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N별·안별 12회, 전체 72회. 새 API 0회, 기존 응답 686개 재생.</a:t>
            </a:r>
            <a:endParaRPr lang="ko-KR">
              <a:latin typeface="Calibri"/>
              <a:ea typeface="Calibri"/>
              <a:cs typeface="Calibri"/>
            </a:endParaRPr>
          </a:p>
        </p:txBody>
      </p:sp>
      <p:sp>
        <p:nvSpPr>
          <p:cNvPr id="52" name="DP2 object 280">
            <a:extLst>
              <a:ext uri="{FF2B5EF4-FFF2-40B4-BE49-F238E27FC236}">
                <ns2:creationId id="{D52518A9-6CE3-4C9E-B542-FE5A6103B4BB}"/>
              </a:ext>
            </a:extLst>
          </p:cNvPr>
          <p:cNvSpPr>
            <a:spLocks noGrp="1"/>
          </p:cNvSpPr>
          <p:nvPr/>
        </p:nvSpPr>
        <p:spPr>
          <a:xfrm>
            <a:off x="6419850" y="8372475"/>
            <a:ext cx="11525250" cy="323850"/>
          </a:xfrm>
          <a:prstGeom prst="rect">
            <a:avLst/>
          </a:prstGeom>
          <a:noFill/>
          <a:ln w="0">
            <a:noFill/>
            <a:prstDash val="solid"/>
          </a:ln>
        </p:spPr>
        <p:txBody>
          <a:bodyPr wrap="none" lIns="0" tIns="0" rIns="0" bIns="0" anchor="ctr">
            <a:noAutofit/>
          </a:bodyPr>
          <a:lstStyle>
            <a:defPPr algn="l">
              <a:defRPr sz="1800" b="0" lang="ko-KR">
                <a:solidFill>
                  <a:srgbClr val="C00000"/>
                </a:solidFill>
                <a:latin typeface="Calibri"/>
                <a:ea typeface="Calibri"/>
                <a:cs typeface="Calibri"/>
              </a:defRPr>
            </a:defPPr>
            <a:lvl1pPr algn="l">
              <a:defRPr sz="1800" b="0" lang="ko-KR">
                <a:solidFill>
                  <a:srgbClr val="C00000"/>
                </a:solidFill>
                <a:latin typeface="Calibri"/>
                <a:ea typeface="Calibri"/>
                <a:cs typeface="Calibri"/>
              </a:defRPr>
            </a:lvl1pPr>
            <a:lvl2pPr algn="l">
              <a:defRPr sz="1800" b="0" lang="ko-KR">
                <a:solidFill>
                  <a:srgbClr val="C00000"/>
                </a:solidFill>
                <a:latin typeface="Calibri"/>
                <a:ea typeface="Calibri"/>
                <a:cs typeface="Calibri"/>
              </a:defRPr>
            </a:lvl2pPr>
            <a:lvl3pPr algn="l">
              <a:defRPr sz="1800" b="0" lang="ko-KR">
                <a:solidFill>
                  <a:srgbClr val="C00000"/>
                </a:solidFill>
                <a:latin typeface="Calibri"/>
                <a:ea typeface="Calibri"/>
                <a:cs typeface="Calibri"/>
              </a:defRPr>
            </a:lvl3pPr>
            <a:lvl4pPr algn="l">
              <a:defRPr sz="1800" b="0" lang="ko-KR">
                <a:solidFill>
                  <a:srgbClr val="C00000"/>
                </a:solidFill>
                <a:latin typeface="Calibri"/>
                <a:ea typeface="Calibri"/>
                <a:cs typeface="Calibri"/>
              </a:defRPr>
            </a:lvl4pPr>
            <a:lvl5pPr algn="l">
              <a:defRPr sz="1800" b="0" lang="ko-KR">
                <a:solidFill>
                  <a:srgbClr val="C00000"/>
                </a:solidFill>
                <a:latin typeface="Calibri"/>
                <a:ea typeface="Calibri"/>
                <a:cs typeface="Calibri"/>
              </a:defRPr>
            </a:lvl5pPr>
            <a:lvl6pPr algn="l">
              <a:defRPr sz="1800" b="0" lang="ko-KR">
                <a:solidFill>
                  <a:srgbClr val="C00000"/>
                </a:solidFill>
                <a:latin typeface="Calibri"/>
                <a:ea typeface="Calibri"/>
                <a:cs typeface="Calibri"/>
              </a:defRPr>
            </a:lvl6pPr>
            <a:lvl7pPr algn="l">
              <a:defRPr sz="1800" b="0" lang="ko-KR">
                <a:solidFill>
                  <a:srgbClr val="C00000"/>
                </a:solidFill>
                <a:latin typeface="Calibri"/>
                <a:ea typeface="Calibri"/>
                <a:cs typeface="Calibri"/>
              </a:defRPr>
            </a:lvl7pPr>
            <a:lvl8pPr algn="l">
              <a:defRPr sz="1800" b="0" lang="ko-KR">
                <a:solidFill>
                  <a:srgbClr val="C00000"/>
                </a:solidFill>
                <a:latin typeface="Calibri"/>
                <a:ea typeface="Calibri"/>
                <a:cs typeface="Calibri"/>
              </a:defRPr>
            </a:lvl8pPr>
            <a:lvl9pPr algn="l">
              <a:defRPr sz="1800" b="0" lang="ko-KR">
                <a:solidFill>
                  <a:srgbClr val="C00000"/>
                </a:solidFill>
                <a:latin typeface="Calibri"/>
                <a:ea typeface="Calibri"/>
                <a:cs typeface="Calibri"/>
              </a:defRPr>
            </a:lvl9pPr>
          </a:lstStyle>
          <a:p>
            <a:pPr algn="l">
              <a:defRPr sz="1800" b="0" lang="ko-KR">
                <a:solidFill>
                  <a:srgbClr val="C00000"/>
                </a:solidFill>
                <a:latin typeface="Calibri"/>
                <a:ea typeface="Calibri"/>
                <a:cs typeface="Calibri"/>
              </a:defRPr>
            </a:pPr>
            <a:r>
              <a:rPr sz="1800" b="0" lang="ko-KR">
                <a:solidFill>
                  <a:srgbClr val="C00000"/>
                </a:solidFill>
                <a:latin typeface="Calibri"/>
                <a:ea typeface="Calibri"/>
                <a:cs typeface="Calibri"/>
              </a:rPr>
              <a:t>N=1 최고 RSS는 증가. 새 QA01·QA03와 모델 비용 개선은 미측정.</a:t>
            </a:r>
            <a:endParaRPr lang="ko-KR">
              <a:latin typeface="Calibri"/>
              <a:ea typeface="Calibri"/>
              <a:cs typeface="Calibri"/>
            </a:endParaRPr>
          </a:p>
        </p:txBody>
      </p:sp>
      <p:sp>
        <p:nvSpPr>
          <p:cNvPr id="53" name="DP2 object 281">
            <a:extLst>
              <a:ext uri="{FF2B5EF4-FFF2-40B4-BE49-F238E27FC236}">
                <ns2:creationId id="{20156242-6A26-46E2-ACD6-FE8FB15A3485}"/>
              </a:ext>
            </a:extLst>
          </p:cNvPr>
          <p:cNvSpPr>
            <a:spLocks noGrp="1"/>
          </p:cNvSpPr>
          <p:nvPr/>
        </p:nvSpPr>
        <p:spPr>
          <a:xfrm>
            <a:off x="6419850" y="8829675"/>
            <a:ext cx="11525250" cy="3238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별도 요청 관계 진단 N-R: A 27/27, B 26/27. B1에서도 B의 오류는 그대로.</a:t>
            </a:r>
            <a:endParaRPr lang="ko-KR">
              <a:latin typeface="Calibri"/>
              <a:ea typeface="Calibri"/>
              <a:cs typeface="Calibri"/>
            </a:endParaRPr>
          </a:p>
        </p:txBody>
      </p:sp>
      <p:sp>
        <p:nvSpPr>
          <p:cNvPr id="54" name="Editable path 282">
            <a:extLst>
              <a:ext uri="{FF2B5EF4-FFF2-40B4-BE49-F238E27FC236}">
                <ns2:creationId id="{0FFEDF7B-11E9-416C-879C-83D2502D16DA}"/>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55" name="DP2 object 283">
            <a:extLst>
              <a:ext uri="{FF2B5EF4-FFF2-40B4-BE49-F238E27FC236}">
                <ns2:creationId id="{7895E917-83EA-4D7D-B5A3-1F1D19E3229A}"/>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기본 실측 46.170MB와 재생 31.867MB는 전후값이 아님. 제품 전체 RAM, 원격 모델 weights/KV와 새 지연을 측정한 결과가 아님.</a:t>
            </a:r>
            <a:endParaRPr lang="ko-KR">
              <a:latin typeface="Calibri"/>
              <a:ea typeface="Calibri"/>
              <a:cs typeface="Calibri"/>
            </a:endParaRPr>
          </a:p>
        </p:txBody>
      </p:sp>
      <p:sp>
        <p:nvSpPr>
          <p:cNvPr id="56" name="DP2 object 284">
            <a:extLst>
              <a:ext uri="{FF2B5EF4-FFF2-40B4-BE49-F238E27FC236}">
                <ns2:creationId id="{BFF30483-4903-4E84-BD79-F9104161C42B}"/>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발표 캠페인과 strict-control-v2 재생 근거. 새로운 공통 대표 평가의 정식 결과와 구분한다.</a:t>
            </a:r>
            <a:endParaRPr lang="ko-KR">
              <a:latin typeface="Calibri"/>
              <a:ea typeface="Calibri"/>
              <a:cs typeface="Calibri"/>
            </a:endParaRPr>
          </a:p>
        </p:txBody>
      </p:sp>
    </p:spTree>
    <p:extLst>
      <p:ext uri="{BB962C8B-B14F-4D97-AF65-F5344CB8AC3E}">
        <p14:creationId val="14473750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0</ns0:Slides>
  <ns0:Notes>0</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2026-10-19T08:13:20.9790000Z</ns2:created>
  <ns2:modified xsi:type="dcterms:W3CDTF">2026-10-19T08:13:20.9790000Z</ns2:modified>
  <dc:language>ko-KR</dc:language>
</ns0:coreProperties>
</file>