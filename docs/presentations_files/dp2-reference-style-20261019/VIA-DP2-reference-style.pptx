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7e2b380101486a" /><Relationship Type="http://schemas.openxmlformats.org/officeDocument/2006/relationships/extended-properties" Target="/docProps/app.xml" Id="R3147b006cd294430" /><Relationship Type="http://schemas.openxmlformats.org/officeDocument/2006/relationships/officeDocument" Target="/ppt/presentation.xml" Id="Rfc85d08e20d04462" /></Relationships>
</file>

<file path=ppt/presentation.xml><?xml version="1.0" encoding="utf-8"?>
<p:presentation xmlns:p="http://schemas.openxmlformats.org/presentationml/2006/main">
  <p:sldMasterIdLst>
    <p:sldMasterId xmlns:r="http://schemas.openxmlformats.org/officeDocument/2006/relationships" id="2147483648" r:id="R1ec41cc8f5f14f9f"/>
  </p:sldMasterIdLst>
  <p:notesMasterIdLst>
    <p:notesMasterId xmlns:r="http://schemas.openxmlformats.org/officeDocument/2006/relationships" r:id="R4ea3c06eea994c89"/>
  </p:notesMasterIdLst>
  <p:sldIdLst>
    <p:sldId xmlns:r="http://schemas.openxmlformats.org/officeDocument/2006/relationships" id="256" r:id="R4cd8775b34a24bfa"/>
    <p:sldId xmlns:r="http://schemas.openxmlformats.org/officeDocument/2006/relationships" id="257" r:id="Rd4d84a0da19f43f6"/>
    <p:sldId xmlns:r="http://schemas.openxmlformats.org/officeDocument/2006/relationships" id="258" r:id="R9c6dbc065c724811"/>
    <p:sldId xmlns:r="http://schemas.openxmlformats.org/officeDocument/2006/relationships" id="259" r:id="R5b57a53fb9cf4212"/>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ce1af4c383460b" /><Relationship Type="http://schemas.openxmlformats.org/officeDocument/2006/relationships/slideMaster" Target="/ppt/slideMasters/slideMaster1.xml" Id="R1ec41cc8f5f14f9f" /><Relationship Type="http://schemas.openxmlformats.org/officeDocument/2006/relationships/notesMaster" Target="/ppt/notesMasters/notesMaster1.xml" Id="R4ea3c06eea994c89" /><Relationship Type="http://schemas.openxmlformats.org/officeDocument/2006/relationships/presProps" Target="/ppt/presProps.xml" Id="R73b93d6e5879475c" /><Relationship Type="http://schemas.openxmlformats.org/officeDocument/2006/relationships/tableStyles" Target="/ppt/tableStyles.xml" Id="R07ac3a80a75e4f94" /><Relationship Type="http://schemas.openxmlformats.org/officeDocument/2006/relationships/slide" Target="/ppt/slides/slide1.xml" Id="R4cd8775b34a24bfa" /><Relationship Type="http://schemas.openxmlformats.org/officeDocument/2006/relationships/slide" Target="/ppt/slides/slide2.xml" Id="Rd4d84a0da19f43f6" /><Relationship Type="http://schemas.openxmlformats.org/officeDocument/2006/relationships/slide" Target="/ppt/slides/slide3.xml" Id="R9c6dbc065c724811" /><Relationship Type="http://schemas.openxmlformats.org/officeDocument/2006/relationships/slide" Target="/ppt/slides/slide4.xml" Id="R5b57a53fb9cf42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5e571a647647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8da59cea1b4d34" /><Relationship Type="http://schemas.openxmlformats.org/officeDocument/2006/relationships/notesMaster" Target="/ppt/notesMasters/notesMaster1.xml" Id="Rafcbf8cfff2249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1d5b62ef364bc5" /><Relationship Type="http://schemas.openxmlformats.org/officeDocument/2006/relationships/notesMaster" Target="/ppt/notesMasters/notesMaster1.xml" Id="Ra729923c4ba242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f572f477774e8e" /><Relationship Type="http://schemas.openxmlformats.org/officeDocument/2006/relationships/notesMaster" Target="/ppt/notesMasters/notesMaster1.xml" Id="R7652a8f7ef7b46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3a7a4c75504f26" /><Relationship Type="http://schemas.openxmlformats.org/officeDocument/2006/relationships/notesMaster" Target="/ppt/notesMasters/notesMaster1.xml" Id="R7cbc9c5ce7374c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p>
          <a:p xmlns:a="http://schemas.openxmlformats.org/drawingml/2006/main">
            <a: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p>
          <a:p xmlns:a="http://schemas.openxmlformats.org/drawingml/2006/main">
            <a: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p>
          <a:p xmlns:a="http://schemas.openxmlformats.org/drawingml/2006/main">
            <a:r>
              <a:t>내용 출처:</a:t>
            </a:r>
          </a:p>
          <a:p xmlns:a="http://schemas.openxmlformats.org/drawingml/2006/main">
            <a:r>
              <a:t>/Users/changbae/Workspace/via-sw-architecture/docs/architecture/12-decisions/decision-packages/seven-problem-review/02-interpretation-execution.md</a:t>
            </a:r>
          </a:p>
          <a:p xmlns:a="http://schemas.openxmlformats.org/drawingml/2006/main">
            <a:r>
              <a:t>/Users/changbae/Workspace/via-sw-architecture/docs/architecture/12-decisions/decision-packages/seven-problem-review/15-corrected-poc-results.md §DP02</a:t>
            </a:r>
          </a:p>
          <a:p xmlns:a="http://schemas.openxmlformats.org/drawingml/2006/main">
            <a:r>
              <a:t>/Users/changbae/Workspace/via-sw-architecture/docs/architecture/12-decisions/decision-packages/seven-problem-review/17-presentation-results.md §2~4</a:t>
            </a:r>
          </a:p>
          <a:p xmlns:a="http://schemas.openxmlformats.org/drawingml/2006/main">
            <a:r>
              <a:t>/Users/changbae/Workspace/via-sw-architecture/results/architecture-evaluation/current/four-dp-presentation-20261019/dp02/strict-control-v2/report.md</a:t>
            </a:r>
          </a:p>
          <a:p xmlns:a="http://schemas.openxmlformats.org/drawingml/2006/main">
            <a:r>
              <a:t>스타일 출처: DP1 v3 및 사용자 첨부 23-DP04방안, 24-DP04채택, 18-DP02채택.</a:t>
            </a:r>
          </a:p>
          <a:p xmlns:a="http://schemas.openxmlformats.org/drawingml/2006/main">
            <a:r>
              <a:t>배경은 정량 시간축이 아닌 사건 순서의 개념도다. 긴 막대는 VIA 모델/읽기 step이며 외부 Agent 업무 대기가 아니다. 새 독립 질문이 현재 step 중 도착하는 S2/E2 상황을 단순화했다. 입력이 도착한다고 즉시 의미 관계가 확정되는 것은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p>
          <a:p xmlns:a="http://schemas.openxmlformats.org/drawingml/2006/main">
            <a: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p>
          <a:p xmlns:a="http://schemas.openxmlformats.org/drawingml/2006/main">
            <a: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p>
          <a:p xmlns:a="http://schemas.openxmlformats.org/drawingml/2006/main">
            <a:r>
              <a:t>내용 출처:</a:t>
            </a:r>
          </a:p>
          <a:p xmlns:a="http://schemas.openxmlformats.org/drawingml/2006/main">
            <a:r>
              <a:t>/Users/changbae/Workspace/via-sw-architecture/docs/architecture/12-decisions/decision-packages/seven-problem-review/02-interpretation-execution.md</a:t>
            </a:r>
          </a:p>
          <a:p xmlns:a="http://schemas.openxmlformats.org/drawingml/2006/main">
            <a:r>
              <a:t>/Users/changbae/Workspace/via-sw-architecture/docs/architecture/12-decisions/decision-packages/seven-problem-review/15-corrected-poc-results.md §DP02</a:t>
            </a:r>
          </a:p>
          <a:p xmlns:a="http://schemas.openxmlformats.org/drawingml/2006/main">
            <a:r>
              <a:t>/Users/changbae/Workspace/via-sw-architecture/docs/architecture/12-decisions/decision-packages/seven-problem-review/17-presentation-results.md §2~4</a:t>
            </a:r>
          </a:p>
          <a:p xmlns:a="http://schemas.openxmlformats.org/drawingml/2006/main">
            <a:r>
              <a:t>/Users/changbae/Workspace/via-sw-architecture/results/architecture-evaluation/current/four-dp-presentation-20261019/dp02/strict-control-v2/report.md</a:t>
            </a:r>
          </a:p>
          <a:p xmlns:a="http://schemas.openxmlformats.org/drawingml/2006/main">
            <a:r>
              <a:t>스타일 출처: DP1 v3 및 사용자 첨부 23-DP04방안, 24-DP04채택, 18-DP02채택.</a:t>
            </a:r>
          </a:p>
          <a:p xmlns:a="http://schemas.openxmlformats.org/drawingml/2006/main">
            <a:r>
              <a:t>B 기본 도식의 입력 복사는 측정 후보의 실제 불변 input/source/wire 복제 경로를 나타낸다. B 구조 자체가 전체 대화를 무조건 복제해야 한다는 주장은 아니다. 그림은 의미 실행 구간의 확대도이며 공통 Context Manager와 Model Access, 응답 전달 Components는 생략한다. Request Controller는 단계별로 두 번 보이지만 같은 Component이다.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p>
          <a:p xmlns:a="http://schemas.openxmlformats.org/drawingml/2006/main">
            <a: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p>
          <a:p xmlns:a="http://schemas.openxmlformats.org/drawingml/2006/main">
            <a: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p>
          <a:p xmlns:a="http://schemas.openxmlformats.org/drawingml/2006/main">
            <a:r>
              <a:t>내용 출처:</a:t>
            </a:r>
          </a:p>
          <a:p xmlns:a="http://schemas.openxmlformats.org/drawingml/2006/main">
            <a:r>
              <a:t>/Users/changbae/Workspace/via-sw-architecture/docs/architecture/12-decisions/decision-packages/seven-problem-review/02-interpretation-execution.md</a:t>
            </a:r>
          </a:p>
          <a:p xmlns:a="http://schemas.openxmlformats.org/drawingml/2006/main">
            <a:r>
              <a:t>/Users/changbae/Workspace/via-sw-architecture/docs/architecture/12-decisions/decision-packages/seven-problem-review/15-corrected-poc-results.md §DP02</a:t>
            </a:r>
          </a:p>
          <a:p xmlns:a="http://schemas.openxmlformats.org/drawingml/2006/main">
            <a:r>
              <a:t>/Users/changbae/Workspace/via-sw-architecture/docs/architecture/12-decisions/decision-packages/seven-problem-review/17-presentation-results.md §2~4</a:t>
            </a:r>
          </a:p>
          <a:p xmlns:a="http://schemas.openxmlformats.org/drawingml/2006/main">
            <a:r>
              <a:t>/Users/changbae/Workspace/via-sw-architecture/results/architecture-evaluation/current/four-dp-presentation-20261019/dp02/strict-control-v2/report.md</a:t>
            </a:r>
          </a:p>
          <a:p xmlns:a="http://schemas.openxmlformats.org/drawingml/2006/main">
            <a:r>
              <a:t>스타일 출처: DP1 v3 및 사용자 첨부 23-DP04방안, 24-DP04채택, 18-DP02채택.</a:t>
            </a:r>
          </a:p>
          <a:p xmlns:a="http://schemas.openxmlformats.org/drawingml/2006/main">
            <a:r>
              <a:t>B 기본 도식의 입력 복사는 측정 후보의 실제 불변 input/source/wire 복제 경로를 나타낸다. B 구조 자체가 전체 대화를 무조건 복제해야 한다는 주장은 아니다. 그림은 의미 실행 구간의 확대도이며 공통 Context Manager와 Model Access, 응답 전달 Components는 생략한다. Request Controller는 단계별로 두 번 보이지만 같은 Component이다.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p>
          <a:p xmlns:a="http://schemas.openxmlformats.org/drawingml/2006/main">
            <a: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p>
          <a:p xmlns:a="http://schemas.openxmlformats.org/drawingml/2006/main">
            <a: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p>
          <a:p xmlns:a="http://schemas.openxmlformats.org/drawingml/2006/main">
            <a:r>
              <a:t>내용 출처:</a:t>
            </a:r>
          </a:p>
          <a:p xmlns:a="http://schemas.openxmlformats.org/drawingml/2006/main">
            <a:r>
              <a:t>/Users/changbae/Workspace/via-sw-architecture/docs/architecture/12-decisions/decision-packages/seven-problem-review/02-interpretation-execution.md</a:t>
            </a:r>
          </a:p>
          <a:p xmlns:a="http://schemas.openxmlformats.org/drawingml/2006/main">
            <a:r>
              <a:t>/Users/changbae/Workspace/via-sw-architecture/docs/architecture/12-decisions/decision-packages/seven-problem-review/15-corrected-poc-results.md §DP02</a:t>
            </a:r>
          </a:p>
          <a:p xmlns:a="http://schemas.openxmlformats.org/drawingml/2006/main">
            <a:r>
              <a:t>/Users/changbae/Workspace/via-sw-architecture/docs/architecture/12-decisions/decision-packages/seven-problem-review/17-presentation-results.md §2~4</a:t>
            </a:r>
          </a:p>
          <a:p xmlns:a="http://schemas.openxmlformats.org/drawingml/2006/main">
            <a:r>
              <a:t>/Users/changbae/Workspace/via-sw-architecture/results/architecture-evaluation/current/four-dp-presentation-20261019/dp02/strict-control-v2/report.md</a:t>
            </a:r>
          </a:p>
          <a:p xmlns:a="http://schemas.openxmlformats.org/drawingml/2006/main">
            <a:r>
              <a:t>스타일 출처: DP1 v3 및 사용자 첨부 23-DP04방안, 24-DP04채택, 18-DP02채택.</a:t>
            </a:r>
          </a:p>
          <a:p xmlns:a="http://schemas.openxmlformats.org/drawingml/2006/main">
            <a:r>
              <a:t>K=2/K=1 조건표는 각 같은 사례의 3회 평균이며 K=2는 첫 응답, K=1은 후속 목표 완료로 지표가 다르므로 행 간 직접 속도 비교를 하지 않는다. 각 N별 최고 RSS는 해당 안12회 중 최고 동시 Python+Rust 값이다. N=4 실제값32.325632→31.866880MB, N=1 30.097408→30.294016MB. 감소/증가는 반올림 전 값으로 계산해0.459/0.197MB로 표시한다. N=2 감소0.294912MB. 요청 할당 peak 평균은573372.3→365412.7byte이며 RSS와 같은 지표가 아니다. 전송 payload snapshot동등성을 확인했지만 새로운 모델 정확도나 원격 latency를 측정한 것은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775e189cda47f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540a353b20c477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766dcf9a9c6477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ada01ea393f4f1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48abf030d054c9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3a175bc408946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40D62E-9194-4D25-9D7C-7F7E954D62C6}"/>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F3AF3B0-57F8-4A99-B3D3-7A23C9B5AC05}"/>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73D5D61-08B7-47DD-B3A5-F392DA19748B}"/>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CE6AD4-4CA6-4EBF-8588-F0C18111301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492B6F8-8433-4EF5-B98E-FD90A60493EE}"/>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B3919A0-FAAD-4080-AF6E-8D109D6BD0B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867F8C5-6C53-412B-98EE-4A6B8FF56135}"/>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A65A6BC-13A9-4FD7-A9EE-3C4CD32AA6B0}"/>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0B29D8-FAD6-4E6F-A6E1-623F8F903296}"/>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A32A6B4-E23E-4763-8CBD-E2D39FA3630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a1d0022fde4f03" /><Relationship Type="http://schemas.openxmlformats.org/officeDocument/2006/relationships/slideLayout" Target="/ppt/slideLayouts/slideLayout1.xml" Id="R28d4d3b7a1e64083" /><Relationship Type="http://schemas.openxmlformats.org/officeDocument/2006/relationships/slideLayout" Target="/ppt/slideLayouts/slideLayout2.xml" Id="R72d173321bae4b7d" /><Relationship Type="http://schemas.openxmlformats.org/officeDocument/2006/relationships/slideLayout" Target="/ppt/slideLayouts/slideLayout3.xml" Id="R2024daaf83364e36" /><Relationship Type="http://schemas.openxmlformats.org/officeDocument/2006/relationships/slideLayout" Target="/ppt/slideLayouts/slideLayout4.xml" Id="Rad6753fbd5be43be" /><Relationship Type="http://schemas.openxmlformats.org/officeDocument/2006/relationships/slideLayout" Target="/ppt/slideLayouts/slideLayout5.xml" Id="R8b287eecfa3c4f8c" /><Relationship Type="http://schemas.openxmlformats.org/officeDocument/2006/relationships/slideLayout" Target="/ppt/slideLayouts/slideLayout6.xml" Id="R06e1d5ef4dd646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d4d3b7a1e64083"/>
    <p:sldLayoutId xmlns:r="http://schemas.openxmlformats.org/officeDocument/2006/relationships" id="2147483650" r:id="R72d173321bae4b7d"/>
    <p:sldLayoutId xmlns:r="http://schemas.openxmlformats.org/officeDocument/2006/relationships" id="2147483651" r:id="R2024daaf83364e36"/>
    <p:sldLayoutId xmlns:r="http://schemas.openxmlformats.org/officeDocument/2006/relationships" id="2147483652" r:id="Rad6753fbd5be43be"/>
    <p:sldLayoutId xmlns:r="http://schemas.openxmlformats.org/officeDocument/2006/relationships" id="2147483653" r:id="R8b287eecfa3c4f8c"/>
    <p:sldLayoutId xmlns:r="http://schemas.openxmlformats.org/officeDocument/2006/relationships" id="2147483654" r:id="R06e1d5ef4dd646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68ac059ceda42db" /><Relationship Type="http://schemas.openxmlformats.org/officeDocument/2006/relationships/notesSlide" Target="/ppt/notesSlides/notesSlide1.xml" Id="R09f4ee1ba7a14d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ac9f334222548b7" /><Relationship Type="http://schemas.openxmlformats.org/officeDocument/2006/relationships/notesSlide" Target="/ppt/notesSlides/notesSlide2.xml" Id="Raa8171a65b8543b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badcad15e6b4ff5" /><Relationship Type="http://schemas.openxmlformats.org/officeDocument/2006/relationships/notesSlide" Target="/ppt/notesSlides/notesSlide3.xml" Id="R509a498366c84a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901095d2d1347f8" /><Relationship Type="http://schemas.openxmlformats.org/officeDocument/2006/relationships/notesSlide" Target="/ppt/notesSlides/notesSlide4.xml" Id="Re5305b60f87f455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DP2 object 1">
            <a:extLst xmlns:a="http://schemas.openxmlformats.org/drawingml/2006/main">
              <a:ext uri="{FF2B5EF4-FFF2-40B4-BE49-F238E27FC236}">
                <a16:creationId xmlns:a16="http://schemas.microsoft.com/office/drawing/2014/main" id="{05E2B3DF-0BA0-4A4A-8F64-67959CA353A2}"/>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DP2. 후속 입력의 의미 판단 실행 방안 (배경)</a:t>
            </a:r>
          </a:p>
        </p:txBody>
      </p:sp>
      <p:sp>
        <p:nvSpPr>
          <p:cNvPr id="2" name="DP2 object 2">
            <a:extLst xmlns:a="http://schemas.openxmlformats.org/drawingml/2006/main">
              <a:ext uri="{FF2B5EF4-FFF2-40B4-BE49-F238E27FC236}">
                <a16:creationId xmlns:a16="http://schemas.microsoft.com/office/drawing/2014/main" id="{F9261805-7599-46E1-BCC0-BE8558A49E17}"/>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DP2 object 3">
            <a:extLst xmlns:a="http://schemas.openxmlformats.org/drawingml/2006/main">
              <a:ext uri="{FF2B5EF4-FFF2-40B4-BE49-F238E27FC236}">
                <a16:creationId xmlns:a16="http://schemas.microsoft.com/office/drawing/2014/main" id="{56BD95F1-B6AC-4262-862E-129B1B28B63F}"/>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DP2 object 4">
            <a:extLst xmlns:a="http://schemas.openxmlformats.org/drawingml/2006/main">
              <a:ext uri="{FF2B5EF4-FFF2-40B4-BE49-F238E27FC236}">
                <a16:creationId xmlns:a16="http://schemas.microsoft.com/office/drawing/2014/main" id="{EAB65367-B412-4482-A81D-7E45D670FE58}"/>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DP2 object 5">
            <a:extLst xmlns:a="http://schemas.openxmlformats.org/drawingml/2006/main">
              <a:ext uri="{FF2B5EF4-FFF2-40B4-BE49-F238E27FC236}">
                <a16:creationId xmlns:a16="http://schemas.microsoft.com/office/drawing/2014/main" id="{8635544C-2A04-4318-970E-E0462E7EED7A}"/>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DP2 object 6">
            <a:extLst xmlns:a="http://schemas.openxmlformats.org/drawingml/2006/main">
              <a:ext uri="{FF2B5EF4-FFF2-40B4-BE49-F238E27FC236}">
                <a16:creationId xmlns:a16="http://schemas.microsoft.com/office/drawing/2014/main" id="{DBB74FF4-B928-426D-967B-4DFF85E0DAB8}"/>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DP2 object 7">
            <a:extLst xmlns:a="http://schemas.openxmlformats.org/drawingml/2006/main">
              <a:ext uri="{FF2B5EF4-FFF2-40B4-BE49-F238E27FC236}">
                <a16:creationId xmlns:a16="http://schemas.microsoft.com/office/drawing/2014/main" id="{38F923DD-9CD9-4F59-8169-DA842D4E18BA}"/>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DP2 object 8">
            <a:extLst xmlns:a="http://schemas.openxmlformats.org/drawingml/2006/main">
              <a:ext uri="{FF2B5EF4-FFF2-40B4-BE49-F238E27FC236}">
                <a16:creationId xmlns:a16="http://schemas.microsoft.com/office/drawing/2014/main" id="{24B89D1B-2BAC-4472-ABCE-5ECA99A09C5D}"/>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DP2 object 9">
            <a:extLst xmlns:a="http://schemas.openxmlformats.org/drawingml/2006/main">
              <a:ext uri="{FF2B5EF4-FFF2-40B4-BE49-F238E27FC236}">
                <a16:creationId xmlns:a16="http://schemas.microsoft.com/office/drawing/2014/main" id="{82453FC5-93AB-4173-AE22-6E3A883114AB}"/>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DP2 object 10">
            <a:extLst xmlns:a="http://schemas.openxmlformats.org/drawingml/2006/main">
              <a:ext uri="{FF2B5EF4-FFF2-40B4-BE49-F238E27FC236}">
                <a16:creationId xmlns:a16="http://schemas.microsoft.com/office/drawing/2014/main" id="{752B8E22-205C-4D34-B0C4-E3AAB14C6909}"/>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DP2 object 11">
            <a:extLst xmlns:a="http://schemas.openxmlformats.org/drawingml/2006/main">
              <a:ext uri="{FF2B5EF4-FFF2-40B4-BE49-F238E27FC236}">
                <a16:creationId xmlns:a16="http://schemas.microsoft.com/office/drawing/2014/main" id="{FEC23E96-EB16-4A0E-AEEF-27082A947757}"/>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Editable path 12">
            <a:extLst xmlns:a="http://schemas.openxmlformats.org/drawingml/2006/main">
              <a:ext uri="{FF2B5EF4-FFF2-40B4-BE49-F238E27FC236}">
                <a16:creationId xmlns:a16="http://schemas.microsoft.com/office/drawing/2014/main" id="{0CB1C5B6-99B5-4106-B12B-31B254B81B50}"/>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DP2 object 13">
            <a:extLst xmlns:a="http://schemas.openxmlformats.org/drawingml/2006/main">
              <a:ext uri="{FF2B5EF4-FFF2-40B4-BE49-F238E27FC236}">
                <a16:creationId xmlns:a16="http://schemas.microsoft.com/office/drawing/2014/main" id="{319C6205-0E63-46CA-B30D-5C3395ABA544}"/>
              </a:ext>
            </a:extLst>
          </p:cNvPr>
          <p:cNvSpPr>
            <a:spLocks xmlns:a="http://schemas.openxmlformats.org/drawingml/2006/main" noGrp="1"/>
          </p:cNvSpPr>
          <p:nvPr/>
        </p:nvSpPr>
        <p:spPr>
          <a:xfrm xmlns:a="http://schemas.openxmlformats.org/drawingml/2006/main">
            <a:off x="17478375" y="99917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275" b="0">
                <a:solidFill>
                  <a:srgbClr val="50555B"/>
                </a:solidFill>
                <a:latin typeface="Apple SD Gothic Neo"/>
                <a:ea typeface="Apple SD Gothic Neo"/>
                <a:cs typeface="Apple SD Gothic Neo"/>
              </a:defRPr>
            </a:defPPr>
            <a:lvl1pPr algn="r">
              <a:defRPr sz="1275" b="0">
                <a:solidFill>
                  <a:srgbClr val="50555B"/>
                </a:solidFill>
                <a:latin typeface="Apple SD Gothic Neo"/>
                <a:ea typeface="Apple SD Gothic Neo"/>
                <a:cs typeface="Apple SD Gothic Neo"/>
              </a:defRPr>
            </a:lvl1pPr>
            <a:lvl2pPr algn="r">
              <a:defRPr sz="1275" b="0">
                <a:solidFill>
                  <a:srgbClr val="50555B"/>
                </a:solidFill>
                <a:latin typeface="Apple SD Gothic Neo"/>
                <a:ea typeface="Apple SD Gothic Neo"/>
                <a:cs typeface="Apple SD Gothic Neo"/>
              </a:defRPr>
            </a:lvl2pPr>
            <a:lvl3pPr algn="r">
              <a:defRPr sz="1275" b="0">
                <a:solidFill>
                  <a:srgbClr val="50555B"/>
                </a:solidFill>
                <a:latin typeface="Apple SD Gothic Neo"/>
                <a:ea typeface="Apple SD Gothic Neo"/>
                <a:cs typeface="Apple SD Gothic Neo"/>
              </a:defRPr>
            </a:lvl3pPr>
            <a:lvl4pPr algn="r">
              <a:defRPr sz="1275" b="0">
                <a:solidFill>
                  <a:srgbClr val="50555B"/>
                </a:solidFill>
                <a:latin typeface="Apple SD Gothic Neo"/>
                <a:ea typeface="Apple SD Gothic Neo"/>
                <a:cs typeface="Apple SD Gothic Neo"/>
              </a:defRPr>
            </a:lvl4pPr>
            <a:lvl5pPr algn="r">
              <a:defRPr sz="1275" b="0">
                <a:solidFill>
                  <a:srgbClr val="50555B"/>
                </a:solidFill>
                <a:latin typeface="Apple SD Gothic Neo"/>
                <a:ea typeface="Apple SD Gothic Neo"/>
                <a:cs typeface="Apple SD Gothic Neo"/>
              </a:defRPr>
            </a:lvl5pPr>
            <a:lvl6pPr algn="r">
              <a:defRPr sz="1275" b="0">
                <a:solidFill>
                  <a:srgbClr val="50555B"/>
                </a:solidFill>
                <a:latin typeface="Apple SD Gothic Neo"/>
                <a:ea typeface="Apple SD Gothic Neo"/>
                <a:cs typeface="Apple SD Gothic Neo"/>
              </a:defRPr>
            </a:lvl6pPr>
            <a:lvl7pPr algn="r">
              <a:defRPr sz="1275" b="0">
                <a:solidFill>
                  <a:srgbClr val="50555B"/>
                </a:solidFill>
                <a:latin typeface="Apple SD Gothic Neo"/>
                <a:ea typeface="Apple SD Gothic Neo"/>
                <a:cs typeface="Apple SD Gothic Neo"/>
              </a:defRPr>
            </a:lvl7pPr>
            <a:lvl8pPr algn="r">
              <a:defRPr sz="1275" b="0">
                <a:solidFill>
                  <a:srgbClr val="50555B"/>
                </a:solidFill>
                <a:latin typeface="Apple SD Gothic Neo"/>
                <a:ea typeface="Apple SD Gothic Neo"/>
                <a:cs typeface="Apple SD Gothic Neo"/>
              </a:defRPr>
            </a:lvl8pPr>
            <a:lvl9pPr algn="r">
              <a:defRPr sz="1275" b="0">
                <a:solidFill>
                  <a:srgbClr val="50555B"/>
                </a:solidFill>
                <a:latin typeface="Apple SD Gothic Neo"/>
                <a:ea typeface="Apple SD Gothic Neo"/>
                <a:cs typeface="Apple SD Gothic Neo"/>
              </a:defRPr>
            </a:lvl9pPr>
          </a:lstStyle>
          <a:p xmlns:a="http://schemas.openxmlformats.org/drawingml/2006/main">
            <a:pPr algn="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1</a:t>
            </a:r>
          </a:p>
        </p:txBody>
      </p:sp>
      <p:sp>
        <p:nvSpPr>
          <p:cNvPr id="14" name="DP2 object 14">
            <a:extLst xmlns:a="http://schemas.openxmlformats.org/drawingml/2006/main">
              <a:ext uri="{FF2B5EF4-FFF2-40B4-BE49-F238E27FC236}">
                <a16:creationId xmlns:a16="http://schemas.microsoft.com/office/drawing/2014/main" id="{E7B8169A-44EE-4919-9FC1-2A61A2E9DE92}"/>
              </a:ext>
            </a:extLst>
          </p:cNvPr>
          <p:cNvSpPr>
            <a:spLocks xmlns:a="http://schemas.openxmlformats.org/drawingml/2006/main" noGrp="1"/>
          </p:cNvSpPr>
          <p:nvPr/>
        </p:nvSpPr>
        <p:spPr>
          <a:xfrm xmlns:a="http://schemas.openxmlformats.org/drawingml/2006/main">
            <a:off x="628650" y="1381125"/>
            <a:ext cx="17002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225" b="1">
                <a:solidFill>
                  <a:srgbClr val="111111"/>
                </a:solidFill>
                <a:latin typeface="Apple SD Gothic Neo"/>
                <a:ea typeface="Apple SD Gothic Neo"/>
                <a:cs typeface="Apple SD Gothic Neo"/>
              </a:defRPr>
            </a:defPPr>
            <a:lvl1pPr algn="l">
              <a:defRPr sz="3225" b="1">
                <a:solidFill>
                  <a:srgbClr val="111111"/>
                </a:solidFill>
                <a:latin typeface="Apple SD Gothic Neo"/>
                <a:ea typeface="Apple SD Gothic Neo"/>
                <a:cs typeface="Apple SD Gothic Neo"/>
              </a:defRPr>
            </a:lvl1pPr>
            <a:lvl2pPr algn="l">
              <a:defRPr sz="3225" b="1">
                <a:solidFill>
                  <a:srgbClr val="111111"/>
                </a:solidFill>
                <a:latin typeface="Apple SD Gothic Neo"/>
                <a:ea typeface="Apple SD Gothic Neo"/>
                <a:cs typeface="Apple SD Gothic Neo"/>
              </a:defRPr>
            </a:lvl2pPr>
            <a:lvl3pPr algn="l">
              <a:defRPr sz="3225" b="1">
                <a:solidFill>
                  <a:srgbClr val="111111"/>
                </a:solidFill>
                <a:latin typeface="Apple SD Gothic Neo"/>
                <a:ea typeface="Apple SD Gothic Neo"/>
                <a:cs typeface="Apple SD Gothic Neo"/>
              </a:defRPr>
            </a:lvl3pPr>
            <a:lvl4pPr algn="l">
              <a:defRPr sz="3225" b="1">
                <a:solidFill>
                  <a:srgbClr val="111111"/>
                </a:solidFill>
                <a:latin typeface="Apple SD Gothic Neo"/>
                <a:ea typeface="Apple SD Gothic Neo"/>
                <a:cs typeface="Apple SD Gothic Neo"/>
              </a:defRPr>
            </a:lvl4pPr>
            <a:lvl5pPr algn="l">
              <a:defRPr sz="3225" b="1">
                <a:solidFill>
                  <a:srgbClr val="111111"/>
                </a:solidFill>
                <a:latin typeface="Apple SD Gothic Neo"/>
                <a:ea typeface="Apple SD Gothic Neo"/>
                <a:cs typeface="Apple SD Gothic Neo"/>
              </a:defRPr>
            </a:lvl5pPr>
            <a:lvl6pPr algn="l">
              <a:defRPr sz="3225" b="1">
                <a:solidFill>
                  <a:srgbClr val="111111"/>
                </a:solidFill>
                <a:latin typeface="Apple SD Gothic Neo"/>
                <a:ea typeface="Apple SD Gothic Neo"/>
                <a:cs typeface="Apple SD Gothic Neo"/>
              </a:defRPr>
            </a:lvl6pPr>
            <a:lvl7pPr algn="l">
              <a:defRPr sz="3225" b="1">
                <a:solidFill>
                  <a:srgbClr val="111111"/>
                </a:solidFill>
                <a:latin typeface="Apple SD Gothic Neo"/>
                <a:ea typeface="Apple SD Gothic Neo"/>
                <a:cs typeface="Apple SD Gothic Neo"/>
              </a:defRPr>
            </a:lvl7pPr>
            <a:lvl8pPr algn="l">
              <a:defRPr sz="3225" b="1">
                <a:solidFill>
                  <a:srgbClr val="111111"/>
                </a:solidFill>
                <a:latin typeface="Apple SD Gothic Neo"/>
                <a:ea typeface="Apple SD Gothic Neo"/>
                <a:cs typeface="Apple SD Gothic Neo"/>
              </a:defRPr>
            </a:lvl8pPr>
            <a:lvl9pPr algn="l">
              <a:defRPr sz="3225" b="1">
                <a:solidFill>
                  <a:srgbClr val="111111"/>
                </a:solidFill>
                <a:latin typeface="Apple SD Gothic Neo"/>
                <a:ea typeface="Apple SD Gothic Neo"/>
                <a:cs typeface="Apple SD Gothic Neo"/>
              </a:defRPr>
            </a:lvl9pPr>
          </a:lstStyle>
          <a:p xmlns:a="http://schemas.openxmlformats.org/drawingml/2006/main">
            <a:pPr algn="l">
              <a:defRPr sz="3225" b="1">
                <a:solidFill>
                  <a:srgbClr val="111111"/>
                </a:solidFill>
                <a:latin typeface="Apple SD Gothic Neo"/>
                <a:ea typeface="Apple SD Gothic Neo"/>
                <a:cs typeface="Apple SD Gothic Neo"/>
              </a:defRPr>
            </a:pPr>
            <a:r>
              <a:rPr sz="3225" b="1">
                <a:solidFill>
                  <a:srgbClr val="111111"/>
                </a:solidFill>
                <a:latin typeface="Apple SD Gothic Neo"/>
                <a:ea typeface="Apple SD Gothic Neo"/>
                <a:cs typeface="Apple SD Gothic Neo"/>
              </a:rPr>
              <a:t>앞선 판단이 끝나기 전에 새 질문이 들어온다</a:t>
            </a:r>
          </a:p>
        </p:txBody>
      </p:sp>
      <p:sp>
        <p:nvSpPr>
          <p:cNvPr id="15" name="DP2 object 15">
            <a:extLst xmlns:a="http://schemas.openxmlformats.org/drawingml/2006/main">
              <a:ext uri="{FF2B5EF4-FFF2-40B4-BE49-F238E27FC236}">
                <a16:creationId xmlns:a16="http://schemas.microsoft.com/office/drawing/2014/main" id="{69101FC2-FF6E-40A6-A5FD-9E2A607844CB}"/>
              </a:ext>
            </a:extLst>
          </p:cNvPr>
          <p:cNvSpPr>
            <a:spLocks xmlns:a="http://schemas.openxmlformats.org/drawingml/2006/main" noGrp="1"/>
          </p:cNvSpPr>
          <p:nvPr/>
        </p:nvSpPr>
        <p:spPr>
          <a:xfrm xmlns:a="http://schemas.openxmlformats.org/drawingml/2006/main">
            <a:off x="647700" y="2009775"/>
            <a:ext cx="1676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0">
                <a:solidFill>
                  <a:srgbClr val="111111"/>
                </a:solidFill>
                <a:latin typeface="Apple SD Gothic Neo"/>
                <a:ea typeface="Apple SD Gothic Neo"/>
                <a:cs typeface="Apple SD Gothic Neo"/>
              </a:defRPr>
            </a:defPPr>
            <a:lvl1pPr algn="l">
              <a:defRPr sz="2025" b="0">
                <a:solidFill>
                  <a:srgbClr val="111111"/>
                </a:solidFill>
                <a:latin typeface="Apple SD Gothic Neo"/>
                <a:ea typeface="Apple SD Gothic Neo"/>
                <a:cs typeface="Apple SD Gothic Neo"/>
              </a:defRPr>
            </a:lvl1pPr>
            <a:lvl2pPr algn="l">
              <a:defRPr sz="2025" b="0">
                <a:solidFill>
                  <a:srgbClr val="111111"/>
                </a:solidFill>
                <a:latin typeface="Apple SD Gothic Neo"/>
                <a:ea typeface="Apple SD Gothic Neo"/>
                <a:cs typeface="Apple SD Gothic Neo"/>
              </a:defRPr>
            </a:lvl2pPr>
            <a:lvl3pPr algn="l">
              <a:defRPr sz="2025" b="0">
                <a:solidFill>
                  <a:srgbClr val="111111"/>
                </a:solidFill>
                <a:latin typeface="Apple SD Gothic Neo"/>
                <a:ea typeface="Apple SD Gothic Neo"/>
                <a:cs typeface="Apple SD Gothic Neo"/>
              </a:defRPr>
            </a:lvl3pPr>
            <a:lvl4pPr algn="l">
              <a:defRPr sz="2025" b="0">
                <a:solidFill>
                  <a:srgbClr val="111111"/>
                </a:solidFill>
                <a:latin typeface="Apple SD Gothic Neo"/>
                <a:ea typeface="Apple SD Gothic Neo"/>
                <a:cs typeface="Apple SD Gothic Neo"/>
              </a:defRPr>
            </a:lvl4pPr>
            <a:lvl5pPr algn="l">
              <a:defRPr sz="2025" b="0">
                <a:solidFill>
                  <a:srgbClr val="111111"/>
                </a:solidFill>
                <a:latin typeface="Apple SD Gothic Neo"/>
                <a:ea typeface="Apple SD Gothic Neo"/>
                <a:cs typeface="Apple SD Gothic Neo"/>
              </a:defRPr>
            </a:lvl5pPr>
            <a:lvl6pPr algn="l">
              <a:defRPr sz="2025" b="0">
                <a:solidFill>
                  <a:srgbClr val="111111"/>
                </a:solidFill>
                <a:latin typeface="Apple SD Gothic Neo"/>
                <a:ea typeface="Apple SD Gothic Neo"/>
                <a:cs typeface="Apple SD Gothic Neo"/>
              </a:defRPr>
            </a:lvl6pPr>
            <a:lvl7pPr algn="l">
              <a:defRPr sz="2025" b="0">
                <a:solidFill>
                  <a:srgbClr val="111111"/>
                </a:solidFill>
                <a:latin typeface="Apple SD Gothic Neo"/>
                <a:ea typeface="Apple SD Gothic Neo"/>
                <a:cs typeface="Apple SD Gothic Neo"/>
              </a:defRPr>
            </a:lvl7pPr>
            <a:lvl8pPr algn="l">
              <a:defRPr sz="2025" b="0">
                <a:solidFill>
                  <a:srgbClr val="111111"/>
                </a:solidFill>
                <a:latin typeface="Apple SD Gothic Neo"/>
                <a:ea typeface="Apple SD Gothic Neo"/>
                <a:cs typeface="Apple SD Gothic Neo"/>
              </a:defRPr>
            </a:lvl8pPr>
            <a:lvl9pPr algn="l">
              <a:defRPr sz="2025" b="0">
                <a:solidFill>
                  <a:srgbClr val="111111"/>
                </a:solidFill>
                <a:latin typeface="Apple SD Gothic Neo"/>
                <a:ea typeface="Apple SD Gothic Neo"/>
                <a:cs typeface="Apple SD Gothic Neo"/>
              </a:defRPr>
            </a:lvl9pPr>
          </a:lstStyle>
          <a:p xmlns:a="http://schemas.openxmlformats.org/drawingml/2006/main">
            <a:pPr algn="l">
              <a:defRPr sz="2025" b="0">
                <a:solidFill>
                  <a:srgbClr val="111111"/>
                </a:solidFill>
                <a:latin typeface="Apple SD Gothic Neo"/>
                <a:ea typeface="Apple SD Gothic Neo"/>
                <a:cs typeface="Apple SD Gothic Neo"/>
              </a:defRPr>
            </a:pPr>
            <a:r>
              <a:rPr sz="2025" b="0">
                <a:solidFill>
                  <a:srgbClr val="111111"/>
                </a:solidFill>
                <a:latin typeface="Apple SD Gothic Neo"/>
                <a:ea typeface="Apple SD Gothic Neo"/>
                <a:cs typeface="Apple SD Gothic Neo"/>
              </a:rPr>
              <a:t>VIA는 입력을 계속 받으면서 원래 목표와 새 요청을 함께 이어가야 한다.</a:t>
            </a:r>
          </a:p>
        </p:txBody>
      </p:sp>
      <p:sp>
        <p:nvSpPr>
          <p:cNvPr id="16" name="Editable path 16">
            <a:extLst xmlns:a="http://schemas.openxmlformats.org/drawingml/2006/main">
              <a:ext uri="{FF2B5EF4-FFF2-40B4-BE49-F238E27FC236}">
                <a16:creationId xmlns:a16="http://schemas.microsoft.com/office/drawing/2014/main" id="{C89207FF-41C7-4F31-826B-0C8024DB1CF7}"/>
              </a:ext>
            </a:extLst>
          </p:cNvPr>
          <p:cNvSpPr>
            <a:spLocks xmlns:a="http://schemas.openxmlformats.org/drawingml/2006/main" noGrp="1"/>
          </p:cNvSpPr>
          <p:nvPr/>
        </p:nvSpPr>
        <p:spPr>
          <a:xfrm xmlns:a="http://schemas.openxmlformats.org/drawingml/2006/main">
            <a:off x="12858750" y="2781300"/>
            <a:ext cx="953" cy="5314950"/>
          </a:xfrm>
          <a:custGeom xmlns:a="http://schemas.openxmlformats.org/drawingml/2006/main">
            <a:pathLst>
              <a:path w="953" h="5314950">
                <a:moveTo>
                  <a:pt x="0" y="0"/>
                </a:moveTo>
                <a:lnTo>
                  <a:pt x="0" y="5314950"/>
                </a:lnTo>
              </a:path>
            </a:pathLst>
          </a:custGeom>
          <a:noFill xmlns:a="http://schemas.openxmlformats.org/drawingml/2006/main"/>
          <a:ln xmlns:a="http://schemas.openxmlformats.org/drawingml/2006/main" w="12383">
            <a:solidFill>
              <a:srgbClr val="4676CB"/>
            </a:solidFill>
            <a:prstDash val="solid"/>
          </a:ln>
        </p:spPr>
      </p:sp>
      <p:sp>
        <p:nvSpPr>
          <p:cNvPr id="17" name="“문서 D1과 D2를 비교해줘.”">
            <a:extLst xmlns:a="http://schemas.openxmlformats.org/drawingml/2006/main">
              <a:ext uri="{FF2B5EF4-FFF2-40B4-BE49-F238E27FC236}">
                <a16:creationId xmlns:a16="http://schemas.microsoft.com/office/drawing/2014/main" id="{9E0BF091-3612-4DD0-8682-2D61CB62D8E6}"/>
              </a:ext>
            </a:extLst>
          </p:cNvPr>
          <p:cNvSpPr>
            <a:spLocks xmlns:a="http://schemas.openxmlformats.org/drawingml/2006/main" noGrp="1"/>
          </p:cNvSpPr>
          <p:nvPr/>
        </p:nvSpPr>
        <p:spPr>
          <a:xfrm xmlns:a="http://schemas.openxmlformats.org/drawingml/2006/main">
            <a:off x="876300" y="2895600"/>
            <a:ext cx="4667250" cy="86677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18" name="DP2 object 17">
            <a:extLst xmlns:a="http://schemas.openxmlformats.org/drawingml/2006/main">
              <a:ext uri="{FF2B5EF4-FFF2-40B4-BE49-F238E27FC236}">
                <a16:creationId xmlns:a16="http://schemas.microsoft.com/office/drawing/2014/main" id="{C719943A-32D9-4120-B0EC-B223BAE97715}"/>
              </a:ext>
            </a:extLst>
          </p:cNvPr>
          <p:cNvSpPr>
            <a:spLocks xmlns:a="http://schemas.openxmlformats.org/drawingml/2006/main" noGrp="1"/>
          </p:cNvSpPr>
          <p:nvPr/>
        </p:nvSpPr>
        <p:spPr>
          <a:xfrm xmlns:a="http://schemas.openxmlformats.org/drawingml/2006/main">
            <a:off x="942975" y="2933700"/>
            <a:ext cx="45339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325" b="1">
                <a:solidFill>
                  <a:srgbClr val="111111"/>
                </a:solidFill>
                <a:latin typeface="Apple SD Gothic Neo"/>
                <a:ea typeface="Apple SD Gothic Neo"/>
                <a:cs typeface="Apple SD Gothic Neo"/>
              </a:defRPr>
            </a:defPPr>
            <a:lvl1pPr algn="ctr">
              <a:defRPr sz="2325" b="1">
                <a:solidFill>
                  <a:srgbClr val="111111"/>
                </a:solidFill>
                <a:latin typeface="Apple SD Gothic Neo"/>
                <a:ea typeface="Apple SD Gothic Neo"/>
                <a:cs typeface="Apple SD Gothic Neo"/>
              </a:defRPr>
            </a:lvl1pPr>
            <a:lvl2pPr algn="ctr">
              <a:defRPr sz="2325" b="1">
                <a:solidFill>
                  <a:srgbClr val="111111"/>
                </a:solidFill>
                <a:latin typeface="Apple SD Gothic Neo"/>
                <a:ea typeface="Apple SD Gothic Neo"/>
                <a:cs typeface="Apple SD Gothic Neo"/>
              </a:defRPr>
            </a:lvl2pPr>
            <a:lvl3pPr algn="ctr">
              <a:defRPr sz="2325" b="1">
                <a:solidFill>
                  <a:srgbClr val="111111"/>
                </a:solidFill>
                <a:latin typeface="Apple SD Gothic Neo"/>
                <a:ea typeface="Apple SD Gothic Neo"/>
                <a:cs typeface="Apple SD Gothic Neo"/>
              </a:defRPr>
            </a:lvl3pPr>
            <a:lvl4pPr algn="ctr">
              <a:defRPr sz="2325" b="1">
                <a:solidFill>
                  <a:srgbClr val="111111"/>
                </a:solidFill>
                <a:latin typeface="Apple SD Gothic Neo"/>
                <a:ea typeface="Apple SD Gothic Neo"/>
                <a:cs typeface="Apple SD Gothic Neo"/>
              </a:defRPr>
            </a:lvl4pPr>
            <a:lvl5pPr algn="ctr">
              <a:defRPr sz="2325" b="1">
                <a:solidFill>
                  <a:srgbClr val="111111"/>
                </a:solidFill>
                <a:latin typeface="Apple SD Gothic Neo"/>
                <a:ea typeface="Apple SD Gothic Neo"/>
                <a:cs typeface="Apple SD Gothic Neo"/>
              </a:defRPr>
            </a:lvl5pPr>
            <a:lvl6pPr algn="ctr">
              <a:defRPr sz="2325" b="1">
                <a:solidFill>
                  <a:srgbClr val="111111"/>
                </a:solidFill>
                <a:latin typeface="Apple SD Gothic Neo"/>
                <a:ea typeface="Apple SD Gothic Neo"/>
                <a:cs typeface="Apple SD Gothic Neo"/>
              </a:defRPr>
            </a:lvl6pPr>
            <a:lvl7pPr algn="ctr">
              <a:defRPr sz="2325" b="1">
                <a:solidFill>
                  <a:srgbClr val="111111"/>
                </a:solidFill>
                <a:latin typeface="Apple SD Gothic Neo"/>
                <a:ea typeface="Apple SD Gothic Neo"/>
                <a:cs typeface="Apple SD Gothic Neo"/>
              </a:defRPr>
            </a:lvl7pPr>
            <a:lvl8pPr algn="ctr">
              <a:defRPr sz="2325" b="1">
                <a:solidFill>
                  <a:srgbClr val="111111"/>
                </a:solidFill>
                <a:latin typeface="Apple SD Gothic Neo"/>
                <a:ea typeface="Apple SD Gothic Neo"/>
                <a:cs typeface="Apple SD Gothic Neo"/>
              </a:defRPr>
            </a:lvl8pPr>
            <a:lvl9pPr algn="ctr">
              <a:defRPr sz="2325" b="1">
                <a:solidFill>
                  <a:srgbClr val="111111"/>
                </a:solidFill>
                <a:latin typeface="Apple SD Gothic Neo"/>
                <a:ea typeface="Apple SD Gothic Neo"/>
                <a:cs typeface="Apple SD Gothic Neo"/>
              </a:defRPr>
            </a:lvl9pPr>
          </a:lstStyle>
          <a:p xmlns:a="http://schemas.openxmlformats.org/drawingml/2006/main">
            <a:pPr algn="ctr">
              <a:defRPr sz="2325" b="1">
                <a:solidFill>
                  <a:srgbClr val="111111"/>
                </a:solidFill>
                <a:latin typeface="Apple SD Gothic Neo"/>
                <a:ea typeface="Apple SD Gothic Neo"/>
                <a:cs typeface="Apple SD Gothic Neo"/>
              </a:defRPr>
            </a:pPr>
            <a:r>
              <a:rPr sz="2325" b="1">
                <a:solidFill>
                  <a:srgbClr val="111111"/>
                </a:solidFill>
                <a:latin typeface="Apple SD Gothic Neo"/>
                <a:ea typeface="Apple SD Gothic Neo"/>
                <a:cs typeface="Apple SD Gothic Neo"/>
              </a:rPr>
              <a:t>“문서 D1과 D2를 비교해줘.”</a:t>
            </a:r>
          </a:p>
        </p:txBody>
      </p:sp>
      <p:sp>
        <p:nvSpPr>
          <p:cNvPr id="19" name="DP2 object 18">
            <a:extLst xmlns:a="http://schemas.openxmlformats.org/drawingml/2006/main">
              <a:ext uri="{FF2B5EF4-FFF2-40B4-BE49-F238E27FC236}">
                <a16:creationId xmlns:a16="http://schemas.microsoft.com/office/drawing/2014/main" id="{144B4B27-401D-4AB6-AFFD-6272642D3E3C}"/>
              </a:ext>
            </a:extLst>
          </p:cNvPr>
          <p:cNvSpPr>
            <a:spLocks xmlns:a="http://schemas.openxmlformats.org/drawingml/2006/main" noGrp="1"/>
          </p:cNvSpPr>
          <p:nvPr/>
        </p:nvSpPr>
        <p:spPr>
          <a:xfrm xmlns:a="http://schemas.openxmlformats.org/drawingml/2006/main">
            <a:off x="6324600" y="2886075"/>
            <a:ext cx="5867400" cy="1209675"/>
          </a:xfrm>
          <a:prstGeom xmlns:a="http://schemas.openxmlformats.org/drawingml/2006/main" prst="roundRect">
            <a:avLst>
              <a:gd name="adj" fmla="val 6299"/>
            </a:avLst>
          </a:prstGeom>
          <a:solidFill xmlns:a="http://schemas.openxmlformats.org/drawingml/2006/main">
            <a:srgbClr val="F1F6FC"/>
          </a:solidFill>
          <a:ln xmlns:a="http://schemas.openxmlformats.org/drawingml/2006/main" w="21908">
            <a:solidFill>
              <a:srgbClr val="4676CB"/>
            </a:solidFill>
            <a:prstDash val="solid"/>
          </a:ln>
        </p:spPr>
      </p:sp>
      <p:sp>
        <p:nvSpPr>
          <p:cNvPr id="20" name="DP2 object 19">
            <a:extLst xmlns:a="http://schemas.openxmlformats.org/drawingml/2006/main">
              <a:ext uri="{FF2B5EF4-FFF2-40B4-BE49-F238E27FC236}">
                <a16:creationId xmlns:a16="http://schemas.microsoft.com/office/drawing/2014/main" id="{43EEFC34-CCD9-4D9D-8158-588F19C591DE}"/>
              </a:ext>
            </a:extLst>
          </p:cNvPr>
          <p:cNvSpPr>
            <a:spLocks xmlns:a="http://schemas.openxmlformats.org/drawingml/2006/main" noGrp="1"/>
          </p:cNvSpPr>
          <p:nvPr/>
        </p:nvSpPr>
        <p:spPr>
          <a:xfrm xmlns:a="http://schemas.openxmlformats.org/drawingml/2006/main">
            <a:off x="6543675" y="3000375"/>
            <a:ext cx="531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1">
                <a:solidFill>
                  <a:srgbClr val="4676CB"/>
                </a:solidFill>
                <a:latin typeface="Apple SD Gothic Neo"/>
                <a:ea typeface="Apple SD Gothic Neo"/>
                <a:cs typeface="Apple SD Gothic Neo"/>
              </a:defRPr>
            </a:defPPr>
            <a:lvl1pPr algn="l">
              <a:defRPr sz="1725" b="1">
                <a:solidFill>
                  <a:srgbClr val="4676CB"/>
                </a:solidFill>
                <a:latin typeface="Apple SD Gothic Neo"/>
                <a:ea typeface="Apple SD Gothic Neo"/>
                <a:cs typeface="Apple SD Gothic Neo"/>
              </a:defRPr>
            </a:lvl1pPr>
            <a:lvl2pPr algn="l">
              <a:defRPr sz="1725" b="1">
                <a:solidFill>
                  <a:srgbClr val="4676CB"/>
                </a:solidFill>
                <a:latin typeface="Apple SD Gothic Neo"/>
                <a:ea typeface="Apple SD Gothic Neo"/>
                <a:cs typeface="Apple SD Gothic Neo"/>
              </a:defRPr>
            </a:lvl2pPr>
            <a:lvl3pPr algn="l">
              <a:defRPr sz="1725" b="1">
                <a:solidFill>
                  <a:srgbClr val="4676CB"/>
                </a:solidFill>
                <a:latin typeface="Apple SD Gothic Neo"/>
                <a:ea typeface="Apple SD Gothic Neo"/>
                <a:cs typeface="Apple SD Gothic Neo"/>
              </a:defRPr>
            </a:lvl3pPr>
            <a:lvl4pPr algn="l">
              <a:defRPr sz="1725" b="1">
                <a:solidFill>
                  <a:srgbClr val="4676CB"/>
                </a:solidFill>
                <a:latin typeface="Apple SD Gothic Neo"/>
                <a:ea typeface="Apple SD Gothic Neo"/>
                <a:cs typeface="Apple SD Gothic Neo"/>
              </a:defRPr>
            </a:lvl4pPr>
            <a:lvl5pPr algn="l">
              <a:defRPr sz="1725" b="1">
                <a:solidFill>
                  <a:srgbClr val="4676CB"/>
                </a:solidFill>
                <a:latin typeface="Apple SD Gothic Neo"/>
                <a:ea typeface="Apple SD Gothic Neo"/>
                <a:cs typeface="Apple SD Gothic Neo"/>
              </a:defRPr>
            </a:lvl5pPr>
            <a:lvl6pPr algn="l">
              <a:defRPr sz="1725" b="1">
                <a:solidFill>
                  <a:srgbClr val="4676CB"/>
                </a:solidFill>
                <a:latin typeface="Apple SD Gothic Neo"/>
                <a:ea typeface="Apple SD Gothic Neo"/>
                <a:cs typeface="Apple SD Gothic Neo"/>
              </a:defRPr>
            </a:lvl6pPr>
            <a:lvl7pPr algn="l">
              <a:defRPr sz="1725" b="1">
                <a:solidFill>
                  <a:srgbClr val="4676CB"/>
                </a:solidFill>
                <a:latin typeface="Apple SD Gothic Neo"/>
                <a:ea typeface="Apple SD Gothic Neo"/>
                <a:cs typeface="Apple SD Gothic Neo"/>
              </a:defRPr>
            </a:lvl7pPr>
            <a:lvl8pPr algn="l">
              <a:defRPr sz="1725" b="1">
                <a:solidFill>
                  <a:srgbClr val="4676CB"/>
                </a:solidFill>
                <a:latin typeface="Apple SD Gothic Neo"/>
                <a:ea typeface="Apple SD Gothic Neo"/>
                <a:cs typeface="Apple SD Gothic Neo"/>
              </a:defRPr>
            </a:lvl8pPr>
            <a:lvl9pPr algn="l">
              <a:defRPr sz="1725" b="1">
                <a:solidFill>
                  <a:srgbClr val="4676CB"/>
                </a:solidFill>
                <a:latin typeface="Apple SD Gothic Neo"/>
                <a:ea typeface="Apple SD Gothic Neo"/>
                <a:cs typeface="Apple SD Gothic Neo"/>
              </a:defRPr>
            </a:lvl9pPr>
          </a:lstStyle>
          <a:p xmlns:a="http://schemas.openxmlformats.org/drawingml/2006/main">
            <a:pPr algn="l">
              <a:defRPr sz="1725" b="1">
                <a:solidFill>
                  <a:srgbClr val="4676CB"/>
                </a:solidFill>
                <a:latin typeface="Apple SD Gothic Neo"/>
                <a:ea typeface="Apple SD Gothic Neo"/>
                <a:cs typeface="Apple SD Gothic Neo"/>
              </a:defRPr>
            </a:pPr>
            <a:r>
              <a:rPr sz="1725" b="1">
                <a:solidFill>
                  <a:srgbClr val="4676CB"/>
                </a:solidFill>
                <a:latin typeface="Apple SD Gothic Neo"/>
                <a:ea typeface="Apple SD Gothic Neo"/>
                <a:cs typeface="Apple SD Gothic Neo"/>
              </a:rPr>
              <a:t>새 독립 질문</a:t>
            </a:r>
          </a:p>
        </p:txBody>
      </p:sp>
      <p:sp>
        <p:nvSpPr>
          <p:cNvPr id="21" name="DP2 object 20">
            <a:extLst xmlns:a="http://schemas.openxmlformats.org/drawingml/2006/main">
              <a:ext uri="{FF2B5EF4-FFF2-40B4-BE49-F238E27FC236}">
                <a16:creationId xmlns:a16="http://schemas.microsoft.com/office/drawing/2014/main" id="{225EE1C2-46DC-4F58-8329-2BF2DE471B5E}"/>
              </a:ext>
            </a:extLst>
          </p:cNvPr>
          <p:cNvSpPr>
            <a:spLocks xmlns:a="http://schemas.openxmlformats.org/drawingml/2006/main" noGrp="1"/>
          </p:cNvSpPr>
          <p:nvPr/>
        </p:nvSpPr>
        <p:spPr>
          <a:xfrm xmlns:a="http://schemas.openxmlformats.org/drawingml/2006/main">
            <a:off x="6543675" y="3333750"/>
            <a:ext cx="53149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250" b="1">
                <a:solidFill>
                  <a:srgbClr val="111111"/>
                </a:solidFill>
                <a:latin typeface="Apple SD Gothic Neo"/>
                <a:ea typeface="Apple SD Gothic Neo"/>
                <a:cs typeface="Apple SD Gothic Neo"/>
              </a:defRPr>
            </a:defPPr>
            <a:lvl1pPr algn="ctr">
              <a:defRPr sz="2250" b="1">
                <a:solidFill>
                  <a:srgbClr val="111111"/>
                </a:solidFill>
                <a:latin typeface="Apple SD Gothic Neo"/>
                <a:ea typeface="Apple SD Gothic Neo"/>
                <a:cs typeface="Apple SD Gothic Neo"/>
              </a:defRPr>
            </a:lvl1pPr>
            <a:lvl2pPr algn="ctr">
              <a:defRPr sz="2250" b="1">
                <a:solidFill>
                  <a:srgbClr val="111111"/>
                </a:solidFill>
                <a:latin typeface="Apple SD Gothic Neo"/>
                <a:ea typeface="Apple SD Gothic Neo"/>
                <a:cs typeface="Apple SD Gothic Neo"/>
              </a:defRPr>
            </a:lvl2pPr>
            <a:lvl3pPr algn="ctr">
              <a:defRPr sz="2250" b="1">
                <a:solidFill>
                  <a:srgbClr val="111111"/>
                </a:solidFill>
                <a:latin typeface="Apple SD Gothic Neo"/>
                <a:ea typeface="Apple SD Gothic Neo"/>
                <a:cs typeface="Apple SD Gothic Neo"/>
              </a:defRPr>
            </a:lvl3pPr>
            <a:lvl4pPr algn="ctr">
              <a:defRPr sz="2250" b="1">
                <a:solidFill>
                  <a:srgbClr val="111111"/>
                </a:solidFill>
                <a:latin typeface="Apple SD Gothic Neo"/>
                <a:ea typeface="Apple SD Gothic Neo"/>
                <a:cs typeface="Apple SD Gothic Neo"/>
              </a:defRPr>
            </a:lvl4pPr>
            <a:lvl5pPr algn="ctr">
              <a:defRPr sz="2250" b="1">
                <a:solidFill>
                  <a:srgbClr val="111111"/>
                </a:solidFill>
                <a:latin typeface="Apple SD Gothic Neo"/>
                <a:ea typeface="Apple SD Gothic Neo"/>
                <a:cs typeface="Apple SD Gothic Neo"/>
              </a:defRPr>
            </a:lvl5pPr>
            <a:lvl6pPr algn="ctr">
              <a:defRPr sz="2250" b="1">
                <a:solidFill>
                  <a:srgbClr val="111111"/>
                </a:solidFill>
                <a:latin typeface="Apple SD Gothic Neo"/>
                <a:ea typeface="Apple SD Gothic Neo"/>
                <a:cs typeface="Apple SD Gothic Neo"/>
              </a:defRPr>
            </a:lvl6pPr>
            <a:lvl7pPr algn="ctr">
              <a:defRPr sz="2250" b="1">
                <a:solidFill>
                  <a:srgbClr val="111111"/>
                </a:solidFill>
                <a:latin typeface="Apple SD Gothic Neo"/>
                <a:ea typeface="Apple SD Gothic Neo"/>
                <a:cs typeface="Apple SD Gothic Neo"/>
              </a:defRPr>
            </a:lvl7pPr>
            <a:lvl8pPr algn="ctr">
              <a:defRPr sz="2250" b="1">
                <a:solidFill>
                  <a:srgbClr val="111111"/>
                </a:solidFill>
                <a:latin typeface="Apple SD Gothic Neo"/>
                <a:ea typeface="Apple SD Gothic Neo"/>
                <a:cs typeface="Apple SD Gothic Neo"/>
              </a:defRPr>
            </a:lvl8pPr>
            <a:lvl9pPr algn="ctr">
              <a:defRPr sz="2250" b="1">
                <a:solidFill>
                  <a:srgbClr val="111111"/>
                </a:solidFill>
                <a:latin typeface="Apple SD Gothic Neo"/>
                <a:ea typeface="Apple SD Gothic Neo"/>
                <a:cs typeface="Apple SD Gothic Neo"/>
              </a:defRPr>
            </a:lvl9pPr>
          </a:lstStyle>
          <a:p xmlns:a="http://schemas.openxmlformats.org/drawingml/2006/main">
            <a:pPr algn="ctr">
              <a:defRPr sz="2250" b="1">
                <a:solidFill>
                  <a:srgbClr val="111111"/>
                </a:solidFill>
                <a:latin typeface="Apple SD Gothic Neo"/>
                <a:ea typeface="Apple SD Gothic Neo"/>
                <a:cs typeface="Apple SD Gothic Neo"/>
              </a:defRPr>
            </a:pPr>
            <a:r>
              <a:rPr sz="2250" b="1">
                <a:solidFill>
                  <a:srgbClr val="111111"/>
                </a:solidFill>
                <a:latin typeface="Apple SD Gothic Neo"/>
                <a:ea typeface="Apple SD Gothic Neo"/>
                <a:cs typeface="Apple SD Gothic Neo"/>
              </a:rPr>
              <a:t>“그건 계속하고,</a:t>
            </a:r>
          </a:p>
          <a:p xmlns:a="http://schemas.openxmlformats.org/drawingml/2006/main">
            <a:pPr algn="ctr">
              <a:defRPr sz="2250" b="1">
                <a:solidFill>
                  <a:srgbClr val="111111"/>
                </a:solidFill>
                <a:latin typeface="Apple SD Gothic Neo"/>
                <a:ea typeface="Apple SD Gothic Neo"/>
                <a:cs typeface="Apple SD Gothic Neo"/>
              </a:defRPr>
            </a:pPr>
            <a:r>
              <a:rPr sz="2250" b="1">
                <a:solidFill>
                  <a:srgbClr val="111111"/>
                </a:solidFill>
                <a:latin typeface="Apple SD Gothic Neo"/>
                <a:ea typeface="Apple SD Gothic Neo"/>
                <a:cs typeface="Apple SD Gothic Neo"/>
              </a:rPr>
              <a:t>TCP와 UDP 차이도 알려줘.”</a:t>
            </a:r>
          </a:p>
        </p:txBody>
      </p:sp>
      <p:sp>
        <p:nvSpPr>
          <p:cNvPr id="22" name="Editable path 21">
            <a:extLst xmlns:a="http://schemas.openxmlformats.org/drawingml/2006/main">
              <a:ext uri="{FF2B5EF4-FFF2-40B4-BE49-F238E27FC236}">
                <a16:creationId xmlns:a16="http://schemas.microsoft.com/office/drawing/2014/main" id="{318C6B3B-396B-4438-83CB-0DA4F50E4C93}"/>
              </a:ext>
            </a:extLst>
          </p:cNvPr>
          <p:cNvSpPr>
            <a:spLocks xmlns:a="http://schemas.openxmlformats.org/drawingml/2006/main" noGrp="1"/>
          </p:cNvSpPr>
          <p:nvPr/>
        </p:nvSpPr>
        <p:spPr>
          <a:xfrm xmlns:a="http://schemas.openxmlformats.org/drawingml/2006/main">
            <a:off x="3200400" y="3762375"/>
            <a:ext cx="953" cy="904875"/>
          </a:xfrm>
          <a:custGeom xmlns:a="http://schemas.openxmlformats.org/drawingml/2006/main">
            <a:pathLst>
              <a:path w="953" h="904875">
                <a:moveTo>
                  <a:pt x="0" y="0"/>
                </a:moveTo>
                <a:lnTo>
                  <a:pt x="0" y="904875"/>
                </a:lnTo>
              </a:path>
            </a:pathLst>
          </a:custGeom>
          <a:noFill xmlns:a="http://schemas.openxmlformats.org/drawingml/2006/main"/>
          <a:ln xmlns:a="http://schemas.openxmlformats.org/drawingml/2006/main" w="20955">
            <a:solidFill>
              <a:srgbClr val="111111"/>
            </a:solidFill>
            <a:prstDash val="solid"/>
          </a:ln>
        </p:spPr>
      </p:sp>
      <p:sp>
        <p:nvSpPr>
          <p:cNvPr id="23" name="Editable arrowhead 22">
            <a:extLst xmlns:a="http://schemas.openxmlformats.org/drawingml/2006/main">
              <a:ext uri="{FF2B5EF4-FFF2-40B4-BE49-F238E27FC236}">
                <a16:creationId xmlns:a16="http://schemas.microsoft.com/office/drawing/2014/main" id="{4E3AEC29-F147-4126-9D36-D69C3EA2229E}"/>
              </a:ext>
            </a:extLst>
          </p:cNvPr>
          <p:cNvSpPr>
            <a:spLocks xmlns:a="http://schemas.openxmlformats.org/drawingml/2006/main" noGrp="1"/>
          </p:cNvSpPr>
          <p:nvPr/>
        </p:nvSpPr>
        <p:spPr>
          <a:xfrm xmlns:a="http://schemas.openxmlformats.org/drawingml/2006/main">
            <a:off x="3152775" y="45720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24" name="Editable path 23">
            <a:extLst xmlns:a="http://schemas.openxmlformats.org/drawingml/2006/main">
              <a:ext uri="{FF2B5EF4-FFF2-40B4-BE49-F238E27FC236}">
                <a16:creationId xmlns:a16="http://schemas.microsoft.com/office/drawing/2014/main" id="{6588FEE4-DA15-4AB2-9702-5316187C8C0B}"/>
              </a:ext>
            </a:extLst>
          </p:cNvPr>
          <p:cNvSpPr>
            <a:spLocks xmlns:a="http://schemas.openxmlformats.org/drawingml/2006/main" noGrp="1"/>
          </p:cNvSpPr>
          <p:nvPr/>
        </p:nvSpPr>
        <p:spPr>
          <a:xfrm xmlns:a="http://schemas.openxmlformats.org/drawingml/2006/main">
            <a:off x="7334250" y="4095750"/>
            <a:ext cx="953" cy="2390775"/>
          </a:xfrm>
          <a:custGeom xmlns:a="http://schemas.openxmlformats.org/drawingml/2006/main">
            <a:pathLst>
              <a:path w="953" h="2390775">
                <a:moveTo>
                  <a:pt x="0" y="0"/>
                </a:moveTo>
                <a:lnTo>
                  <a:pt x="0" y="2390775"/>
                </a:lnTo>
              </a:path>
            </a:pathLst>
          </a:custGeom>
          <a:noFill xmlns:a="http://schemas.openxmlformats.org/drawingml/2006/main"/>
          <a:ln xmlns:a="http://schemas.openxmlformats.org/drawingml/2006/main" w="20003">
            <a:solidFill>
              <a:srgbClr val="4676CB"/>
            </a:solidFill>
            <a:prstDash val="dash"/>
          </a:ln>
        </p:spPr>
      </p:sp>
      <p:sp>
        <p:nvSpPr>
          <p:cNvPr id="25" name="Editable arrowhead 24">
            <a:extLst xmlns:a="http://schemas.openxmlformats.org/drawingml/2006/main">
              <a:ext uri="{FF2B5EF4-FFF2-40B4-BE49-F238E27FC236}">
                <a16:creationId xmlns:a16="http://schemas.microsoft.com/office/drawing/2014/main" id="{35B80876-6DD4-42E8-AC48-4642CEBD3DC7}"/>
              </a:ext>
            </a:extLst>
          </p:cNvPr>
          <p:cNvSpPr>
            <a:spLocks xmlns:a="http://schemas.openxmlformats.org/drawingml/2006/main" noGrp="1"/>
          </p:cNvSpPr>
          <p:nvPr/>
        </p:nvSpPr>
        <p:spPr>
          <a:xfrm xmlns:a="http://schemas.openxmlformats.org/drawingml/2006/main">
            <a:off x="7286625" y="63912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26" name="DP2 object 25">
            <a:extLst xmlns:a="http://schemas.openxmlformats.org/drawingml/2006/main">
              <a:ext uri="{FF2B5EF4-FFF2-40B4-BE49-F238E27FC236}">
                <a16:creationId xmlns:a16="http://schemas.microsoft.com/office/drawing/2014/main" id="{4104C5CB-8BC1-4B6A-8D93-075D4072BFB5}"/>
              </a:ext>
            </a:extLst>
          </p:cNvPr>
          <p:cNvSpPr>
            <a:spLocks xmlns:a="http://schemas.openxmlformats.org/drawingml/2006/main" noGrp="1"/>
          </p:cNvSpPr>
          <p:nvPr/>
        </p:nvSpPr>
        <p:spPr>
          <a:xfrm xmlns:a="http://schemas.openxmlformats.org/drawingml/2006/main">
            <a:off x="857250" y="4276725"/>
            <a:ext cx="2333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75" b="1">
                <a:solidFill>
                  <a:srgbClr val="111111"/>
                </a:solidFill>
                <a:latin typeface="Apple SD Gothic Neo"/>
                <a:ea typeface="Apple SD Gothic Neo"/>
                <a:cs typeface="Apple SD Gothic Neo"/>
              </a:defRPr>
            </a:defPPr>
            <a:lvl1pPr algn="l">
              <a:defRPr sz="1875" b="1">
                <a:solidFill>
                  <a:srgbClr val="111111"/>
                </a:solidFill>
                <a:latin typeface="Apple SD Gothic Neo"/>
                <a:ea typeface="Apple SD Gothic Neo"/>
                <a:cs typeface="Apple SD Gothic Neo"/>
              </a:defRPr>
            </a:lvl1pPr>
            <a:lvl2pPr algn="l">
              <a:defRPr sz="1875" b="1">
                <a:solidFill>
                  <a:srgbClr val="111111"/>
                </a:solidFill>
                <a:latin typeface="Apple SD Gothic Neo"/>
                <a:ea typeface="Apple SD Gothic Neo"/>
                <a:cs typeface="Apple SD Gothic Neo"/>
              </a:defRPr>
            </a:lvl2pPr>
            <a:lvl3pPr algn="l">
              <a:defRPr sz="1875" b="1">
                <a:solidFill>
                  <a:srgbClr val="111111"/>
                </a:solidFill>
                <a:latin typeface="Apple SD Gothic Neo"/>
                <a:ea typeface="Apple SD Gothic Neo"/>
                <a:cs typeface="Apple SD Gothic Neo"/>
              </a:defRPr>
            </a:lvl3pPr>
            <a:lvl4pPr algn="l">
              <a:defRPr sz="1875" b="1">
                <a:solidFill>
                  <a:srgbClr val="111111"/>
                </a:solidFill>
                <a:latin typeface="Apple SD Gothic Neo"/>
                <a:ea typeface="Apple SD Gothic Neo"/>
                <a:cs typeface="Apple SD Gothic Neo"/>
              </a:defRPr>
            </a:lvl4pPr>
            <a:lvl5pPr algn="l">
              <a:defRPr sz="1875" b="1">
                <a:solidFill>
                  <a:srgbClr val="111111"/>
                </a:solidFill>
                <a:latin typeface="Apple SD Gothic Neo"/>
                <a:ea typeface="Apple SD Gothic Neo"/>
                <a:cs typeface="Apple SD Gothic Neo"/>
              </a:defRPr>
            </a:lvl5pPr>
            <a:lvl6pPr algn="l">
              <a:defRPr sz="1875" b="1">
                <a:solidFill>
                  <a:srgbClr val="111111"/>
                </a:solidFill>
                <a:latin typeface="Apple SD Gothic Neo"/>
                <a:ea typeface="Apple SD Gothic Neo"/>
                <a:cs typeface="Apple SD Gothic Neo"/>
              </a:defRPr>
            </a:lvl6pPr>
            <a:lvl7pPr algn="l">
              <a:defRPr sz="1875" b="1">
                <a:solidFill>
                  <a:srgbClr val="111111"/>
                </a:solidFill>
                <a:latin typeface="Apple SD Gothic Neo"/>
                <a:ea typeface="Apple SD Gothic Neo"/>
                <a:cs typeface="Apple SD Gothic Neo"/>
              </a:defRPr>
            </a:lvl7pPr>
            <a:lvl8pPr algn="l">
              <a:defRPr sz="1875" b="1">
                <a:solidFill>
                  <a:srgbClr val="111111"/>
                </a:solidFill>
                <a:latin typeface="Apple SD Gothic Neo"/>
                <a:ea typeface="Apple SD Gothic Neo"/>
                <a:cs typeface="Apple SD Gothic Neo"/>
              </a:defRPr>
            </a:lvl8pPr>
            <a:lvl9pPr algn="l">
              <a:defRPr sz="1875" b="1">
                <a:solidFill>
                  <a:srgbClr val="111111"/>
                </a:solidFill>
                <a:latin typeface="Apple SD Gothic Neo"/>
                <a:ea typeface="Apple SD Gothic Neo"/>
                <a:cs typeface="Apple SD Gothic Neo"/>
              </a:defRPr>
            </a:lvl9pPr>
          </a:lstStyle>
          <a:p xmlns:a="http://schemas.openxmlformats.org/drawingml/2006/main">
            <a:pPr algn="l">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VIA의 처리</a:t>
            </a:r>
          </a:p>
        </p:txBody>
      </p:sp>
      <p:sp>
        <p:nvSpPr>
          <p:cNvPr id="27" name="DP2 object 26">
            <a:extLst xmlns:a="http://schemas.openxmlformats.org/drawingml/2006/main">
              <a:ext uri="{FF2B5EF4-FFF2-40B4-BE49-F238E27FC236}">
                <a16:creationId xmlns:a16="http://schemas.microsoft.com/office/drawing/2014/main" id="{C3BDD108-1B1E-41AB-9E34-80010FD435F5}"/>
              </a:ext>
            </a:extLst>
          </p:cNvPr>
          <p:cNvSpPr>
            <a:spLocks xmlns:a="http://schemas.openxmlformats.org/drawingml/2006/main" noGrp="1"/>
          </p:cNvSpPr>
          <p:nvPr/>
        </p:nvSpPr>
        <p:spPr>
          <a:xfrm xmlns:a="http://schemas.openxmlformats.org/drawingml/2006/main">
            <a:off x="2019300" y="4667250"/>
            <a:ext cx="10191750" cy="914400"/>
          </a:xfrm>
          <a:prstGeom xmlns:a="http://schemas.openxmlformats.org/drawingml/2006/main" prst="rect">
            <a:avLst/>
          </a:prstGeom>
          <a:solidFill xmlns:a="http://schemas.openxmlformats.org/drawingml/2006/main">
            <a:srgbClr val="FFF6DD"/>
          </a:solidFill>
          <a:ln xmlns:a="http://schemas.openxmlformats.org/drawingml/2006/main" w="19050">
            <a:solidFill>
              <a:srgbClr val="111111"/>
            </a:solidFill>
            <a:prstDash val="solid"/>
          </a:ln>
        </p:spPr>
      </p:sp>
      <p:sp>
        <p:nvSpPr>
          <p:cNvPr id="28" name="DP2 object 27">
            <a:extLst xmlns:a="http://schemas.openxmlformats.org/drawingml/2006/main">
              <a:ext uri="{FF2B5EF4-FFF2-40B4-BE49-F238E27FC236}">
                <a16:creationId xmlns:a16="http://schemas.microsoft.com/office/drawing/2014/main" id="{458D0B42-046A-4DDD-97C6-C5B8E12B80CF}"/>
              </a:ext>
            </a:extLst>
          </p:cNvPr>
          <p:cNvSpPr>
            <a:spLocks xmlns:a="http://schemas.openxmlformats.org/drawingml/2006/main" noGrp="1"/>
          </p:cNvSpPr>
          <p:nvPr/>
        </p:nvSpPr>
        <p:spPr>
          <a:xfrm xmlns:a="http://schemas.openxmlformats.org/drawingml/2006/main">
            <a:off x="2238375" y="4829175"/>
            <a:ext cx="9763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325" b="1">
                <a:solidFill>
                  <a:srgbClr val="111111"/>
                </a:solidFill>
                <a:latin typeface="Apple SD Gothic Neo"/>
                <a:ea typeface="Apple SD Gothic Neo"/>
                <a:cs typeface="Apple SD Gothic Neo"/>
              </a:defRPr>
            </a:defPPr>
            <a:lvl1pPr algn="ctr">
              <a:defRPr sz="2325" b="1">
                <a:solidFill>
                  <a:srgbClr val="111111"/>
                </a:solidFill>
                <a:latin typeface="Apple SD Gothic Neo"/>
                <a:ea typeface="Apple SD Gothic Neo"/>
                <a:cs typeface="Apple SD Gothic Neo"/>
              </a:defRPr>
            </a:lvl1pPr>
            <a:lvl2pPr algn="ctr">
              <a:defRPr sz="2325" b="1">
                <a:solidFill>
                  <a:srgbClr val="111111"/>
                </a:solidFill>
                <a:latin typeface="Apple SD Gothic Neo"/>
                <a:ea typeface="Apple SD Gothic Neo"/>
                <a:cs typeface="Apple SD Gothic Neo"/>
              </a:defRPr>
            </a:lvl2pPr>
            <a:lvl3pPr algn="ctr">
              <a:defRPr sz="2325" b="1">
                <a:solidFill>
                  <a:srgbClr val="111111"/>
                </a:solidFill>
                <a:latin typeface="Apple SD Gothic Neo"/>
                <a:ea typeface="Apple SD Gothic Neo"/>
                <a:cs typeface="Apple SD Gothic Neo"/>
              </a:defRPr>
            </a:lvl3pPr>
            <a:lvl4pPr algn="ctr">
              <a:defRPr sz="2325" b="1">
                <a:solidFill>
                  <a:srgbClr val="111111"/>
                </a:solidFill>
                <a:latin typeface="Apple SD Gothic Neo"/>
                <a:ea typeface="Apple SD Gothic Neo"/>
                <a:cs typeface="Apple SD Gothic Neo"/>
              </a:defRPr>
            </a:lvl4pPr>
            <a:lvl5pPr algn="ctr">
              <a:defRPr sz="2325" b="1">
                <a:solidFill>
                  <a:srgbClr val="111111"/>
                </a:solidFill>
                <a:latin typeface="Apple SD Gothic Neo"/>
                <a:ea typeface="Apple SD Gothic Neo"/>
                <a:cs typeface="Apple SD Gothic Neo"/>
              </a:defRPr>
            </a:lvl5pPr>
            <a:lvl6pPr algn="ctr">
              <a:defRPr sz="2325" b="1">
                <a:solidFill>
                  <a:srgbClr val="111111"/>
                </a:solidFill>
                <a:latin typeface="Apple SD Gothic Neo"/>
                <a:ea typeface="Apple SD Gothic Neo"/>
                <a:cs typeface="Apple SD Gothic Neo"/>
              </a:defRPr>
            </a:lvl6pPr>
            <a:lvl7pPr algn="ctr">
              <a:defRPr sz="2325" b="1">
                <a:solidFill>
                  <a:srgbClr val="111111"/>
                </a:solidFill>
                <a:latin typeface="Apple SD Gothic Neo"/>
                <a:ea typeface="Apple SD Gothic Neo"/>
                <a:cs typeface="Apple SD Gothic Neo"/>
              </a:defRPr>
            </a:lvl7pPr>
            <a:lvl8pPr algn="ctr">
              <a:defRPr sz="2325" b="1">
                <a:solidFill>
                  <a:srgbClr val="111111"/>
                </a:solidFill>
                <a:latin typeface="Apple SD Gothic Neo"/>
                <a:ea typeface="Apple SD Gothic Neo"/>
                <a:cs typeface="Apple SD Gothic Neo"/>
              </a:defRPr>
            </a:lvl8pPr>
            <a:lvl9pPr algn="ctr">
              <a:defRPr sz="2325" b="1">
                <a:solidFill>
                  <a:srgbClr val="111111"/>
                </a:solidFill>
                <a:latin typeface="Apple SD Gothic Neo"/>
                <a:ea typeface="Apple SD Gothic Neo"/>
                <a:cs typeface="Apple SD Gothic Neo"/>
              </a:defRPr>
            </a:lvl9pPr>
          </a:lstStyle>
          <a:p xmlns:a="http://schemas.openxmlformats.org/drawingml/2006/main">
            <a:pPr algn="ctr">
              <a:defRPr sz="2325" b="1">
                <a:solidFill>
                  <a:srgbClr val="111111"/>
                </a:solidFill>
                <a:latin typeface="Apple SD Gothic Neo"/>
                <a:ea typeface="Apple SD Gothic Neo"/>
                <a:cs typeface="Apple SD Gothic Neo"/>
              </a:defRPr>
            </a:pPr>
            <a:r>
              <a:rPr sz="2325" b="1">
                <a:solidFill>
                  <a:srgbClr val="111111"/>
                </a:solidFill>
                <a:latin typeface="Apple SD Gothic Neo"/>
                <a:ea typeface="Apple SD Gothic Neo"/>
                <a:cs typeface="Apple SD Gothic Neo"/>
              </a:rPr>
              <a:t>문서 읽기와 진행 중 의미 판단</a:t>
            </a:r>
          </a:p>
        </p:txBody>
      </p:sp>
      <p:sp>
        <p:nvSpPr>
          <p:cNvPr id="29" name="DP2 object 28">
            <a:extLst xmlns:a="http://schemas.openxmlformats.org/drawingml/2006/main">
              <a:ext uri="{FF2B5EF4-FFF2-40B4-BE49-F238E27FC236}">
                <a16:creationId xmlns:a16="http://schemas.microsoft.com/office/drawing/2014/main" id="{C58EE028-5856-4C13-811E-F419C92EAA60}"/>
              </a:ext>
            </a:extLst>
          </p:cNvPr>
          <p:cNvSpPr>
            <a:spLocks xmlns:a="http://schemas.openxmlformats.org/drawingml/2006/main" noGrp="1"/>
          </p:cNvSpPr>
          <p:nvPr/>
        </p:nvSpPr>
        <p:spPr>
          <a:xfrm xmlns:a="http://schemas.openxmlformats.org/drawingml/2006/main">
            <a:off x="2238375" y="5229225"/>
            <a:ext cx="9763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50555B"/>
                </a:solidFill>
                <a:latin typeface="Apple SD Gothic Neo"/>
                <a:ea typeface="Apple SD Gothic Neo"/>
                <a:cs typeface="Apple SD Gothic Neo"/>
              </a:defRPr>
            </a:defPPr>
            <a:lvl1pPr algn="ctr">
              <a:defRPr sz="1650" b="0">
                <a:solidFill>
                  <a:srgbClr val="50555B"/>
                </a:solidFill>
                <a:latin typeface="Apple SD Gothic Neo"/>
                <a:ea typeface="Apple SD Gothic Neo"/>
                <a:cs typeface="Apple SD Gothic Neo"/>
              </a:defRPr>
            </a:lvl1pPr>
            <a:lvl2pPr algn="ctr">
              <a:defRPr sz="1650" b="0">
                <a:solidFill>
                  <a:srgbClr val="50555B"/>
                </a:solidFill>
                <a:latin typeface="Apple SD Gothic Neo"/>
                <a:ea typeface="Apple SD Gothic Neo"/>
                <a:cs typeface="Apple SD Gothic Neo"/>
              </a:defRPr>
            </a:lvl2pPr>
            <a:lvl3pPr algn="ctr">
              <a:defRPr sz="1650" b="0">
                <a:solidFill>
                  <a:srgbClr val="50555B"/>
                </a:solidFill>
                <a:latin typeface="Apple SD Gothic Neo"/>
                <a:ea typeface="Apple SD Gothic Neo"/>
                <a:cs typeface="Apple SD Gothic Neo"/>
              </a:defRPr>
            </a:lvl3pPr>
            <a:lvl4pPr algn="ctr">
              <a:defRPr sz="1650" b="0">
                <a:solidFill>
                  <a:srgbClr val="50555B"/>
                </a:solidFill>
                <a:latin typeface="Apple SD Gothic Neo"/>
                <a:ea typeface="Apple SD Gothic Neo"/>
                <a:cs typeface="Apple SD Gothic Neo"/>
              </a:defRPr>
            </a:lvl4pPr>
            <a:lvl5pPr algn="ctr">
              <a:defRPr sz="1650" b="0">
                <a:solidFill>
                  <a:srgbClr val="50555B"/>
                </a:solidFill>
                <a:latin typeface="Apple SD Gothic Neo"/>
                <a:ea typeface="Apple SD Gothic Neo"/>
                <a:cs typeface="Apple SD Gothic Neo"/>
              </a:defRPr>
            </a:lvl5pPr>
            <a:lvl6pPr algn="ctr">
              <a:defRPr sz="1650" b="0">
                <a:solidFill>
                  <a:srgbClr val="50555B"/>
                </a:solidFill>
                <a:latin typeface="Apple SD Gothic Neo"/>
                <a:ea typeface="Apple SD Gothic Neo"/>
                <a:cs typeface="Apple SD Gothic Neo"/>
              </a:defRPr>
            </a:lvl6pPr>
            <a:lvl7pPr algn="ctr">
              <a:defRPr sz="1650" b="0">
                <a:solidFill>
                  <a:srgbClr val="50555B"/>
                </a:solidFill>
                <a:latin typeface="Apple SD Gothic Neo"/>
                <a:ea typeface="Apple SD Gothic Neo"/>
                <a:cs typeface="Apple SD Gothic Neo"/>
              </a:defRPr>
            </a:lvl7pPr>
            <a:lvl8pPr algn="ctr">
              <a:defRPr sz="1650" b="0">
                <a:solidFill>
                  <a:srgbClr val="50555B"/>
                </a:solidFill>
                <a:latin typeface="Apple SD Gothic Neo"/>
                <a:ea typeface="Apple SD Gothic Neo"/>
                <a:cs typeface="Apple SD Gothic Neo"/>
              </a:defRPr>
            </a:lvl8pPr>
            <a:lvl9pPr algn="ctr">
              <a:defRPr sz="1650" b="0">
                <a:solidFill>
                  <a:srgbClr val="50555B"/>
                </a:solidFill>
                <a:latin typeface="Apple SD Gothic Neo"/>
                <a:ea typeface="Apple SD Gothic Neo"/>
                <a:cs typeface="Apple SD Gothic Neo"/>
              </a:defRPr>
            </a:lvl9pPr>
          </a:lstStyle>
          <a:p xmlns:a="http://schemas.openxmlformats.org/drawingml/2006/main">
            <a:pPr algn="ctr">
              <a:defRPr sz="1650" b="0">
                <a:solidFill>
                  <a:srgbClr val="50555B"/>
                </a:solidFill>
                <a:latin typeface="Apple SD Gothic Neo"/>
                <a:ea typeface="Apple SD Gothic Neo"/>
                <a:cs typeface="Apple SD Gothic Neo"/>
              </a:defRPr>
            </a:pPr>
            <a:r>
              <a:rPr sz="1650" b="0">
                <a:solidFill>
                  <a:srgbClr val="50555B"/>
                </a:solidFill>
                <a:latin typeface="Apple SD Gothic Neo"/>
                <a:ea typeface="Apple SD Gothic Neo"/>
                <a:cs typeface="Apple SD Gothic Neo"/>
              </a:rPr>
              <a:t>현재 모델 / 읽기 step</a:t>
            </a:r>
          </a:p>
        </p:txBody>
      </p:sp>
      <p:sp>
        <p:nvSpPr>
          <p:cNvPr id="30" name="Editable path 29">
            <a:extLst xmlns:a="http://schemas.openxmlformats.org/drawingml/2006/main">
              <a:ext uri="{FF2B5EF4-FFF2-40B4-BE49-F238E27FC236}">
                <a16:creationId xmlns:a16="http://schemas.microsoft.com/office/drawing/2014/main" id="{600424AC-81E2-4225-8AA5-AF194E8BA43B}"/>
              </a:ext>
            </a:extLst>
          </p:cNvPr>
          <p:cNvSpPr>
            <a:spLocks xmlns:a="http://schemas.openxmlformats.org/drawingml/2006/main" noGrp="1"/>
          </p:cNvSpPr>
          <p:nvPr/>
        </p:nvSpPr>
        <p:spPr>
          <a:xfrm xmlns:a="http://schemas.openxmlformats.org/drawingml/2006/main">
            <a:off x="12211050" y="4667250"/>
            <a:ext cx="953" cy="2466975"/>
          </a:xfrm>
          <a:custGeom xmlns:a="http://schemas.openxmlformats.org/drawingml/2006/main">
            <a:pathLst>
              <a:path w="953" h="2466975">
                <a:moveTo>
                  <a:pt x="0" y="0"/>
                </a:moveTo>
                <a:lnTo>
                  <a:pt x="0" y="2466975"/>
                </a:lnTo>
              </a:path>
            </a:pathLst>
          </a:custGeom>
          <a:noFill xmlns:a="http://schemas.openxmlformats.org/drawingml/2006/main"/>
          <a:ln xmlns:a="http://schemas.openxmlformats.org/drawingml/2006/main" w="16193">
            <a:solidFill>
              <a:srgbClr val="98999B"/>
            </a:solidFill>
            <a:prstDash val="dash"/>
          </a:ln>
        </p:spPr>
      </p:sp>
      <p:sp>
        <p:nvSpPr>
          <p:cNvPr id="31" name="DP2 object 30">
            <a:extLst xmlns:a="http://schemas.openxmlformats.org/drawingml/2006/main">
              <a:ext uri="{FF2B5EF4-FFF2-40B4-BE49-F238E27FC236}">
                <a16:creationId xmlns:a16="http://schemas.microsoft.com/office/drawing/2014/main" id="{CD4892C0-E2FF-4941-99AA-66B8AD77EBB0}"/>
              </a:ext>
            </a:extLst>
          </p:cNvPr>
          <p:cNvSpPr>
            <a:spLocks xmlns:a="http://schemas.openxmlformats.org/drawingml/2006/main" noGrp="1"/>
          </p:cNvSpPr>
          <p:nvPr/>
        </p:nvSpPr>
        <p:spPr>
          <a:xfrm xmlns:a="http://schemas.openxmlformats.org/drawingml/2006/main">
            <a:off x="10382250" y="5715000"/>
            <a:ext cx="21431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현재 step 경계</a:t>
            </a:r>
          </a:p>
        </p:txBody>
      </p:sp>
      <p:sp>
        <p:nvSpPr>
          <p:cNvPr id="32" name="DP2 object 31">
            <a:extLst xmlns:a="http://schemas.openxmlformats.org/drawingml/2006/main">
              <a:ext uri="{FF2B5EF4-FFF2-40B4-BE49-F238E27FC236}">
                <a16:creationId xmlns:a16="http://schemas.microsoft.com/office/drawing/2014/main" id="{9B09B882-4C2B-4DBF-A2C3-CF6440DD28A8}"/>
              </a:ext>
            </a:extLst>
          </p:cNvPr>
          <p:cNvSpPr>
            <a:spLocks xmlns:a="http://schemas.openxmlformats.org/drawingml/2006/main" noGrp="1"/>
          </p:cNvSpPr>
          <p:nvPr/>
        </p:nvSpPr>
        <p:spPr>
          <a:xfrm xmlns:a="http://schemas.openxmlformats.org/drawingml/2006/main">
            <a:off x="857250" y="637222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1">
                <a:solidFill>
                  <a:srgbClr val="111111"/>
                </a:solidFill>
                <a:latin typeface="Apple SD Gothic Neo"/>
                <a:ea typeface="Apple SD Gothic Neo"/>
                <a:cs typeface="Apple SD Gothic Neo"/>
              </a:defRPr>
            </a:defPPr>
            <a:lvl1pPr algn="l">
              <a:defRPr sz="1950" b="1">
                <a:solidFill>
                  <a:srgbClr val="111111"/>
                </a:solidFill>
                <a:latin typeface="Apple SD Gothic Neo"/>
                <a:ea typeface="Apple SD Gothic Neo"/>
                <a:cs typeface="Apple SD Gothic Neo"/>
              </a:defRPr>
            </a:lvl1pPr>
            <a:lvl2pPr algn="l">
              <a:defRPr sz="1950" b="1">
                <a:solidFill>
                  <a:srgbClr val="111111"/>
                </a:solidFill>
                <a:latin typeface="Apple SD Gothic Neo"/>
                <a:ea typeface="Apple SD Gothic Neo"/>
                <a:cs typeface="Apple SD Gothic Neo"/>
              </a:defRPr>
            </a:lvl2pPr>
            <a:lvl3pPr algn="l">
              <a:defRPr sz="1950" b="1">
                <a:solidFill>
                  <a:srgbClr val="111111"/>
                </a:solidFill>
                <a:latin typeface="Apple SD Gothic Neo"/>
                <a:ea typeface="Apple SD Gothic Neo"/>
                <a:cs typeface="Apple SD Gothic Neo"/>
              </a:defRPr>
            </a:lvl3pPr>
            <a:lvl4pPr algn="l">
              <a:defRPr sz="1950" b="1">
                <a:solidFill>
                  <a:srgbClr val="111111"/>
                </a:solidFill>
                <a:latin typeface="Apple SD Gothic Neo"/>
                <a:ea typeface="Apple SD Gothic Neo"/>
                <a:cs typeface="Apple SD Gothic Neo"/>
              </a:defRPr>
            </a:lvl4pPr>
            <a:lvl5pPr algn="l">
              <a:defRPr sz="1950" b="1">
                <a:solidFill>
                  <a:srgbClr val="111111"/>
                </a:solidFill>
                <a:latin typeface="Apple SD Gothic Neo"/>
                <a:ea typeface="Apple SD Gothic Neo"/>
                <a:cs typeface="Apple SD Gothic Neo"/>
              </a:defRPr>
            </a:lvl5pPr>
            <a:lvl6pPr algn="l">
              <a:defRPr sz="1950" b="1">
                <a:solidFill>
                  <a:srgbClr val="111111"/>
                </a:solidFill>
                <a:latin typeface="Apple SD Gothic Neo"/>
                <a:ea typeface="Apple SD Gothic Neo"/>
                <a:cs typeface="Apple SD Gothic Neo"/>
              </a:defRPr>
            </a:lvl6pPr>
            <a:lvl7pPr algn="l">
              <a:defRPr sz="1950" b="1">
                <a:solidFill>
                  <a:srgbClr val="111111"/>
                </a:solidFill>
                <a:latin typeface="Apple SD Gothic Neo"/>
                <a:ea typeface="Apple SD Gothic Neo"/>
                <a:cs typeface="Apple SD Gothic Neo"/>
              </a:defRPr>
            </a:lvl7pPr>
            <a:lvl8pPr algn="l">
              <a:defRPr sz="1950" b="1">
                <a:solidFill>
                  <a:srgbClr val="111111"/>
                </a:solidFill>
                <a:latin typeface="Apple SD Gothic Neo"/>
                <a:ea typeface="Apple SD Gothic Neo"/>
                <a:cs typeface="Apple SD Gothic Neo"/>
              </a:defRPr>
            </a:lvl8pPr>
            <a:lvl9pPr algn="l">
              <a:defRPr sz="1950" b="1">
                <a:solidFill>
                  <a:srgbClr val="111111"/>
                </a:solidFill>
                <a:latin typeface="Apple SD Gothic Neo"/>
                <a:ea typeface="Apple SD Gothic Neo"/>
                <a:cs typeface="Apple SD Gothic Neo"/>
              </a:defRPr>
            </a:lvl9pPr>
          </a:lstStyle>
          <a:p xmlns:a="http://schemas.openxmlformats.org/drawingml/2006/main">
            <a:pPr algn="l">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입력 수신</a:t>
            </a:r>
          </a:p>
        </p:txBody>
      </p:sp>
      <p:sp>
        <p:nvSpPr>
          <p:cNvPr id="33" name="새 입력은 즉시 보존">
            <a:extLst xmlns:a="http://schemas.openxmlformats.org/drawingml/2006/main">
              <a:ext uri="{FF2B5EF4-FFF2-40B4-BE49-F238E27FC236}">
                <a16:creationId xmlns:a16="http://schemas.microsoft.com/office/drawing/2014/main" id="{74683C4E-549A-4F90-90F9-8F7B995E3B5B}"/>
              </a:ext>
            </a:extLst>
          </p:cNvPr>
          <p:cNvSpPr>
            <a:spLocks xmlns:a="http://schemas.openxmlformats.org/drawingml/2006/main" noGrp="1"/>
          </p:cNvSpPr>
          <p:nvPr/>
        </p:nvSpPr>
        <p:spPr>
          <a:xfrm xmlns:a="http://schemas.openxmlformats.org/drawingml/2006/main">
            <a:off x="6115050" y="6496050"/>
            <a:ext cx="2619375" cy="581025"/>
          </a:xfrm>
          <a:prstGeom xmlns:a="http://schemas.openxmlformats.org/drawingml/2006/main" prst="rect">
            <a:avLst/>
          </a:prstGeom>
          <a:solidFill xmlns:a="http://schemas.openxmlformats.org/drawingml/2006/main">
            <a:srgbClr val="F1F6FC"/>
          </a:solidFill>
          <a:ln xmlns:a="http://schemas.openxmlformats.org/drawingml/2006/main" w="28575">
            <a:solidFill>
              <a:srgbClr val="4676CB"/>
            </a:solidFill>
            <a:prstDash val="solid"/>
          </a:ln>
        </p:spPr>
      </p:sp>
      <p:sp>
        <p:nvSpPr>
          <p:cNvPr id="34" name="DP2 object 32">
            <a:extLst xmlns:a="http://schemas.openxmlformats.org/drawingml/2006/main">
              <a:ext uri="{FF2B5EF4-FFF2-40B4-BE49-F238E27FC236}">
                <a16:creationId xmlns:a16="http://schemas.microsoft.com/office/drawing/2014/main" id="{12855B98-5106-47F3-8EDA-4B16017B4369}"/>
              </a:ext>
            </a:extLst>
          </p:cNvPr>
          <p:cNvSpPr>
            <a:spLocks xmlns:a="http://schemas.openxmlformats.org/drawingml/2006/main" noGrp="1"/>
          </p:cNvSpPr>
          <p:nvPr/>
        </p:nvSpPr>
        <p:spPr>
          <a:xfrm xmlns:a="http://schemas.openxmlformats.org/drawingml/2006/main">
            <a:off x="6181725" y="6534150"/>
            <a:ext cx="24860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950" b="1">
                <a:solidFill>
                  <a:srgbClr val="4676CB"/>
                </a:solidFill>
                <a:latin typeface="Apple SD Gothic Neo"/>
                <a:ea typeface="Apple SD Gothic Neo"/>
                <a:cs typeface="Apple SD Gothic Neo"/>
              </a:defRPr>
            </a:defPPr>
            <a:lvl1pPr algn="ctr">
              <a:defRPr sz="1950" b="1">
                <a:solidFill>
                  <a:srgbClr val="4676CB"/>
                </a:solidFill>
                <a:latin typeface="Apple SD Gothic Neo"/>
                <a:ea typeface="Apple SD Gothic Neo"/>
                <a:cs typeface="Apple SD Gothic Neo"/>
              </a:defRPr>
            </a:lvl1pPr>
            <a:lvl2pPr algn="ctr">
              <a:defRPr sz="1950" b="1">
                <a:solidFill>
                  <a:srgbClr val="4676CB"/>
                </a:solidFill>
                <a:latin typeface="Apple SD Gothic Neo"/>
                <a:ea typeface="Apple SD Gothic Neo"/>
                <a:cs typeface="Apple SD Gothic Neo"/>
              </a:defRPr>
            </a:lvl2pPr>
            <a:lvl3pPr algn="ctr">
              <a:defRPr sz="1950" b="1">
                <a:solidFill>
                  <a:srgbClr val="4676CB"/>
                </a:solidFill>
                <a:latin typeface="Apple SD Gothic Neo"/>
                <a:ea typeface="Apple SD Gothic Neo"/>
                <a:cs typeface="Apple SD Gothic Neo"/>
              </a:defRPr>
            </a:lvl3pPr>
            <a:lvl4pPr algn="ctr">
              <a:defRPr sz="1950" b="1">
                <a:solidFill>
                  <a:srgbClr val="4676CB"/>
                </a:solidFill>
                <a:latin typeface="Apple SD Gothic Neo"/>
                <a:ea typeface="Apple SD Gothic Neo"/>
                <a:cs typeface="Apple SD Gothic Neo"/>
              </a:defRPr>
            </a:lvl4pPr>
            <a:lvl5pPr algn="ctr">
              <a:defRPr sz="1950" b="1">
                <a:solidFill>
                  <a:srgbClr val="4676CB"/>
                </a:solidFill>
                <a:latin typeface="Apple SD Gothic Neo"/>
                <a:ea typeface="Apple SD Gothic Neo"/>
                <a:cs typeface="Apple SD Gothic Neo"/>
              </a:defRPr>
            </a:lvl5pPr>
            <a:lvl6pPr algn="ctr">
              <a:defRPr sz="1950" b="1">
                <a:solidFill>
                  <a:srgbClr val="4676CB"/>
                </a:solidFill>
                <a:latin typeface="Apple SD Gothic Neo"/>
                <a:ea typeface="Apple SD Gothic Neo"/>
                <a:cs typeface="Apple SD Gothic Neo"/>
              </a:defRPr>
            </a:lvl6pPr>
            <a:lvl7pPr algn="ctr">
              <a:defRPr sz="1950" b="1">
                <a:solidFill>
                  <a:srgbClr val="4676CB"/>
                </a:solidFill>
                <a:latin typeface="Apple SD Gothic Neo"/>
                <a:ea typeface="Apple SD Gothic Neo"/>
                <a:cs typeface="Apple SD Gothic Neo"/>
              </a:defRPr>
            </a:lvl7pPr>
            <a:lvl8pPr algn="ctr">
              <a:defRPr sz="1950" b="1">
                <a:solidFill>
                  <a:srgbClr val="4676CB"/>
                </a:solidFill>
                <a:latin typeface="Apple SD Gothic Neo"/>
                <a:ea typeface="Apple SD Gothic Neo"/>
                <a:cs typeface="Apple SD Gothic Neo"/>
              </a:defRPr>
            </a:lvl8pPr>
            <a:lvl9pPr algn="ctr">
              <a:defRPr sz="1950" b="1">
                <a:solidFill>
                  <a:srgbClr val="4676CB"/>
                </a:solidFill>
                <a:latin typeface="Apple SD Gothic Neo"/>
                <a:ea typeface="Apple SD Gothic Neo"/>
                <a:cs typeface="Apple SD Gothic Neo"/>
              </a:defRPr>
            </a:lvl9pPr>
          </a:lstStyle>
          <a:p xmlns:a="http://schemas.openxmlformats.org/drawingml/2006/main">
            <a:pPr algn="ctr">
              <a:defRPr sz="1950" b="1">
                <a:solidFill>
                  <a:srgbClr val="4676CB"/>
                </a:solidFill>
                <a:latin typeface="Apple SD Gothic Neo"/>
                <a:ea typeface="Apple SD Gothic Neo"/>
                <a:cs typeface="Apple SD Gothic Neo"/>
              </a:defRPr>
            </a:pPr>
            <a:r>
              <a:rPr sz="1950" b="1">
                <a:solidFill>
                  <a:srgbClr val="4676CB"/>
                </a:solidFill>
                <a:latin typeface="Apple SD Gothic Neo"/>
                <a:ea typeface="Apple SD Gothic Neo"/>
                <a:cs typeface="Apple SD Gothic Neo"/>
              </a:rPr>
              <a:t>새 입력은 즉시 보존</a:t>
            </a:r>
          </a:p>
        </p:txBody>
      </p:sp>
      <p:sp>
        <p:nvSpPr>
          <p:cNvPr id="35" name="Editable path 33">
            <a:extLst xmlns:a="http://schemas.openxmlformats.org/drawingml/2006/main">
              <a:ext uri="{FF2B5EF4-FFF2-40B4-BE49-F238E27FC236}">
                <a16:creationId xmlns:a16="http://schemas.microsoft.com/office/drawing/2014/main" id="{ABCDC04F-BC11-4ECD-8CA5-7F59603EA6C5}"/>
              </a:ext>
            </a:extLst>
          </p:cNvPr>
          <p:cNvSpPr>
            <a:spLocks xmlns:a="http://schemas.openxmlformats.org/drawingml/2006/main" noGrp="1"/>
          </p:cNvSpPr>
          <p:nvPr/>
        </p:nvSpPr>
        <p:spPr>
          <a:xfrm xmlns:a="http://schemas.openxmlformats.org/drawingml/2006/main">
            <a:off x="8734425" y="6781800"/>
            <a:ext cx="3476625" cy="953"/>
          </a:xfrm>
          <a:custGeom xmlns:a="http://schemas.openxmlformats.org/drawingml/2006/main">
            <a:pathLst>
              <a:path w="3476625" h="953">
                <a:moveTo>
                  <a:pt x="0" y="0"/>
                </a:moveTo>
                <a:lnTo>
                  <a:pt x="3476625" y="0"/>
                </a:lnTo>
              </a:path>
            </a:pathLst>
          </a:custGeom>
          <a:noFill xmlns:a="http://schemas.openxmlformats.org/drawingml/2006/main"/>
          <a:ln xmlns:a="http://schemas.openxmlformats.org/drawingml/2006/main" w="28575">
            <a:solidFill>
              <a:srgbClr val="C00000"/>
            </a:solidFill>
            <a:prstDash val="dash"/>
          </a:ln>
        </p:spPr>
      </p:sp>
      <p:sp>
        <p:nvSpPr>
          <p:cNvPr id="36" name="Editable arrowhead 34">
            <a:extLst xmlns:a="http://schemas.openxmlformats.org/drawingml/2006/main">
              <a:ext uri="{FF2B5EF4-FFF2-40B4-BE49-F238E27FC236}">
                <a16:creationId xmlns:a16="http://schemas.microsoft.com/office/drawing/2014/main" id="{ECE4E252-3A74-4692-87DD-B8FECCBBF137}"/>
              </a:ext>
            </a:extLst>
          </p:cNvPr>
          <p:cNvSpPr>
            <a:spLocks xmlns:a="http://schemas.openxmlformats.org/drawingml/2006/main" noGrp="1"/>
          </p:cNvSpPr>
          <p:nvPr/>
        </p:nvSpPr>
        <p:spPr>
          <a:xfrm xmlns:a="http://schemas.openxmlformats.org/drawingml/2006/main">
            <a:off x="12115800" y="673417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C00000"/>
          </a:solidFill>
          <a:ln xmlns:a="http://schemas.openxmlformats.org/drawingml/2006/main" w="5715">
            <a:solidFill>
              <a:srgbClr val="C00000"/>
            </a:solidFill>
            <a:prstDash val="solid"/>
          </a:ln>
        </p:spPr>
      </p:sp>
      <p:sp>
        <p:nvSpPr>
          <p:cNvPr id="37" name="DP2 object 35">
            <a:extLst xmlns:a="http://schemas.openxmlformats.org/drawingml/2006/main">
              <a:ext uri="{FF2B5EF4-FFF2-40B4-BE49-F238E27FC236}">
                <a16:creationId xmlns:a16="http://schemas.microsoft.com/office/drawing/2014/main" id="{24AA63FF-B7F8-4AC4-A614-7949F2A6C691}"/>
              </a:ext>
            </a:extLst>
          </p:cNvPr>
          <p:cNvSpPr>
            <a:spLocks xmlns:a="http://schemas.openxmlformats.org/drawingml/2006/main" noGrp="1"/>
          </p:cNvSpPr>
          <p:nvPr/>
        </p:nvSpPr>
        <p:spPr>
          <a:xfrm xmlns:a="http://schemas.openxmlformats.org/drawingml/2006/main">
            <a:off x="8905875" y="6334125"/>
            <a:ext cx="3286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C00000"/>
                </a:solidFill>
                <a:latin typeface="Apple SD Gothic Neo"/>
                <a:ea typeface="Apple SD Gothic Neo"/>
                <a:cs typeface="Apple SD Gothic Neo"/>
              </a:defRPr>
            </a:defPPr>
            <a:lvl1pPr algn="ctr">
              <a:defRPr sz="1875" b="1">
                <a:solidFill>
                  <a:srgbClr val="C00000"/>
                </a:solidFill>
                <a:latin typeface="Apple SD Gothic Neo"/>
                <a:ea typeface="Apple SD Gothic Neo"/>
                <a:cs typeface="Apple SD Gothic Neo"/>
              </a:defRPr>
            </a:lvl1pPr>
            <a:lvl2pPr algn="ctr">
              <a:defRPr sz="1875" b="1">
                <a:solidFill>
                  <a:srgbClr val="C00000"/>
                </a:solidFill>
                <a:latin typeface="Apple SD Gothic Neo"/>
                <a:ea typeface="Apple SD Gothic Neo"/>
                <a:cs typeface="Apple SD Gothic Neo"/>
              </a:defRPr>
            </a:lvl2pPr>
            <a:lvl3pPr algn="ctr">
              <a:defRPr sz="1875" b="1">
                <a:solidFill>
                  <a:srgbClr val="C00000"/>
                </a:solidFill>
                <a:latin typeface="Apple SD Gothic Neo"/>
                <a:ea typeface="Apple SD Gothic Neo"/>
                <a:cs typeface="Apple SD Gothic Neo"/>
              </a:defRPr>
            </a:lvl3pPr>
            <a:lvl4pPr algn="ctr">
              <a:defRPr sz="1875" b="1">
                <a:solidFill>
                  <a:srgbClr val="C00000"/>
                </a:solidFill>
                <a:latin typeface="Apple SD Gothic Neo"/>
                <a:ea typeface="Apple SD Gothic Neo"/>
                <a:cs typeface="Apple SD Gothic Neo"/>
              </a:defRPr>
            </a:lvl4pPr>
            <a:lvl5pPr algn="ctr">
              <a:defRPr sz="1875" b="1">
                <a:solidFill>
                  <a:srgbClr val="C00000"/>
                </a:solidFill>
                <a:latin typeface="Apple SD Gothic Neo"/>
                <a:ea typeface="Apple SD Gothic Neo"/>
                <a:cs typeface="Apple SD Gothic Neo"/>
              </a:defRPr>
            </a:lvl5pPr>
            <a:lvl6pPr algn="ctr">
              <a:defRPr sz="1875" b="1">
                <a:solidFill>
                  <a:srgbClr val="C00000"/>
                </a:solidFill>
                <a:latin typeface="Apple SD Gothic Neo"/>
                <a:ea typeface="Apple SD Gothic Neo"/>
                <a:cs typeface="Apple SD Gothic Neo"/>
              </a:defRPr>
            </a:lvl6pPr>
            <a:lvl7pPr algn="ctr">
              <a:defRPr sz="1875" b="1">
                <a:solidFill>
                  <a:srgbClr val="C00000"/>
                </a:solidFill>
                <a:latin typeface="Apple SD Gothic Neo"/>
                <a:ea typeface="Apple SD Gothic Neo"/>
                <a:cs typeface="Apple SD Gothic Neo"/>
              </a:defRPr>
            </a:lvl7pPr>
            <a:lvl8pPr algn="ctr">
              <a:defRPr sz="1875" b="1">
                <a:solidFill>
                  <a:srgbClr val="C00000"/>
                </a:solidFill>
                <a:latin typeface="Apple SD Gothic Neo"/>
                <a:ea typeface="Apple SD Gothic Neo"/>
                <a:cs typeface="Apple SD Gothic Neo"/>
              </a:defRPr>
            </a:lvl8pPr>
            <a:lvl9pPr algn="ctr">
              <a:defRPr sz="1875" b="1">
                <a:solidFill>
                  <a:srgbClr val="C00000"/>
                </a:solidFill>
                <a:latin typeface="Apple SD Gothic Neo"/>
                <a:ea typeface="Apple SD Gothic Neo"/>
                <a:cs typeface="Apple SD Gothic Neo"/>
              </a:defRPr>
            </a:lvl9pPr>
          </a:lstStyle>
          <a:p xmlns:a="http://schemas.openxmlformats.org/drawingml/2006/main">
            <a:pPr algn="ctr">
              <a:defRPr sz="1875" b="1">
                <a:solidFill>
                  <a:srgbClr val="C00000"/>
                </a:solidFill>
                <a:latin typeface="Apple SD Gothic Neo"/>
                <a:ea typeface="Apple SD Gothic Neo"/>
                <a:cs typeface="Apple SD Gothic Neo"/>
              </a:defRPr>
            </a:pPr>
            <a:r>
              <a:rPr sz="1875" b="1">
                <a:solidFill>
                  <a:srgbClr val="C00000"/>
                </a:solidFill>
                <a:latin typeface="Apple SD Gothic Neo"/>
                <a:ea typeface="Apple SD Gothic Neo"/>
                <a:cs typeface="Apple SD Gothic Neo"/>
              </a:rPr>
              <a:t>이 대기를 줄일 수 있는가?</a:t>
            </a:r>
          </a:p>
        </p:txBody>
      </p:sp>
      <p:sp>
        <p:nvSpPr>
          <p:cNvPr id="38" name="Editable path 36">
            <a:extLst xmlns:a="http://schemas.openxmlformats.org/drawingml/2006/main">
              <a:ext uri="{FF2B5EF4-FFF2-40B4-BE49-F238E27FC236}">
                <a16:creationId xmlns:a16="http://schemas.microsoft.com/office/drawing/2014/main" id="{89973A41-4C33-4CA8-91B1-3CC72F2D6ED3}"/>
              </a:ext>
            </a:extLst>
          </p:cNvPr>
          <p:cNvSpPr>
            <a:spLocks xmlns:a="http://schemas.openxmlformats.org/drawingml/2006/main" noGrp="1"/>
          </p:cNvSpPr>
          <p:nvPr/>
        </p:nvSpPr>
        <p:spPr>
          <a:xfrm xmlns:a="http://schemas.openxmlformats.org/drawingml/2006/main">
            <a:off x="2028825" y="7629525"/>
            <a:ext cx="10258425" cy="953"/>
          </a:xfrm>
          <a:custGeom xmlns:a="http://schemas.openxmlformats.org/drawingml/2006/main">
            <a:pathLst>
              <a:path w="10258425" h="953">
                <a:moveTo>
                  <a:pt x="0" y="0"/>
                </a:moveTo>
                <a:lnTo>
                  <a:pt x="10258425" y="0"/>
                </a:lnTo>
              </a:path>
            </a:pathLst>
          </a:custGeom>
          <a:noFill xmlns:a="http://schemas.openxmlformats.org/drawingml/2006/main"/>
          <a:ln xmlns:a="http://schemas.openxmlformats.org/drawingml/2006/main" w="16193">
            <a:solidFill>
              <a:srgbClr val="111111"/>
            </a:solidFill>
            <a:prstDash val="solid"/>
          </a:ln>
        </p:spPr>
      </p:sp>
      <p:sp>
        <p:nvSpPr>
          <p:cNvPr id="39" name="Editable arrowhead 37">
            <a:extLst xmlns:a="http://schemas.openxmlformats.org/drawingml/2006/main">
              <a:ext uri="{FF2B5EF4-FFF2-40B4-BE49-F238E27FC236}">
                <a16:creationId xmlns:a16="http://schemas.microsoft.com/office/drawing/2014/main" id="{AF4AF8CE-C6C9-4957-A775-3261F1D32115}"/>
              </a:ext>
            </a:extLst>
          </p:cNvPr>
          <p:cNvSpPr>
            <a:spLocks xmlns:a="http://schemas.openxmlformats.org/drawingml/2006/main" noGrp="1"/>
          </p:cNvSpPr>
          <p:nvPr/>
        </p:nvSpPr>
        <p:spPr>
          <a:xfrm xmlns:a="http://schemas.openxmlformats.org/drawingml/2006/main">
            <a:off x="12192000" y="758190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0" name="DP2 object 38">
            <a:extLst xmlns:a="http://schemas.openxmlformats.org/drawingml/2006/main">
              <a:ext uri="{FF2B5EF4-FFF2-40B4-BE49-F238E27FC236}">
                <a16:creationId xmlns:a16="http://schemas.microsoft.com/office/drawing/2014/main" id="{D8B3BDC9-F730-4E49-B8C2-5C201B960479}"/>
              </a:ext>
            </a:extLst>
          </p:cNvPr>
          <p:cNvSpPr>
            <a:spLocks xmlns:a="http://schemas.openxmlformats.org/drawingml/2006/main" noGrp="1"/>
          </p:cNvSpPr>
          <p:nvPr/>
        </p:nvSpPr>
        <p:spPr>
          <a:xfrm xmlns:a="http://schemas.openxmlformats.org/drawingml/2006/main">
            <a:off x="11753850" y="7743825"/>
            <a:ext cx="7143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650" b="0">
                <a:solidFill>
                  <a:srgbClr val="111111"/>
                </a:solidFill>
                <a:latin typeface="Apple SD Gothic Neo"/>
                <a:ea typeface="Apple SD Gothic Neo"/>
                <a:cs typeface="Apple SD Gothic Neo"/>
              </a:defRPr>
            </a:defPPr>
            <a:lvl1pPr algn="r">
              <a:defRPr sz="1650" b="0">
                <a:solidFill>
                  <a:srgbClr val="111111"/>
                </a:solidFill>
                <a:latin typeface="Apple SD Gothic Neo"/>
                <a:ea typeface="Apple SD Gothic Neo"/>
                <a:cs typeface="Apple SD Gothic Neo"/>
              </a:defRPr>
            </a:lvl1pPr>
            <a:lvl2pPr algn="r">
              <a:defRPr sz="1650" b="0">
                <a:solidFill>
                  <a:srgbClr val="111111"/>
                </a:solidFill>
                <a:latin typeface="Apple SD Gothic Neo"/>
                <a:ea typeface="Apple SD Gothic Neo"/>
                <a:cs typeface="Apple SD Gothic Neo"/>
              </a:defRPr>
            </a:lvl2pPr>
            <a:lvl3pPr algn="r">
              <a:defRPr sz="1650" b="0">
                <a:solidFill>
                  <a:srgbClr val="111111"/>
                </a:solidFill>
                <a:latin typeface="Apple SD Gothic Neo"/>
                <a:ea typeface="Apple SD Gothic Neo"/>
                <a:cs typeface="Apple SD Gothic Neo"/>
              </a:defRPr>
            </a:lvl3pPr>
            <a:lvl4pPr algn="r">
              <a:defRPr sz="1650" b="0">
                <a:solidFill>
                  <a:srgbClr val="111111"/>
                </a:solidFill>
                <a:latin typeface="Apple SD Gothic Neo"/>
                <a:ea typeface="Apple SD Gothic Neo"/>
                <a:cs typeface="Apple SD Gothic Neo"/>
              </a:defRPr>
            </a:lvl4pPr>
            <a:lvl5pPr algn="r">
              <a:defRPr sz="1650" b="0">
                <a:solidFill>
                  <a:srgbClr val="111111"/>
                </a:solidFill>
                <a:latin typeface="Apple SD Gothic Neo"/>
                <a:ea typeface="Apple SD Gothic Neo"/>
                <a:cs typeface="Apple SD Gothic Neo"/>
              </a:defRPr>
            </a:lvl5pPr>
            <a:lvl6pPr algn="r">
              <a:defRPr sz="1650" b="0">
                <a:solidFill>
                  <a:srgbClr val="111111"/>
                </a:solidFill>
                <a:latin typeface="Apple SD Gothic Neo"/>
                <a:ea typeface="Apple SD Gothic Neo"/>
                <a:cs typeface="Apple SD Gothic Neo"/>
              </a:defRPr>
            </a:lvl6pPr>
            <a:lvl7pPr algn="r">
              <a:defRPr sz="1650" b="0">
                <a:solidFill>
                  <a:srgbClr val="111111"/>
                </a:solidFill>
                <a:latin typeface="Apple SD Gothic Neo"/>
                <a:ea typeface="Apple SD Gothic Neo"/>
                <a:cs typeface="Apple SD Gothic Neo"/>
              </a:defRPr>
            </a:lvl7pPr>
            <a:lvl8pPr algn="r">
              <a:defRPr sz="1650" b="0">
                <a:solidFill>
                  <a:srgbClr val="111111"/>
                </a:solidFill>
                <a:latin typeface="Apple SD Gothic Neo"/>
                <a:ea typeface="Apple SD Gothic Neo"/>
                <a:cs typeface="Apple SD Gothic Neo"/>
              </a:defRPr>
            </a:lvl8pPr>
            <a:lvl9pPr algn="r">
              <a:defRPr sz="1650" b="0">
                <a:solidFill>
                  <a:srgbClr val="111111"/>
                </a:solidFill>
                <a:latin typeface="Apple SD Gothic Neo"/>
                <a:ea typeface="Apple SD Gothic Neo"/>
                <a:cs typeface="Apple SD Gothic Neo"/>
              </a:defRPr>
            </a:lvl9pPr>
          </a:lstStyle>
          <a:p xmlns:a="http://schemas.openxmlformats.org/drawingml/2006/main">
            <a:pPr algn="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시간</a:t>
            </a:r>
          </a:p>
        </p:txBody>
      </p:sp>
      <p:sp>
        <p:nvSpPr>
          <p:cNvPr id="41" name="DP2 object 39">
            <a:extLst xmlns:a="http://schemas.openxmlformats.org/drawingml/2006/main">
              <a:ext uri="{FF2B5EF4-FFF2-40B4-BE49-F238E27FC236}">
                <a16:creationId xmlns:a16="http://schemas.microsoft.com/office/drawing/2014/main" id="{15CACDB5-84CD-4D91-AB5F-80041A5E1A19}"/>
              </a:ext>
            </a:extLst>
          </p:cNvPr>
          <p:cNvSpPr>
            <a:spLocks xmlns:a="http://schemas.openxmlformats.org/drawingml/2006/main" noGrp="1"/>
          </p:cNvSpPr>
          <p:nvPr/>
        </p:nvSpPr>
        <p:spPr>
          <a:xfrm xmlns:a="http://schemas.openxmlformats.org/drawingml/2006/main">
            <a:off x="2057400" y="7839075"/>
            <a:ext cx="8905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1">
                <a:solidFill>
                  <a:srgbClr val="4676CB"/>
                </a:solidFill>
                <a:latin typeface="Apple SD Gothic Neo"/>
                <a:ea typeface="Apple SD Gothic Neo"/>
                <a:cs typeface="Apple SD Gothic Neo"/>
              </a:defRPr>
            </a:defPPr>
            <a:lvl1pPr algn="l">
              <a:defRPr sz="1950" b="1">
                <a:solidFill>
                  <a:srgbClr val="4676CB"/>
                </a:solidFill>
                <a:latin typeface="Apple SD Gothic Neo"/>
                <a:ea typeface="Apple SD Gothic Neo"/>
                <a:cs typeface="Apple SD Gothic Neo"/>
              </a:defRPr>
            </a:lvl1pPr>
            <a:lvl2pPr algn="l">
              <a:defRPr sz="1950" b="1">
                <a:solidFill>
                  <a:srgbClr val="4676CB"/>
                </a:solidFill>
                <a:latin typeface="Apple SD Gothic Neo"/>
                <a:ea typeface="Apple SD Gothic Neo"/>
                <a:cs typeface="Apple SD Gothic Neo"/>
              </a:defRPr>
            </a:lvl2pPr>
            <a:lvl3pPr algn="l">
              <a:defRPr sz="1950" b="1">
                <a:solidFill>
                  <a:srgbClr val="4676CB"/>
                </a:solidFill>
                <a:latin typeface="Apple SD Gothic Neo"/>
                <a:ea typeface="Apple SD Gothic Neo"/>
                <a:cs typeface="Apple SD Gothic Neo"/>
              </a:defRPr>
            </a:lvl3pPr>
            <a:lvl4pPr algn="l">
              <a:defRPr sz="1950" b="1">
                <a:solidFill>
                  <a:srgbClr val="4676CB"/>
                </a:solidFill>
                <a:latin typeface="Apple SD Gothic Neo"/>
                <a:ea typeface="Apple SD Gothic Neo"/>
                <a:cs typeface="Apple SD Gothic Neo"/>
              </a:defRPr>
            </a:lvl4pPr>
            <a:lvl5pPr algn="l">
              <a:defRPr sz="1950" b="1">
                <a:solidFill>
                  <a:srgbClr val="4676CB"/>
                </a:solidFill>
                <a:latin typeface="Apple SD Gothic Neo"/>
                <a:ea typeface="Apple SD Gothic Neo"/>
                <a:cs typeface="Apple SD Gothic Neo"/>
              </a:defRPr>
            </a:lvl5pPr>
            <a:lvl6pPr algn="l">
              <a:defRPr sz="1950" b="1">
                <a:solidFill>
                  <a:srgbClr val="4676CB"/>
                </a:solidFill>
                <a:latin typeface="Apple SD Gothic Neo"/>
                <a:ea typeface="Apple SD Gothic Neo"/>
                <a:cs typeface="Apple SD Gothic Neo"/>
              </a:defRPr>
            </a:lvl6pPr>
            <a:lvl7pPr algn="l">
              <a:defRPr sz="1950" b="1">
                <a:solidFill>
                  <a:srgbClr val="4676CB"/>
                </a:solidFill>
                <a:latin typeface="Apple SD Gothic Neo"/>
                <a:ea typeface="Apple SD Gothic Neo"/>
                <a:cs typeface="Apple SD Gothic Neo"/>
              </a:defRPr>
            </a:lvl7pPr>
            <a:lvl8pPr algn="l">
              <a:defRPr sz="1950" b="1">
                <a:solidFill>
                  <a:srgbClr val="4676CB"/>
                </a:solidFill>
                <a:latin typeface="Apple SD Gothic Neo"/>
                <a:ea typeface="Apple SD Gothic Neo"/>
                <a:cs typeface="Apple SD Gothic Neo"/>
              </a:defRPr>
            </a:lvl8pPr>
            <a:lvl9pPr algn="l">
              <a:defRPr sz="1950" b="1">
                <a:solidFill>
                  <a:srgbClr val="4676CB"/>
                </a:solidFill>
                <a:latin typeface="Apple SD Gothic Neo"/>
                <a:ea typeface="Apple SD Gothic Neo"/>
                <a:cs typeface="Apple SD Gothic Neo"/>
              </a:defRPr>
            </a:lvl9pPr>
          </a:lstStyle>
          <a:p xmlns:a="http://schemas.openxmlformats.org/drawingml/2006/main">
            <a:pPr algn="l">
              <a:defRPr sz="1950" b="1">
                <a:solidFill>
                  <a:srgbClr val="4676CB"/>
                </a:solidFill>
                <a:latin typeface="Apple SD Gothic Neo"/>
                <a:ea typeface="Apple SD Gothic Neo"/>
                <a:cs typeface="Apple SD Gothic Neo"/>
              </a:defRPr>
            </a:pPr>
            <a:r>
              <a:rPr sz="1950" b="1">
                <a:solidFill>
                  <a:srgbClr val="4676CB"/>
                </a:solidFill>
                <a:latin typeface="Apple SD Gothic Neo"/>
                <a:ea typeface="Apple SD Gothic Neo"/>
                <a:cs typeface="Apple SD Gothic Neo"/>
              </a:rPr>
              <a:t>수신과 의미 판단 시작은 다른 사건</a:t>
            </a:r>
          </a:p>
        </p:txBody>
      </p:sp>
      <p:sp>
        <p:nvSpPr>
          <p:cNvPr id="42" name="DP2 object 40">
            <a:extLst xmlns:a="http://schemas.openxmlformats.org/drawingml/2006/main">
              <a:ext uri="{FF2B5EF4-FFF2-40B4-BE49-F238E27FC236}">
                <a16:creationId xmlns:a16="http://schemas.microsoft.com/office/drawing/2014/main" id="{DC3E2D61-39DA-4F78-8950-44942B2DB44F}"/>
              </a:ext>
            </a:extLst>
          </p:cNvPr>
          <p:cNvSpPr>
            <a:spLocks xmlns:a="http://schemas.openxmlformats.org/drawingml/2006/main" noGrp="1"/>
          </p:cNvSpPr>
          <p:nvPr/>
        </p:nvSpPr>
        <p:spPr>
          <a:xfrm xmlns:a="http://schemas.openxmlformats.org/drawingml/2006/main">
            <a:off x="13315950" y="2952750"/>
            <a:ext cx="419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325" b="1">
                <a:solidFill>
                  <a:srgbClr val="111111"/>
                </a:solidFill>
                <a:latin typeface="Apple SD Gothic Neo"/>
                <a:ea typeface="Apple SD Gothic Neo"/>
                <a:cs typeface="Apple SD Gothic Neo"/>
              </a:defRPr>
            </a:defPPr>
            <a:lvl1pPr algn="l">
              <a:defRPr sz="2325" b="1">
                <a:solidFill>
                  <a:srgbClr val="111111"/>
                </a:solidFill>
                <a:latin typeface="Apple SD Gothic Neo"/>
                <a:ea typeface="Apple SD Gothic Neo"/>
                <a:cs typeface="Apple SD Gothic Neo"/>
              </a:defRPr>
            </a:lvl1pPr>
            <a:lvl2pPr algn="l">
              <a:defRPr sz="2325" b="1">
                <a:solidFill>
                  <a:srgbClr val="111111"/>
                </a:solidFill>
                <a:latin typeface="Apple SD Gothic Neo"/>
                <a:ea typeface="Apple SD Gothic Neo"/>
                <a:cs typeface="Apple SD Gothic Neo"/>
              </a:defRPr>
            </a:lvl2pPr>
            <a:lvl3pPr algn="l">
              <a:defRPr sz="2325" b="1">
                <a:solidFill>
                  <a:srgbClr val="111111"/>
                </a:solidFill>
                <a:latin typeface="Apple SD Gothic Neo"/>
                <a:ea typeface="Apple SD Gothic Neo"/>
                <a:cs typeface="Apple SD Gothic Neo"/>
              </a:defRPr>
            </a:lvl3pPr>
            <a:lvl4pPr algn="l">
              <a:defRPr sz="2325" b="1">
                <a:solidFill>
                  <a:srgbClr val="111111"/>
                </a:solidFill>
                <a:latin typeface="Apple SD Gothic Neo"/>
                <a:ea typeface="Apple SD Gothic Neo"/>
                <a:cs typeface="Apple SD Gothic Neo"/>
              </a:defRPr>
            </a:lvl4pPr>
            <a:lvl5pPr algn="l">
              <a:defRPr sz="2325" b="1">
                <a:solidFill>
                  <a:srgbClr val="111111"/>
                </a:solidFill>
                <a:latin typeface="Apple SD Gothic Neo"/>
                <a:ea typeface="Apple SD Gothic Neo"/>
                <a:cs typeface="Apple SD Gothic Neo"/>
              </a:defRPr>
            </a:lvl5pPr>
            <a:lvl6pPr algn="l">
              <a:defRPr sz="2325" b="1">
                <a:solidFill>
                  <a:srgbClr val="111111"/>
                </a:solidFill>
                <a:latin typeface="Apple SD Gothic Neo"/>
                <a:ea typeface="Apple SD Gothic Neo"/>
                <a:cs typeface="Apple SD Gothic Neo"/>
              </a:defRPr>
            </a:lvl6pPr>
            <a:lvl7pPr algn="l">
              <a:defRPr sz="2325" b="1">
                <a:solidFill>
                  <a:srgbClr val="111111"/>
                </a:solidFill>
                <a:latin typeface="Apple SD Gothic Neo"/>
                <a:ea typeface="Apple SD Gothic Neo"/>
                <a:cs typeface="Apple SD Gothic Neo"/>
              </a:defRPr>
            </a:lvl7pPr>
            <a:lvl8pPr algn="l">
              <a:defRPr sz="2325" b="1">
                <a:solidFill>
                  <a:srgbClr val="111111"/>
                </a:solidFill>
                <a:latin typeface="Apple SD Gothic Neo"/>
                <a:ea typeface="Apple SD Gothic Neo"/>
                <a:cs typeface="Apple SD Gothic Neo"/>
              </a:defRPr>
            </a:lvl8pPr>
            <a:lvl9pPr algn="l">
              <a:defRPr sz="2325" b="1">
                <a:solidFill>
                  <a:srgbClr val="111111"/>
                </a:solidFill>
                <a:latin typeface="Apple SD Gothic Neo"/>
                <a:ea typeface="Apple SD Gothic Neo"/>
                <a:cs typeface="Apple SD Gothic Neo"/>
              </a:defRPr>
            </a:lvl9pPr>
          </a:lstStyle>
          <a:p xmlns:a="http://schemas.openxmlformats.org/drawingml/2006/main">
            <a:pPr algn="l">
              <a:defRPr sz="2325" b="1">
                <a:solidFill>
                  <a:srgbClr val="111111"/>
                </a:solidFill>
                <a:latin typeface="Apple SD Gothic Neo"/>
                <a:ea typeface="Apple SD Gothic Neo"/>
                <a:cs typeface="Apple SD Gothic Neo"/>
              </a:defRPr>
            </a:pPr>
            <a:r>
              <a:rPr sz="2325" b="1">
                <a:solidFill>
                  <a:srgbClr val="111111"/>
                </a:solidFill>
                <a:latin typeface="Apple SD Gothic Neo"/>
                <a:ea typeface="Apple SD Gothic Neo"/>
                <a:cs typeface="Apple SD Gothic Neo"/>
              </a:rPr>
              <a:t>무엇이 문제인가?</a:t>
            </a:r>
          </a:p>
        </p:txBody>
      </p:sp>
      <p:sp>
        <p:nvSpPr>
          <p:cNvPr id="43" name="DP2 object 41">
            <a:extLst xmlns:a="http://schemas.openxmlformats.org/drawingml/2006/main">
              <a:ext uri="{FF2B5EF4-FFF2-40B4-BE49-F238E27FC236}">
                <a16:creationId xmlns:a16="http://schemas.microsoft.com/office/drawing/2014/main" id="{01E296F5-B61C-4624-A0A6-A3CDD8B59601}"/>
              </a:ext>
            </a:extLst>
          </p:cNvPr>
          <p:cNvSpPr>
            <a:spLocks xmlns:a="http://schemas.openxmlformats.org/drawingml/2006/main" noGrp="1"/>
          </p:cNvSpPr>
          <p:nvPr/>
        </p:nvSpPr>
        <p:spPr>
          <a:xfrm xmlns:a="http://schemas.openxmlformats.org/drawingml/2006/main">
            <a:off x="13373100" y="386715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44" name="DP2 object 42">
            <a:extLst xmlns:a="http://schemas.openxmlformats.org/drawingml/2006/main">
              <a:ext uri="{FF2B5EF4-FFF2-40B4-BE49-F238E27FC236}">
                <a16:creationId xmlns:a16="http://schemas.microsoft.com/office/drawing/2014/main" id="{90AF1AC1-42B6-43EC-9AF9-EDF69C8C7307}"/>
              </a:ext>
            </a:extLst>
          </p:cNvPr>
          <p:cNvSpPr>
            <a:spLocks xmlns:a="http://schemas.openxmlformats.org/drawingml/2006/main" noGrp="1"/>
          </p:cNvSpPr>
          <p:nvPr/>
        </p:nvSpPr>
        <p:spPr>
          <a:xfrm xmlns:a="http://schemas.openxmlformats.org/drawingml/2006/main">
            <a:off x="13373100" y="386715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45" name="DP2 object 43">
            <a:extLst xmlns:a="http://schemas.openxmlformats.org/drawingml/2006/main">
              <a:ext uri="{FF2B5EF4-FFF2-40B4-BE49-F238E27FC236}">
                <a16:creationId xmlns:a16="http://schemas.microsoft.com/office/drawing/2014/main" id="{C04EFDF1-D016-484A-ADCD-B2B0D1F03BE8}"/>
              </a:ext>
            </a:extLst>
          </p:cNvPr>
          <p:cNvSpPr>
            <a:spLocks xmlns:a="http://schemas.openxmlformats.org/drawingml/2006/main" noGrp="1"/>
          </p:cNvSpPr>
          <p:nvPr/>
        </p:nvSpPr>
        <p:spPr>
          <a:xfrm xmlns:a="http://schemas.openxmlformats.org/drawingml/2006/main">
            <a:off x="13830300" y="3800475"/>
            <a:ext cx="36480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1">
                <a:solidFill>
                  <a:srgbClr val="111111"/>
                </a:solidFill>
                <a:latin typeface="Apple SD Gothic Neo"/>
                <a:ea typeface="Apple SD Gothic Neo"/>
                <a:cs typeface="Apple SD Gothic Neo"/>
              </a:defRPr>
            </a:defPPr>
            <a:lvl1pPr algn="l">
              <a:defRPr sz="2025" b="1">
                <a:solidFill>
                  <a:srgbClr val="111111"/>
                </a:solidFill>
                <a:latin typeface="Apple SD Gothic Neo"/>
                <a:ea typeface="Apple SD Gothic Neo"/>
                <a:cs typeface="Apple SD Gothic Neo"/>
              </a:defRPr>
            </a:lvl1pPr>
            <a:lvl2pPr algn="l">
              <a:defRPr sz="2025" b="1">
                <a:solidFill>
                  <a:srgbClr val="111111"/>
                </a:solidFill>
                <a:latin typeface="Apple SD Gothic Neo"/>
                <a:ea typeface="Apple SD Gothic Neo"/>
                <a:cs typeface="Apple SD Gothic Neo"/>
              </a:defRPr>
            </a:lvl2pPr>
            <a:lvl3pPr algn="l">
              <a:defRPr sz="2025" b="1">
                <a:solidFill>
                  <a:srgbClr val="111111"/>
                </a:solidFill>
                <a:latin typeface="Apple SD Gothic Neo"/>
                <a:ea typeface="Apple SD Gothic Neo"/>
                <a:cs typeface="Apple SD Gothic Neo"/>
              </a:defRPr>
            </a:lvl3pPr>
            <a:lvl4pPr algn="l">
              <a:defRPr sz="2025" b="1">
                <a:solidFill>
                  <a:srgbClr val="111111"/>
                </a:solidFill>
                <a:latin typeface="Apple SD Gothic Neo"/>
                <a:ea typeface="Apple SD Gothic Neo"/>
                <a:cs typeface="Apple SD Gothic Neo"/>
              </a:defRPr>
            </a:lvl4pPr>
            <a:lvl5pPr algn="l">
              <a:defRPr sz="2025" b="1">
                <a:solidFill>
                  <a:srgbClr val="111111"/>
                </a:solidFill>
                <a:latin typeface="Apple SD Gothic Neo"/>
                <a:ea typeface="Apple SD Gothic Neo"/>
                <a:cs typeface="Apple SD Gothic Neo"/>
              </a:defRPr>
            </a:lvl5pPr>
            <a:lvl6pPr algn="l">
              <a:defRPr sz="2025" b="1">
                <a:solidFill>
                  <a:srgbClr val="111111"/>
                </a:solidFill>
                <a:latin typeface="Apple SD Gothic Neo"/>
                <a:ea typeface="Apple SD Gothic Neo"/>
                <a:cs typeface="Apple SD Gothic Neo"/>
              </a:defRPr>
            </a:lvl6pPr>
            <a:lvl7pPr algn="l">
              <a:defRPr sz="2025" b="1">
                <a:solidFill>
                  <a:srgbClr val="111111"/>
                </a:solidFill>
                <a:latin typeface="Apple SD Gothic Neo"/>
                <a:ea typeface="Apple SD Gothic Neo"/>
                <a:cs typeface="Apple SD Gothic Neo"/>
              </a:defRPr>
            </a:lvl7pPr>
            <a:lvl8pPr algn="l">
              <a:defRPr sz="2025" b="1">
                <a:solidFill>
                  <a:srgbClr val="111111"/>
                </a:solidFill>
                <a:latin typeface="Apple SD Gothic Neo"/>
                <a:ea typeface="Apple SD Gothic Neo"/>
                <a:cs typeface="Apple SD Gothic Neo"/>
              </a:defRPr>
            </a:lvl8pPr>
            <a:lvl9pPr algn="l">
              <a:defRPr sz="2025" b="1">
                <a:solidFill>
                  <a:srgbClr val="111111"/>
                </a:solidFill>
                <a:latin typeface="Apple SD Gothic Neo"/>
                <a:ea typeface="Apple SD Gothic Neo"/>
                <a:cs typeface="Apple SD Gothic Neo"/>
              </a:defRPr>
            </a:lvl9pPr>
          </a:lstStyle>
          <a:p xmlns:a="http://schemas.openxmlformats.org/drawingml/2006/main">
            <a:pPr algn="l">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같은 실행에서 기다리면</a:t>
            </a:r>
          </a:p>
        </p:txBody>
      </p:sp>
      <p:sp>
        <p:nvSpPr>
          <p:cNvPr id="46" name="DP2 object 44">
            <a:extLst xmlns:a="http://schemas.openxmlformats.org/drawingml/2006/main">
              <a:ext uri="{FF2B5EF4-FFF2-40B4-BE49-F238E27FC236}">
                <a16:creationId xmlns:a16="http://schemas.microsoft.com/office/drawing/2014/main" id="{CB2ADF40-B056-44B9-A1B6-669CB7793A3D}"/>
              </a:ext>
            </a:extLst>
          </p:cNvPr>
          <p:cNvSpPr>
            <a:spLocks xmlns:a="http://schemas.openxmlformats.org/drawingml/2006/main" noGrp="1"/>
          </p:cNvSpPr>
          <p:nvPr/>
        </p:nvSpPr>
        <p:spPr>
          <a:xfrm xmlns:a="http://schemas.openxmlformats.org/drawingml/2006/main">
            <a:off x="13392150" y="4448175"/>
            <a:ext cx="406717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400" b="1">
                <a:solidFill>
                  <a:srgbClr val="C00000"/>
                </a:solidFill>
                <a:latin typeface="Apple SD Gothic Neo"/>
                <a:ea typeface="Apple SD Gothic Neo"/>
                <a:cs typeface="Apple SD Gothic Neo"/>
              </a:defRPr>
            </a:defPPr>
            <a:lvl1pPr algn="l">
              <a:defRPr sz="2400" b="1">
                <a:solidFill>
                  <a:srgbClr val="C00000"/>
                </a:solidFill>
                <a:latin typeface="Apple SD Gothic Neo"/>
                <a:ea typeface="Apple SD Gothic Neo"/>
                <a:cs typeface="Apple SD Gothic Neo"/>
              </a:defRPr>
            </a:lvl1pPr>
            <a:lvl2pPr algn="l">
              <a:defRPr sz="2400" b="1">
                <a:solidFill>
                  <a:srgbClr val="C00000"/>
                </a:solidFill>
                <a:latin typeface="Apple SD Gothic Neo"/>
                <a:ea typeface="Apple SD Gothic Neo"/>
                <a:cs typeface="Apple SD Gothic Neo"/>
              </a:defRPr>
            </a:lvl2pPr>
            <a:lvl3pPr algn="l">
              <a:defRPr sz="2400" b="1">
                <a:solidFill>
                  <a:srgbClr val="C00000"/>
                </a:solidFill>
                <a:latin typeface="Apple SD Gothic Neo"/>
                <a:ea typeface="Apple SD Gothic Neo"/>
                <a:cs typeface="Apple SD Gothic Neo"/>
              </a:defRPr>
            </a:lvl3pPr>
            <a:lvl4pPr algn="l">
              <a:defRPr sz="2400" b="1">
                <a:solidFill>
                  <a:srgbClr val="C00000"/>
                </a:solidFill>
                <a:latin typeface="Apple SD Gothic Neo"/>
                <a:ea typeface="Apple SD Gothic Neo"/>
                <a:cs typeface="Apple SD Gothic Neo"/>
              </a:defRPr>
            </a:lvl4pPr>
            <a:lvl5pPr algn="l">
              <a:defRPr sz="2400" b="1">
                <a:solidFill>
                  <a:srgbClr val="C00000"/>
                </a:solidFill>
                <a:latin typeface="Apple SD Gothic Neo"/>
                <a:ea typeface="Apple SD Gothic Neo"/>
                <a:cs typeface="Apple SD Gothic Neo"/>
              </a:defRPr>
            </a:lvl5pPr>
            <a:lvl6pPr algn="l">
              <a:defRPr sz="2400" b="1">
                <a:solidFill>
                  <a:srgbClr val="C00000"/>
                </a:solidFill>
                <a:latin typeface="Apple SD Gothic Neo"/>
                <a:ea typeface="Apple SD Gothic Neo"/>
                <a:cs typeface="Apple SD Gothic Neo"/>
              </a:defRPr>
            </a:lvl6pPr>
            <a:lvl7pPr algn="l">
              <a:defRPr sz="2400" b="1">
                <a:solidFill>
                  <a:srgbClr val="C00000"/>
                </a:solidFill>
                <a:latin typeface="Apple SD Gothic Neo"/>
                <a:ea typeface="Apple SD Gothic Neo"/>
                <a:cs typeface="Apple SD Gothic Neo"/>
              </a:defRPr>
            </a:lvl7pPr>
            <a:lvl8pPr algn="l">
              <a:defRPr sz="2400" b="1">
                <a:solidFill>
                  <a:srgbClr val="C00000"/>
                </a:solidFill>
                <a:latin typeface="Apple SD Gothic Neo"/>
                <a:ea typeface="Apple SD Gothic Neo"/>
                <a:cs typeface="Apple SD Gothic Neo"/>
              </a:defRPr>
            </a:lvl8pPr>
            <a:lvl9pPr algn="l">
              <a:defRPr sz="2400" b="1">
                <a:solidFill>
                  <a:srgbClr val="C00000"/>
                </a:solidFill>
                <a:latin typeface="Apple SD Gothic Neo"/>
                <a:ea typeface="Apple SD Gothic Neo"/>
                <a:cs typeface="Apple SD Gothic Neo"/>
              </a:defRPr>
            </a:lvl9pPr>
          </a:lstStyle>
          <a:p xmlns:a="http://schemas.openxmlformats.org/drawingml/2006/main">
            <a:pPr algn="l">
              <a:defRPr sz="2400" b="1">
                <a:solidFill>
                  <a:srgbClr val="C00000"/>
                </a:solidFill>
                <a:latin typeface="Apple SD Gothic Neo"/>
                <a:ea typeface="Apple SD Gothic Neo"/>
                <a:cs typeface="Apple SD Gothic Neo"/>
              </a:defRPr>
            </a:pPr>
            <a:r>
              <a:rPr sz="2400" b="1">
                <a:solidFill>
                  <a:srgbClr val="C00000"/>
                </a:solidFill>
                <a:latin typeface="Apple SD Gothic Neo"/>
                <a:ea typeface="Apple SD Gothic Neo"/>
                <a:cs typeface="Apple SD Gothic Neo"/>
              </a:rPr>
              <a:t>새 질문의 응답이</a:t>
            </a:r>
          </a:p>
          <a:p xmlns:a="http://schemas.openxmlformats.org/drawingml/2006/main">
            <a:pPr algn="l">
              <a:defRPr sz="2400" b="1">
                <a:solidFill>
                  <a:srgbClr val="C00000"/>
                </a:solidFill>
                <a:latin typeface="Apple SD Gothic Neo"/>
                <a:ea typeface="Apple SD Gothic Neo"/>
                <a:cs typeface="Apple SD Gothic Neo"/>
              </a:defRPr>
            </a:pPr>
            <a:r>
              <a:rPr sz="2400" b="1">
                <a:solidFill>
                  <a:srgbClr val="C00000"/>
                </a:solidFill>
                <a:latin typeface="Apple SD Gothic Neo"/>
                <a:ea typeface="Apple SD Gothic Neo"/>
                <a:cs typeface="Apple SD Gothic Neo"/>
              </a:rPr>
              <a:t>현재 판단에 묶인다</a:t>
            </a:r>
          </a:p>
        </p:txBody>
      </p:sp>
      <p:sp>
        <p:nvSpPr>
          <p:cNvPr id="47" name="Editable path 45">
            <a:extLst xmlns:a="http://schemas.openxmlformats.org/drawingml/2006/main">
              <a:ext uri="{FF2B5EF4-FFF2-40B4-BE49-F238E27FC236}">
                <a16:creationId xmlns:a16="http://schemas.microsoft.com/office/drawing/2014/main" id="{399E4278-172E-46DC-81FB-EF7E3524F186}"/>
              </a:ext>
            </a:extLst>
          </p:cNvPr>
          <p:cNvSpPr>
            <a:spLocks xmlns:a="http://schemas.openxmlformats.org/drawingml/2006/main" noGrp="1"/>
          </p:cNvSpPr>
          <p:nvPr/>
        </p:nvSpPr>
        <p:spPr>
          <a:xfrm xmlns:a="http://schemas.openxmlformats.org/drawingml/2006/main">
            <a:off x="13392150" y="5572125"/>
            <a:ext cx="4076700" cy="953"/>
          </a:xfrm>
          <a:custGeom xmlns:a="http://schemas.openxmlformats.org/drawingml/2006/main">
            <a:pathLst>
              <a:path w="4076700" h="953">
                <a:moveTo>
                  <a:pt x="0" y="0"/>
                </a:moveTo>
                <a:lnTo>
                  <a:pt x="4076700" y="0"/>
                </a:lnTo>
              </a:path>
            </a:pathLst>
          </a:custGeom>
          <a:noFill xmlns:a="http://schemas.openxmlformats.org/drawingml/2006/main"/>
          <a:ln xmlns:a="http://schemas.openxmlformats.org/drawingml/2006/main" w="14288">
            <a:solidFill>
              <a:srgbClr val="B7B9B9"/>
            </a:solidFill>
            <a:prstDash val="solid"/>
          </a:ln>
        </p:spPr>
      </p:sp>
      <p:sp>
        <p:nvSpPr>
          <p:cNvPr id="48" name="DP2 object 46">
            <a:extLst xmlns:a="http://schemas.openxmlformats.org/drawingml/2006/main">
              <a:ext uri="{FF2B5EF4-FFF2-40B4-BE49-F238E27FC236}">
                <a16:creationId xmlns:a16="http://schemas.microsoft.com/office/drawing/2014/main" id="{5967D347-BC0A-44A4-A34E-2B12C3DDDC6F}"/>
              </a:ext>
            </a:extLst>
          </p:cNvPr>
          <p:cNvSpPr>
            <a:spLocks xmlns:a="http://schemas.openxmlformats.org/drawingml/2006/main" noGrp="1"/>
          </p:cNvSpPr>
          <p:nvPr/>
        </p:nvSpPr>
        <p:spPr>
          <a:xfrm xmlns:a="http://schemas.openxmlformats.org/drawingml/2006/main">
            <a:off x="13373100" y="601027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49" name="DP2 object 47">
            <a:extLst xmlns:a="http://schemas.openxmlformats.org/drawingml/2006/main">
              <a:ext uri="{FF2B5EF4-FFF2-40B4-BE49-F238E27FC236}">
                <a16:creationId xmlns:a16="http://schemas.microsoft.com/office/drawing/2014/main" id="{B9295B67-A48A-4CDB-9002-F25DF0499276}"/>
              </a:ext>
            </a:extLst>
          </p:cNvPr>
          <p:cNvSpPr>
            <a:spLocks xmlns:a="http://schemas.openxmlformats.org/drawingml/2006/main" noGrp="1"/>
          </p:cNvSpPr>
          <p:nvPr/>
        </p:nvSpPr>
        <p:spPr>
          <a:xfrm xmlns:a="http://schemas.openxmlformats.org/drawingml/2006/main">
            <a:off x="13373100" y="601027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2</a:t>
            </a:r>
          </a:p>
        </p:txBody>
      </p:sp>
      <p:sp>
        <p:nvSpPr>
          <p:cNvPr id="50" name="DP2 object 48">
            <a:extLst xmlns:a="http://schemas.openxmlformats.org/drawingml/2006/main">
              <a:ext uri="{FF2B5EF4-FFF2-40B4-BE49-F238E27FC236}">
                <a16:creationId xmlns:a16="http://schemas.microsoft.com/office/drawing/2014/main" id="{A50EADBB-0828-4555-89DF-24D3887D34ED}"/>
              </a:ext>
            </a:extLst>
          </p:cNvPr>
          <p:cNvSpPr>
            <a:spLocks xmlns:a="http://schemas.openxmlformats.org/drawingml/2006/main" noGrp="1"/>
          </p:cNvSpPr>
          <p:nvPr/>
        </p:nvSpPr>
        <p:spPr>
          <a:xfrm xmlns:a="http://schemas.openxmlformats.org/drawingml/2006/main">
            <a:off x="13830300" y="5943600"/>
            <a:ext cx="36480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1">
                <a:solidFill>
                  <a:srgbClr val="111111"/>
                </a:solidFill>
                <a:latin typeface="Apple SD Gothic Neo"/>
                <a:ea typeface="Apple SD Gothic Neo"/>
                <a:cs typeface="Apple SD Gothic Neo"/>
              </a:defRPr>
            </a:defPPr>
            <a:lvl1pPr algn="l">
              <a:defRPr sz="2025" b="1">
                <a:solidFill>
                  <a:srgbClr val="111111"/>
                </a:solidFill>
                <a:latin typeface="Apple SD Gothic Neo"/>
                <a:ea typeface="Apple SD Gothic Neo"/>
                <a:cs typeface="Apple SD Gothic Neo"/>
              </a:defRPr>
            </a:lvl1pPr>
            <a:lvl2pPr algn="l">
              <a:defRPr sz="2025" b="1">
                <a:solidFill>
                  <a:srgbClr val="111111"/>
                </a:solidFill>
                <a:latin typeface="Apple SD Gothic Neo"/>
                <a:ea typeface="Apple SD Gothic Neo"/>
                <a:cs typeface="Apple SD Gothic Neo"/>
              </a:defRPr>
            </a:lvl2pPr>
            <a:lvl3pPr algn="l">
              <a:defRPr sz="2025" b="1">
                <a:solidFill>
                  <a:srgbClr val="111111"/>
                </a:solidFill>
                <a:latin typeface="Apple SD Gothic Neo"/>
                <a:ea typeface="Apple SD Gothic Neo"/>
                <a:cs typeface="Apple SD Gothic Neo"/>
              </a:defRPr>
            </a:lvl3pPr>
            <a:lvl4pPr algn="l">
              <a:defRPr sz="2025" b="1">
                <a:solidFill>
                  <a:srgbClr val="111111"/>
                </a:solidFill>
                <a:latin typeface="Apple SD Gothic Neo"/>
                <a:ea typeface="Apple SD Gothic Neo"/>
                <a:cs typeface="Apple SD Gothic Neo"/>
              </a:defRPr>
            </a:lvl4pPr>
            <a:lvl5pPr algn="l">
              <a:defRPr sz="2025" b="1">
                <a:solidFill>
                  <a:srgbClr val="111111"/>
                </a:solidFill>
                <a:latin typeface="Apple SD Gothic Neo"/>
                <a:ea typeface="Apple SD Gothic Neo"/>
                <a:cs typeface="Apple SD Gothic Neo"/>
              </a:defRPr>
            </a:lvl5pPr>
            <a:lvl6pPr algn="l">
              <a:defRPr sz="2025" b="1">
                <a:solidFill>
                  <a:srgbClr val="111111"/>
                </a:solidFill>
                <a:latin typeface="Apple SD Gothic Neo"/>
                <a:ea typeface="Apple SD Gothic Neo"/>
                <a:cs typeface="Apple SD Gothic Neo"/>
              </a:defRPr>
            </a:lvl6pPr>
            <a:lvl7pPr algn="l">
              <a:defRPr sz="2025" b="1">
                <a:solidFill>
                  <a:srgbClr val="111111"/>
                </a:solidFill>
                <a:latin typeface="Apple SD Gothic Neo"/>
                <a:ea typeface="Apple SD Gothic Neo"/>
                <a:cs typeface="Apple SD Gothic Neo"/>
              </a:defRPr>
            </a:lvl7pPr>
            <a:lvl8pPr algn="l">
              <a:defRPr sz="2025" b="1">
                <a:solidFill>
                  <a:srgbClr val="111111"/>
                </a:solidFill>
                <a:latin typeface="Apple SD Gothic Neo"/>
                <a:ea typeface="Apple SD Gothic Neo"/>
                <a:cs typeface="Apple SD Gothic Neo"/>
              </a:defRPr>
            </a:lvl8pPr>
            <a:lvl9pPr algn="l">
              <a:defRPr sz="2025" b="1">
                <a:solidFill>
                  <a:srgbClr val="111111"/>
                </a:solidFill>
                <a:latin typeface="Apple SD Gothic Neo"/>
                <a:ea typeface="Apple SD Gothic Neo"/>
                <a:cs typeface="Apple SD Gothic Neo"/>
              </a:defRPr>
            </a:lvl9pPr>
          </a:lstStyle>
          <a:p xmlns:a="http://schemas.openxmlformats.org/drawingml/2006/main">
            <a:pPr algn="l">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실행을 나누면</a:t>
            </a:r>
          </a:p>
        </p:txBody>
      </p:sp>
      <p:sp>
        <p:nvSpPr>
          <p:cNvPr id="51" name="DP2 object 49">
            <a:extLst xmlns:a="http://schemas.openxmlformats.org/drawingml/2006/main">
              <a:ext uri="{FF2B5EF4-FFF2-40B4-BE49-F238E27FC236}">
                <a16:creationId xmlns:a16="http://schemas.microsoft.com/office/drawing/2014/main" id="{A1C13ADB-3C9B-4615-AD71-662121B363C0}"/>
              </a:ext>
            </a:extLst>
          </p:cNvPr>
          <p:cNvSpPr>
            <a:spLocks xmlns:a="http://schemas.openxmlformats.org/drawingml/2006/main" noGrp="1"/>
          </p:cNvSpPr>
          <p:nvPr/>
        </p:nvSpPr>
        <p:spPr>
          <a:xfrm xmlns:a="http://schemas.openxmlformats.org/drawingml/2006/main">
            <a:off x="13392150" y="6600825"/>
            <a:ext cx="406717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400" b="1">
                <a:solidFill>
                  <a:srgbClr val="C00000"/>
                </a:solidFill>
                <a:latin typeface="Apple SD Gothic Neo"/>
                <a:ea typeface="Apple SD Gothic Neo"/>
                <a:cs typeface="Apple SD Gothic Neo"/>
              </a:defRPr>
            </a:defPPr>
            <a:lvl1pPr algn="l">
              <a:defRPr sz="2400" b="1">
                <a:solidFill>
                  <a:srgbClr val="C00000"/>
                </a:solidFill>
                <a:latin typeface="Apple SD Gothic Neo"/>
                <a:ea typeface="Apple SD Gothic Neo"/>
                <a:cs typeface="Apple SD Gothic Neo"/>
              </a:defRPr>
            </a:lvl1pPr>
            <a:lvl2pPr algn="l">
              <a:defRPr sz="2400" b="1">
                <a:solidFill>
                  <a:srgbClr val="C00000"/>
                </a:solidFill>
                <a:latin typeface="Apple SD Gothic Neo"/>
                <a:ea typeface="Apple SD Gothic Neo"/>
                <a:cs typeface="Apple SD Gothic Neo"/>
              </a:defRPr>
            </a:lvl2pPr>
            <a:lvl3pPr algn="l">
              <a:defRPr sz="2400" b="1">
                <a:solidFill>
                  <a:srgbClr val="C00000"/>
                </a:solidFill>
                <a:latin typeface="Apple SD Gothic Neo"/>
                <a:ea typeface="Apple SD Gothic Neo"/>
                <a:cs typeface="Apple SD Gothic Neo"/>
              </a:defRPr>
            </a:lvl3pPr>
            <a:lvl4pPr algn="l">
              <a:defRPr sz="2400" b="1">
                <a:solidFill>
                  <a:srgbClr val="C00000"/>
                </a:solidFill>
                <a:latin typeface="Apple SD Gothic Neo"/>
                <a:ea typeface="Apple SD Gothic Neo"/>
                <a:cs typeface="Apple SD Gothic Neo"/>
              </a:defRPr>
            </a:lvl4pPr>
            <a:lvl5pPr algn="l">
              <a:defRPr sz="2400" b="1">
                <a:solidFill>
                  <a:srgbClr val="C00000"/>
                </a:solidFill>
                <a:latin typeface="Apple SD Gothic Neo"/>
                <a:ea typeface="Apple SD Gothic Neo"/>
                <a:cs typeface="Apple SD Gothic Neo"/>
              </a:defRPr>
            </a:lvl5pPr>
            <a:lvl6pPr algn="l">
              <a:defRPr sz="2400" b="1">
                <a:solidFill>
                  <a:srgbClr val="C00000"/>
                </a:solidFill>
                <a:latin typeface="Apple SD Gothic Neo"/>
                <a:ea typeface="Apple SD Gothic Neo"/>
                <a:cs typeface="Apple SD Gothic Neo"/>
              </a:defRPr>
            </a:lvl6pPr>
            <a:lvl7pPr algn="l">
              <a:defRPr sz="2400" b="1">
                <a:solidFill>
                  <a:srgbClr val="C00000"/>
                </a:solidFill>
                <a:latin typeface="Apple SD Gothic Neo"/>
                <a:ea typeface="Apple SD Gothic Neo"/>
                <a:cs typeface="Apple SD Gothic Neo"/>
              </a:defRPr>
            </a:lvl7pPr>
            <a:lvl8pPr algn="l">
              <a:defRPr sz="2400" b="1">
                <a:solidFill>
                  <a:srgbClr val="C00000"/>
                </a:solidFill>
                <a:latin typeface="Apple SD Gothic Neo"/>
                <a:ea typeface="Apple SD Gothic Neo"/>
                <a:cs typeface="Apple SD Gothic Neo"/>
              </a:defRPr>
            </a:lvl8pPr>
            <a:lvl9pPr algn="l">
              <a:defRPr sz="2400" b="1">
                <a:solidFill>
                  <a:srgbClr val="C00000"/>
                </a:solidFill>
                <a:latin typeface="Apple SD Gothic Neo"/>
                <a:ea typeface="Apple SD Gothic Neo"/>
                <a:cs typeface="Apple SD Gothic Neo"/>
              </a:defRPr>
            </a:lvl9pPr>
          </a:lstStyle>
          <a:p xmlns:a="http://schemas.openxmlformats.org/drawingml/2006/main">
            <a:pPr algn="l">
              <a:defRPr sz="2400" b="1">
                <a:solidFill>
                  <a:srgbClr val="C00000"/>
                </a:solidFill>
                <a:latin typeface="Apple SD Gothic Neo"/>
                <a:ea typeface="Apple SD Gothic Neo"/>
                <a:cs typeface="Apple SD Gothic Neo"/>
              </a:defRPr>
            </a:pPr>
            <a:r>
              <a:rPr sz="2400" b="1">
                <a:solidFill>
                  <a:srgbClr val="C00000"/>
                </a:solidFill>
                <a:latin typeface="Apple SD Gothic Neo"/>
                <a:ea typeface="Apple SD Gothic Neo"/>
                <a:cs typeface="Apple SD Gothic Neo"/>
              </a:rPr>
              <a:t>요청별 문맥과</a:t>
            </a:r>
          </a:p>
          <a:p xmlns:a="http://schemas.openxmlformats.org/drawingml/2006/main">
            <a:pPr algn="l">
              <a:defRPr sz="2400" b="1">
                <a:solidFill>
                  <a:srgbClr val="C00000"/>
                </a:solidFill>
                <a:latin typeface="Apple SD Gothic Neo"/>
                <a:ea typeface="Apple SD Gothic Neo"/>
                <a:cs typeface="Apple SD Gothic Neo"/>
              </a:defRPr>
            </a:pPr>
            <a:r>
              <a:rPr sz="2400" b="1">
                <a:solidFill>
                  <a:srgbClr val="C00000"/>
                </a:solidFill>
                <a:latin typeface="Apple SD Gothic Neo"/>
                <a:ea typeface="Apple SD Gothic Neo"/>
                <a:cs typeface="Apple SD Gothic Neo"/>
              </a:rPr>
              <a:t>반환 상태가 늘어난다</a:t>
            </a:r>
          </a:p>
        </p:txBody>
      </p:sp>
      <p:sp>
        <p:nvSpPr>
          <p:cNvPr id="52" name="Editable path 50">
            <a:extLst xmlns:a="http://schemas.openxmlformats.org/drawingml/2006/main">
              <a:ext uri="{FF2B5EF4-FFF2-40B4-BE49-F238E27FC236}">
                <a16:creationId xmlns:a16="http://schemas.microsoft.com/office/drawing/2014/main" id="{F566E855-A71A-4DAB-9042-899A27E18CA5}"/>
              </a:ext>
            </a:extLst>
          </p:cNvPr>
          <p:cNvSpPr>
            <a:spLocks xmlns:a="http://schemas.openxmlformats.org/drawingml/2006/main" noGrp="1"/>
          </p:cNvSpPr>
          <p:nvPr/>
        </p:nvSpPr>
        <p:spPr>
          <a:xfrm xmlns:a="http://schemas.openxmlformats.org/drawingml/2006/main">
            <a:off x="600075" y="8524875"/>
            <a:ext cx="16497300" cy="953"/>
          </a:xfrm>
          <a:custGeom xmlns:a="http://schemas.openxmlformats.org/drawingml/2006/main">
            <a:pathLst>
              <a:path w="16497300" h="953">
                <a:moveTo>
                  <a:pt x="0" y="0"/>
                </a:moveTo>
                <a:lnTo>
                  <a:pt x="16497300" y="0"/>
                </a:lnTo>
              </a:path>
            </a:pathLst>
          </a:custGeom>
          <a:noFill xmlns:a="http://schemas.openxmlformats.org/drawingml/2006/main"/>
          <a:ln xmlns:a="http://schemas.openxmlformats.org/drawingml/2006/main" w="14288">
            <a:solidFill>
              <a:srgbClr val="4676CB"/>
            </a:solidFill>
            <a:prstDash val="solid"/>
          </a:ln>
        </p:spPr>
      </p:sp>
      <p:sp>
        <p:nvSpPr>
          <p:cNvPr id="53" name="DP2 object 51">
            <a:extLst xmlns:a="http://schemas.openxmlformats.org/drawingml/2006/main">
              <a:ext uri="{FF2B5EF4-FFF2-40B4-BE49-F238E27FC236}">
                <a16:creationId xmlns:a16="http://schemas.microsoft.com/office/drawing/2014/main" id="{59719444-21FA-4CA2-A03F-3A863E7A9710}"/>
              </a:ext>
            </a:extLst>
          </p:cNvPr>
          <p:cNvSpPr>
            <a:spLocks xmlns:a="http://schemas.openxmlformats.org/drawingml/2006/main" noGrp="1"/>
          </p:cNvSpPr>
          <p:nvPr/>
        </p:nvSpPr>
        <p:spPr>
          <a:xfrm xmlns:a="http://schemas.openxmlformats.org/drawingml/2006/main">
            <a:off x="628650" y="8858250"/>
            <a:ext cx="2714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475" b="1">
                <a:solidFill>
                  <a:srgbClr val="C00000"/>
                </a:solidFill>
                <a:latin typeface="Apple SD Gothic Neo"/>
                <a:ea typeface="Apple SD Gothic Neo"/>
                <a:cs typeface="Apple SD Gothic Neo"/>
              </a:defRPr>
            </a:defPPr>
            <a:lvl1pPr algn="l">
              <a:defRPr sz="2475" b="1">
                <a:solidFill>
                  <a:srgbClr val="C00000"/>
                </a:solidFill>
                <a:latin typeface="Apple SD Gothic Neo"/>
                <a:ea typeface="Apple SD Gothic Neo"/>
                <a:cs typeface="Apple SD Gothic Neo"/>
              </a:defRPr>
            </a:lvl1pPr>
            <a:lvl2pPr algn="l">
              <a:defRPr sz="2475" b="1">
                <a:solidFill>
                  <a:srgbClr val="C00000"/>
                </a:solidFill>
                <a:latin typeface="Apple SD Gothic Neo"/>
                <a:ea typeface="Apple SD Gothic Neo"/>
                <a:cs typeface="Apple SD Gothic Neo"/>
              </a:defRPr>
            </a:lvl2pPr>
            <a:lvl3pPr algn="l">
              <a:defRPr sz="2475" b="1">
                <a:solidFill>
                  <a:srgbClr val="C00000"/>
                </a:solidFill>
                <a:latin typeface="Apple SD Gothic Neo"/>
                <a:ea typeface="Apple SD Gothic Neo"/>
                <a:cs typeface="Apple SD Gothic Neo"/>
              </a:defRPr>
            </a:lvl3pPr>
            <a:lvl4pPr algn="l">
              <a:defRPr sz="2475" b="1">
                <a:solidFill>
                  <a:srgbClr val="C00000"/>
                </a:solidFill>
                <a:latin typeface="Apple SD Gothic Neo"/>
                <a:ea typeface="Apple SD Gothic Neo"/>
                <a:cs typeface="Apple SD Gothic Neo"/>
              </a:defRPr>
            </a:lvl4pPr>
            <a:lvl5pPr algn="l">
              <a:defRPr sz="2475" b="1">
                <a:solidFill>
                  <a:srgbClr val="C00000"/>
                </a:solidFill>
                <a:latin typeface="Apple SD Gothic Neo"/>
                <a:ea typeface="Apple SD Gothic Neo"/>
                <a:cs typeface="Apple SD Gothic Neo"/>
              </a:defRPr>
            </a:lvl5pPr>
            <a:lvl6pPr algn="l">
              <a:defRPr sz="2475" b="1">
                <a:solidFill>
                  <a:srgbClr val="C00000"/>
                </a:solidFill>
                <a:latin typeface="Apple SD Gothic Neo"/>
                <a:ea typeface="Apple SD Gothic Neo"/>
                <a:cs typeface="Apple SD Gothic Neo"/>
              </a:defRPr>
            </a:lvl6pPr>
            <a:lvl7pPr algn="l">
              <a:defRPr sz="2475" b="1">
                <a:solidFill>
                  <a:srgbClr val="C00000"/>
                </a:solidFill>
                <a:latin typeface="Apple SD Gothic Neo"/>
                <a:ea typeface="Apple SD Gothic Neo"/>
                <a:cs typeface="Apple SD Gothic Neo"/>
              </a:defRPr>
            </a:lvl7pPr>
            <a:lvl8pPr algn="l">
              <a:defRPr sz="2475" b="1">
                <a:solidFill>
                  <a:srgbClr val="C00000"/>
                </a:solidFill>
                <a:latin typeface="Apple SD Gothic Neo"/>
                <a:ea typeface="Apple SD Gothic Neo"/>
                <a:cs typeface="Apple SD Gothic Neo"/>
              </a:defRPr>
            </a:lvl8pPr>
            <a:lvl9pPr algn="l">
              <a:defRPr sz="2475" b="1">
                <a:solidFill>
                  <a:srgbClr val="C00000"/>
                </a:solidFill>
                <a:latin typeface="Apple SD Gothic Neo"/>
                <a:ea typeface="Apple SD Gothic Neo"/>
                <a:cs typeface="Apple SD Gothic Neo"/>
              </a:defRPr>
            </a:lvl9pPr>
          </a:lstStyle>
          <a:p xmlns:a="http://schemas.openxmlformats.org/drawingml/2006/main">
            <a:pPr algn="l">
              <a:defRPr sz="2475" b="1">
                <a:solidFill>
                  <a:srgbClr val="C00000"/>
                </a:solidFill>
                <a:latin typeface="Apple SD Gothic Neo"/>
                <a:ea typeface="Apple SD Gothic Neo"/>
                <a:cs typeface="Apple SD Gothic Neo"/>
              </a:defRPr>
            </a:pPr>
            <a:r>
              <a:rPr sz="2475" b="1">
                <a:solidFill>
                  <a:srgbClr val="C00000"/>
                </a:solidFill>
                <a:latin typeface="Apple SD Gothic Neo"/>
                <a:ea typeface="Apple SD Gothic Neo"/>
                <a:cs typeface="Apple SD Gothic Neo"/>
              </a:rPr>
              <a:t>이 DP의 질문</a:t>
            </a:r>
          </a:p>
        </p:txBody>
      </p:sp>
      <p:sp>
        <p:nvSpPr>
          <p:cNvPr id="54" name="DP2 object 52">
            <a:extLst xmlns:a="http://schemas.openxmlformats.org/drawingml/2006/main">
              <a:ext uri="{FF2B5EF4-FFF2-40B4-BE49-F238E27FC236}">
                <a16:creationId xmlns:a16="http://schemas.microsoft.com/office/drawing/2014/main" id="{8571403E-10DB-448A-ADC7-F21FFFED6F3F}"/>
              </a:ext>
            </a:extLst>
          </p:cNvPr>
          <p:cNvSpPr>
            <a:spLocks xmlns:a="http://schemas.openxmlformats.org/drawingml/2006/main" noGrp="1"/>
          </p:cNvSpPr>
          <p:nvPr/>
        </p:nvSpPr>
        <p:spPr>
          <a:xfrm xmlns:a="http://schemas.openxmlformats.org/drawingml/2006/main">
            <a:off x="3581400" y="8801100"/>
            <a:ext cx="1362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775" b="1">
                <a:solidFill>
                  <a:srgbClr val="111111"/>
                </a:solidFill>
                <a:latin typeface="Apple SD Gothic Neo"/>
                <a:ea typeface="Apple SD Gothic Neo"/>
                <a:cs typeface="Apple SD Gothic Neo"/>
              </a:defRPr>
            </a:defPPr>
            <a:lvl1pPr algn="l">
              <a:defRPr sz="2775" b="1">
                <a:solidFill>
                  <a:srgbClr val="111111"/>
                </a:solidFill>
                <a:latin typeface="Apple SD Gothic Neo"/>
                <a:ea typeface="Apple SD Gothic Neo"/>
                <a:cs typeface="Apple SD Gothic Neo"/>
              </a:defRPr>
            </a:lvl1pPr>
            <a:lvl2pPr algn="l">
              <a:defRPr sz="2775" b="1">
                <a:solidFill>
                  <a:srgbClr val="111111"/>
                </a:solidFill>
                <a:latin typeface="Apple SD Gothic Neo"/>
                <a:ea typeface="Apple SD Gothic Neo"/>
                <a:cs typeface="Apple SD Gothic Neo"/>
              </a:defRPr>
            </a:lvl2pPr>
            <a:lvl3pPr algn="l">
              <a:defRPr sz="2775" b="1">
                <a:solidFill>
                  <a:srgbClr val="111111"/>
                </a:solidFill>
                <a:latin typeface="Apple SD Gothic Neo"/>
                <a:ea typeface="Apple SD Gothic Neo"/>
                <a:cs typeface="Apple SD Gothic Neo"/>
              </a:defRPr>
            </a:lvl3pPr>
            <a:lvl4pPr algn="l">
              <a:defRPr sz="2775" b="1">
                <a:solidFill>
                  <a:srgbClr val="111111"/>
                </a:solidFill>
                <a:latin typeface="Apple SD Gothic Neo"/>
                <a:ea typeface="Apple SD Gothic Neo"/>
                <a:cs typeface="Apple SD Gothic Neo"/>
              </a:defRPr>
            </a:lvl4pPr>
            <a:lvl5pPr algn="l">
              <a:defRPr sz="2775" b="1">
                <a:solidFill>
                  <a:srgbClr val="111111"/>
                </a:solidFill>
                <a:latin typeface="Apple SD Gothic Neo"/>
                <a:ea typeface="Apple SD Gothic Neo"/>
                <a:cs typeface="Apple SD Gothic Neo"/>
              </a:defRPr>
            </a:lvl5pPr>
            <a:lvl6pPr algn="l">
              <a:defRPr sz="2775" b="1">
                <a:solidFill>
                  <a:srgbClr val="111111"/>
                </a:solidFill>
                <a:latin typeface="Apple SD Gothic Neo"/>
                <a:ea typeface="Apple SD Gothic Neo"/>
                <a:cs typeface="Apple SD Gothic Neo"/>
              </a:defRPr>
            </a:lvl6pPr>
            <a:lvl7pPr algn="l">
              <a:defRPr sz="2775" b="1">
                <a:solidFill>
                  <a:srgbClr val="111111"/>
                </a:solidFill>
                <a:latin typeface="Apple SD Gothic Neo"/>
                <a:ea typeface="Apple SD Gothic Neo"/>
                <a:cs typeface="Apple SD Gothic Neo"/>
              </a:defRPr>
            </a:lvl7pPr>
            <a:lvl8pPr algn="l">
              <a:defRPr sz="2775" b="1">
                <a:solidFill>
                  <a:srgbClr val="111111"/>
                </a:solidFill>
                <a:latin typeface="Apple SD Gothic Neo"/>
                <a:ea typeface="Apple SD Gothic Neo"/>
                <a:cs typeface="Apple SD Gothic Neo"/>
              </a:defRPr>
            </a:lvl8pPr>
            <a:lvl9pPr algn="l">
              <a:defRPr sz="2775" b="1">
                <a:solidFill>
                  <a:srgbClr val="111111"/>
                </a:solidFill>
                <a:latin typeface="Apple SD Gothic Neo"/>
                <a:ea typeface="Apple SD Gothic Neo"/>
                <a:cs typeface="Apple SD Gothic Neo"/>
              </a:defRPr>
            </a:lvl9pPr>
          </a:lstStyle>
          <a:p xmlns:a="http://schemas.openxmlformats.org/drawingml/2006/main">
            <a:pPr algn="l">
              <a:defRPr sz="2775" b="1">
                <a:solidFill>
                  <a:srgbClr val="111111"/>
                </a:solidFill>
                <a:latin typeface="Apple SD Gothic Neo"/>
                <a:ea typeface="Apple SD Gothic Neo"/>
                <a:cs typeface="Apple SD Gothic Neo"/>
              </a:defRPr>
            </a:pPr>
            <a:r>
              <a:rPr sz="2775" b="1">
                <a:solidFill>
                  <a:srgbClr val="111111"/>
                </a:solidFill>
                <a:latin typeface="Apple SD Gothic Neo"/>
                <a:ea typeface="Apple SD Gothic Neo"/>
                <a:cs typeface="Apple SD Gothic Neo"/>
              </a:rPr>
              <a:t>새 입력을 같은 해석 실행에 넣을까, 요청별로 나눌까?</a:t>
            </a:r>
          </a:p>
        </p:txBody>
      </p:sp>
      <p:sp>
        <p:nvSpPr>
          <p:cNvPr id="55" name="DP2 object 53">
            <a:extLst xmlns:a="http://schemas.openxmlformats.org/drawingml/2006/main">
              <a:ext uri="{FF2B5EF4-FFF2-40B4-BE49-F238E27FC236}">
                <a16:creationId xmlns:a16="http://schemas.microsoft.com/office/drawing/2014/main" id="{118FA425-4BB4-469F-BC9C-F85712BCBE4C}"/>
              </a:ext>
            </a:extLst>
          </p:cNvPr>
          <p:cNvSpPr>
            <a:spLocks xmlns:a="http://schemas.openxmlformats.org/drawingml/2006/main" noGrp="1"/>
          </p:cNvSpPr>
          <p:nvPr/>
        </p:nvSpPr>
        <p:spPr>
          <a:xfrm xmlns:a="http://schemas.openxmlformats.org/drawingml/2006/main">
            <a:off x="3581400" y="9448800"/>
            <a:ext cx="13811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0">
                <a:solidFill>
                  <a:srgbClr val="111111"/>
                </a:solidFill>
                <a:latin typeface="Apple SD Gothic Neo"/>
                <a:ea typeface="Apple SD Gothic Neo"/>
                <a:cs typeface="Apple SD Gothic Neo"/>
              </a:defRPr>
            </a:defPPr>
            <a:lvl1pPr algn="l">
              <a:defRPr sz="2025" b="0">
                <a:solidFill>
                  <a:srgbClr val="111111"/>
                </a:solidFill>
                <a:latin typeface="Apple SD Gothic Neo"/>
                <a:ea typeface="Apple SD Gothic Neo"/>
                <a:cs typeface="Apple SD Gothic Neo"/>
              </a:defRPr>
            </a:lvl1pPr>
            <a:lvl2pPr algn="l">
              <a:defRPr sz="2025" b="0">
                <a:solidFill>
                  <a:srgbClr val="111111"/>
                </a:solidFill>
                <a:latin typeface="Apple SD Gothic Neo"/>
                <a:ea typeface="Apple SD Gothic Neo"/>
                <a:cs typeface="Apple SD Gothic Neo"/>
              </a:defRPr>
            </a:lvl2pPr>
            <a:lvl3pPr algn="l">
              <a:defRPr sz="2025" b="0">
                <a:solidFill>
                  <a:srgbClr val="111111"/>
                </a:solidFill>
                <a:latin typeface="Apple SD Gothic Neo"/>
                <a:ea typeface="Apple SD Gothic Neo"/>
                <a:cs typeface="Apple SD Gothic Neo"/>
              </a:defRPr>
            </a:lvl3pPr>
            <a:lvl4pPr algn="l">
              <a:defRPr sz="2025" b="0">
                <a:solidFill>
                  <a:srgbClr val="111111"/>
                </a:solidFill>
                <a:latin typeface="Apple SD Gothic Neo"/>
                <a:ea typeface="Apple SD Gothic Neo"/>
                <a:cs typeface="Apple SD Gothic Neo"/>
              </a:defRPr>
            </a:lvl4pPr>
            <a:lvl5pPr algn="l">
              <a:defRPr sz="2025" b="0">
                <a:solidFill>
                  <a:srgbClr val="111111"/>
                </a:solidFill>
                <a:latin typeface="Apple SD Gothic Neo"/>
                <a:ea typeface="Apple SD Gothic Neo"/>
                <a:cs typeface="Apple SD Gothic Neo"/>
              </a:defRPr>
            </a:lvl5pPr>
            <a:lvl6pPr algn="l">
              <a:defRPr sz="2025" b="0">
                <a:solidFill>
                  <a:srgbClr val="111111"/>
                </a:solidFill>
                <a:latin typeface="Apple SD Gothic Neo"/>
                <a:ea typeface="Apple SD Gothic Neo"/>
                <a:cs typeface="Apple SD Gothic Neo"/>
              </a:defRPr>
            </a:lvl6pPr>
            <a:lvl7pPr algn="l">
              <a:defRPr sz="2025" b="0">
                <a:solidFill>
                  <a:srgbClr val="111111"/>
                </a:solidFill>
                <a:latin typeface="Apple SD Gothic Neo"/>
                <a:ea typeface="Apple SD Gothic Neo"/>
                <a:cs typeface="Apple SD Gothic Neo"/>
              </a:defRPr>
            </a:lvl7pPr>
            <a:lvl8pPr algn="l">
              <a:defRPr sz="2025" b="0">
                <a:solidFill>
                  <a:srgbClr val="111111"/>
                </a:solidFill>
                <a:latin typeface="Apple SD Gothic Neo"/>
                <a:ea typeface="Apple SD Gothic Neo"/>
                <a:cs typeface="Apple SD Gothic Neo"/>
              </a:defRPr>
            </a:lvl8pPr>
            <a:lvl9pPr algn="l">
              <a:defRPr sz="2025" b="0">
                <a:solidFill>
                  <a:srgbClr val="111111"/>
                </a:solidFill>
                <a:latin typeface="Apple SD Gothic Neo"/>
                <a:ea typeface="Apple SD Gothic Neo"/>
                <a:cs typeface="Apple SD Gothic Neo"/>
              </a:defRPr>
            </a:lvl9pPr>
          </a:lstStyle>
          <a:p xmlns:a="http://schemas.openxmlformats.org/drawingml/2006/main">
            <a:pPr algn="l">
              <a:defRPr sz="2025" b="0">
                <a:solidFill>
                  <a:srgbClr val="111111"/>
                </a:solidFill>
                <a:latin typeface="Apple SD Gothic Neo"/>
                <a:ea typeface="Apple SD Gothic Neo"/>
                <a:cs typeface="Apple SD Gothic Neo"/>
              </a:defRPr>
            </a:pPr>
            <a:r>
              <a:rPr sz="2025" b="0">
                <a:solidFill>
                  <a:srgbClr val="111111"/>
                </a:solidFill>
                <a:latin typeface="Apple SD Gothic Neo"/>
                <a:ea typeface="Apple SD Gothic Neo"/>
                <a:cs typeface="Apple SD Gothic Neo"/>
              </a:rPr>
              <a:t>원래 목표를 보존하며, 새 입력의 판단을 시작하는 실행 구조를 선택한다.</a:t>
            </a:r>
          </a:p>
        </p:txBody>
      </p:sp>
    </p:spTree>
    <p:extLst>
      <p:ext uri="{BB962C8B-B14F-4D97-AF65-F5344CB8AC3E}">
        <p14:creationId xmlns:p14="http://schemas.microsoft.com/office/powerpoint/2010/main" val="121492012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7" name="DP2 object 54">
            <a:extLst xmlns:a="http://schemas.openxmlformats.org/drawingml/2006/main">
              <a:ext uri="{FF2B5EF4-FFF2-40B4-BE49-F238E27FC236}">
                <a16:creationId xmlns:a16="http://schemas.microsoft.com/office/drawing/2014/main" id="{2E9595EC-CBFE-4A0A-80BE-3919C8F33F61}"/>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DP2. 후속 입력의 의미 판단 실행 방안 (설계 방안 비교)</a:t>
            </a:r>
          </a:p>
        </p:txBody>
      </p:sp>
      <p:sp>
        <p:nvSpPr>
          <p:cNvPr id="2" name="DP2 object 55">
            <a:extLst xmlns:a="http://schemas.openxmlformats.org/drawingml/2006/main">
              <a:ext uri="{FF2B5EF4-FFF2-40B4-BE49-F238E27FC236}">
                <a16:creationId xmlns:a16="http://schemas.microsoft.com/office/drawing/2014/main" id="{13C0DFDB-4F4C-4455-BABF-71957A7B2377}"/>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DP2 object 56">
            <a:extLst xmlns:a="http://schemas.openxmlformats.org/drawingml/2006/main">
              <a:ext uri="{FF2B5EF4-FFF2-40B4-BE49-F238E27FC236}">
                <a16:creationId xmlns:a16="http://schemas.microsoft.com/office/drawing/2014/main" id="{B53F800C-78E7-430C-A7DE-1EA355E6E024}"/>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DP2 object 57">
            <a:extLst xmlns:a="http://schemas.openxmlformats.org/drawingml/2006/main">
              <a:ext uri="{FF2B5EF4-FFF2-40B4-BE49-F238E27FC236}">
                <a16:creationId xmlns:a16="http://schemas.microsoft.com/office/drawing/2014/main" id="{830FB245-AA9A-4BDF-B2DF-F307096BB6C2}"/>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DP2 object 58">
            <a:extLst xmlns:a="http://schemas.openxmlformats.org/drawingml/2006/main">
              <a:ext uri="{FF2B5EF4-FFF2-40B4-BE49-F238E27FC236}">
                <a16:creationId xmlns:a16="http://schemas.microsoft.com/office/drawing/2014/main" id="{E26099DF-7CDC-45D9-BAAD-251713450DBD}"/>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DP2 object 59">
            <a:extLst xmlns:a="http://schemas.openxmlformats.org/drawingml/2006/main">
              <a:ext uri="{FF2B5EF4-FFF2-40B4-BE49-F238E27FC236}">
                <a16:creationId xmlns:a16="http://schemas.microsoft.com/office/drawing/2014/main" id="{0F36432E-5A33-40B6-874E-45B0D0392736}"/>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DP2 object 60">
            <a:extLst xmlns:a="http://schemas.openxmlformats.org/drawingml/2006/main">
              <a:ext uri="{FF2B5EF4-FFF2-40B4-BE49-F238E27FC236}">
                <a16:creationId xmlns:a16="http://schemas.microsoft.com/office/drawing/2014/main" id="{1AC3F195-D412-4845-8F93-218CF3625AF7}"/>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DP2 object 61">
            <a:extLst xmlns:a="http://schemas.openxmlformats.org/drawingml/2006/main">
              <a:ext uri="{FF2B5EF4-FFF2-40B4-BE49-F238E27FC236}">
                <a16:creationId xmlns:a16="http://schemas.microsoft.com/office/drawing/2014/main" id="{39922391-6B0A-4747-A12A-74DEA10B3A0D}"/>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DP2 object 62">
            <a:extLst xmlns:a="http://schemas.openxmlformats.org/drawingml/2006/main">
              <a:ext uri="{FF2B5EF4-FFF2-40B4-BE49-F238E27FC236}">
                <a16:creationId xmlns:a16="http://schemas.microsoft.com/office/drawing/2014/main" id="{D701F138-9CF9-4B1C-9E1B-F4A6FFCB5BF8}"/>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DP2 object 63">
            <a:extLst xmlns:a="http://schemas.openxmlformats.org/drawingml/2006/main">
              <a:ext uri="{FF2B5EF4-FFF2-40B4-BE49-F238E27FC236}">
                <a16:creationId xmlns:a16="http://schemas.microsoft.com/office/drawing/2014/main" id="{EAC94CC5-4A12-4698-BCE5-E53BB02876D7}"/>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DP2 object 64">
            <a:extLst xmlns:a="http://schemas.openxmlformats.org/drawingml/2006/main">
              <a:ext uri="{FF2B5EF4-FFF2-40B4-BE49-F238E27FC236}">
                <a16:creationId xmlns:a16="http://schemas.microsoft.com/office/drawing/2014/main" id="{01E3E229-1E37-412C-ADB6-98D19752B57E}"/>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Editable path 65">
            <a:extLst xmlns:a="http://schemas.openxmlformats.org/drawingml/2006/main">
              <a:ext uri="{FF2B5EF4-FFF2-40B4-BE49-F238E27FC236}">
                <a16:creationId xmlns:a16="http://schemas.microsoft.com/office/drawing/2014/main" id="{FE083021-DD24-44C9-B755-B2F7F05095CA}"/>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DP2 object 66">
            <a:extLst xmlns:a="http://schemas.openxmlformats.org/drawingml/2006/main">
              <a:ext uri="{FF2B5EF4-FFF2-40B4-BE49-F238E27FC236}">
                <a16:creationId xmlns:a16="http://schemas.microsoft.com/office/drawing/2014/main" id="{4154FBB1-B528-499C-A9CB-FC749F5317D0}"/>
              </a:ext>
            </a:extLst>
          </p:cNvPr>
          <p:cNvSpPr>
            <a:spLocks xmlns:a="http://schemas.openxmlformats.org/drawingml/2006/main" noGrp="1"/>
          </p:cNvSpPr>
          <p:nvPr/>
        </p:nvSpPr>
        <p:spPr>
          <a:xfrm xmlns:a="http://schemas.openxmlformats.org/drawingml/2006/main">
            <a:off x="17478375" y="99917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275" b="0">
                <a:solidFill>
                  <a:srgbClr val="50555B"/>
                </a:solidFill>
                <a:latin typeface="Apple SD Gothic Neo"/>
                <a:ea typeface="Apple SD Gothic Neo"/>
                <a:cs typeface="Apple SD Gothic Neo"/>
              </a:defRPr>
            </a:defPPr>
            <a:lvl1pPr algn="r">
              <a:defRPr sz="1275" b="0">
                <a:solidFill>
                  <a:srgbClr val="50555B"/>
                </a:solidFill>
                <a:latin typeface="Apple SD Gothic Neo"/>
                <a:ea typeface="Apple SD Gothic Neo"/>
                <a:cs typeface="Apple SD Gothic Neo"/>
              </a:defRPr>
            </a:lvl1pPr>
            <a:lvl2pPr algn="r">
              <a:defRPr sz="1275" b="0">
                <a:solidFill>
                  <a:srgbClr val="50555B"/>
                </a:solidFill>
                <a:latin typeface="Apple SD Gothic Neo"/>
                <a:ea typeface="Apple SD Gothic Neo"/>
                <a:cs typeface="Apple SD Gothic Neo"/>
              </a:defRPr>
            </a:lvl2pPr>
            <a:lvl3pPr algn="r">
              <a:defRPr sz="1275" b="0">
                <a:solidFill>
                  <a:srgbClr val="50555B"/>
                </a:solidFill>
                <a:latin typeface="Apple SD Gothic Neo"/>
                <a:ea typeface="Apple SD Gothic Neo"/>
                <a:cs typeface="Apple SD Gothic Neo"/>
              </a:defRPr>
            </a:lvl3pPr>
            <a:lvl4pPr algn="r">
              <a:defRPr sz="1275" b="0">
                <a:solidFill>
                  <a:srgbClr val="50555B"/>
                </a:solidFill>
                <a:latin typeface="Apple SD Gothic Neo"/>
                <a:ea typeface="Apple SD Gothic Neo"/>
                <a:cs typeface="Apple SD Gothic Neo"/>
              </a:defRPr>
            </a:lvl4pPr>
            <a:lvl5pPr algn="r">
              <a:defRPr sz="1275" b="0">
                <a:solidFill>
                  <a:srgbClr val="50555B"/>
                </a:solidFill>
                <a:latin typeface="Apple SD Gothic Neo"/>
                <a:ea typeface="Apple SD Gothic Neo"/>
                <a:cs typeface="Apple SD Gothic Neo"/>
              </a:defRPr>
            </a:lvl5pPr>
            <a:lvl6pPr algn="r">
              <a:defRPr sz="1275" b="0">
                <a:solidFill>
                  <a:srgbClr val="50555B"/>
                </a:solidFill>
                <a:latin typeface="Apple SD Gothic Neo"/>
                <a:ea typeface="Apple SD Gothic Neo"/>
                <a:cs typeface="Apple SD Gothic Neo"/>
              </a:defRPr>
            </a:lvl6pPr>
            <a:lvl7pPr algn="r">
              <a:defRPr sz="1275" b="0">
                <a:solidFill>
                  <a:srgbClr val="50555B"/>
                </a:solidFill>
                <a:latin typeface="Apple SD Gothic Neo"/>
                <a:ea typeface="Apple SD Gothic Neo"/>
                <a:cs typeface="Apple SD Gothic Neo"/>
              </a:defRPr>
            </a:lvl7pPr>
            <a:lvl8pPr algn="r">
              <a:defRPr sz="1275" b="0">
                <a:solidFill>
                  <a:srgbClr val="50555B"/>
                </a:solidFill>
                <a:latin typeface="Apple SD Gothic Neo"/>
                <a:ea typeface="Apple SD Gothic Neo"/>
                <a:cs typeface="Apple SD Gothic Neo"/>
              </a:defRPr>
            </a:lvl8pPr>
            <a:lvl9pPr algn="r">
              <a:defRPr sz="1275" b="0">
                <a:solidFill>
                  <a:srgbClr val="50555B"/>
                </a:solidFill>
                <a:latin typeface="Apple SD Gothic Neo"/>
                <a:ea typeface="Apple SD Gothic Neo"/>
                <a:cs typeface="Apple SD Gothic Neo"/>
              </a:defRPr>
            </a:lvl9pPr>
          </a:lstStyle>
          <a:p xmlns:a="http://schemas.openxmlformats.org/drawingml/2006/main">
            <a:pPr algn="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2</a:t>
            </a:r>
          </a:p>
        </p:txBody>
      </p:sp>
      <p:sp>
        <p:nvSpPr>
          <p:cNvPr id="14" name="DP2 object 67">
            <a:extLst xmlns:a="http://schemas.openxmlformats.org/drawingml/2006/main">
              <a:ext uri="{FF2B5EF4-FFF2-40B4-BE49-F238E27FC236}">
                <a16:creationId xmlns:a16="http://schemas.microsoft.com/office/drawing/2014/main" id="{C5DB7516-B9B0-4A51-BFD3-E30CD9490BE5}"/>
              </a:ext>
            </a:extLst>
          </p:cNvPr>
          <p:cNvSpPr>
            <a:spLocks xmlns:a="http://schemas.openxmlformats.org/drawingml/2006/main" noGrp="1"/>
          </p:cNvSpPr>
          <p:nvPr/>
        </p:nvSpPr>
        <p:spPr>
          <a:xfrm xmlns:a="http://schemas.openxmlformats.org/drawingml/2006/main">
            <a:off x="266700" y="1181100"/>
            <a:ext cx="17478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1">
                <a:solidFill>
                  <a:srgbClr val="111111"/>
                </a:solidFill>
                <a:latin typeface="Apple SD Gothic Neo"/>
                <a:ea typeface="Apple SD Gothic Neo"/>
                <a:cs typeface="Apple SD Gothic Neo"/>
              </a:defRPr>
            </a:defPPr>
            <a:lvl1pPr algn="l">
              <a:defRPr sz="2100" b="1">
                <a:solidFill>
                  <a:srgbClr val="111111"/>
                </a:solidFill>
                <a:latin typeface="Apple SD Gothic Neo"/>
                <a:ea typeface="Apple SD Gothic Neo"/>
                <a:cs typeface="Apple SD Gothic Neo"/>
              </a:defRPr>
            </a:lvl1pPr>
            <a:lvl2pPr algn="l">
              <a:defRPr sz="2100" b="1">
                <a:solidFill>
                  <a:srgbClr val="111111"/>
                </a:solidFill>
                <a:latin typeface="Apple SD Gothic Neo"/>
                <a:ea typeface="Apple SD Gothic Neo"/>
                <a:cs typeface="Apple SD Gothic Neo"/>
              </a:defRPr>
            </a:lvl2pPr>
            <a:lvl3pPr algn="l">
              <a:defRPr sz="2100" b="1">
                <a:solidFill>
                  <a:srgbClr val="111111"/>
                </a:solidFill>
                <a:latin typeface="Apple SD Gothic Neo"/>
                <a:ea typeface="Apple SD Gothic Neo"/>
                <a:cs typeface="Apple SD Gothic Neo"/>
              </a:defRPr>
            </a:lvl3pPr>
            <a:lvl4pPr algn="l">
              <a:defRPr sz="2100" b="1">
                <a:solidFill>
                  <a:srgbClr val="111111"/>
                </a:solidFill>
                <a:latin typeface="Apple SD Gothic Neo"/>
                <a:ea typeface="Apple SD Gothic Neo"/>
                <a:cs typeface="Apple SD Gothic Neo"/>
              </a:defRPr>
            </a:lvl4pPr>
            <a:lvl5pPr algn="l">
              <a:defRPr sz="2100" b="1">
                <a:solidFill>
                  <a:srgbClr val="111111"/>
                </a:solidFill>
                <a:latin typeface="Apple SD Gothic Neo"/>
                <a:ea typeface="Apple SD Gothic Neo"/>
                <a:cs typeface="Apple SD Gothic Neo"/>
              </a:defRPr>
            </a:lvl5pPr>
            <a:lvl6pPr algn="l">
              <a:defRPr sz="2100" b="1">
                <a:solidFill>
                  <a:srgbClr val="111111"/>
                </a:solidFill>
                <a:latin typeface="Apple SD Gothic Neo"/>
                <a:ea typeface="Apple SD Gothic Neo"/>
                <a:cs typeface="Apple SD Gothic Neo"/>
              </a:defRPr>
            </a:lvl6pPr>
            <a:lvl7pPr algn="l">
              <a:defRPr sz="2100" b="1">
                <a:solidFill>
                  <a:srgbClr val="111111"/>
                </a:solidFill>
                <a:latin typeface="Apple SD Gothic Neo"/>
                <a:ea typeface="Apple SD Gothic Neo"/>
                <a:cs typeface="Apple SD Gothic Neo"/>
              </a:defRPr>
            </a:lvl7pPr>
            <a:lvl8pPr algn="l">
              <a:defRPr sz="2100" b="1">
                <a:solidFill>
                  <a:srgbClr val="111111"/>
                </a:solidFill>
                <a:latin typeface="Apple SD Gothic Neo"/>
                <a:ea typeface="Apple SD Gothic Neo"/>
                <a:cs typeface="Apple SD Gothic Neo"/>
              </a:defRPr>
            </a:lvl8pPr>
            <a:lvl9pPr algn="l">
              <a:defRPr sz="2100" b="1">
                <a:solidFill>
                  <a:srgbClr val="111111"/>
                </a:solidFill>
                <a:latin typeface="Apple SD Gothic Neo"/>
                <a:ea typeface="Apple SD Gothic Neo"/>
                <a:cs typeface="Apple SD Gothic Neo"/>
              </a:defRPr>
            </a:lvl9pPr>
          </a:lstStyle>
          <a:p xmlns:a="http://schemas.openxmlformats.org/drawingml/2006/main">
            <a:pPr algn="l">
              <a:defRPr sz="2100" b="1">
                <a:solidFill>
                  <a:srgbClr val="111111"/>
                </a:solidFill>
                <a:latin typeface="Apple SD Gothic Neo"/>
                <a:ea typeface="Apple SD Gothic Neo"/>
                <a:cs typeface="Apple SD Gothic Neo"/>
              </a:defRPr>
            </a:pPr>
            <a:r>
              <a:rPr sz="2100" b="1">
                <a:solidFill>
                  <a:srgbClr val="111111"/>
                </a:solidFill>
                <a:latin typeface="Apple SD Gothic Neo"/>
                <a:ea typeface="Apple SD Gothic Neo"/>
                <a:cs typeface="Apple SD Gothic Neo"/>
              </a:rPr>
              <a:t>A: 하나의 대화 해석 실행   /   B: 공통 대화 해석과 요청별 실행</a:t>
            </a:r>
          </a:p>
        </p:txBody>
      </p:sp>
      <p:graphicFrame>
        <p:nvGraphicFramePr>
          <p:cNvPr id="15" name="">
            <a:extLst xmlns:a="http://schemas.openxmlformats.org/drawingml/2006/main">
              <a:ext uri="{FF2B5EF4-FFF2-40B4-BE49-F238E27FC236}">
                <a16:creationId xmlns:a16="http://schemas.microsoft.com/office/drawing/2014/main" id="{86786E3E-0E3D-46AF-BC77-3F431F19AE56}"/>
              </a:ext>
            </a:extLst>
          </p:cNvPr>
          <p:cNvGraphicFramePr/>
          <p:nvPr/>
        </p:nvGraphicFramePr>
        <p:xfrm>
          <a:off xmlns:a="http://schemas.openxmlformats.org/drawingml/2006/main" x="228600" y="1752600"/>
          <a:ext xmlns:a="http://schemas.openxmlformats.org/drawingml/2006/main" cx="17830800" cy="7620000"/>
        </p:xfrm>
        <a:graphic xmlns:a="http://schemas.openxmlformats.org/drawingml/2006/main">
          <a:graphicData uri="http://schemas.openxmlformats.org/drawingml/2006/table">
            <a:tbl>
              <a:tblPr firstRow="0" bandRow="0" bandCol="0"/>
              <a:tblGrid>
                <a:gridCol w="1638300"/>
                <a:gridCol w="8096250"/>
                <a:gridCol w="8096250"/>
              </a:tblGrid>
              <a:tr h="476250">
                <a:tc>
                  <a:txBody>
                    <a:bodyPr anchor="ctr"/>
                    <a:lstStyle/>
                    <a:p>
                      <a:pPr algn="ctr"/>
                      <a:r>
                        <a:rPr sz="1875" b="1">
                          <a:solidFill>
                            <a:srgbClr val="111111"/>
                          </a:solidFill>
                          <a:latin typeface="Apple SD Gothic Neo"/>
                          <a:ea typeface="Apple SD Gothic Neo"/>
                          <a:cs typeface="Apple SD Gothic Neo"/>
                        </a:rPr>
                        <a:t>설계안</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(A) 하나의 대화 해석 실행</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(B) 공통 대화 해석 + 요청별 실행</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86150">
                <a:tc>
                  <a:txBody>
                    <a:bodyPr anchor="ctr"/>
                    <a:lstStyle/>
                    <a:p>
                      <a:pPr algn="ctr"/>
                      <a:r>
                        <a:rPr sz="2175" b="1">
                          <a:solidFill>
                            <a:srgbClr val="111111"/>
                          </a:solidFill>
                          <a:latin typeface="Apple SD Gothic Neo"/>
                          <a:ea typeface="Apple SD Gothic Neo"/>
                          <a:cs typeface="Apple SD Gothic Neo"/>
                        </a:rPr>
                        <a:t>구조</a:t>
                      </a: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r>
                        <a:rPr sz="1875" b="1">
                          <a:solidFill>
                            <a:srgbClr val="111111"/>
                          </a:solidFill>
                          <a:latin typeface="Apple SD Gothic Neo"/>
                          <a:ea typeface="Apple SD Gothic Neo"/>
                          <a:cs typeface="Apple SD Gothic Neo"/>
                        </a:rPr>
                        <a:t>장점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같은 문맥의 근거와 잠정 판단을 연속 사용</a:t>
                      </a:r>
                    </a:p>
                    <a:p>
                      <a:pPr algn="ctr"/>
                      <a:r>
                        <a:rPr sz="1650">
                          <a:solidFill>
                            <a:srgbClr val="111111"/>
                          </a:solidFill>
                          <a:latin typeface="Apple SD Gothic Neo"/>
                          <a:ea typeface="Apple SD Gothic Neo"/>
                          <a:cs typeface="Apple SD Gothic Neo"/>
                        </a:rPr>
                        <a:t>실행 대응과 반환 상태가 단순</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호출 여유가 있으면 긴 판단 중 새 입력 해석</a:t>
                      </a:r>
                    </a:p>
                    <a:p>
                      <a:pPr algn="ctr"/>
                      <a:r>
                        <a:rPr sz="1650">
                          <a:solidFill>
                            <a:srgbClr val="111111"/>
                          </a:solidFill>
                          <a:latin typeface="Apple SD Gothic Neo"/>
                          <a:ea typeface="Apple SD Gothic Neo"/>
                          <a:cs typeface="Apple SD Gothic Neo"/>
                        </a:rPr>
                        <a:t>독립 요청의 읽기·판단을 겹쳐 진행</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38200">
                <a:tc>
                  <a:txBody>
                    <a:bodyPr anchor="ctr"/>
                    <a:lstStyle/>
                    <a:p>
                      <a:pPr algn="ctr"/>
                      <a:r>
                        <a:rPr sz="1875" b="1">
                          <a:solidFill>
                            <a:srgbClr val="111111"/>
                          </a:solidFill>
                          <a:latin typeface="Apple SD Gothic Neo"/>
                          <a:ea typeface="Apple SD Gothic Neo"/>
                          <a:cs typeface="Apple SD Gothic Neo"/>
                        </a:rPr>
                        <a:t>단점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575">
                          <a:solidFill>
                            <a:srgbClr val="C00000"/>
                          </a:solidFill>
                          <a:latin typeface="Apple SD Gothic Neo"/>
                          <a:ea typeface="Apple SD Gothic Neo"/>
                          <a:cs typeface="Apple SD Gothic Neo"/>
                        </a:rPr>
                        <a:t>후속 의미 판단이 현재 step 경계를 기다림</a:t>
                      </a:r>
                    </a:p>
                    <a:p>
                      <a:pPr algn="ctr"/>
                      <a:r>
                        <a:rPr sz="1575">
                          <a:solidFill>
                            <a:srgbClr val="C00000"/>
                          </a:solidFill>
                          <a:latin typeface="Apple SD Gothic Neo"/>
                          <a:ea typeface="Apple SD Gothic Neo"/>
                          <a:cs typeface="Apple SD Gothic Neo"/>
                        </a:rPr>
                        <a:t>앞선 요청 전체 완료를 기다리는 것은 아님</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75">
                          <a:solidFill>
                            <a:srgbClr val="C00000"/>
                          </a:solidFill>
                          <a:latin typeface="Apple SD Gothic Neo"/>
                          <a:ea typeface="Apple SD Gothic Neo"/>
                          <a:cs typeface="Apple SD Gothic Neo"/>
                        </a:rPr>
                        <a:t>실행별 문맥·상태와 반환 관리가 추가됨</a:t>
                      </a:r>
                    </a:p>
                    <a:p>
                      <a:pPr algn="ctr"/>
                      <a:r>
                        <a:rPr sz="1575">
                          <a:solidFill>
                            <a:srgbClr val="C00000"/>
                          </a:solidFill>
                          <a:latin typeface="Apple SD Gothic Neo"/>
                          <a:ea typeface="Apple SD Gothic Neo"/>
                          <a:cs typeface="Apple SD Gothic Neo"/>
                        </a:rPr>
                        <a:t>호출 한도가 차면 병행 이익이 줄어듦</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425" b="1">
                          <a:solidFill>
                            <a:srgbClr val="111111"/>
                          </a:solidFill>
                          <a:latin typeface="Apple SD Gothic Neo"/>
                          <a:ea typeface="Apple SD Gothic Neo"/>
                          <a:cs typeface="Apple SD Gothic Neo"/>
                        </a:rPr>
                        <a:t>QA01 첫 응답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8.677 (30/30)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6.698 (30/30)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425" b="1">
                          <a:solidFill>
                            <a:srgbClr val="111111"/>
                          </a:solidFill>
                          <a:latin typeface="Apple SD Gothic Neo"/>
                          <a:ea typeface="Apple SD Gothic Neo"/>
                          <a:cs typeface="Apple SD Gothic Neo"/>
                        </a:rPr>
                        <a:t>QA02 지칭 집합</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N/A</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N/A</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425" b="1">
                          <a:solidFill>
                            <a:srgbClr val="111111"/>
                          </a:solidFill>
                          <a:latin typeface="Apple SD Gothic Neo"/>
                          <a:ea typeface="Apple SD Gothic Neo"/>
                          <a:cs typeface="Apple SD Gothic Neo"/>
                        </a:rPr>
                        <a:t>QA03 처리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24.092 (23/24)</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20.982 (24/24)</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425" b="1">
                          <a:solidFill>
                            <a:srgbClr val="111111"/>
                          </a:solidFill>
                          <a:latin typeface="Apple SD Gothic Neo"/>
                          <a:ea typeface="Apple SD Gothic Neo"/>
                          <a:cs typeface="Apple SD Gothic Neo"/>
                        </a:rPr>
                        <a:t>QA04 변경 (개)</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2.00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2.00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425" b="1">
                          <a:solidFill>
                            <a:srgbClr val="111111"/>
                          </a:solidFill>
                          <a:latin typeface="Apple SD Gothic Neo"/>
                          <a:ea typeface="Apple SD Gothic Neo"/>
                          <a:cs typeface="Apple SD Gothic Neo"/>
                        </a:rPr>
                        <a:t>QA05 모델 비용 ($)</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0.1224560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0.1125156</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l"/>
                      <a:r>
                        <a:rPr sz="1425" b="1">
                          <a:solidFill>
                            <a:srgbClr val="111111"/>
                          </a:solidFill>
                          <a:latin typeface="Apple SD Gothic Neo"/>
                          <a:ea typeface="Apple SD Gothic Neo"/>
                          <a:cs typeface="Apple SD Gothic Neo"/>
                        </a:rPr>
                        <a:t>QA06 RSS (MB)</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45.351</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46.170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2 object 68">
            <a:extLst xmlns:a="http://schemas.openxmlformats.org/drawingml/2006/main">
              <a:ext uri="{FF2B5EF4-FFF2-40B4-BE49-F238E27FC236}">
                <a16:creationId xmlns:a16="http://schemas.microsoft.com/office/drawing/2014/main" id="{06CD82B1-99EA-4E9F-8A24-21AFCF6D8168}"/>
              </a:ext>
            </a:extLst>
          </p:cNvPr>
          <p:cNvSpPr>
            <a:spLocks xmlns:a="http://schemas.openxmlformats.org/drawingml/2006/main" noGrp="1"/>
          </p:cNvSpPr>
          <p:nvPr/>
        </p:nvSpPr>
        <p:spPr>
          <a:xfrm xmlns:a="http://schemas.openxmlformats.org/drawingml/2006/main">
            <a:off x="381000" y="2981325"/>
            <a:ext cx="1323975" cy="6477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17" name="DP2 object 69">
            <a:extLst xmlns:a="http://schemas.openxmlformats.org/drawingml/2006/main">
              <a:ext uri="{FF2B5EF4-FFF2-40B4-BE49-F238E27FC236}">
                <a16:creationId xmlns:a16="http://schemas.microsoft.com/office/drawing/2014/main" id="{34DE515F-F0F2-4BC2-9443-B03B52013F06}"/>
              </a:ext>
            </a:extLst>
          </p:cNvPr>
          <p:cNvSpPr>
            <a:spLocks xmlns:a="http://schemas.openxmlformats.org/drawingml/2006/main" noGrp="1"/>
          </p:cNvSpPr>
          <p:nvPr/>
        </p:nvSpPr>
        <p:spPr>
          <a:xfrm xmlns:a="http://schemas.openxmlformats.org/drawingml/2006/main">
            <a:off x="419100" y="3000375"/>
            <a:ext cx="123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1">
                <a:solidFill>
                  <a:srgbClr val="111111"/>
                </a:solidFill>
                <a:latin typeface="Apple SD Gothic Neo"/>
                <a:ea typeface="Apple SD Gothic Neo"/>
                <a:cs typeface="Apple SD Gothic Neo"/>
              </a:defRPr>
            </a:defPPr>
            <a:lvl1pPr algn="ctr">
              <a:defRPr sz="1500" b="1">
                <a:solidFill>
                  <a:srgbClr val="111111"/>
                </a:solidFill>
                <a:latin typeface="Apple SD Gothic Neo"/>
                <a:ea typeface="Apple SD Gothic Neo"/>
                <a:cs typeface="Apple SD Gothic Neo"/>
              </a:defRPr>
            </a:lvl1pPr>
            <a:lvl2pPr algn="ctr">
              <a:defRPr sz="1500" b="1">
                <a:solidFill>
                  <a:srgbClr val="111111"/>
                </a:solidFill>
                <a:latin typeface="Apple SD Gothic Neo"/>
                <a:ea typeface="Apple SD Gothic Neo"/>
                <a:cs typeface="Apple SD Gothic Neo"/>
              </a:defRPr>
            </a:lvl2pPr>
            <a:lvl3pPr algn="ctr">
              <a:defRPr sz="1500" b="1">
                <a:solidFill>
                  <a:srgbClr val="111111"/>
                </a:solidFill>
                <a:latin typeface="Apple SD Gothic Neo"/>
                <a:ea typeface="Apple SD Gothic Neo"/>
                <a:cs typeface="Apple SD Gothic Neo"/>
              </a:defRPr>
            </a:lvl3pPr>
            <a:lvl4pPr algn="ctr">
              <a:defRPr sz="1500" b="1">
                <a:solidFill>
                  <a:srgbClr val="111111"/>
                </a:solidFill>
                <a:latin typeface="Apple SD Gothic Neo"/>
                <a:ea typeface="Apple SD Gothic Neo"/>
                <a:cs typeface="Apple SD Gothic Neo"/>
              </a:defRPr>
            </a:lvl4pPr>
            <a:lvl5pPr algn="ctr">
              <a:defRPr sz="1500" b="1">
                <a:solidFill>
                  <a:srgbClr val="111111"/>
                </a:solidFill>
                <a:latin typeface="Apple SD Gothic Neo"/>
                <a:ea typeface="Apple SD Gothic Neo"/>
                <a:cs typeface="Apple SD Gothic Neo"/>
              </a:defRPr>
            </a:lvl5pPr>
            <a:lvl6pPr algn="ctr">
              <a:defRPr sz="1500" b="1">
                <a:solidFill>
                  <a:srgbClr val="111111"/>
                </a:solidFill>
                <a:latin typeface="Apple SD Gothic Neo"/>
                <a:ea typeface="Apple SD Gothic Neo"/>
                <a:cs typeface="Apple SD Gothic Neo"/>
              </a:defRPr>
            </a:lvl6pPr>
            <a:lvl7pPr algn="ctr">
              <a:defRPr sz="1500" b="1">
                <a:solidFill>
                  <a:srgbClr val="111111"/>
                </a:solidFill>
                <a:latin typeface="Apple SD Gothic Neo"/>
                <a:ea typeface="Apple SD Gothic Neo"/>
                <a:cs typeface="Apple SD Gothic Neo"/>
              </a:defRPr>
            </a:lvl7pPr>
            <a:lvl8pPr algn="ctr">
              <a:defRPr sz="1500" b="1">
                <a:solidFill>
                  <a:srgbClr val="111111"/>
                </a:solidFill>
                <a:latin typeface="Apple SD Gothic Neo"/>
                <a:ea typeface="Apple SD Gothic Neo"/>
                <a:cs typeface="Apple SD Gothic Neo"/>
              </a:defRPr>
            </a:lvl8pPr>
            <a:lvl9pPr algn="ctr">
              <a:defRPr sz="1500" b="1">
                <a:solidFill>
                  <a:srgbClr val="111111"/>
                </a:solidFill>
                <a:latin typeface="Apple SD Gothic Neo"/>
                <a:ea typeface="Apple SD Gothic Neo"/>
                <a:cs typeface="Apple SD Gothic Neo"/>
              </a:defRPr>
            </a:lvl9pPr>
          </a:lstStyle>
          <a:p xmlns:a="http://schemas.openxmlformats.org/drawingml/2006/main">
            <a:pPr algn="ctr">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Component</a:t>
            </a:r>
          </a:p>
        </p:txBody>
      </p:sp>
      <p:sp>
        <p:nvSpPr>
          <p:cNvPr id="18" name="DP2 object 70">
            <a:extLst xmlns:a="http://schemas.openxmlformats.org/drawingml/2006/main">
              <a:ext uri="{FF2B5EF4-FFF2-40B4-BE49-F238E27FC236}">
                <a16:creationId xmlns:a16="http://schemas.microsoft.com/office/drawing/2014/main" id="{679C646B-FF13-4E99-9F87-0668A36D5C26}"/>
              </a:ext>
            </a:extLst>
          </p:cNvPr>
          <p:cNvSpPr>
            <a:spLocks xmlns:a="http://schemas.openxmlformats.org/drawingml/2006/main" noGrp="1"/>
          </p:cNvSpPr>
          <p:nvPr/>
        </p:nvSpPr>
        <p:spPr>
          <a:xfrm xmlns:a="http://schemas.openxmlformats.org/drawingml/2006/main">
            <a:off x="466725" y="3305175"/>
            <a:ext cx="1152525" cy="23812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prstDash val="solid"/>
          </a:ln>
        </p:spPr>
      </p:sp>
      <p:sp>
        <p:nvSpPr>
          <p:cNvPr id="19" name="DP2 object 71">
            <a:extLst xmlns:a="http://schemas.openxmlformats.org/drawingml/2006/main">
              <a:ext uri="{FF2B5EF4-FFF2-40B4-BE49-F238E27FC236}">
                <a16:creationId xmlns:a16="http://schemas.microsoft.com/office/drawing/2014/main" id="{C28A8000-112E-48C6-AF41-65ABD759054C}"/>
              </a:ext>
            </a:extLst>
          </p:cNvPr>
          <p:cNvSpPr>
            <a:spLocks xmlns:a="http://schemas.openxmlformats.org/drawingml/2006/main" noGrp="1"/>
          </p:cNvSpPr>
          <p:nvPr/>
        </p:nvSpPr>
        <p:spPr>
          <a:xfrm xmlns:a="http://schemas.openxmlformats.org/drawingml/2006/main">
            <a:off x="485775" y="3305175"/>
            <a:ext cx="1114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내부 처리</a:t>
            </a:r>
          </a:p>
        </p:txBody>
      </p:sp>
      <p:sp>
        <p:nvSpPr>
          <p:cNvPr id="20" name="보존 데이터">
            <a:extLst xmlns:a="http://schemas.openxmlformats.org/drawingml/2006/main">
              <a:ext uri="{FF2B5EF4-FFF2-40B4-BE49-F238E27FC236}">
                <a16:creationId xmlns:a16="http://schemas.microsoft.com/office/drawing/2014/main" id="{669595BD-54C9-473E-9BFA-ED23E33B33E6}"/>
              </a:ext>
            </a:extLst>
          </p:cNvPr>
          <p:cNvSpPr>
            <a:spLocks xmlns:a="http://schemas.openxmlformats.org/drawingml/2006/main" noGrp="1"/>
          </p:cNvSpPr>
          <p:nvPr/>
        </p:nvSpPr>
        <p:spPr>
          <a:xfrm xmlns:a="http://schemas.openxmlformats.org/drawingml/2006/main">
            <a:off x="400050" y="3876675"/>
            <a:ext cx="1285875" cy="52387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1" name="DP2 object 72">
            <a:extLst xmlns:a="http://schemas.openxmlformats.org/drawingml/2006/main">
              <a:ext uri="{FF2B5EF4-FFF2-40B4-BE49-F238E27FC236}">
                <a16:creationId xmlns:a16="http://schemas.microsoft.com/office/drawing/2014/main" id="{B8C7AE9A-79C3-4E79-A369-C5A722015FFE}"/>
              </a:ext>
            </a:extLst>
          </p:cNvPr>
          <p:cNvSpPr>
            <a:spLocks xmlns:a="http://schemas.openxmlformats.org/drawingml/2006/main" noGrp="1"/>
          </p:cNvSpPr>
          <p:nvPr/>
        </p:nvSpPr>
        <p:spPr>
          <a:xfrm xmlns:a="http://schemas.openxmlformats.org/drawingml/2006/main">
            <a:off x="447675" y="3981450"/>
            <a:ext cx="1190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보존 데이터</a:t>
            </a:r>
          </a:p>
        </p:txBody>
      </p:sp>
      <p:sp>
        <p:nvSpPr>
          <p:cNvPr id="22" name="DP2 object 73">
            <a:extLst xmlns:a="http://schemas.openxmlformats.org/drawingml/2006/main">
              <a:ext uri="{FF2B5EF4-FFF2-40B4-BE49-F238E27FC236}">
                <a16:creationId xmlns:a16="http://schemas.microsoft.com/office/drawing/2014/main" id="{CE1046A1-5DBD-47DF-9727-438A2C7D43D2}"/>
              </a:ext>
            </a:extLst>
          </p:cNvPr>
          <p:cNvSpPr>
            <a:spLocks xmlns:a="http://schemas.openxmlformats.org/drawingml/2006/main" noGrp="1"/>
          </p:cNvSpPr>
          <p:nvPr/>
        </p:nvSpPr>
        <p:spPr>
          <a:xfrm xmlns:a="http://schemas.openxmlformats.org/drawingml/2006/main">
            <a:off x="333375" y="4495800"/>
            <a:ext cx="14382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50555B"/>
                </a:solidFill>
                <a:latin typeface="Apple SD Gothic Neo"/>
                <a:ea typeface="Apple SD Gothic Neo"/>
                <a:cs typeface="Apple SD Gothic Neo"/>
              </a:defRPr>
            </a:defPPr>
            <a:lvl1pPr algn="ctr">
              <a:defRPr sz="1275" b="0">
                <a:solidFill>
                  <a:srgbClr val="50555B"/>
                </a:solidFill>
                <a:latin typeface="Apple SD Gothic Neo"/>
                <a:ea typeface="Apple SD Gothic Neo"/>
                <a:cs typeface="Apple SD Gothic Neo"/>
              </a:defRPr>
            </a:lvl1pPr>
            <a:lvl2pPr algn="ctr">
              <a:defRPr sz="1275" b="0">
                <a:solidFill>
                  <a:srgbClr val="50555B"/>
                </a:solidFill>
                <a:latin typeface="Apple SD Gothic Neo"/>
                <a:ea typeface="Apple SD Gothic Neo"/>
                <a:cs typeface="Apple SD Gothic Neo"/>
              </a:defRPr>
            </a:lvl2pPr>
            <a:lvl3pPr algn="ctr">
              <a:defRPr sz="1275" b="0">
                <a:solidFill>
                  <a:srgbClr val="50555B"/>
                </a:solidFill>
                <a:latin typeface="Apple SD Gothic Neo"/>
                <a:ea typeface="Apple SD Gothic Neo"/>
                <a:cs typeface="Apple SD Gothic Neo"/>
              </a:defRPr>
            </a:lvl3pPr>
            <a:lvl4pPr algn="ctr">
              <a:defRPr sz="1275" b="0">
                <a:solidFill>
                  <a:srgbClr val="50555B"/>
                </a:solidFill>
                <a:latin typeface="Apple SD Gothic Neo"/>
                <a:ea typeface="Apple SD Gothic Neo"/>
                <a:cs typeface="Apple SD Gothic Neo"/>
              </a:defRPr>
            </a:lvl4pPr>
            <a:lvl5pPr algn="ctr">
              <a:defRPr sz="1275" b="0">
                <a:solidFill>
                  <a:srgbClr val="50555B"/>
                </a:solidFill>
                <a:latin typeface="Apple SD Gothic Neo"/>
                <a:ea typeface="Apple SD Gothic Neo"/>
                <a:cs typeface="Apple SD Gothic Neo"/>
              </a:defRPr>
            </a:lvl5pPr>
            <a:lvl6pPr algn="ctr">
              <a:defRPr sz="1275" b="0">
                <a:solidFill>
                  <a:srgbClr val="50555B"/>
                </a:solidFill>
                <a:latin typeface="Apple SD Gothic Neo"/>
                <a:ea typeface="Apple SD Gothic Neo"/>
                <a:cs typeface="Apple SD Gothic Neo"/>
              </a:defRPr>
            </a:lvl6pPr>
            <a:lvl7pPr algn="ctr">
              <a:defRPr sz="1275" b="0">
                <a:solidFill>
                  <a:srgbClr val="50555B"/>
                </a:solidFill>
                <a:latin typeface="Apple SD Gothic Neo"/>
                <a:ea typeface="Apple SD Gothic Neo"/>
                <a:cs typeface="Apple SD Gothic Neo"/>
              </a:defRPr>
            </a:lvl7pPr>
            <a:lvl8pPr algn="ctr">
              <a:defRPr sz="1275" b="0">
                <a:solidFill>
                  <a:srgbClr val="50555B"/>
                </a:solidFill>
                <a:latin typeface="Apple SD Gothic Neo"/>
                <a:ea typeface="Apple SD Gothic Neo"/>
                <a:cs typeface="Apple SD Gothic Neo"/>
              </a:defRPr>
            </a:lvl8pPr>
            <a:lvl9pPr algn="ctr">
              <a:defRPr sz="1275" b="0">
                <a:solidFill>
                  <a:srgbClr val="50555B"/>
                </a:solidFill>
                <a:latin typeface="Apple SD Gothic Neo"/>
                <a:ea typeface="Apple SD Gothic Neo"/>
                <a:cs typeface="Apple SD Gothic Neo"/>
              </a:defRPr>
            </a:lvl9pPr>
          </a:lstStyle>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R1·R2는 논리 실행</a:t>
            </a:r>
          </a:p>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모델 복제 아님</a:t>
            </a:r>
          </a:p>
        </p:txBody>
      </p:sp>
      <p:sp>
        <p:nvSpPr>
          <p:cNvPr id="23" name="DP2 object 74">
            <a:extLst xmlns:a="http://schemas.openxmlformats.org/drawingml/2006/main">
              <a:ext uri="{FF2B5EF4-FFF2-40B4-BE49-F238E27FC236}">
                <a16:creationId xmlns:a16="http://schemas.microsoft.com/office/drawing/2014/main" id="{0F5EF316-8B19-4B41-8B6A-636527348CB7}"/>
              </a:ext>
            </a:extLst>
          </p:cNvPr>
          <p:cNvSpPr>
            <a:spLocks xmlns:a="http://schemas.openxmlformats.org/drawingml/2006/main" noGrp="1"/>
          </p:cNvSpPr>
          <p:nvPr/>
        </p:nvSpPr>
        <p:spPr>
          <a:xfrm xmlns:a="http://schemas.openxmlformats.org/drawingml/2006/main">
            <a:off x="333375" y="4981575"/>
            <a:ext cx="14382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00" b="0">
                <a:solidFill>
                  <a:srgbClr val="50555B"/>
                </a:solidFill>
                <a:latin typeface="Apple SD Gothic Neo"/>
                <a:ea typeface="Apple SD Gothic Neo"/>
                <a:cs typeface="Apple SD Gothic Neo"/>
              </a:defRPr>
            </a:defPPr>
            <a:lvl1pPr algn="ctr">
              <a:defRPr sz="1200" b="0">
                <a:solidFill>
                  <a:srgbClr val="50555B"/>
                </a:solidFill>
                <a:latin typeface="Apple SD Gothic Neo"/>
                <a:ea typeface="Apple SD Gothic Neo"/>
                <a:cs typeface="Apple SD Gothic Neo"/>
              </a:defRPr>
            </a:lvl1pPr>
            <a:lvl2pPr algn="ctr">
              <a:defRPr sz="1200" b="0">
                <a:solidFill>
                  <a:srgbClr val="50555B"/>
                </a:solidFill>
                <a:latin typeface="Apple SD Gothic Neo"/>
                <a:ea typeface="Apple SD Gothic Neo"/>
                <a:cs typeface="Apple SD Gothic Neo"/>
              </a:defRPr>
            </a:lvl2pPr>
            <a:lvl3pPr algn="ctr">
              <a:defRPr sz="1200" b="0">
                <a:solidFill>
                  <a:srgbClr val="50555B"/>
                </a:solidFill>
                <a:latin typeface="Apple SD Gothic Neo"/>
                <a:ea typeface="Apple SD Gothic Neo"/>
                <a:cs typeface="Apple SD Gothic Neo"/>
              </a:defRPr>
            </a:lvl3pPr>
            <a:lvl4pPr algn="ctr">
              <a:defRPr sz="1200" b="0">
                <a:solidFill>
                  <a:srgbClr val="50555B"/>
                </a:solidFill>
                <a:latin typeface="Apple SD Gothic Neo"/>
                <a:ea typeface="Apple SD Gothic Neo"/>
                <a:cs typeface="Apple SD Gothic Neo"/>
              </a:defRPr>
            </a:lvl4pPr>
            <a:lvl5pPr algn="ctr">
              <a:defRPr sz="1200" b="0">
                <a:solidFill>
                  <a:srgbClr val="50555B"/>
                </a:solidFill>
                <a:latin typeface="Apple SD Gothic Neo"/>
                <a:ea typeface="Apple SD Gothic Neo"/>
                <a:cs typeface="Apple SD Gothic Neo"/>
              </a:defRPr>
            </a:lvl5pPr>
            <a:lvl6pPr algn="ctr">
              <a:defRPr sz="1200" b="0">
                <a:solidFill>
                  <a:srgbClr val="50555B"/>
                </a:solidFill>
                <a:latin typeface="Apple SD Gothic Neo"/>
                <a:ea typeface="Apple SD Gothic Neo"/>
                <a:cs typeface="Apple SD Gothic Neo"/>
              </a:defRPr>
            </a:lvl6pPr>
            <a:lvl7pPr algn="ctr">
              <a:defRPr sz="1200" b="0">
                <a:solidFill>
                  <a:srgbClr val="50555B"/>
                </a:solidFill>
                <a:latin typeface="Apple SD Gothic Neo"/>
                <a:ea typeface="Apple SD Gothic Neo"/>
                <a:cs typeface="Apple SD Gothic Neo"/>
              </a:defRPr>
            </a:lvl7pPr>
            <a:lvl8pPr algn="ctr">
              <a:defRPr sz="1200" b="0">
                <a:solidFill>
                  <a:srgbClr val="50555B"/>
                </a:solidFill>
                <a:latin typeface="Apple SD Gothic Neo"/>
                <a:ea typeface="Apple SD Gothic Neo"/>
                <a:cs typeface="Apple SD Gothic Neo"/>
              </a:defRPr>
            </a:lvl8pPr>
            <a:lvl9pPr algn="ctr">
              <a:defRPr sz="1200" b="0">
                <a:solidFill>
                  <a:srgbClr val="50555B"/>
                </a:solidFill>
                <a:latin typeface="Apple SD Gothic Neo"/>
                <a:ea typeface="Apple SD Gothic Neo"/>
                <a:cs typeface="Apple SD Gothic Neo"/>
              </a:defRPr>
            </a:lvl9pPr>
          </a:lstStyle>
          <a:p xmlns:a="http://schemas.openxmlformats.org/drawingml/2006/main">
            <a:pPr algn="ctr">
              <a:defRPr sz="1200" b="0">
                <a:solidFill>
                  <a:srgbClr val="50555B"/>
                </a:solidFill>
                <a:latin typeface="Apple SD Gothic Neo"/>
                <a:ea typeface="Apple SD Gothic Neo"/>
                <a:cs typeface="Apple SD Gothic Neo"/>
              </a:defRPr>
            </a:pPr>
            <a:r>
              <a:rPr sz="1200" b="0">
                <a:solidFill>
                  <a:srgbClr val="50555B"/>
                </a:solidFill>
                <a:latin typeface="Apple SD Gothic Neo"/>
                <a:ea typeface="Apple SD Gothic Neo"/>
                <a:cs typeface="Apple SD Gothic Neo"/>
              </a:rPr>
              <a:t>같은 이름은</a:t>
            </a:r>
          </a:p>
          <a:p xmlns:a="http://schemas.openxmlformats.org/drawingml/2006/main">
            <a:pPr algn="ctr">
              <a:defRPr sz="1200" b="0">
                <a:solidFill>
                  <a:srgbClr val="50555B"/>
                </a:solidFill>
                <a:latin typeface="Apple SD Gothic Neo"/>
                <a:ea typeface="Apple SD Gothic Neo"/>
                <a:cs typeface="Apple SD Gothic Neo"/>
              </a:defRPr>
            </a:pPr>
            <a:r>
              <a:rPr sz="1200" b="0">
                <a:solidFill>
                  <a:srgbClr val="50555B"/>
                </a:solidFill>
                <a:latin typeface="Apple SD Gothic Neo"/>
                <a:ea typeface="Apple SD Gothic Neo"/>
                <a:cs typeface="Apple SD Gothic Neo"/>
              </a:rPr>
              <a:t>같은 Component의</a:t>
            </a:r>
          </a:p>
          <a:p xmlns:a="http://schemas.openxmlformats.org/drawingml/2006/main">
            <a:pPr algn="ctr">
              <a:defRPr sz="1200" b="0">
                <a:solidFill>
                  <a:srgbClr val="50555B"/>
                </a:solidFill>
                <a:latin typeface="Apple SD Gothic Neo"/>
                <a:ea typeface="Apple SD Gothic Neo"/>
                <a:cs typeface="Apple SD Gothic Neo"/>
              </a:defRPr>
            </a:pPr>
            <a:r>
              <a:rPr sz="1200" b="0">
                <a:solidFill>
                  <a:srgbClr val="50555B"/>
                </a:solidFill>
                <a:latin typeface="Apple SD Gothic Neo"/>
                <a:ea typeface="Apple SD Gothic Neo"/>
                <a:cs typeface="Apple SD Gothic Neo"/>
              </a:rPr>
              <a:t>단계별 표시</a:t>
            </a:r>
          </a:p>
        </p:txBody>
      </p:sp>
      <p:sp>
        <p:nvSpPr>
          <p:cNvPr id="24" name="DP2 object 75">
            <a:extLst xmlns:a="http://schemas.openxmlformats.org/drawingml/2006/main">
              <a:ext uri="{FF2B5EF4-FFF2-40B4-BE49-F238E27FC236}">
                <a16:creationId xmlns:a16="http://schemas.microsoft.com/office/drawing/2014/main" id="{61B3118F-84FB-440A-B6BF-0D8227D4A41D}"/>
              </a:ext>
            </a:extLst>
          </p:cNvPr>
          <p:cNvSpPr>
            <a:spLocks xmlns:a="http://schemas.openxmlformats.org/drawingml/2006/main" noGrp="1"/>
          </p:cNvSpPr>
          <p:nvPr/>
        </p:nvSpPr>
        <p:spPr>
          <a:xfrm xmlns:a="http://schemas.openxmlformats.org/drawingml/2006/main">
            <a:off x="1962150" y="2286000"/>
            <a:ext cx="790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현재 step 경계에서 새 입력을 같은 실행에 반영</a:t>
            </a:r>
          </a:p>
        </p:txBody>
      </p:sp>
      <p:sp>
        <p:nvSpPr>
          <p:cNvPr id="25" name="Request Controller Component">
            <a:extLst xmlns:a="http://schemas.openxmlformats.org/drawingml/2006/main">
              <a:ext uri="{FF2B5EF4-FFF2-40B4-BE49-F238E27FC236}">
                <a16:creationId xmlns:a16="http://schemas.microsoft.com/office/drawing/2014/main" id="{74F29741-0E5F-4809-B60F-93505E4CD3F2}"/>
              </a:ext>
            </a:extLst>
          </p:cNvPr>
          <p:cNvSpPr>
            <a:spLocks xmlns:a="http://schemas.openxmlformats.org/drawingml/2006/main" noGrp="1"/>
          </p:cNvSpPr>
          <p:nvPr/>
        </p:nvSpPr>
        <p:spPr>
          <a:xfrm xmlns:a="http://schemas.openxmlformats.org/drawingml/2006/main">
            <a:off x="2133600" y="2676525"/>
            <a:ext cx="7562850" cy="6667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26" name="DP2 object 76">
            <a:extLst xmlns:a="http://schemas.openxmlformats.org/drawingml/2006/main">
              <a:ext uri="{FF2B5EF4-FFF2-40B4-BE49-F238E27FC236}">
                <a16:creationId xmlns:a16="http://schemas.microsoft.com/office/drawing/2014/main" id="{7BEFACC2-E360-4AC6-AC52-E5D8511AAD70}"/>
              </a:ext>
            </a:extLst>
          </p:cNvPr>
          <p:cNvSpPr>
            <a:spLocks xmlns:a="http://schemas.openxmlformats.org/drawingml/2006/main" noGrp="1"/>
          </p:cNvSpPr>
          <p:nvPr/>
        </p:nvSpPr>
        <p:spPr>
          <a:xfrm xmlns:a="http://schemas.openxmlformats.org/drawingml/2006/main">
            <a:off x="2200275" y="2695575"/>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Request Controller</a:t>
            </a:r>
          </a:p>
        </p:txBody>
      </p:sp>
      <p:sp>
        <p:nvSpPr>
          <p:cNvPr id="27" name="Editable path 77">
            <a:extLst xmlns:a="http://schemas.openxmlformats.org/drawingml/2006/main">
              <a:ext uri="{FF2B5EF4-FFF2-40B4-BE49-F238E27FC236}">
                <a16:creationId xmlns:a16="http://schemas.microsoft.com/office/drawing/2014/main" id="{AB14D27F-2FDC-4EC8-A284-7D78146868E6}"/>
              </a:ext>
            </a:extLst>
          </p:cNvPr>
          <p:cNvSpPr>
            <a:spLocks xmlns:a="http://schemas.openxmlformats.org/drawingml/2006/main" noGrp="1"/>
          </p:cNvSpPr>
          <p:nvPr/>
        </p:nvSpPr>
        <p:spPr>
          <a:xfrm xmlns:a="http://schemas.openxmlformats.org/drawingml/2006/main">
            <a:off x="2133600" y="3000375"/>
            <a:ext cx="7562850" cy="953"/>
          </a:xfrm>
          <a:custGeom xmlns:a="http://schemas.openxmlformats.org/drawingml/2006/main">
            <a:pathLst>
              <a:path w="7562850" h="953">
                <a:moveTo>
                  <a:pt x="0" y="0"/>
                </a:moveTo>
                <a:lnTo>
                  <a:pt x="7562850" y="0"/>
                </a:lnTo>
              </a:path>
            </a:pathLst>
          </a:custGeom>
          <a:noFill xmlns:a="http://schemas.openxmlformats.org/drawingml/2006/main"/>
          <a:ln xmlns:a="http://schemas.openxmlformats.org/drawingml/2006/main" w="14288">
            <a:solidFill>
              <a:srgbClr val="111111"/>
            </a:solidFill>
            <a:prstDash val="solid"/>
          </a:ln>
        </p:spPr>
      </p:sp>
      <p:sp>
        <p:nvSpPr>
          <p:cNvPr id="28" name="DP2 object 78">
            <a:extLst xmlns:a="http://schemas.openxmlformats.org/drawingml/2006/main">
              <a:ext uri="{FF2B5EF4-FFF2-40B4-BE49-F238E27FC236}">
                <a16:creationId xmlns:a16="http://schemas.microsoft.com/office/drawing/2014/main" id="{7A656A0D-95A2-48C7-B7EF-0FE2398D83AA}"/>
              </a:ext>
            </a:extLst>
          </p:cNvPr>
          <p:cNvSpPr>
            <a:spLocks xmlns:a="http://schemas.openxmlformats.org/drawingml/2006/main" noGrp="1"/>
          </p:cNvSpPr>
          <p:nvPr/>
        </p:nvSpPr>
        <p:spPr>
          <a:xfrm xmlns:a="http://schemas.openxmlformats.org/drawingml/2006/main">
            <a:off x="2228850" y="3019425"/>
            <a:ext cx="73723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입력 수신·보존 / 현재 step 뒤 새 의미 판단 시작 요청</a:t>
            </a:r>
          </a:p>
        </p:txBody>
      </p:sp>
      <p:sp>
        <p:nvSpPr>
          <p:cNvPr id="29" name="Editable path 79">
            <a:extLst xmlns:a="http://schemas.openxmlformats.org/drawingml/2006/main">
              <a:ext uri="{FF2B5EF4-FFF2-40B4-BE49-F238E27FC236}">
                <a16:creationId xmlns:a16="http://schemas.microsoft.com/office/drawing/2014/main" id="{13346975-A230-4A9E-A61C-8071733C4EB5}"/>
              </a:ext>
            </a:extLst>
          </p:cNvPr>
          <p:cNvSpPr>
            <a:spLocks xmlns:a="http://schemas.openxmlformats.org/drawingml/2006/main" noGrp="1"/>
          </p:cNvSpPr>
          <p:nvPr/>
        </p:nvSpPr>
        <p:spPr>
          <a:xfrm xmlns:a="http://schemas.openxmlformats.org/drawingml/2006/main">
            <a:off x="5915025" y="3343275"/>
            <a:ext cx="953" cy="161925"/>
          </a:xfrm>
          <a:custGeom xmlns:a="http://schemas.openxmlformats.org/drawingml/2006/main">
            <a:pathLst>
              <a:path w="953" h="161925">
                <a:moveTo>
                  <a:pt x="0" y="0"/>
                </a:moveTo>
                <a:lnTo>
                  <a:pt x="0" y="161925"/>
                </a:lnTo>
              </a:path>
            </a:pathLst>
          </a:custGeom>
          <a:noFill xmlns:a="http://schemas.openxmlformats.org/drawingml/2006/main"/>
          <a:ln xmlns:a="http://schemas.openxmlformats.org/drawingml/2006/main" w="21908">
            <a:solidFill>
              <a:srgbClr val="111111"/>
            </a:solidFill>
            <a:prstDash val="solid"/>
          </a:ln>
        </p:spPr>
      </p:sp>
      <p:sp>
        <p:nvSpPr>
          <p:cNvPr id="30" name="Editable arrowhead 80">
            <a:extLst xmlns:a="http://schemas.openxmlformats.org/drawingml/2006/main">
              <a:ext uri="{FF2B5EF4-FFF2-40B4-BE49-F238E27FC236}">
                <a16:creationId xmlns:a16="http://schemas.microsoft.com/office/drawing/2014/main" id="{3A21FF67-ECBC-46C9-91C1-9227AB3BB089}"/>
              </a:ext>
            </a:extLst>
          </p:cNvPr>
          <p:cNvSpPr>
            <a:spLocks xmlns:a="http://schemas.openxmlformats.org/drawingml/2006/main" noGrp="1"/>
          </p:cNvSpPr>
          <p:nvPr/>
        </p:nvSpPr>
        <p:spPr>
          <a:xfrm xmlns:a="http://schemas.openxmlformats.org/drawingml/2006/main">
            <a:off x="5867400" y="34099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1" name="A Request Interpreter Component">
            <a:extLst xmlns:a="http://schemas.openxmlformats.org/drawingml/2006/main">
              <a:ext uri="{FF2B5EF4-FFF2-40B4-BE49-F238E27FC236}">
                <a16:creationId xmlns:a16="http://schemas.microsoft.com/office/drawing/2014/main" id="{857054DF-018F-4D5D-872D-C49F22C20838}"/>
              </a:ext>
            </a:extLst>
          </p:cNvPr>
          <p:cNvSpPr>
            <a:spLocks xmlns:a="http://schemas.openxmlformats.org/drawingml/2006/main" noGrp="1"/>
          </p:cNvSpPr>
          <p:nvPr/>
        </p:nvSpPr>
        <p:spPr>
          <a:xfrm xmlns:a="http://schemas.openxmlformats.org/drawingml/2006/main">
            <a:off x="2133600" y="3505200"/>
            <a:ext cx="7562850" cy="17526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32" name="DP2 object 81">
            <a:extLst xmlns:a="http://schemas.openxmlformats.org/drawingml/2006/main">
              <a:ext uri="{FF2B5EF4-FFF2-40B4-BE49-F238E27FC236}">
                <a16:creationId xmlns:a16="http://schemas.microsoft.com/office/drawing/2014/main" id="{14E0CE40-E065-46F5-A8FF-6E6ABF40F1D9}"/>
              </a:ext>
            </a:extLst>
          </p:cNvPr>
          <p:cNvSpPr>
            <a:spLocks xmlns:a="http://schemas.openxmlformats.org/drawingml/2006/main" noGrp="1"/>
          </p:cNvSpPr>
          <p:nvPr/>
        </p:nvSpPr>
        <p:spPr>
          <a:xfrm xmlns:a="http://schemas.openxmlformats.org/drawingml/2006/main">
            <a:off x="2247900" y="3533775"/>
            <a:ext cx="733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Request Interpreter</a:t>
            </a:r>
          </a:p>
        </p:txBody>
      </p:sp>
      <p:sp>
        <p:nvSpPr>
          <p:cNvPr id="33" name="Editable path 82">
            <a:extLst xmlns:a="http://schemas.openxmlformats.org/drawingml/2006/main">
              <a:ext uri="{FF2B5EF4-FFF2-40B4-BE49-F238E27FC236}">
                <a16:creationId xmlns:a16="http://schemas.microsoft.com/office/drawing/2014/main" id="{B83D2F32-4D80-4B7F-A363-99C96FBF3E68}"/>
              </a:ext>
            </a:extLst>
          </p:cNvPr>
          <p:cNvSpPr>
            <a:spLocks xmlns:a="http://schemas.openxmlformats.org/drawingml/2006/main" noGrp="1"/>
          </p:cNvSpPr>
          <p:nvPr/>
        </p:nvSpPr>
        <p:spPr>
          <a:xfrm xmlns:a="http://schemas.openxmlformats.org/drawingml/2006/main">
            <a:off x="2133600" y="3857625"/>
            <a:ext cx="7562850" cy="953"/>
          </a:xfrm>
          <a:custGeom xmlns:a="http://schemas.openxmlformats.org/drawingml/2006/main">
            <a:pathLst>
              <a:path w="7562850" h="953">
                <a:moveTo>
                  <a:pt x="0" y="0"/>
                </a:moveTo>
                <a:lnTo>
                  <a:pt x="7562850" y="0"/>
                </a:lnTo>
              </a:path>
            </a:pathLst>
          </a:custGeom>
          <a:noFill xmlns:a="http://schemas.openxmlformats.org/drawingml/2006/main"/>
          <a:ln xmlns:a="http://schemas.openxmlformats.org/drawingml/2006/main" w="14288">
            <a:solidFill>
              <a:srgbClr val="111111"/>
            </a:solidFill>
            <a:prstDash val="solid"/>
          </a:ln>
        </p:spPr>
      </p:sp>
      <p:sp>
        <p:nvSpPr>
          <p:cNvPr id="34" name="R1의 현재 step&#10;읽기·판단">
            <a:extLst xmlns:a="http://schemas.openxmlformats.org/drawingml/2006/main">
              <a:ext uri="{FF2B5EF4-FFF2-40B4-BE49-F238E27FC236}">
                <a16:creationId xmlns:a16="http://schemas.microsoft.com/office/drawing/2014/main" id="{F7ADAA63-96C1-4424-A488-4BDE7859EA44}"/>
              </a:ext>
            </a:extLst>
          </p:cNvPr>
          <p:cNvSpPr>
            <a:spLocks xmlns:a="http://schemas.openxmlformats.org/drawingml/2006/main" noGrp="1"/>
          </p:cNvSpPr>
          <p:nvPr/>
        </p:nvSpPr>
        <p:spPr>
          <a:xfrm xmlns:a="http://schemas.openxmlformats.org/drawingml/2006/main">
            <a:off x="2324100" y="4000500"/>
            <a:ext cx="2000250" cy="56197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35" name="DP2 object 83">
            <a:extLst xmlns:a="http://schemas.openxmlformats.org/drawingml/2006/main">
              <a:ext uri="{FF2B5EF4-FFF2-40B4-BE49-F238E27FC236}">
                <a16:creationId xmlns:a16="http://schemas.microsoft.com/office/drawing/2014/main" id="{D01A2BCE-6D0D-4FF9-9DA7-8DBF906B11C4}"/>
              </a:ext>
            </a:extLst>
          </p:cNvPr>
          <p:cNvSpPr>
            <a:spLocks xmlns:a="http://schemas.openxmlformats.org/drawingml/2006/main" noGrp="1"/>
          </p:cNvSpPr>
          <p:nvPr/>
        </p:nvSpPr>
        <p:spPr>
          <a:xfrm xmlns:a="http://schemas.openxmlformats.org/drawingml/2006/main">
            <a:off x="2390775" y="4038600"/>
            <a:ext cx="18669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R1의 현재 step</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읽기·판단</a:t>
            </a:r>
          </a:p>
        </p:txBody>
      </p:sp>
      <p:sp>
        <p:nvSpPr>
          <p:cNvPr id="36" name="새 입력의&#10;관계·내용 판단">
            <a:extLst xmlns:a="http://schemas.openxmlformats.org/drawingml/2006/main">
              <a:ext uri="{FF2B5EF4-FFF2-40B4-BE49-F238E27FC236}">
                <a16:creationId xmlns:a16="http://schemas.microsoft.com/office/drawing/2014/main" id="{9F69ACD1-D614-4439-BCDD-D1FA9DDA3338}"/>
              </a:ext>
            </a:extLst>
          </p:cNvPr>
          <p:cNvSpPr>
            <a:spLocks xmlns:a="http://schemas.openxmlformats.org/drawingml/2006/main" noGrp="1"/>
          </p:cNvSpPr>
          <p:nvPr/>
        </p:nvSpPr>
        <p:spPr>
          <a:xfrm xmlns:a="http://schemas.openxmlformats.org/drawingml/2006/main">
            <a:off x="4705350" y="4000500"/>
            <a:ext cx="2381250" cy="56197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37" name="DP2 object 84">
            <a:extLst xmlns:a="http://schemas.openxmlformats.org/drawingml/2006/main">
              <a:ext uri="{FF2B5EF4-FFF2-40B4-BE49-F238E27FC236}">
                <a16:creationId xmlns:a16="http://schemas.microsoft.com/office/drawing/2014/main" id="{18348229-810E-4843-92AE-E8E246D76F22}"/>
              </a:ext>
            </a:extLst>
          </p:cNvPr>
          <p:cNvSpPr>
            <a:spLocks xmlns:a="http://schemas.openxmlformats.org/drawingml/2006/main" noGrp="1"/>
          </p:cNvSpPr>
          <p:nvPr/>
        </p:nvSpPr>
        <p:spPr>
          <a:xfrm xmlns:a="http://schemas.openxmlformats.org/drawingml/2006/main">
            <a:off x="4772025" y="4038600"/>
            <a:ext cx="22479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새 입력의</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관계·내용 판단</a:t>
            </a:r>
          </a:p>
        </p:txBody>
      </p:sp>
      <p:sp>
        <p:nvSpPr>
          <p:cNvPr id="38" name="남은 유효 목표&#10;계속">
            <a:extLst xmlns:a="http://schemas.openxmlformats.org/drawingml/2006/main">
              <a:ext uri="{FF2B5EF4-FFF2-40B4-BE49-F238E27FC236}">
                <a16:creationId xmlns:a16="http://schemas.microsoft.com/office/drawing/2014/main" id="{ACFADE2A-A72F-466A-90B3-1A4643D7B16B}"/>
              </a:ext>
            </a:extLst>
          </p:cNvPr>
          <p:cNvSpPr>
            <a:spLocks xmlns:a="http://schemas.openxmlformats.org/drawingml/2006/main" noGrp="1"/>
          </p:cNvSpPr>
          <p:nvPr/>
        </p:nvSpPr>
        <p:spPr>
          <a:xfrm xmlns:a="http://schemas.openxmlformats.org/drawingml/2006/main">
            <a:off x="7467600" y="4000500"/>
            <a:ext cx="2038350" cy="56197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39" name="DP2 object 85">
            <a:extLst xmlns:a="http://schemas.openxmlformats.org/drawingml/2006/main">
              <a:ext uri="{FF2B5EF4-FFF2-40B4-BE49-F238E27FC236}">
                <a16:creationId xmlns:a16="http://schemas.microsoft.com/office/drawing/2014/main" id="{05C6B395-8B8C-4956-8272-317403F66532}"/>
              </a:ext>
            </a:extLst>
          </p:cNvPr>
          <p:cNvSpPr>
            <a:spLocks xmlns:a="http://schemas.openxmlformats.org/drawingml/2006/main" noGrp="1"/>
          </p:cNvSpPr>
          <p:nvPr/>
        </p:nvSpPr>
        <p:spPr>
          <a:xfrm xmlns:a="http://schemas.openxmlformats.org/drawingml/2006/main">
            <a:off x="7534275" y="4038600"/>
            <a:ext cx="1905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남은 유효 목표</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계속</a:t>
            </a:r>
          </a:p>
        </p:txBody>
      </p:sp>
      <p:sp>
        <p:nvSpPr>
          <p:cNvPr id="40" name="Editable path 86">
            <a:extLst xmlns:a="http://schemas.openxmlformats.org/drawingml/2006/main">
              <a:ext uri="{FF2B5EF4-FFF2-40B4-BE49-F238E27FC236}">
                <a16:creationId xmlns:a16="http://schemas.microsoft.com/office/drawing/2014/main" id="{37E0A9A3-C542-41F6-B970-3ED1A1200F99}"/>
              </a:ext>
            </a:extLst>
          </p:cNvPr>
          <p:cNvSpPr>
            <a:spLocks xmlns:a="http://schemas.openxmlformats.org/drawingml/2006/main" noGrp="1"/>
          </p:cNvSpPr>
          <p:nvPr/>
        </p:nvSpPr>
        <p:spPr>
          <a:xfrm xmlns:a="http://schemas.openxmlformats.org/drawingml/2006/main">
            <a:off x="4324350" y="4286250"/>
            <a:ext cx="381000" cy="953"/>
          </a:xfrm>
          <a:custGeom xmlns:a="http://schemas.openxmlformats.org/drawingml/2006/main">
            <a:pathLst>
              <a:path w="381000" h="953">
                <a:moveTo>
                  <a:pt x="0" y="0"/>
                </a:moveTo>
                <a:lnTo>
                  <a:pt x="381000" y="0"/>
                </a:lnTo>
              </a:path>
            </a:pathLst>
          </a:custGeom>
          <a:noFill xmlns:a="http://schemas.openxmlformats.org/drawingml/2006/main"/>
          <a:ln xmlns:a="http://schemas.openxmlformats.org/drawingml/2006/main" w="21908">
            <a:solidFill>
              <a:srgbClr val="111111"/>
            </a:solidFill>
            <a:prstDash val="solid"/>
          </a:ln>
        </p:spPr>
      </p:sp>
      <p:sp>
        <p:nvSpPr>
          <p:cNvPr id="41" name="Editable arrowhead 87">
            <a:extLst xmlns:a="http://schemas.openxmlformats.org/drawingml/2006/main">
              <a:ext uri="{FF2B5EF4-FFF2-40B4-BE49-F238E27FC236}">
                <a16:creationId xmlns:a16="http://schemas.microsoft.com/office/drawing/2014/main" id="{D9742521-FDDE-4C7A-8EA3-7D0D42047FA9}"/>
              </a:ext>
            </a:extLst>
          </p:cNvPr>
          <p:cNvSpPr>
            <a:spLocks xmlns:a="http://schemas.openxmlformats.org/drawingml/2006/main" noGrp="1"/>
          </p:cNvSpPr>
          <p:nvPr/>
        </p:nvSpPr>
        <p:spPr>
          <a:xfrm xmlns:a="http://schemas.openxmlformats.org/drawingml/2006/main">
            <a:off x="4610100" y="42386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2" name="Editable path 88">
            <a:extLst xmlns:a="http://schemas.openxmlformats.org/drawingml/2006/main">
              <a:ext uri="{FF2B5EF4-FFF2-40B4-BE49-F238E27FC236}">
                <a16:creationId xmlns:a16="http://schemas.microsoft.com/office/drawing/2014/main" id="{FF15C974-8299-407C-A476-8D1E7458B880}"/>
              </a:ext>
            </a:extLst>
          </p:cNvPr>
          <p:cNvSpPr>
            <a:spLocks xmlns:a="http://schemas.openxmlformats.org/drawingml/2006/main" noGrp="1"/>
          </p:cNvSpPr>
          <p:nvPr/>
        </p:nvSpPr>
        <p:spPr>
          <a:xfrm xmlns:a="http://schemas.openxmlformats.org/drawingml/2006/main">
            <a:off x="7086600" y="4286250"/>
            <a:ext cx="381000" cy="953"/>
          </a:xfrm>
          <a:custGeom xmlns:a="http://schemas.openxmlformats.org/drawingml/2006/main">
            <a:pathLst>
              <a:path w="381000" h="953">
                <a:moveTo>
                  <a:pt x="0" y="0"/>
                </a:moveTo>
                <a:lnTo>
                  <a:pt x="381000" y="0"/>
                </a:lnTo>
              </a:path>
            </a:pathLst>
          </a:custGeom>
          <a:noFill xmlns:a="http://schemas.openxmlformats.org/drawingml/2006/main"/>
          <a:ln xmlns:a="http://schemas.openxmlformats.org/drawingml/2006/main" w="21908">
            <a:solidFill>
              <a:srgbClr val="111111"/>
            </a:solidFill>
            <a:prstDash val="solid"/>
          </a:ln>
        </p:spPr>
      </p:sp>
      <p:sp>
        <p:nvSpPr>
          <p:cNvPr id="43" name="Editable arrowhead 89">
            <a:extLst xmlns:a="http://schemas.openxmlformats.org/drawingml/2006/main">
              <a:ext uri="{FF2B5EF4-FFF2-40B4-BE49-F238E27FC236}">
                <a16:creationId xmlns:a16="http://schemas.microsoft.com/office/drawing/2014/main" id="{5E66F409-3496-4CF1-9488-BB39E9CA4B29}"/>
              </a:ext>
            </a:extLst>
          </p:cNvPr>
          <p:cNvSpPr>
            <a:spLocks xmlns:a="http://schemas.openxmlformats.org/drawingml/2006/main" noGrp="1"/>
          </p:cNvSpPr>
          <p:nvPr/>
        </p:nvSpPr>
        <p:spPr>
          <a:xfrm xmlns:a="http://schemas.openxmlformats.org/drawingml/2006/main">
            <a:off x="7372350" y="42386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4" name="한 대화 실행의 문맥과 미해결 목표">
            <a:extLst xmlns:a="http://schemas.openxmlformats.org/drawingml/2006/main">
              <a:ext uri="{FF2B5EF4-FFF2-40B4-BE49-F238E27FC236}">
                <a16:creationId xmlns:a16="http://schemas.microsoft.com/office/drawing/2014/main" id="{DE16539F-DF45-439F-ACF0-141962DB2E10}"/>
              </a:ext>
            </a:extLst>
          </p:cNvPr>
          <p:cNvSpPr>
            <a:spLocks xmlns:a="http://schemas.openxmlformats.org/drawingml/2006/main" noGrp="1"/>
          </p:cNvSpPr>
          <p:nvPr/>
        </p:nvSpPr>
        <p:spPr>
          <a:xfrm xmlns:a="http://schemas.openxmlformats.org/drawingml/2006/main">
            <a:off x="2324100" y="4724400"/>
            <a:ext cx="7181850" cy="42862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45" name="DP2 object 90">
            <a:extLst xmlns:a="http://schemas.openxmlformats.org/drawingml/2006/main">
              <a:ext uri="{FF2B5EF4-FFF2-40B4-BE49-F238E27FC236}">
                <a16:creationId xmlns:a16="http://schemas.microsoft.com/office/drawing/2014/main" id="{D86D9E26-19C7-4387-91D8-3A8D8427B822}"/>
              </a:ext>
            </a:extLst>
          </p:cNvPr>
          <p:cNvSpPr>
            <a:spLocks xmlns:a="http://schemas.openxmlformats.org/drawingml/2006/main" noGrp="1"/>
          </p:cNvSpPr>
          <p:nvPr/>
        </p:nvSpPr>
        <p:spPr>
          <a:xfrm xmlns:a="http://schemas.openxmlformats.org/drawingml/2006/main">
            <a:off x="2371725" y="4829175"/>
            <a:ext cx="7086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한 대화 실행의 문맥과 미해결 목표</a:t>
            </a:r>
          </a:p>
        </p:txBody>
      </p:sp>
      <p:sp>
        <p:nvSpPr>
          <p:cNvPr id="46" name="Editable path 91">
            <a:extLst xmlns:a="http://schemas.openxmlformats.org/drawingml/2006/main">
              <a:ext uri="{FF2B5EF4-FFF2-40B4-BE49-F238E27FC236}">
                <a16:creationId xmlns:a16="http://schemas.microsoft.com/office/drawing/2014/main" id="{B8FAA6E0-F743-4E5A-B3C6-886CA3DB5079}"/>
              </a:ext>
            </a:extLst>
          </p:cNvPr>
          <p:cNvSpPr>
            <a:spLocks xmlns:a="http://schemas.openxmlformats.org/drawingml/2006/main" noGrp="1"/>
          </p:cNvSpPr>
          <p:nvPr/>
        </p:nvSpPr>
        <p:spPr>
          <a:xfrm xmlns:a="http://schemas.openxmlformats.org/drawingml/2006/main">
            <a:off x="5915025" y="5257800"/>
            <a:ext cx="953" cy="123825"/>
          </a:xfrm>
          <a:custGeom xmlns:a="http://schemas.openxmlformats.org/drawingml/2006/main">
            <a:pathLst>
              <a:path w="953" h="123825">
                <a:moveTo>
                  <a:pt x="0" y="0"/>
                </a:moveTo>
                <a:lnTo>
                  <a:pt x="0" y="123825"/>
                </a:lnTo>
              </a:path>
            </a:pathLst>
          </a:custGeom>
          <a:noFill xmlns:a="http://schemas.openxmlformats.org/drawingml/2006/main"/>
          <a:ln xmlns:a="http://schemas.openxmlformats.org/drawingml/2006/main" w="20003">
            <a:solidFill>
              <a:srgbClr val="111111"/>
            </a:solidFill>
            <a:prstDash val="solid"/>
          </a:ln>
        </p:spPr>
      </p:sp>
      <p:sp>
        <p:nvSpPr>
          <p:cNvPr id="47" name="Editable arrowhead 92">
            <a:extLst xmlns:a="http://schemas.openxmlformats.org/drawingml/2006/main">
              <a:ext uri="{FF2B5EF4-FFF2-40B4-BE49-F238E27FC236}">
                <a16:creationId xmlns:a16="http://schemas.microsoft.com/office/drawing/2014/main" id="{A34F1376-D564-4334-B7B9-B85A35769CE0}"/>
              </a:ext>
            </a:extLst>
          </p:cNvPr>
          <p:cNvSpPr>
            <a:spLocks xmlns:a="http://schemas.openxmlformats.org/drawingml/2006/main" noGrp="1"/>
          </p:cNvSpPr>
          <p:nvPr/>
        </p:nvSpPr>
        <p:spPr>
          <a:xfrm xmlns:a="http://schemas.openxmlformats.org/drawingml/2006/main">
            <a:off x="5867400" y="52863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8" name="Request Controller: 현재 revision 확인 후 채택">
            <a:extLst xmlns:a="http://schemas.openxmlformats.org/drawingml/2006/main">
              <a:ext uri="{FF2B5EF4-FFF2-40B4-BE49-F238E27FC236}">
                <a16:creationId xmlns:a16="http://schemas.microsoft.com/office/drawing/2014/main" id="{C5C4E2A8-C70A-4E7A-8C18-B4AA0FC05C6A}"/>
              </a:ext>
            </a:extLst>
          </p:cNvPr>
          <p:cNvSpPr>
            <a:spLocks xmlns:a="http://schemas.openxmlformats.org/drawingml/2006/main" noGrp="1"/>
          </p:cNvSpPr>
          <p:nvPr/>
        </p:nvSpPr>
        <p:spPr>
          <a:xfrm xmlns:a="http://schemas.openxmlformats.org/drawingml/2006/main">
            <a:off x="2133600" y="5381625"/>
            <a:ext cx="7562850" cy="2762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49" name="DP2 object 93">
            <a:extLst xmlns:a="http://schemas.openxmlformats.org/drawingml/2006/main">
              <a:ext uri="{FF2B5EF4-FFF2-40B4-BE49-F238E27FC236}">
                <a16:creationId xmlns:a16="http://schemas.microsoft.com/office/drawing/2014/main" id="{636715BA-2912-4513-8E9A-4A3E5EF45C07}"/>
              </a:ext>
            </a:extLst>
          </p:cNvPr>
          <p:cNvSpPr>
            <a:spLocks xmlns:a="http://schemas.openxmlformats.org/drawingml/2006/main" noGrp="1"/>
          </p:cNvSpPr>
          <p:nvPr/>
        </p:nvSpPr>
        <p:spPr>
          <a:xfrm xmlns:a="http://schemas.openxmlformats.org/drawingml/2006/main">
            <a:off x="2200275" y="5419725"/>
            <a:ext cx="7429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Request Controller: 현재 revision 확인 후 채택</a:t>
            </a:r>
          </a:p>
        </p:txBody>
      </p:sp>
      <p:sp>
        <p:nvSpPr>
          <p:cNvPr id="50" name="DP2 object 94">
            <a:extLst xmlns:a="http://schemas.openxmlformats.org/drawingml/2006/main">
              <a:ext uri="{FF2B5EF4-FFF2-40B4-BE49-F238E27FC236}">
                <a16:creationId xmlns:a16="http://schemas.microsoft.com/office/drawing/2014/main" id="{476236A1-A5FE-485C-97AB-97CFB6FB8123}"/>
              </a:ext>
            </a:extLst>
          </p:cNvPr>
          <p:cNvSpPr>
            <a:spLocks xmlns:a="http://schemas.openxmlformats.org/drawingml/2006/main" noGrp="1"/>
          </p:cNvSpPr>
          <p:nvPr/>
        </p:nvSpPr>
        <p:spPr>
          <a:xfrm xmlns:a="http://schemas.openxmlformats.org/drawingml/2006/main">
            <a:off x="10058400" y="2286000"/>
            <a:ext cx="790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공통 대화가 짧은 답을 처리하고 긴 판단을 분리</a:t>
            </a:r>
          </a:p>
        </p:txBody>
      </p:sp>
      <p:sp>
        <p:nvSpPr>
          <p:cNvPr id="51" name="Request Controller Component">
            <a:extLst xmlns:a="http://schemas.openxmlformats.org/drawingml/2006/main">
              <a:ext uri="{FF2B5EF4-FFF2-40B4-BE49-F238E27FC236}">
                <a16:creationId xmlns:a16="http://schemas.microsoft.com/office/drawing/2014/main" id="{DA5EB3BD-FE40-4EED-98F8-DFB341B46222}"/>
              </a:ext>
            </a:extLst>
          </p:cNvPr>
          <p:cNvSpPr>
            <a:spLocks xmlns:a="http://schemas.openxmlformats.org/drawingml/2006/main" noGrp="1"/>
          </p:cNvSpPr>
          <p:nvPr/>
        </p:nvSpPr>
        <p:spPr>
          <a:xfrm xmlns:a="http://schemas.openxmlformats.org/drawingml/2006/main">
            <a:off x="10229850" y="2676525"/>
            <a:ext cx="7562850" cy="6667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52" name="DP2 object 95">
            <a:extLst xmlns:a="http://schemas.openxmlformats.org/drawingml/2006/main">
              <a:ext uri="{FF2B5EF4-FFF2-40B4-BE49-F238E27FC236}">
                <a16:creationId xmlns:a16="http://schemas.microsoft.com/office/drawing/2014/main" id="{5E39CD89-1AEF-49D4-86ED-03A9A81C6589}"/>
              </a:ext>
            </a:extLst>
          </p:cNvPr>
          <p:cNvSpPr>
            <a:spLocks xmlns:a="http://schemas.openxmlformats.org/drawingml/2006/main" noGrp="1"/>
          </p:cNvSpPr>
          <p:nvPr/>
        </p:nvSpPr>
        <p:spPr>
          <a:xfrm xmlns:a="http://schemas.openxmlformats.org/drawingml/2006/main">
            <a:off x="10296525" y="2695575"/>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Request Controller</a:t>
            </a:r>
          </a:p>
        </p:txBody>
      </p:sp>
      <p:sp>
        <p:nvSpPr>
          <p:cNvPr id="53" name="Editable path 96">
            <a:extLst xmlns:a="http://schemas.openxmlformats.org/drawingml/2006/main">
              <a:ext uri="{FF2B5EF4-FFF2-40B4-BE49-F238E27FC236}">
                <a16:creationId xmlns:a16="http://schemas.microsoft.com/office/drawing/2014/main" id="{640D6B12-9D92-465F-89DD-38AB78F6E1C2}"/>
              </a:ext>
            </a:extLst>
          </p:cNvPr>
          <p:cNvSpPr>
            <a:spLocks xmlns:a="http://schemas.openxmlformats.org/drawingml/2006/main" noGrp="1"/>
          </p:cNvSpPr>
          <p:nvPr/>
        </p:nvSpPr>
        <p:spPr>
          <a:xfrm xmlns:a="http://schemas.openxmlformats.org/drawingml/2006/main">
            <a:off x="10229850" y="3000375"/>
            <a:ext cx="7562850" cy="953"/>
          </a:xfrm>
          <a:custGeom xmlns:a="http://schemas.openxmlformats.org/drawingml/2006/main">
            <a:pathLst>
              <a:path w="7562850" h="953">
                <a:moveTo>
                  <a:pt x="0" y="0"/>
                </a:moveTo>
                <a:lnTo>
                  <a:pt x="7562850" y="0"/>
                </a:lnTo>
              </a:path>
            </a:pathLst>
          </a:custGeom>
          <a:noFill xmlns:a="http://schemas.openxmlformats.org/drawingml/2006/main"/>
          <a:ln xmlns:a="http://schemas.openxmlformats.org/drawingml/2006/main" w="14288">
            <a:solidFill>
              <a:srgbClr val="111111"/>
            </a:solidFill>
            <a:prstDash val="solid"/>
          </a:ln>
        </p:spPr>
      </p:sp>
      <p:sp>
        <p:nvSpPr>
          <p:cNvPr id="54" name="DP2 object 97">
            <a:extLst xmlns:a="http://schemas.openxmlformats.org/drawingml/2006/main">
              <a:ext uri="{FF2B5EF4-FFF2-40B4-BE49-F238E27FC236}">
                <a16:creationId xmlns:a16="http://schemas.microsoft.com/office/drawing/2014/main" id="{8414AFD2-1808-428B-A575-BE4198F564CC}"/>
              </a:ext>
            </a:extLst>
          </p:cNvPr>
          <p:cNvSpPr>
            <a:spLocks xmlns:a="http://schemas.openxmlformats.org/drawingml/2006/main" noGrp="1"/>
          </p:cNvSpPr>
          <p:nvPr/>
        </p:nvSpPr>
        <p:spPr>
          <a:xfrm xmlns:a="http://schemas.openxmlformats.org/drawingml/2006/main">
            <a:off x="10325100" y="3019425"/>
            <a:ext cx="73723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입력 수신·보존 / 실행 대응·변경 전달</a:t>
            </a:r>
          </a:p>
        </p:txBody>
      </p:sp>
      <p:sp>
        <p:nvSpPr>
          <p:cNvPr id="55" name="Editable path 98">
            <a:extLst xmlns:a="http://schemas.openxmlformats.org/drawingml/2006/main">
              <a:ext uri="{FF2B5EF4-FFF2-40B4-BE49-F238E27FC236}">
                <a16:creationId xmlns:a16="http://schemas.microsoft.com/office/drawing/2014/main" id="{21BBD859-DBC7-43F2-8CD1-16BA5E28292F}"/>
              </a:ext>
            </a:extLst>
          </p:cNvPr>
          <p:cNvSpPr>
            <a:spLocks xmlns:a="http://schemas.openxmlformats.org/drawingml/2006/main" noGrp="1"/>
          </p:cNvSpPr>
          <p:nvPr/>
        </p:nvSpPr>
        <p:spPr>
          <a:xfrm xmlns:a="http://schemas.openxmlformats.org/drawingml/2006/main">
            <a:off x="14011275" y="3343275"/>
            <a:ext cx="953" cy="161925"/>
          </a:xfrm>
          <a:custGeom xmlns:a="http://schemas.openxmlformats.org/drawingml/2006/main">
            <a:pathLst>
              <a:path w="953" h="161925">
                <a:moveTo>
                  <a:pt x="0" y="0"/>
                </a:moveTo>
                <a:lnTo>
                  <a:pt x="0" y="161925"/>
                </a:lnTo>
              </a:path>
            </a:pathLst>
          </a:custGeom>
          <a:noFill xmlns:a="http://schemas.openxmlformats.org/drawingml/2006/main"/>
          <a:ln xmlns:a="http://schemas.openxmlformats.org/drawingml/2006/main" w="21908">
            <a:solidFill>
              <a:srgbClr val="111111"/>
            </a:solidFill>
            <a:prstDash val="solid"/>
          </a:ln>
        </p:spPr>
      </p:sp>
      <p:sp>
        <p:nvSpPr>
          <p:cNvPr id="56" name="Editable arrowhead 99">
            <a:extLst xmlns:a="http://schemas.openxmlformats.org/drawingml/2006/main">
              <a:ext uri="{FF2B5EF4-FFF2-40B4-BE49-F238E27FC236}">
                <a16:creationId xmlns:a16="http://schemas.microsoft.com/office/drawing/2014/main" id="{CE9E5B3F-4E06-4245-8FD0-C2346AAFF5CC}"/>
              </a:ext>
            </a:extLst>
          </p:cNvPr>
          <p:cNvSpPr>
            <a:spLocks xmlns:a="http://schemas.openxmlformats.org/drawingml/2006/main" noGrp="1"/>
          </p:cNvSpPr>
          <p:nvPr/>
        </p:nvSpPr>
        <p:spPr>
          <a:xfrm xmlns:a="http://schemas.openxmlformats.org/drawingml/2006/main">
            <a:off x="13963650" y="34099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7" name="B Request Interpreter Component">
            <a:extLst xmlns:a="http://schemas.openxmlformats.org/drawingml/2006/main">
              <a:ext uri="{FF2B5EF4-FFF2-40B4-BE49-F238E27FC236}">
                <a16:creationId xmlns:a16="http://schemas.microsoft.com/office/drawing/2014/main" id="{DE9B17E5-DC84-4043-A07B-F71513C42110}"/>
              </a:ext>
            </a:extLst>
          </p:cNvPr>
          <p:cNvSpPr>
            <a:spLocks xmlns:a="http://schemas.openxmlformats.org/drawingml/2006/main" noGrp="1"/>
          </p:cNvSpPr>
          <p:nvPr/>
        </p:nvSpPr>
        <p:spPr>
          <a:xfrm xmlns:a="http://schemas.openxmlformats.org/drawingml/2006/main">
            <a:off x="10229850" y="3505200"/>
            <a:ext cx="7562850" cy="17526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58" name="DP2 object 100">
            <a:extLst xmlns:a="http://schemas.openxmlformats.org/drawingml/2006/main">
              <a:ext uri="{FF2B5EF4-FFF2-40B4-BE49-F238E27FC236}">
                <a16:creationId xmlns:a16="http://schemas.microsoft.com/office/drawing/2014/main" id="{3A9A65C8-679F-4ECB-A64D-0AC8EE1E30DF}"/>
              </a:ext>
            </a:extLst>
          </p:cNvPr>
          <p:cNvSpPr>
            <a:spLocks xmlns:a="http://schemas.openxmlformats.org/drawingml/2006/main" noGrp="1"/>
          </p:cNvSpPr>
          <p:nvPr/>
        </p:nvSpPr>
        <p:spPr>
          <a:xfrm xmlns:a="http://schemas.openxmlformats.org/drawingml/2006/main">
            <a:off x="10344150" y="3533775"/>
            <a:ext cx="733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Request Interpreter</a:t>
            </a:r>
          </a:p>
        </p:txBody>
      </p:sp>
      <p:sp>
        <p:nvSpPr>
          <p:cNvPr id="59" name="Editable path 101">
            <a:extLst xmlns:a="http://schemas.openxmlformats.org/drawingml/2006/main">
              <a:ext uri="{FF2B5EF4-FFF2-40B4-BE49-F238E27FC236}">
                <a16:creationId xmlns:a16="http://schemas.microsoft.com/office/drawing/2014/main" id="{412B9D62-AD5B-44DB-813D-9E80F8D3EED5}"/>
              </a:ext>
            </a:extLst>
          </p:cNvPr>
          <p:cNvSpPr>
            <a:spLocks xmlns:a="http://schemas.openxmlformats.org/drawingml/2006/main" noGrp="1"/>
          </p:cNvSpPr>
          <p:nvPr/>
        </p:nvSpPr>
        <p:spPr>
          <a:xfrm xmlns:a="http://schemas.openxmlformats.org/drawingml/2006/main">
            <a:off x="10229850" y="3857625"/>
            <a:ext cx="7562850" cy="953"/>
          </a:xfrm>
          <a:custGeom xmlns:a="http://schemas.openxmlformats.org/drawingml/2006/main">
            <a:pathLst>
              <a:path w="7562850" h="953">
                <a:moveTo>
                  <a:pt x="0" y="0"/>
                </a:moveTo>
                <a:lnTo>
                  <a:pt x="7562850" y="0"/>
                </a:lnTo>
              </a:path>
            </a:pathLst>
          </a:custGeom>
          <a:noFill xmlns:a="http://schemas.openxmlformats.org/drawingml/2006/main"/>
          <a:ln xmlns:a="http://schemas.openxmlformats.org/drawingml/2006/main" w="14288">
            <a:solidFill>
              <a:srgbClr val="111111"/>
            </a:solidFill>
            <a:prstDash val="solid"/>
          </a:ln>
        </p:spPr>
      </p:sp>
      <p:sp>
        <p:nvSpPr>
          <p:cNvPr id="60" name="공통 대화 해석&#10;짧은 답·확인 질문">
            <a:extLst xmlns:a="http://schemas.openxmlformats.org/drawingml/2006/main">
              <a:ext uri="{FF2B5EF4-FFF2-40B4-BE49-F238E27FC236}">
                <a16:creationId xmlns:a16="http://schemas.microsoft.com/office/drawing/2014/main" id="{C75F7636-CD62-4A9D-B8D5-F547B7152F60}"/>
              </a:ext>
            </a:extLst>
          </p:cNvPr>
          <p:cNvSpPr>
            <a:spLocks xmlns:a="http://schemas.openxmlformats.org/drawingml/2006/main" noGrp="1"/>
          </p:cNvSpPr>
          <p:nvPr/>
        </p:nvSpPr>
        <p:spPr>
          <a:xfrm xmlns:a="http://schemas.openxmlformats.org/drawingml/2006/main">
            <a:off x="10420350" y="4000500"/>
            <a:ext cx="2286000" cy="79057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61" name="DP2 object 102">
            <a:extLst xmlns:a="http://schemas.openxmlformats.org/drawingml/2006/main">
              <a:ext uri="{FF2B5EF4-FFF2-40B4-BE49-F238E27FC236}">
                <a16:creationId xmlns:a16="http://schemas.microsoft.com/office/drawing/2014/main" id="{30F774D7-0E68-4131-95FD-B1DAE29F4260}"/>
              </a:ext>
            </a:extLst>
          </p:cNvPr>
          <p:cNvSpPr>
            <a:spLocks xmlns:a="http://schemas.openxmlformats.org/drawingml/2006/main" noGrp="1"/>
          </p:cNvSpPr>
          <p:nvPr/>
        </p:nvSpPr>
        <p:spPr>
          <a:xfrm xmlns:a="http://schemas.openxmlformats.org/drawingml/2006/main">
            <a:off x="10487025" y="4038600"/>
            <a:ext cx="21526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공통 대화 해석</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짧은 답·확인 질문</a:t>
            </a:r>
          </a:p>
        </p:txBody>
      </p:sp>
      <p:sp>
        <p:nvSpPr>
          <p:cNvPr id="62" name="R1 해석 실행&#10;개별 상태·revision">
            <a:extLst xmlns:a="http://schemas.openxmlformats.org/drawingml/2006/main">
              <a:ext uri="{FF2B5EF4-FFF2-40B4-BE49-F238E27FC236}">
                <a16:creationId xmlns:a16="http://schemas.microsoft.com/office/drawing/2014/main" id="{D2E6D6BD-C7B0-4DD5-B19F-50A24CB5EFEE}"/>
              </a:ext>
            </a:extLst>
          </p:cNvPr>
          <p:cNvSpPr>
            <a:spLocks xmlns:a="http://schemas.openxmlformats.org/drawingml/2006/main" noGrp="1"/>
          </p:cNvSpPr>
          <p:nvPr/>
        </p:nvSpPr>
        <p:spPr>
          <a:xfrm xmlns:a="http://schemas.openxmlformats.org/drawingml/2006/main">
            <a:off x="13668375" y="3914775"/>
            <a:ext cx="2476500" cy="52387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63" name="DP2 object 103">
            <a:extLst xmlns:a="http://schemas.openxmlformats.org/drawingml/2006/main">
              <a:ext uri="{FF2B5EF4-FFF2-40B4-BE49-F238E27FC236}">
                <a16:creationId xmlns:a16="http://schemas.microsoft.com/office/drawing/2014/main" id="{5D8692AA-DC97-425C-9321-58858D7107C2}"/>
              </a:ext>
            </a:extLst>
          </p:cNvPr>
          <p:cNvSpPr>
            <a:spLocks xmlns:a="http://schemas.openxmlformats.org/drawingml/2006/main" noGrp="1"/>
          </p:cNvSpPr>
          <p:nvPr/>
        </p:nvSpPr>
        <p:spPr>
          <a:xfrm xmlns:a="http://schemas.openxmlformats.org/drawingml/2006/main">
            <a:off x="13735050" y="3952875"/>
            <a:ext cx="23431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R1 해석 실행</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개별 상태·revision</a:t>
            </a:r>
          </a:p>
        </p:txBody>
      </p:sp>
      <p:sp>
        <p:nvSpPr>
          <p:cNvPr id="64" name="R2 해석 실행&#10;개별 상태·revision">
            <a:extLst xmlns:a="http://schemas.openxmlformats.org/drawingml/2006/main">
              <a:ext uri="{FF2B5EF4-FFF2-40B4-BE49-F238E27FC236}">
                <a16:creationId xmlns:a16="http://schemas.microsoft.com/office/drawing/2014/main" id="{773A876A-4B12-46C1-971A-6DF4A584390D}"/>
              </a:ext>
            </a:extLst>
          </p:cNvPr>
          <p:cNvSpPr>
            <a:spLocks xmlns:a="http://schemas.openxmlformats.org/drawingml/2006/main" noGrp="1"/>
          </p:cNvSpPr>
          <p:nvPr/>
        </p:nvSpPr>
        <p:spPr>
          <a:xfrm xmlns:a="http://schemas.openxmlformats.org/drawingml/2006/main">
            <a:off x="13668375" y="4638675"/>
            <a:ext cx="2476500" cy="52387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65" name="DP2 object 104">
            <a:extLst xmlns:a="http://schemas.openxmlformats.org/drawingml/2006/main">
              <a:ext uri="{FF2B5EF4-FFF2-40B4-BE49-F238E27FC236}">
                <a16:creationId xmlns:a16="http://schemas.microsoft.com/office/drawing/2014/main" id="{D5B1EABB-1F35-4F3E-89AF-62DF87E2C8E1}"/>
              </a:ext>
            </a:extLst>
          </p:cNvPr>
          <p:cNvSpPr>
            <a:spLocks xmlns:a="http://schemas.openxmlformats.org/drawingml/2006/main" noGrp="1"/>
          </p:cNvSpPr>
          <p:nvPr/>
        </p:nvSpPr>
        <p:spPr>
          <a:xfrm xmlns:a="http://schemas.openxmlformats.org/drawingml/2006/main">
            <a:off x="13735050" y="4676775"/>
            <a:ext cx="23431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R2 해석 실행</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개별 상태·revision</a:t>
            </a:r>
          </a:p>
        </p:txBody>
      </p:sp>
      <p:sp>
        <p:nvSpPr>
          <p:cNvPr id="66" name="Editable path 105">
            <a:extLst xmlns:a="http://schemas.openxmlformats.org/drawingml/2006/main">
              <a:ext uri="{FF2B5EF4-FFF2-40B4-BE49-F238E27FC236}">
                <a16:creationId xmlns:a16="http://schemas.microsoft.com/office/drawing/2014/main" id="{E62AB2B2-88D9-445E-A2C5-729EF8F628A4}"/>
              </a:ext>
            </a:extLst>
          </p:cNvPr>
          <p:cNvSpPr>
            <a:spLocks xmlns:a="http://schemas.openxmlformats.org/drawingml/2006/main" noGrp="1"/>
          </p:cNvSpPr>
          <p:nvPr/>
        </p:nvSpPr>
        <p:spPr>
          <a:xfrm xmlns:a="http://schemas.openxmlformats.org/drawingml/2006/main">
            <a:off x="12706350" y="4171950"/>
            <a:ext cx="962025" cy="219075"/>
          </a:xfrm>
          <a:custGeom xmlns:a="http://schemas.openxmlformats.org/drawingml/2006/main">
            <a:pathLst>
              <a:path w="962025" h="219075">
                <a:moveTo>
                  <a:pt x="0" y="219075"/>
                </a:moveTo>
                <a:lnTo>
                  <a:pt x="438150" y="219075"/>
                </a:lnTo>
                <a:lnTo>
                  <a:pt x="438150" y="0"/>
                </a:lnTo>
                <a:lnTo>
                  <a:pt x="962025" y="0"/>
                </a:lnTo>
              </a:path>
            </a:pathLst>
          </a:custGeom>
          <a:noFill xmlns:a="http://schemas.openxmlformats.org/drawingml/2006/main"/>
          <a:ln xmlns:a="http://schemas.openxmlformats.org/drawingml/2006/main" w="20003">
            <a:solidFill>
              <a:srgbClr val="111111"/>
            </a:solidFill>
            <a:prstDash val="solid"/>
          </a:ln>
        </p:spPr>
      </p:sp>
      <p:sp>
        <p:nvSpPr>
          <p:cNvPr id="67" name="Editable arrowhead 106">
            <a:extLst xmlns:a="http://schemas.openxmlformats.org/drawingml/2006/main">
              <a:ext uri="{FF2B5EF4-FFF2-40B4-BE49-F238E27FC236}">
                <a16:creationId xmlns:a16="http://schemas.microsoft.com/office/drawing/2014/main" id="{123EB07B-368F-4B27-AF7C-C484187D6B72}"/>
              </a:ext>
            </a:extLst>
          </p:cNvPr>
          <p:cNvSpPr>
            <a:spLocks xmlns:a="http://schemas.openxmlformats.org/drawingml/2006/main" noGrp="1"/>
          </p:cNvSpPr>
          <p:nvPr/>
        </p:nvSpPr>
        <p:spPr>
          <a:xfrm xmlns:a="http://schemas.openxmlformats.org/drawingml/2006/main">
            <a:off x="13573125" y="41243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68" name="Editable path 107">
            <a:extLst xmlns:a="http://schemas.openxmlformats.org/drawingml/2006/main">
              <a:ext uri="{FF2B5EF4-FFF2-40B4-BE49-F238E27FC236}">
                <a16:creationId xmlns:a16="http://schemas.microsoft.com/office/drawing/2014/main" id="{47591928-3535-46A2-878C-DFF4DD6839A1}"/>
              </a:ext>
            </a:extLst>
          </p:cNvPr>
          <p:cNvSpPr>
            <a:spLocks xmlns:a="http://schemas.openxmlformats.org/drawingml/2006/main" noGrp="1"/>
          </p:cNvSpPr>
          <p:nvPr/>
        </p:nvSpPr>
        <p:spPr>
          <a:xfrm xmlns:a="http://schemas.openxmlformats.org/drawingml/2006/main">
            <a:off x="13144500" y="4391025"/>
            <a:ext cx="523875" cy="504825"/>
          </a:xfrm>
          <a:custGeom xmlns:a="http://schemas.openxmlformats.org/drawingml/2006/main">
            <a:pathLst>
              <a:path w="523875" h="504825">
                <a:moveTo>
                  <a:pt x="0" y="0"/>
                </a:moveTo>
                <a:lnTo>
                  <a:pt x="0" y="504825"/>
                </a:lnTo>
                <a:lnTo>
                  <a:pt x="523875" y="504825"/>
                </a:lnTo>
              </a:path>
            </a:pathLst>
          </a:custGeom>
          <a:noFill xmlns:a="http://schemas.openxmlformats.org/drawingml/2006/main"/>
          <a:ln xmlns:a="http://schemas.openxmlformats.org/drawingml/2006/main" w="20003">
            <a:solidFill>
              <a:srgbClr val="111111"/>
            </a:solidFill>
            <a:prstDash val="solid"/>
          </a:ln>
        </p:spPr>
      </p:sp>
      <p:sp>
        <p:nvSpPr>
          <p:cNvPr id="69" name="Editable arrowhead 108">
            <a:extLst xmlns:a="http://schemas.openxmlformats.org/drawingml/2006/main">
              <a:ext uri="{FF2B5EF4-FFF2-40B4-BE49-F238E27FC236}">
                <a16:creationId xmlns:a16="http://schemas.microsoft.com/office/drawing/2014/main" id="{7D40843C-015B-4C27-B3F9-79B41E9D73C2}"/>
              </a:ext>
            </a:extLst>
          </p:cNvPr>
          <p:cNvSpPr>
            <a:spLocks xmlns:a="http://schemas.openxmlformats.org/drawingml/2006/main" noGrp="1"/>
          </p:cNvSpPr>
          <p:nvPr/>
        </p:nvSpPr>
        <p:spPr>
          <a:xfrm xmlns:a="http://schemas.openxmlformats.org/drawingml/2006/main">
            <a:off x="13573125" y="48482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0" name="DP2 object 109">
            <a:extLst xmlns:a="http://schemas.openxmlformats.org/drawingml/2006/main">
              <a:ext uri="{FF2B5EF4-FFF2-40B4-BE49-F238E27FC236}">
                <a16:creationId xmlns:a16="http://schemas.microsoft.com/office/drawing/2014/main" id="{C5C3931A-3E76-4AA4-8732-FADFFB254531}"/>
              </a:ext>
            </a:extLst>
          </p:cNvPr>
          <p:cNvSpPr>
            <a:spLocks xmlns:a="http://schemas.openxmlformats.org/drawingml/2006/main" noGrp="1"/>
          </p:cNvSpPr>
          <p:nvPr/>
        </p:nvSpPr>
        <p:spPr>
          <a:xfrm xmlns:a="http://schemas.openxmlformats.org/drawingml/2006/main">
            <a:off x="10420350" y="4867275"/>
            <a:ext cx="2286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짧은 답은 직접 반환</a:t>
            </a:r>
          </a:p>
        </p:txBody>
      </p:sp>
      <p:sp>
        <p:nvSpPr>
          <p:cNvPr id="71" name="입력 복사①">
            <a:extLst xmlns:a="http://schemas.openxmlformats.org/drawingml/2006/main">
              <a:ext uri="{FF2B5EF4-FFF2-40B4-BE49-F238E27FC236}">
                <a16:creationId xmlns:a16="http://schemas.microsoft.com/office/drawing/2014/main" id="{C4A58577-9948-4CF0-988A-83D8BB992A3D}"/>
              </a:ext>
            </a:extLst>
          </p:cNvPr>
          <p:cNvSpPr>
            <a:spLocks xmlns:a="http://schemas.openxmlformats.org/drawingml/2006/main" noGrp="1"/>
          </p:cNvSpPr>
          <p:nvPr/>
        </p:nvSpPr>
        <p:spPr>
          <a:xfrm xmlns:a="http://schemas.openxmlformats.org/drawingml/2006/main">
            <a:off x="16573500" y="3914775"/>
            <a:ext cx="1066800" cy="523875"/>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72" name="DP2 object 110">
            <a:extLst xmlns:a="http://schemas.openxmlformats.org/drawingml/2006/main">
              <a:ext uri="{FF2B5EF4-FFF2-40B4-BE49-F238E27FC236}">
                <a16:creationId xmlns:a16="http://schemas.microsoft.com/office/drawing/2014/main" id="{7884EFC6-CBED-4568-BA30-B39224B58179}"/>
              </a:ext>
            </a:extLst>
          </p:cNvPr>
          <p:cNvSpPr>
            <a:spLocks xmlns:a="http://schemas.openxmlformats.org/drawingml/2006/main" noGrp="1"/>
          </p:cNvSpPr>
          <p:nvPr/>
        </p:nvSpPr>
        <p:spPr>
          <a:xfrm xmlns:a="http://schemas.openxmlformats.org/drawingml/2006/main">
            <a:off x="16621125" y="4019550"/>
            <a:ext cx="971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입력 복사①</a:t>
            </a:r>
          </a:p>
        </p:txBody>
      </p:sp>
      <p:sp>
        <p:nvSpPr>
          <p:cNvPr id="73" name="입력 복사②">
            <a:extLst xmlns:a="http://schemas.openxmlformats.org/drawingml/2006/main">
              <a:ext uri="{FF2B5EF4-FFF2-40B4-BE49-F238E27FC236}">
                <a16:creationId xmlns:a16="http://schemas.microsoft.com/office/drawing/2014/main" id="{C87CCFCC-E25E-4E41-B5EE-D57F3F4E1BB7}"/>
              </a:ext>
            </a:extLst>
          </p:cNvPr>
          <p:cNvSpPr>
            <a:spLocks xmlns:a="http://schemas.openxmlformats.org/drawingml/2006/main" noGrp="1"/>
          </p:cNvSpPr>
          <p:nvPr/>
        </p:nvSpPr>
        <p:spPr>
          <a:xfrm xmlns:a="http://schemas.openxmlformats.org/drawingml/2006/main">
            <a:off x="16573500" y="4638675"/>
            <a:ext cx="1066800" cy="523875"/>
          </a:xfrm>
          <a:prstGeom xmlns:a="http://schemas.openxmlformats.org/drawingml/2006/main" prst="can">
            <a:avLst>
              <a:gd name="adj" fmla="val 16000"/>
            </a:avLst>
          </a:prstGeom>
          <a:solidFill xmlns:a="http://schemas.openxmlformats.org/drawingml/2006/main">
            <a:srgbClr val="FFFFFF"/>
          </a:solidFill>
          <a:ln xmlns:a="http://schemas.openxmlformats.org/drawingml/2006/main" w="17145">
            <a:solidFill>
              <a:srgbClr val="111111"/>
            </a:solidFill>
            <a:prstDash val="solid"/>
          </a:ln>
        </p:spPr>
      </p:sp>
      <p:sp>
        <p:nvSpPr>
          <p:cNvPr id="74" name="DP2 object 111">
            <a:extLst xmlns:a="http://schemas.openxmlformats.org/drawingml/2006/main">
              <a:ext uri="{FF2B5EF4-FFF2-40B4-BE49-F238E27FC236}">
                <a16:creationId xmlns:a16="http://schemas.microsoft.com/office/drawing/2014/main" id="{1B93ED26-57D5-4854-8494-AEC190EBEC9E}"/>
              </a:ext>
            </a:extLst>
          </p:cNvPr>
          <p:cNvSpPr>
            <a:spLocks xmlns:a="http://schemas.openxmlformats.org/drawingml/2006/main" noGrp="1"/>
          </p:cNvSpPr>
          <p:nvPr/>
        </p:nvSpPr>
        <p:spPr>
          <a:xfrm xmlns:a="http://schemas.openxmlformats.org/drawingml/2006/main">
            <a:off x="16621125" y="4743450"/>
            <a:ext cx="971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입력 복사②</a:t>
            </a:r>
          </a:p>
        </p:txBody>
      </p:sp>
      <p:sp>
        <p:nvSpPr>
          <p:cNvPr id="75" name="Editable path 112">
            <a:extLst xmlns:a="http://schemas.openxmlformats.org/drawingml/2006/main">
              <a:ext uri="{FF2B5EF4-FFF2-40B4-BE49-F238E27FC236}">
                <a16:creationId xmlns:a16="http://schemas.microsoft.com/office/drawing/2014/main" id="{35F18AD3-FF11-4326-9C15-E48E5935A31D}"/>
              </a:ext>
            </a:extLst>
          </p:cNvPr>
          <p:cNvSpPr>
            <a:spLocks xmlns:a="http://schemas.openxmlformats.org/drawingml/2006/main" noGrp="1"/>
          </p:cNvSpPr>
          <p:nvPr/>
        </p:nvSpPr>
        <p:spPr>
          <a:xfrm xmlns:a="http://schemas.openxmlformats.org/drawingml/2006/main">
            <a:off x="16144875" y="4171950"/>
            <a:ext cx="428625" cy="953"/>
          </a:xfrm>
          <a:custGeom xmlns:a="http://schemas.openxmlformats.org/drawingml/2006/main">
            <a:pathLst>
              <a:path w="428625" h="953">
                <a:moveTo>
                  <a:pt x="428625" y="0"/>
                </a:moveTo>
                <a:lnTo>
                  <a:pt x="0" y="0"/>
                </a:lnTo>
              </a:path>
            </a:pathLst>
          </a:custGeom>
          <a:noFill xmlns:a="http://schemas.openxmlformats.org/drawingml/2006/main"/>
          <a:ln xmlns:a="http://schemas.openxmlformats.org/drawingml/2006/main" w="20003">
            <a:solidFill>
              <a:srgbClr val="111111"/>
            </a:solidFill>
            <a:prstDash val="solid"/>
          </a:ln>
        </p:spPr>
      </p:sp>
      <p:sp>
        <p:nvSpPr>
          <p:cNvPr id="76" name="Editable arrowhead 113">
            <a:extLst xmlns:a="http://schemas.openxmlformats.org/drawingml/2006/main">
              <a:ext uri="{FF2B5EF4-FFF2-40B4-BE49-F238E27FC236}">
                <a16:creationId xmlns:a16="http://schemas.microsoft.com/office/drawing/2014/main" id="{7865849B-6CF5-473D-9888-F474A73C596E}"/>
              </a:ext>
            </a:extLst>
          </p:cNvPr>
          <p:cNvSpPr>
            <a:spLocks xmlns:a="http://schemas.openxmlformats.org/drawingml/2006/main" noGrp="1"/>
          </p:cNvSpPr>
          <p:nvPr/>
        </p:nvSpPr>
        <p:spPr>
          <a:xfrm xmlns:a="http://schemas.openxmlformats.org/drawingml/2006/main">
            <a:off x="16144875" y="4124325"/>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7" name="Editable path 114">
            <a:extLst xmlns:a="http://schemas.openxmlformats.org/drawingml/2006/main">
              <a:ext uri="{FF2B5EF4-FFF2-40B4-BE49-F238E27FC236}">
                <a16:creationId xmlns:a16="http://schemas.microsoft.com/office/drawing/2014/main" id="{87AACDCD-54C5-465A-B640-A219416A53F1}"/>
              </a:ext>
            </a:extLst>
          </p:cNvPr>
          <p:cNvSpPr>
            <a:spLocks xmlns:a="http://schemas.openxmlformats.org/drawingml/2006/main" noGrp="1"/>
          </p:cNvSpPr>
          <p:nvPr/>
        </p:nvSpPr>
        <p:spPr>
          <a:xfrm xmlns:a="http://schemas.openxmlformats.org/drawingml/2006/main">
            <a:off x="16144875" y="4895850"/>
            <a:ext cx="428625" cy="953"/>
          </a:xfrm>
          <a:custGeom xmlns:a="http://schemas.openxmlformats.org/drawingml/2006/main">
            <a:pathLst>
              <a:path w="428625" h="953">
                <a:moveTo>
                  <a:pt x="428625" y="0"/>
                </a:moveTo>
                <a:lnTo>
                  <a:pt x="0" y="0"/>
                </a:lnTo>
              </a:path>
            </a:pathLst>
          </a:custGeom>
          <a:noFill xmlns:a="http://schemas.openxmlformats.org/drawingml/2006/main"/>
          <a:ln xmlns:a="http://schemas.openxmlformats.org/drawingml/2006/main" w="20003">
            <a:solidFill>
              <a:srgbClr val="111111"/>
            </a:solidFill>
            <a:prstDash val="solid"/>
          </a:ln>
        </p:spPr>
      </p:sp>
      <p:sp>
        <p:nvSpPr>
          <p:cNvPr id="78" name="Editable arrowhead 115">
            <a:extLst xmlns:a="http://schemas.openxmlformats.org/drawingml/2006/main">
              <a:ext uri="{FF2B5EF4-FFF2-40B4-BE49-F238E27FC236}">
                <a16:creationId xmlns:a16="http://schemas.microsoft.com/office/drawing/2014/main" id="{D2E50441-FD52-419E-8C53-9B4107BC2C68}"/>
              </a:ext>
            </a:extLst>
          </p:cNvPr>
          <p:cNvSpPr>
            <a:spLocks xmlns:a="http://schemas.openxmlformats.org/drawingml/2006/main" noGrp="1"/>
          </p:cNvSpPr>
          <p:nvPr/>
        </p:nvSpPr>
        <p:spPr>
          <a:xfrm xmlns:a="http://schemas.openxmlformats.org/drawingml/2006/main">
            <a:off x="16144875" y="4848225"/>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9" name="Editable path 116">
            <a:extLst xmlns:a="http://schemas.openxmlformats.org/drawingml/2006/main">
              <a:ext uri="{FF2B5EF4-FFF2-40B4-BE49-F238E27FC236}">
                <a16:creationId xmlns:a16="http://schemas.microsoft.com/office/drawing/2014/main" id="{9437534D-E2AB-4433-B5E7-DFA825071112}"/>
              </a:ext>
            </a:extLst>
          </p:cNvPr>
          <p:cNvSpPr>
            <a:spLocks xmlns:a="http://schemas.openxmlformats.org/drawingml/2006/main" noGrp="1"/>
          </p:cNvSpPr>
          <p:nvPr/>
        </p:nvSpPr>
        <p:spPr>
          <a:xfrm xmlns:a="http://schemas.openxmlformats.org/drawingml/2006/main">
            <a:off x="11563350" y="5143500"/>
            <a:ext cx="953" cy="238125"/>
          </a:xfrm>
          <a:custGeom xmlns:a="http://schemas.openxmlformats.org/drawingml/2006/main">
            <a:pathLst>
              <a:path w="953" h="238125">
                <a:moveTo>
                  <a:pt x="0" y="0"/>
                </a:moveTo>
                <a:lnTo>
                  <a:pt x="0" y="238125"/>
                </a:lnTo>
              </a:path>
            </a:pathLst>
          </a:custGeom>
          <a:noFill xmlns:a="http://schemas.openxmlformats.org/drawingml/2006/main"/>
          <a:ln xmlns:a="http://schemas.openxmlformats.org/drawingml/2006/main" w="20003">
            <a:solidFill>
              <a:srgbClr val="111111"/>
            </a:solidFill>
            <a:prstDash val="solid"/>
          </a:ln>
        </p:spPr>
      </p:sp>
      <p:sp>
        <p:nvSpPr>
          <p:cNvPr id="80" name="Editable arrowhead 117">
            <a:extLst xmlns:a="http://schemas.openxmlformats.org/drawingml/2006/main">
              <a:ext uri="{FF2B5EF4-FFF2-40B4-BE49-F238E27FC236}">
                <a16:creationId xmlns:a16="http://schemas.microsoft.com/office/drawing/2014/main" id="{BEEDB225-D0D3-45A6-B0E8-AAD5CF1B8A64}"/>
              </a:ext>
            </a:extLst>
          </p:cNvPr>
          <p:cNvSpPr>
            <a:spLocks xmlns:a="http://schemas.openxmlformats.org/drawingml/2006/main" noGrp="1"/>
          </p:cNvSpPr>
          <p:nvPr/>
        </p:nvSpPr>
        <p:spPr>
          <a:xfrm xmlns:a="http://schemas.openxmlformats.org/drawingml/2006/main">
            <a:off x="11515725" y="52863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1" name="Editable path 118">
            <a:extLst xmlns:a="http://schemas.openxmlformats.org/drawingml/2006/main">
              <a:ext uri="{FF2B5EF4-FFF2-40B4-BE49-F238E27FC236}">
                <a16:creationId xmlns:a16="http://schemas.microsoft.com/office/drawing/2014/main" id="{A676575D-3089-4302-9228-11EC31A90EF6}"/>
              </a:ext>
            </a:extLst>
          </p:cNvPr>
          <p:cNvSpPr>
            <a:spLocks xmlns:a="http://schemas.openxmlformats.org/drawingml/2006/main" noGrp="1"/>
          </p:cNvSpPr>
          <p:nvPr/>
        </p:nvSpPr>
        <p:spPr>
          <a:xfrm xmlns:a="http://schemas.openxmlformats.org/drawingml/2006/main">
            <a:off x="14906625" y="5257800"/>
            <a:ext cx="953" cy="123825"/>
          </a:xfrm>
          <a:custGeom xmlns:a="http://schemas.openxmlformats.org/drawingml/2006/main">
            <a:pathLst>
              <a:path w="953" h="123825">
                <a:moveTo>
                  <a:pt x="0" y="0"/>
                </a:moveTo>
                <a:lnTo>
                  <a:pt x="0" y="123825"/>
                </a:lnTo>
              </a:path>
            </a:pathLst>
          </a:custGeom>
          <a:noFill xmlns:a="http://schemas.openxmlformats.org/drawingml/2006/main"/>
          <a:ln xmlns:a="http://schemas.openxmlformats.org/drawingml/2006/main" w="20003">
            <a:solidFill>
              <a:srgbClr val="111111"/>
            </a:solidFill>
            <a:prstDash val="solid"/>
          </a:ln>
        </p:spPr>
      </p:sp>
      <p:sp>
        <p:nvSpPr>
          <p:cNvPr id="82" name="Editable arrowhead 119">
            <a:extLst xmlns:a="http://schemas.openxmlformats.org/drawingml/2006/main">
              <a:ext uri="{FF2B5EF4-FFF2-40B4-BE49-F238E27FC236}">
                <a16:creationId xmlns:a16="http://schemas.microsoft.com/office/drawing/2014/main" id="{0974C5E0-42B8-4AAE-8A18-8BB0390EFDF1}"/>
              </a:ext>
            </a:extLst>
          </p:cNvPr>
          <p:cNvSpPr>
            <a:spLocks xmlns:a="http://schemas.openxmlformats.org/drawingml/2006/main" noGrp="1"/>
          </p:cNvSpPr>
          <p:nvPr/>
        </p:nvSpPr>
        <p:spPr>
          <a:xfrm xmlns:a="http://schemas.openxmlformats.org/drawingml/2006/main">
            <a:off x="14859000" y="52863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3" name="Request Controller: 반환 검증·필요 시 재결합 요청 후 채택">
            <a:extLst xmlns:a="http://schemas.openxmlformats.org/drawingml/2006/main">
              <a:ext uri="{FF2B5EF4-FFF2-40B4-BE49-F238E27FC236}">
                <a16:creationId xmlns:a16="http://schemas.microsoft.com/office/drawing/2014/main" id="{3FE5440A-C1B7-457D-9C33-6AC8C6BE500B}"/>
              </a:ext>
            </a:extLst>
          </p:cNvPr>
          <p:cNvSpPr>
            <a:spLocks xmlns:a="http://schemas.openxmlformats.org/drawingml/2006/main" noGrp="1"/>
          </p:cNvSpPr>
          <p:nvPr/>
        </p:nvSpPr>
        <p:spPr>
          <a:xfrm xmlns:a="http://schemas.openxmlformats.org/drawingml/2006/main">
            <a:off x="10229850" y="5381625"/>
            <a:ext cx="7562850" cy="2762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84" name="DP2 object 120">
            <a:extLst xmlns:a="http://schemas.openxmlformats.org/drawingml/2006/main">
              <a:ext uri="{FF2B5EF4-FFF2-40B4-BE49-F238E27FC236}">
                <a16:creationId xmlns:a16="http://schemas.microsoft.com/office/drawing/2014/main" id="{571B30E7-5A8A-452C-A062-F9AEF2145B5D}"/>
              </a:ext>
            </a:extLst>
          </p:cNvPr>
          <p:cNvSpPr>
            <a:spLocks xmlns:a="http://schemas.openxmlformats.org/drawingml/2006/main" noGrp="1"/>
          </p:cNvSpPr>
          <p:nvPr/>
        </p:nvSpPr>
        <p:spPr>
          <a:xfrm xmlns:a="http://schemas.openxmlformats.org/drawingml/2006/main">
            <a:off x="10296525" y="5419725"/>
            <a:ext cx="7429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Request Controller: 반환 검증·필요 시 재결합 요청 후 채택</a:t>
            </a:r>
          </a:p>
        </p:txBody>
      </p:sp>
      <p:sp>
        <p:nvSpPr>
          <p:cNvPr id="85" name="DP2 object 121">
            <a:extLst xmlns:a="http://schemas.openxmlformats.org/drawingml/2006/main">
              <a:ext uri="{FF2B5EF4-FFF2-40B4-BE49-F238E27FC236}">
                <a16:creationId xmlns:a16="http://schemas.microsoft.com/office/drawing/2014/main" id="{28E2115F-F08A-4A93-A7C5-EADC8DD5C987}"/>
              </a:ext>
            </a:extLst>
          </p:cNvPr>
          <p:cNvSpPr>
            <a:spLocks xmlns:a="http://schemas.openxmlformats.org/drawingml/2006/main" noGrp="1"/>
          </p:cNvSpPr>
          <p:nvPr/>
        </p:nvSpPr>
        <p:spPr>
          <a:xfrm xmlns:a="http://schemas.openxmlformats.org/drawingml/2006/main">
            <a:off x="266700" y="9496425"/>
            <a:ext cx="17430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1">
                <a:solidFill>
                  <a:srgbClr val="111111"/>
                </a:solidFill>
                <a:latin typeface="Apple SD Gothic Neo"/>
                <a:ea typeface="Apple SD Gothic Neo"/>
                <a:cs typeface="Apple SD Gothic Neo"/>
              </a:defRPr>
            </a:defPPr>
            <a:lvl1pPr algn="l">
              <a:defRPr sz="1575" b="1">
                <a:solidFill>
                  <a:srgbClr val="111111"/>
                </a:solidFill>
                <a:latin typeface="Apple SD Gothic Neo"/>
                <a:ea typeface="Apple SD Gothic Neo"/>
                <a:cs typeface="Apple SD Gothic Neo"/>
              </a:defRPr>
            </a:lvl1pPr>
            <a:lvl2pPr algn="l">
              <a:defRPr sz="1575" b="1">
                <a:solidFill>
                  <a:srgbClr val="111111"/>
                </a:solidFill>
                <a:latin typeface="Apple SD Gothic Neo"/>
                <a:ea typeface="Apple SD Gothic Neo"/>
                <a:cs typeface="Apple SD Gothic Neo"/>
              </a:defRPr>
            </a:lvl2pPr>
            <a:lvl3pPr algn="l">
              <a:defRPr sz="1575" b="1">
                <a:solidFill>
                  <a:srgbClr val="111111"/>
                </a:solidFill>
                <a:latin typeface="Apple SD Gothic Neo"/>
                <a:ea typeface="Apple SD Gothic Neo"/>
                <a:cs typeface="Apple SD Gothic Neo"/>
              </a:defRPr>
            </a:lvl3pPr>
            <a:lvl4pPr algn="l">
              <a:defRPr sz="1575" b="1">
                <a:solidFill>
                  <a:srgbClr val="111111"/>
                </a:solidFill>
                <a:latin typeface="Apple SD Gothic Neo"/>
                <a:ea typeface="Apple SD Gothic Neo"/>
                <a:cs typeface="Apple SD Gothic Neo"/>
              </a:defRPr>
            </a:lvl4pPr>
            <a:lvl5pPr algn="l">
              <a:defRPr sz="1575" b="1">
                <a:solidFill>
                  <a:srgbClr val="111111"/>
                </a:solidFill>
                <a:latin typeface="Apple SD Gothic Neo"/>
                <a:ea typeface="Apple SD Gothic Neo"/>
                <a:cs typeface="Apple SD Gothic Neo"/>
              </a:defRPr>
            </a:lvl5pPr>
            <a:lvl6pPr algn="l">
              <a:defRPr sz="1575" b="1">
                <a:solidFill>
                  <a:srgbClr val="111111"/>
                </a:solidFill>
                <a:latin typeface="Apple SD Gothic Neo"/>
                <a:ea typeface="Apple SD Gothic Neo"/>
                <a:cs typeface="Apple SD Gothic Neo"/>
              </a:defRPr>
            </a:lvl6pPr>
            <a:lvl7pPr algn="l">
              <a:defRPr sz="1575" b="1">
                <a:solidFill>
                  <a:srgbClr val="111111"/>
                </a:solidFill>
                <a:latin typeface="Apple SD Gothic Neo"/>
                <a:ea typeface="Apple SD Gothic Neo"/>
                <a:cs typeface="Apple SD Gothic Neo"/>
              </a:defRPr>
            </a:lvl7pPr>
            <a:lvl8pPr algn="l">
              <a:defRPr sz="1575" b="1">
                <a:solidFill>
                  <a:srgbClr val="111111"/>
                </a:solidFill>
                <a:latin typeface="Apple SD Gothic Neo"/>
                <a:ea typeface="Apple SD Gothic Neo"/>
                <a:cs typeface="Apple SD Gothic Neo"/>
              </a:defRPr>
            </a:lvl8pPr>
            <a:lvl9pPr algn="l">
              <a:defRPr sz="1575" b="1">
                <a:solidFill>
                  <a:srgbClr val="111111"/>
                </a:solidFill>
                <a:latin typeface="Apple SD Gothic Neo"/>
                <a:ea typeface="Apple SD Gothic Neo"/>
                <a:cs typeface="Apple SD Gothic Neo"/>
              </a:defRPr>
            </a:lvl9pPr>
          </a:lstStyle>
          <a:p xmlns:a="http://schemas.openxmlformats.org/drawingml/2006/main">
            <a:pPr algn="l">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모든 해석 실행은 동일 Model Access 호출 한도 K를 공유. 입력 수신은 계속되며 외부 Agent 업무 대기는 비교 대상이 아님.</a:t>
            </a:r>
          </a:p>
        </p:txBody>
      </p:sp>
      <p:sp>
        <p:nvSpPr>
          <p:cNvPr id="86" name="DP2 object 122">
            <a:extLst xmlns:a="http://schemas.openxmlformats.org/drawingml/2006/main">
              <a:ext uri="{FF2B5EF4-FFF2-40B4-BE49-F238E27FC236}">
                <a16:creationId xmlns:a16="http://schemas.microsoft.com/office/drawing/2014/main" id="{99F42D9A-CCD5-4257-9E1A-3C8F0BDB6E8D}"/>
              </a:ext>
            </a:extLst>
          </p:cNvPr>
          <p:cNvSpPr>
            <a:spLocks xmlns:a="http://schemas.openxmlformats.org/drawingml/2006/main" noGrp="1"/>
          </p:cNvSpPr>
          <p:nvPr/>
        </p:nvSpPr>
        <p:spPr>
          <a:xfrm xmlns:a="http://schemas.openxmlformats.org/drawingml/2006/main">
            <a:off x="266700" y="9848850"/>
            <a:ext cx="17192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0">
                <a:solidFill>
                  <a:srgbClr val="50555B"/>
                </a:solidFill>
                <a:latin typeface="Apple SD Gothic Neo"/>
                <a:ea typeface="Apple SD Gothic Neo"/>
                <a:cs typeface="Apple SD Gothic Neo"/>
              </a:defRPr>
            </a:defPPr>
            <a:lvl1pPr algn="l">
              <a:defRPr sz="1500" b="0">
                <a:solidFill>
                  <a:srgbClr val="50555B"/>
                </a:solidFill>
                <a:latin typeface="Apple SD Gothic Neo"/>
                <a:ea typeface="Apple SD Gothic Neo"/>
                <a:cs typeface="Apple SD Gothic Neo"/>
              </a:defRPr>
            </a:lvl1pPr>
            <a:lvl2pPr algn="l">
              <a:defRPr sz="1500" b="0">
                <a:solidFill>
                  <a:srgbClr val="50555B"/>
                </a:solidFill>
                <a:latin typeface="Apple SD Gothic Neo"/>
                <a:ea typeface="Apple SD Gothic Neo"/>
                <a:cs typeface="Apple SD Gothic Neo"/>
              </a:defRPr>
            </a:lvl2pPr>
            <a:lvl3pPr algn="l">
              <a:defRPr sz="1500" b="0">
                <a:solidFill>
                  <a:srgbClr val="50555B"/>
                </a:solidFill>
                <a:latin typeface="Apple SD Gothic Neo"/>
                <a:ea typeface="Apple SD Gothic Neo"/>
                <a:cs typeface="Apple SD Gothic Neo"/>
              </a:defRPr>
            </a:lvl3pPr>
            <a:lvl4pPr algn="l">
              <a:defRPr sz="1500" b="0">
                <a:solidFill>
                  <a:srgbClr val="50555B"/>
                </a:solidFill>
                <a:latin typeface="Apple SD Gothic Neo"/>
                <a:ea typeface="Apple SD Gothic Neo"/>
                <a:cs typeface="Apple SD Gothic Neo"/>
              </a:defRPr>
            </a:lvl4pPr>
            <a:lvl5pPr algn="l">
              <a:defRPr sz="1500" b="0">
                <a:solidFill>
                  <a:srgbClr val="50555B"/>
                </a:solidFill>
                <a:latin typeface="Apple SD Gothic Neo"/>
                <a:ea typeface="Apple SD Gothic Neo"/>
                <a:cs typeface="Apple SD Gothic Neo"/>
              </a:defRPr>
            </a:lvl5pPr>
            <a:lvl6pPr algn="l">
              <a:defRPr sz="1500" b="0">
                <a:solidFill>
                  <a:srgbClr val="50555B"/>
                </a:solidFill>
                <a:latin typeface="Apple SD Gothic Neo"/>
                <a:ea typeface="Apple SD Gothic Neo"/>
                <a:cs typeface="Apple SD Gothic Neo"/>
              </a:defRPr>
            </a:lvl6pPr>
            <a:lvl7pPr algn="l">
              <a:defRPr sz="1500" b="0">
                <a:solidFill>
                  <a:srgbClr val="50555B"/>
                </a:solidFill>
                <a:latin typeface="Apple SD Gothic Neo"/>
                <a:ea typeface="Apple SD Gothic Neo"/>
                <a:cs typeface="Apple SD Gothic Neo"/>
              </a:defRPr>
            </a:lvl7pPr>
            <a:lvl8pPr algn="l">
              <a:defRPr sz="1500" b="0">
                <a:solidFill>
                  <a:srgbClr val="50555B"/>
                </a:solidFill>
                <a:latin typeface="Apple SD Gothic Neo"/>
                <a:ea typeface="Apple SD Gothic Neo"/>
                <a:cs typeface="Apple SD Gothic Neo"/>
              </a:defRPr>
            </a:lvl8pPr>
            <a:lvl9pPr algn="l">
              <a:defRPr sz="1500" b="0">
                <a:solidFill>
                  <a:srgbClr val="50555B"/>
                </a:solidFill>
                <a:latin typeface="Apple SD Gothic Neo"/>
                <a:ea typeface="Apple SD Gothic Neo"/>
                <a:cs typeface="Apple SD Gothic Neo"/>
              </a:defRPr>
            </a:lvl9pPr>
          </a:lstStyle>
          <a:p xmlns:a="http://schemas.openxmlformats.org/drawingml/2006/main">
            <a:pPr algn="l">
              <a:defRPr sz="1500" b="0">
                <a:solidFill>
                  <a:srgbClr val="50555B"/>
                </a:solidFill>
                <a:latin typeface="Apple SD Gothic Neo"/>
                <a:ea typeface="Apple SD Gothic Neo"/>
                <a:cs typeface="Apple SD Gothic Neo"/>
              </a:defRPr>
            </a:pPr>
            <a:r>
              <a:rPr sz="1500" b="0">
                <a:solidFill>
                  <a:srgbClr val="50555B"/>
                </a:solidFill>
                <a:latin typeface="Apple SD Gothic Neo"/>
                <a:ea typeface="Apple SD Gothic Neo"/>
                <a:cs typeface="Apple SD Gothic Neo"/>
              </a:rPr>
              <a:t>기존 발표 PoC: 안별 12episode / 시간 괄호: 관측/예정 / QA04 별도 4과제 / 비용은 합계 / RSS는 로컬 실행기</a:t>
            </a:r>
          </a:p>
        </p:txBody>
      </p:sp>
    </p:spTree>
    <p:extLst>
      <p:ext uri="{BB962C8B-B14F-4D97-AF65-F5344CB8AC3E}">
        <p14:creationId xmlns:p14="http://schemas.microsoft.com/office/powerpoint/2010/main" val="1528592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 name="DP2 object 123">
            <a:extLst xmlns:a="http://schemas.openxmlformats.org/drawingml/2006/main">
              <a:ext uri="{FF2B5EF4-FFF2-40B4-BE49-F238E27FC236}">
                <a16:creationId xmlns:a16="http://schemas.microsoft.com/office/drawing/2014/main" id="{96AEE895-5A49-40F2-9C3A-7E2BEFDF926A}"/>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DP2. 후속 입력의 의미 판단 실행 방안 (선택 및 보완)</a:t>
            </a:r>
          </a:p>
        </p:txBody>
      </p:sp>
      <p:sp>
        <p:nvSpPr>
          <p:cNvPr id="2" name="DP2 object 124">
            <a:extLst xmlns:a="http://schemas.openxmlformats.org/drawingml/2006/main">
              <a:ext uri="{FF2B5EF4-FFF2-40B4-BE49-F238E27FC236}">
                <a16:creationId xmlns:a16="http://schemas.microsoft.com/office/drawing/2014/main" id="{1BAD2D45-4F3D-4FE9-8287-56CD02966E36}"/>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DP2 object 125">
            <a:extLst xmlns:a="http://schemas.openxmlformats.org/drawingml/2006/main">
              <a:ext uri="{FF2B5EF4-FFF2-40B4-BE49-F238E27FC236}">
                <a16:creationId xmlns:a16="http://schemas.microsoft.com/office/drawing/2014/main" id="{3A6F50FF-C42A-4B72-998C-091A7C17A7E8}"/>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DP2 object 126">
            <a:extLst xmlns:a="http://schemas.openxmlformats.org/drawingml/2006/main">
              <a:ext uri="{FF2B5EF4-FFF2-40B4-BE49-F238E27FC236}">
                <a16:creationId xmlns:a16="http://schemas.microsoft.com/office/drawing/2014/main" id="{561F0273-4B02-4585-9EBD-E109AD28F225}"/>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DP2 object 127">
            <a:extLst xmlns:a="http://schemas.openxmlformats.org/drawingml/2006/main">
              <a:ext uri="{FF2B5EF4-FFF2-40B4-BE49-F238E27FC236}">
                <a16:creationId xmlns:a16="http://schemas.microsoft.com/office/drawing/2014/main" id="{13A6444F-B069-4919-ABD7-A73D227910B0}"/>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DP2 object 128">
            <a:extLst xmlns:a="http://schemas.openxmlformats.org/drawingml/2006/main">
              <a:ext uri="{FF2B5EF4-FFF2-40B4-BE49-F238E27FC236}">
                <a16:creationId xmlns:a16="http://schemas.microsoft.com/office/drawing/2014/main" id="{AD000E6C-F3D5-4D37-93E3-B1788B39DD42}"/>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DP2 object 129">
            <a:extLst xmlns:a="http://schemas.openxmlformats.org/drawingml/2006/main">
              <a:ext uri="{FF2B5EF4-FFF2-40B4-BE49-F238E27FC236}">
                <a16:creationId xmlns:a16="http://schemas.microsoft.com/office/drawing/2014/main" id="{667174DC-94D4-4C79-96A4-7DFC3B687AE6}"/>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DP2 object 130">
            <a:extLst xmlns:a="http://schemas.openxmlformats.org/drawingml/2006/main">
              <a:ext uri="{FF2B5EF4-FFF2-40B4-BE49-F238E27FC236}">
                <a16:creationId xmlns:a16="http://schemas.microsoft.com/office/drawing/2014/main" id="{AE627AE3-2B86-46C8-9D4E-9E2F8769D6C4}"/>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DP2 object 131">
            <a:extLst xmlns:a="http://schemas.openxmlformats.org/drawingml/2006/main">
              <a:ext uri="{FF2B5EF4-FFF2-40B4-BE49-F238E27FC236}">
                <a16:creationId xmlns:a16="http://schemas.microsoft.com/office/drawing/2014/main" id="{AE389516-075F-4554-82C8-3D03B327D791}"/>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DP2 object 132">
            <a:extLst xmlns:a="http://schemas.openxmlformats.org/drawingml/2006/main">
              <a:ext uri="{FF2B5EF4-FFF2-40B4-BE49-F238E27FC236}">
                <a16:creationId xmlns:a16="http://schemas.microsoft.com/office/drawing/2014/main" id="{7E61E1FA-2833-4991-8B10-919F546B4152}"/>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DP2 object 133">
            <a:extLst xmlns:a="http://schemas.openxmlformats.org/drawingml/2006/main">
              <a:ext uri="{FF2B5EF4-FFF2-40B4-BE49-F238E27FC236}">
                <a16:creationId xmlns:a16="http://schemas.microsoft.com/office/drawing/2014/main" id="{95A0C720-1F7C-448E-BCF3-3C77491609E7}"/>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Editable path 134">
            <a:extLst xmlns:a="http://schemas.openxmlformats.org/drawingml/2006/main">
              <a:ext uri="{FF2B5EF4-FFF2-40B4-BE49-F238E27FC236}">
                <a16:creationId xmlns:a16="http://schemas.microsoft.com/office/drawing/2014/main" id="{929A3325-E059-4FB4-A869-742DC802BAC9}"/>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DP2 object 135">
            <a:extLst xmlns:a="http://schemas.openxmlformats.org/drawingml/2006/main">
              <a:ext uri="{FF2B5EF4-FFF2-40B4-BE49-F238E27FC236}">
                <a16:creationId xmlns:a16="http://schemas.microsoft.com/office/drawing/2014/main" id="{A4BAEDA3-20CB-41DF-B681-A97DEA46854C}"/>
              </a:ext>
            </a:extLst>
          </p:cNvPr>
          <p:cNvSpPr>
            <a:spLocks xmlns:a="http://schemas.openxmlformats.org/drawingml/2006/main" noGrp="1"/>
          </p:cNvSpPr>
          <p:nvPr/>
        </p:nvSpPr>
        <p:spPr>
          <a:xfrm xmlns:a="http://schemas.openxmlformats.org/drawingml/2006/main">
            <a:off x="17478375" y="99917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275" b="0">
                <a:solidFill>
                  <a:srgbClr val="50555B"/>
                </a:solidFill>
                <a:latin typeface="Apple SD Gothic Neo"/>
                <a:ea typeface="Apple SD Gothic Neo"/>
                <a:cs typeface="Apple SD Gothic Neo"/>
              </a:defRPr>
            </a:defPPr>
            <a:lvl1pPr algn="r">
              <a:defRPr sz="1275" b="0">
                <a:solidFill>
                  <a:srgbClr val="50555B"/>
                </a:solidFill>
                <a:latin typeface="Apple SD Gothic Neo"/>
                <a:ea typeface="Apple SD Gothic Neo"/>
                <a:cs typeface="Apple SD Gothic Neo"/>
              </a:defRPr>
            </a:lvl1pPr>
            <a:lvl2pPr algn="r">
              <a:defRPr sz="1275" b="0">
                <a:solidFill>
                  <a:srgbClr val="50555B"/>
                </a:solidFill>
                <a:latin typeface="Apple SD Gothic Neo"/>
                <a:ea typeface="Apple SD Gothic Neo"/>
                <a:cs typeface="Apple SD Gothic Neo"/>
              </a:defRPr>
            </a:lvl2pPr>
            <a:lvl3pPr algn="r">
              <a:defRPr sz="1275" b="0">
                <a:solidFill>
                  <a:srgbClr val="50555B"/>
                </a:solidFill>
                <a:latin typeface="Apple SD Gothic Neo"/>
                <a:ea typeface="Apple SD Gothic Neo"/>
                <a:cs typeface="Apple SD Gothic Neo"/>
              </a:defRPr>
            </a:lvl3pPr>
            <a:lvl4pPr algn="r">
              <a:defRPr sz="1275" b="0">
                <a:solidFill>
                  <a:srgbClr val="50555B"/>
                </a:solidFill>
                <a:latin typeface="Apple SD Gothic Neo"/>
                <a:ea typeface="Apple SD Gothic Neo"/>
                <a:cs typeface="Apple SD Gothic Neo"/>
              </a:defRPr>
            </a:lvl4pPr>
            <a:lvl5pPr algn="r">
              <a:defRPr sz="1275" b="0">
                <a:solidFill>
                  <a:srgbClr val="50555B"/>
                </a:solidFill>
                <a:latin typeface="Apple SD Gothic Neo"/>
                <a:ea typeface="Apple SD Gothic Neo"/>
                <a:cs typeface="Apple SD Gothic Neo"/>
              </a:defRPr>
            </a:lvl5pPr>
            <a:lvl6pPr algn="r">
              <a:defRPr sz="1275" b="0">
                <a:solidFill>
                  <a:srgbClr val="50555B"/>
                </a:solidFill>
                <a:latin typeface="Apple SD Gothic Neo"/>
                <a:ea typeface="Apple SD Gothic Neo"/>
                <a:cs typeface="Apple SD Gothic Neo"/>
              </a:defRPr>
            </a:lvl6pPr>
            <a:lvl7pPr algn="r">
              <a:defRPr sz="1275" b="0">
                <a:solidFill>
                  <a:srgbClr val="50555B"/>
                </a:solidFill>
                <a:latin typeface="Apple SD Gothic Neo"/>
                <a:ea typeface="Apple SD Gothic Neo"/>
                <a:cs typeface="Apple SD Gothic Neo"/>
              </a:defRPr>
            </a:lvl7pPr>
            <a:lvl8pPr algn="r">
              <a:defRPr sz="1275" b="0">
                <a:solidFill>
                  <a:srgbClr val="50555B"/>
                </a:solidFill>
                <a:latin typeface="Apple SD Gothic Neo"/>
                <a:ea typeface="Apple SD Gothic Neo"/>
                <a:cs typeface="Apple SD Gothic Neo"/>
              </a:defRPr>
            </a:lvl8pPr>
            <a:lvl9pPr algn="r">
              <a:defRPr sz="1275" b="0">
                <a:solidFill>
                  <a:srgbClr val="50555B"/>
                </a:solidFill>
                <a:latin typeface="Apple SD Gothic Neo"/>
                <a:ea typeface="Apple SD Gothic Neo"/>
                <a:cs typeface="Apple SD Gothic Neo"/>
              </a:defRPr>
            </a:lvl9pPr>
          </a:lstStyle>
          <a:p xmlns:a="http://schemas.openxmlformats.org/drawingml/2006/main">
            <a:pPr algn="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3</a:t>
            </a:r>
          </a:p>
        </p:txBody>
      </p:sp>
      <p:sp>
        <p:nvSpPr>
          <p:cNvPr id="14" name="DP2 object 136">
            <a:extLst xmlns:a="http://schemas.openxmlformats.org/drawingml/2006/main">
              <a:ext uri="{FF2B5EF4-FFF2-40B4-BE49-F238E27FC236}">
                <a16:creationId xmlns:a16="http://schemas.microsoft.com/office/drawing/2014/main" id="{E2009EED-BD55-44E0-86DD-0820CA50737E}"/>
              </a:ext>
            </a:extLst>
          </p:cNvPr>
          <p:cNvSpPr>
            <a:spLocks xmlns:a="http://schemas.openxmlformats.org/drawingml/2006/main" noGrp="1"/>
          </p:cNvSpPr>
          <p:nvPr/>
        </p:nvSpPr>
        <p:spPr>
          <a:xfrm xmlns:a="http://schemas.openxmlformats.org/drawingml/2006/main">
            <a:off x="266700" y="1181100"/>
            <a:ext cx="17478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1">
                <a:solidFill>
                  <a:srgbClr val="4676CB"/>
                </a:solidFill>
                <a:latin typeface="Apple SD Gothic Neo"/>
                <a:ea typeface="Apple SD Gothic Neo"/>
                <a:cs typeface="Apple SD Gothic Neo"/>
              </a:defRPr>
            </a:defPPr>
            <a:lvl1pPr algn="l">
              <a:defRPr sz="2100" b="1">
                <a:solidFill>
                  <a:srgbClr val="4676CB"/>
                </a:solidFill>
                <a:latin typeface="Apple SD Gothic Neo"/>
                <a:ea typeface="Apple SD Gothic Neo"/>
                <a:cs typeface="Apple SD Gothic Neo"/>
              </a:defRPr>
            </a:lvl1pPr>
            <a:lvl2pPr algn="l">
              <a:defRPr sz="2100" b="1">
                <a:solidFill>
                  <a:srgbClr val="4676CB"/>
                </a:solidFill>
                <a:latin typeface="Apple SD Gothic Neo"/>
                <a:ea typeface="Apple SD Gothic Neo"/>
                <a:cs typeface="Apple SD Gothic Neo"/>
              </a:defRPr>
            </a:lvl2pPr>
            <a:lvl3pPr algn="l">
              <a:defRPr sz="2100" b="1">
                <a:solidFill>
                  <a:srgbClr val="4676CB"/>
                </a:solidFill>
                <a:latin typeface="Apple SD Gothic Neo"/>
                <a:ea typeface="Apple SD Gothic Neo"/>
                <a:cs typeface="Apple SD Gothic Neo"/>
              </a:defRPr>
            </a:lvl3pPr>
            <a:lvl4pPr algn="l">
              <a:defRPr sz="2100" b="1">
                <a:solidFill>
                  <a:srgbClr val="4676CB"/>
                </a:solidFill>
                <a:latin typeface="Apple SD Gothic Neo"/>
                <a:ea typeface="Apple SD Gothic Neo"/>
                <a:cs typeface="Apple SD Gothic Neo"/>
              </a:defRPr>
            </a:lvl4pPr>
            <a:lvl5pPr algn="l">
              <a:defRPr sz="2100" b="1">
                <a:solidFill>
                  <a:srgbClr val="4676CB"/>
                </a:solidFill>
                <a:latin typeface="Apple SD Gothic Neo"/>
                <a:ea typeface="Apple SD Gothic Neo"/>
                <a:cs typeface="Apple SD Gothic Neo"/>
              </a:defRPr>
            </a:lvl5pPr>
            <a:lvl6pPr algn="l">
              <a:defRPr sz="2100" b="1">
                <a:solidFill>
                  <a:srgbClr val="4676CB"/>
                </a:solidFill>
                <a:latin typeface="Apple SD Gothic Neo"/>
                <a:ea typeface="Apple SD Gothic Neo"/>
                <a:cs typeface="Apple SD Gothic Neo"/>
              </a:defRPr>
            </a:lvl6pPr>
            <a:lvl7pPr algn="l">
              <a:defRPr sz="2100" b="1">
                <a:solidFill>
                  <a:srgbClr val="4676CB"/>
                </a:solidFill>
                <a:latin typeface="Apple SD Gothic Neo"/>
                <a:ea typeface="Apple SD Gothic Neo"/>
                <a:cs typeface="Apple SD Gothic Neo"/>
              </a:defRPr>
            </a:lvl7pPr>
            <a:lvl8pPr algn="l">
              <a:defRPr sz="2100" b="1">
                <a:solidFill>
                  <a:srgbClr val="4676CB"/>
                </a:solidFill>
                <a:latin typeface="Apple SD Gothic Neo"/>
                <a:ea typeface="Apple SD Gothic Neo"/>
                <a:cs typeface="Apple SD Gothic Neo"/>
              </a:defRPr>
            </a:lvl8pPr>
            <a:lvl9pPr algn="l">
              <a:defRPr sz="2100" b="1">
                <a:solidFill>
                  <a:srgbClr val="4676CB"/>
                </a:solidFill>
                <a:latin typeface="Apple SD Gothic Neo"/>
                <a:ea typeface="Apple SD Gothic Neo"/>
                <a:cs typeface="Apple SD Gothic Neo"/>
              </a:defRPr>
            </a:lvl9pPr>
          </a:lstStyle>
          <a:p xmlns:a="http://schemas.openxmlformats.org/drawingml/2006/main">
            <a:pPr algn="l">
              <a:defRPr sz="2100" b="1">
                <a:solidFill>
                  <a:srgbClr val="4676CB"/>
                </a:solidFill>
                <a:latin typeface="Apple SD Gothic Neo"/>
                <a:ea typeface="Apple SD Gothic Neo"/>
                <a:cs typeface="Apple SD Gothic Neo"/>
              </a:defRPr>
            </a:pPr>
            <a:r>
              <a:rPr sz="2100" b="1">
                <a:solidFill>
                  <a:srgbClr val="4676CB"/>
                </a:solidFill>
                <a:latin typeface="Apple SD Gothic Neo"/>
                <a:ea typeface="Apple SD Gothic Neo"/>
                <a:cs typeface="Apple SD Gothic Neo"/>
              </a:rPr>
              <a:t>독립 입력이 앞선 VIA 판단과 겹치고 호출 여유가 있는 조건에서 B 선택</a:t>
            </a:r>
          </a:p>
        </p:txBody>
      </p:sp>
      <p:graphicFrame>
        <p:nvGraphicFramePr>
          <p:cNvPr id="15" name="">
            <a:extLst xmlns:a="http://schemas.openxmlformats.org/drawingml/2006/main">
              <a:ext uri="{FF2B5EF4-FFF2-40B4-BE49-F238E27FC236}">
                <a16:creationId xmlns:a16="http://schemas.microsoft.com/office/drawing/2014/main" id="{79639507-6C73-471D-BDF8-BF5176FE50AF}"/>
              </a:ext>
            </a:extLst>
          </p:cNvPr>
          <p:cNvGraphicFramePr/>
          <p:nvPr/>
        </p:nvGraphicFramePr>
        <p:xfrm>
          <a:off xmlns:a="http://schemas.openxmlformats.org/drawingml/2006/main" x="228600" y="1752600"/>
          <a:ext xmlns:a="http://schemas.openxmlformats.org/drawingml/2006/main" cx="17830800" cy="7620000"/>
        </p:xfrm>
        <a:graphic xmlns:a="http://schemas.openxmlformats.org/drawingml/2006/main">
          <a:graphicData uri="http://schemas.openxmlformats.org/drawingml/2006/table">
            <a:tbl>
              <a:tblPr firstRow="0" bandRow="0" bandCol="0"/>
              <a:tblGrid>
                <a:gridCol w="1638300"/>
                <a:gridCol w="8096250"/>
                <a:gridCol w="8096250"/>
              </a:tblGrid>
              <a:tr h="476250">
                <a:tc>
                  <a:txBody>
                    <a:bodyPr anchor="ctr"/>
                    <a:lstStyle/>
                    <a:p>
                      <a:pPr algn="ctr"/>
                      <a:r>
                        <a:rPr sz="1875" b="1">
                          <a:solidFill>
                            <a:srgbClr val="111111"/>
                          </a:solidFill>
                          <a:latin typeface="Apple SD Gothic Neo"/>
                          <a:ea typeface="Apple SD Gothic Neo"/>
                          <a:cs typeface="Apple SD Gothic Neo"/>
                        </a:rPr>
                        <a:t>설계안</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(A) 하나의 대화 해석 실행</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(B) 공통 대화 해석 + 요청별 실행</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86150">
                <a:tc>
                  <a:txBody>
                    <a:bodyPr anchor="ctr"/>
                    <a:lstStyle/>
                    <a:p>
                      <a:pPr algn="ctr"/>
                      <a:r>
                        <a:rPr sz="2175" b="1">
                          <a:solidFill>
                            <a:srgbClr val="111111"/>
                          </a:solidFill>
                          <a:latin typeface="Apple SD Gothic Neo"/>
                          <a:ea typeface="Apple SD Gothic Neo"/>
                          <a:cs typeface="Apple SD Gothic Neo"/>
                        </a:rPr>
                        <a:t>구조</a:t>
                      </a: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r>
                        <a:rPr sz="1875" b="1">
                          <a:solidFill>
                            <a:srgbClr val="111111"/>
                          </a:solidFill>
                          <a:latin typeface="Apple SD Gothic Neo"/>
                          <a:ea typeface="Apple SD Gothic Neo"/>
                          <a:cs typeface="Apple SD Gothic Neo"/>
                        </a:rPr>
                        <a:t>장점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같은 문맥의 근거와 잠정 판단을 연속 사용</a:t>
                      </a:r>
                    </a:p>
                    <a:p>
                      <a:pPr algn="ctr"/>
                      <a:r>
                        <a:rPr sz="1650">
                          <a:solidFill>
                            <a:srgbClr val="111111"/>
                          </a:solidFill>
                          <a:latin typeface="Apple SD Gothic Neo"/>
                          <a:ea typeface="Apple SD Gothic Neo"/>
                          <a:cs typeface="Apple SD Gothic Neo"/>
                        </a:rPr>
                        <a:t>실행 대응과 반환 상태가 단순</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호출 여유가 있으면 긴 판단 중 새 입력 해석</a:t>
                      </a:r>
                    </a:p>
                    <a:p>
                      <a:pPr algn="ctr"/>
                      <a:r>
                        <a:rPr sz="1650">
                          <a:solidFill>
                            <a:srgbClr val="111111"/>
                          </a:solidFill>
                          <a:latin typeface="Apple SD Gothic Neo"/>
                          <a:ea typeface="Apple SD Gothic Neo"/>
                          <a:cs typeface="Apple SD Gothic Neo"/>
                        </a:rPr>
                        <a:t>독립 요청의 읽기·판단을 겹쳐 진행</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38200">
                <a:tc>
                  <a:txBody>
                    <a:bodyPr anchor="ctr"/>
                    <a:lstStyle/>
                    <a:p>
                      <a:pPr algn="ctr"/>
                      <a:r>
                        <a:rPr sz="1875" b="1">
                          <a:solidFill>
                            <a:srgbClr val="111111"/>
                          </a:solidFill>
                          <a:latin typeface="Apple SD Gothic Neo"/>
                          <a:ea typeface="Apple SD Gothic Neo"/>
                          <a:cs typeface="Apple SD Gothic Neo"/>
                        </a:rPr>
                        <a:t>단점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575">
                          <a:solidFill>
                            <a:srgbClr val="C00000"/>
                          </a:solidFill>
                          <a:latin typeface="Apple SD Gothic Neo"/>
                          <a:ea typeface="Apple SD Gothic Neo"/>
                          <a:cs typeface="Apple SD Gothic Neo"/>
                        </a:rPr>
                        <a:t>후속 의미 판단이 현재 step 경계를 기다림</a:t>
                      </a:r>
                    </a:p>
                    <a:p>
                      <a:pPr algn="ctr"/>
                      <a:r>
                        <a:rPr sz="1575">
                          <a:solidFill>
                            <a:srgbClr val="C00000"/>
                          </a:solidFill>
                          <a:latin typeface="Apple SD Gothic Neo"/>
                          <a:ea typeface="Apple SD Gothic Neo"/>
                          <a:cs typeface="Apple SD Gothic Neo"/>
                        </a:rPr>
                        <a:t>앞선 요청 전체 완료를 기다리는 것은 아님</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575" b="0">
                          <a:solidFill>
                            <a:srgbClr val="C00000"/>
                          </a:solidFill>
                          <a:latin typeface="Apple SD Gothic Neo"/>
                          <a:ea typeface="Apple SD Gothic Neo"/>
                          <a:cs typeface="Apple SD Gothic Neo"/>
                        </a:rPr>
                        <a:t>실행별 문맥·상태와 반환 관리가 추가됨</a:t>
                      </a:r>
                    </a:p>
                    <a:p>
                      <a:pPr algn="ctr">
                        <a:lnSpc>
                          <a:spcPct val="100000"/>
                        </a:lnSpc>
                        <a:buNone/>
                      </a:pPr>
                      <a:r>
                        <a:rPr sz="1575" b="0">
                          <a:solidFill>
                            <a:srgbClr val="C00000"/>
                          </a:solidFill>
                          <a:latin typeface="Apple SD Gothic Neo"/>
                          <a:ea typeface="Apple SD Gothic Neo"/>
                          <a:cs typeface="Apple SD Gothic Neo"/>
                        </a:rPr>
                        <a:t>호출 한도가 차면 병행 이익이 줄어듦</a:t>
                      </a:r>
                    </a:p>
                    <a:p>
                      <a:pPr algn="ctr">
                        <a:lnSpc>
                          <a:spcPct val="100000"/>
                        </a:lnSpc>
                        <a:buNone/>
                      </a:pPr>
                      <a:r>
                        <a:rPr sz="1575" b="0">
                          <a:solidFill>
                            <a:srgbClr val="4676CB"/>
                          </a:solidFill>
                          <a:latin typeface="Apple SD Gothic Neo"/>
                          <a:ea typeface="Apple SD Gothic Neo"/>
                          <a:cs typeface="Apple SD Gothic Neo"/>
                        </a:rPr>
                        <a:t>[QA06 보완] B1 불변 입력 공유 / 개별 변경 상태는 유지</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425" b="1">
                          <a:solidFill>
                            <a:srgbClr val="111111"/>
                          </a:solidFill>
                          <a:latin typeface="Apple SD Gothic Neo"/>
                          <a:ea typeface="Apple SD Gothic Neo"/>
                          <a:cs typeface="Apple SD Gothic Neo"/>
                        </a:rPr>
                        <a:t>QA01 첫 응답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8.677 (30/30)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6.698 (30/30)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425" b="1">
                          <a:solidFill>
                            <a:srgbClr val="111111"/>
                          </a:solidFill>
                          <a:latin typeface="Apple SD Gothic Neo"/>
                          <a:ea typeface="Apple SD Gothic Neo"/>
                          <a:cs typeface="Apple SD Gothic Neo"/>
                        </a:rPr>
                        <a:t>QA02 지칭 집합</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N/A</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N/A</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425" b="1">
                          <a:solidFill>
                            <a:srgbClr val="111111"/>
                          </a:solidFill>
                          <a:latin typeface="Apple SD Gothic Neo"/>
                          <a:ea typeface="Apple SD Gothic Neo"/>
                          <a:cs typeface="Apple SD Gothic Neo"/>
                        </a:rPr>
                        <a:t>QA03 처리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24.092 (23/24)</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20.982 (24/24)</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425" b="1">
                          <a:solidFill>
                            <a:srgbClr val="111111"/>
                          </a:solidFill>
                          <a:latin typeface="Apple SD Gothic Neo"/>
                          <a:ea typeface="Apple SD Gothic Neo"/>
                          <a:cs typeface="Apple SD Gothic Neo"/>
                        </a:rPr>
                        <a:t>QA04 변경 (개)</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2.00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2.00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r>
                        <a:rPr sz="1425" b="1">
                          <a:solidFill>
                            <a:srgbClr val="111111"/>
                          </a:solidFill>
                          <a:latin typeface="Apple SD Gothic Neo"/>
                          <a:ea typeface="Apple SD Gothic Neo"/>
                          <a:cs typeface="Apple SD Gothic Neo"/>
                        </a:rPr>
                        <a:t>QA05 모델 비용 ($)</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0.1224560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0.1125156</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l"/>
                      <a:r>
                        <a:rPr sz="1425" b="1">
                          <a:solidFill>
                            <a:srgbClr val="111111"/>
                          </a:solidFill>
                          <a:latin typeface="Apple SD Gothic Neo"/>
                          <a:ea typeface="Apple SD Gothic Neo"/>
                          <a:cs typeface="Apple SD Gothic Neo"/>
                        </a:rPr>
                        <a:t>QA06 RSS (MB)</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650">
                          <a:solidFill>
                            <a:srgbClr val="111111"/>
                          </a:solidFill>
                          <a:latin typeface="Apple SD Gothic Neo"/>
                          <a:ea typeface="Apple SD Gothic Neo"/>
                          <a:cs typeface="Apple SD Gothic Neo"/>
                        </a:rPr>
                        <a:t>45.351</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650" b="0">
                          <a:solidFill>
                            <a:srgbClr val="C00000"/>
                          </a:solidFill>
                          <a:latin typeface="Apple SD Gothic Neo"/>
                          <a:ea typeface="Apple SD Gothic Neo"/>
                          <a:cs typeface="Apple SD Gothic Neo"/>
                        </a:rPr>
                        <a:t>46.170 (기본)</a:t>
                      </a:r>
                    </a:p>
                    <a:p>
                      <a:pPr algn="ctr">
                        <a:lnSpc>
                          <a:spcPct val="100000"/>
                        </a:lnSpc>
                        <a:buNone/>
                      </a:pPr>
                      <a:r>
                        <a:rPr sz="1650" b="0">
                          <a:solidFill>
                            <a:srgbClr val="4676CB"/>
                          </a:solidFill>
                          <a:latin typeface="Apple SD Gothic Neo"/>
                          <a:ea typeface="Apple SD Gothic Neo"/>
                          <a:cs typeface="Apple SD Gothic Neo"/>
                        </a:rPr>
                        <a:t>[별도 재생 N=4] 32.326 → 31.867 MB</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2 object 137">
            <a:extLst xmlns:a="http://schemas.openxmlformats.org/drawingml/2006/main">
              <a:ext uri="{FF2B5EF4-FFF2-40B4-BE49-F238E27FC236}">
                <a16:creationId xmlns:a16="http://schemas.microsoft.com/office/drawing/2014/main" id="{6BB959F1-CEF6-4000-90D1-A97186328A3D}"/>
              </a:ext>
            </a:extLst>
          </p:cNvPr>
          <p:cNvSpPr>
            <a:spLocks xmlns:a="http://schemas.openxmlformats.org/drawingml/2006/main" noGrp="1"/>
          </p:cNvSpPr>
          <p:nvPr/>
        </p:nvSpPr>
        <p:spPr>
          <a:xfrm xmlns:a="http://schemas.openxmlformats.org/drawingml/2006/main">
            <a:off x="381000" y="2981325"/>
            <a:ext cx="1323975" cy="6477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17" name="DP2 object 138">
            <a:extLst xmlns:a="http://schemas.openxmlformats.org/drawingml/2006/main">
              <a:ext uri="{FF2B5EF4-FFF2-40B4-BE49-F238E27FC236}">
                <a16:creationId xmlns:a16="http://schemas.microsoft.com/office/drawing/2014/main" id="{B2753E04-AF2A-4970-AC3A-4F39E7F635B3}"/>
              </a:ext>
            </a:extLst>
          </p:cNvPr>
          <p:cNvSpPr>
            <a:spLocks xmlns:a="http://schemas.openxmlformats.org/drawingml/2006/main" noGrp="1"/>
          </p:cNvSpPr>
          <p:nvPr/>
        </p:nvSpPr>
        <p:spPr>
          <a:xfrm xmlns:a="http://schemas.openxmlformats.org/drawingml/2006/main">
            <a:off x="419100" y="3000375"/>
            <a:ext cx="123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1">
                <a:solidFill>
                  <a:srgbClr val="111111"/>
                </a:solidFill>
                <a:latin typeface="Apple SD Gothic Neo"/>
                <a:ea typeface="Apple SD Gothic Neo"/>
                <a:cs typeface="Apple SD Gothic Neo"/>
              </a:defRPr>
            </a:defPPr>
            <a:lvl1pPr algn="ctr">
              <a:defRPr sz="1500" b="1">
                <a:solidFill>
                  <a:srgbClr val="111111"/>
                </a:solidFill>
                <a:latin typeface="Apple SD Gothic Neo"/>
                <a:ea typeface="Apple SD Gothic Neo"/>
                <a:cs typeface="Apple SD Gothic Neo"/>
              </a:defRPr>
            </a:lvl1pPr>
            <a:lvl2pPr algn="ctr">
              <a:defRPr sz="1500" b="1">
                <a:solidFill>
                  <a:srgbClr val="111111"/>
                </a:solidFill>
                <a:latin typeface="Apple SD Gothic Neo"/>
                <a:ea typeface="Apple SD Gothic Neo"/>
                <a:cs typeface="Apple SD Gothic Neo"/>
              </a:defRPr>
            </a:lvl2pPr>
            <a:lvl3pPr algn="ctr">
              <a:defRPr sz="1500" b="1">
                <a:solidFill>
                  <a:srgbClr val="111111"/>
                </a:solidFill>
                <a:latin typeface="Apple SD Gothic Neo"/>
                <a:ea typeface="Apple SD Gothic Neo"/>
                <a:cs typeface="Apple SD Gothic Neo"/>
              </a:defRPr>
            </a:lvl3pPr>
            <a:lvl4pPr algn="ctr">
              <a:defRPr sz="1500" b="1">
                <a:solidFill>
                  <a:srgbClr val="111111"/>
                </a:solidFill>
                <a:latin typeface="Apple SD Gothic Neo"/>
                <a:ea typeface="Apple SD Gothic Neo"/>
                <a:cs typeface="Apple SD Gothic Neo"/>
              </a:defRPr>
            </a:lvl4pPr>
            <a:lvl5pPr algn="ctr">
              <a:defRPr sz="1500" b="1">
                <a:solidFill>
                  <a:srgbClr val="111111"/>
                </a:solidFill>
                <a:latin typeface="Apple SD Gothic Neo"/>
                <a:ea typeface="Apple SD Gothic Neo"/>
                <a:cs typeface="Apple SD Gothic Neo"/>
              </a:defRPr>
            </a:lvl5pPr>
            <a:lvl6pPr algn="ctr">
              <a:defRPr sz="1500" b="1">
                <a:solidFill>
                  <a:srgbClr val="111111"/>
                </a:solidFill>
                <a:latin typeface="Apple SD Gothic Neo"/>
                <a:ea typeface="Apple SD Gothic Neo"/>
                <a:cs typeface="Apple SD Gothic Neo"/>
              </a:defRPr>
            </a:lvl6pPr>
            <a:lvl7pPr algn="ctr">
              <a:defRPr sz="1500" b="1">
                <a:solidFill>
                  <a:srgbClr val="111111"/>
                </a:solidFill>
                <a:latin typeface="Apple SD Gothic Neo"/>
                <a:ea typeface="Apple SD Gothic Neo"/>
                <a:cs typeface="Apple SD Gothic Neo"/>
              </a:defRPr>
            </a:lvl7pPr>
            <a:lvl8pPr algn="ctr">
              <a:defRPr sz="1500" b="1">
                <a:solidFill>
                  <a:srgbClr val="111111"/>
                </a:solidFill>
                <a:latin typeface="Apple SD Gothic Neo"/>
                <a:ea typeface="Apple SD Gothic Neo"/>
                <a:cs typeface="Apple SD Gothic Neo"/>
              </a:defRPr>
            </a:lvl8pPr>
            <a:lvl9pPr algn="ctr">
              <a:defRPr sz="1500" b="1">
                <a:solidFill>
                  <a:srgbClr val="111111"/>
                </a:solidFill>
                <a:latin typeface="Apple SD Gothic Neo"/>
                <a:ea typeface="Apple SD Gothic Neo"/>
                <a:cs typeface="Apple SD Gothic Neo"/>
              </a:defRPr>
            </a:lvl9pPr>
          </a:lstStyle>
          <a:p xmlns:a="http://schemas.openxmlformats.org/drawingml/2006/main">
            <a:pPr algn="ctr">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Component</a:t>
            </a:r>
          </a:p>
        </p:txBody>
      </p:sp>
      <p:sp>
        <p:nvSpPr>
          <p:cNvPr id="18" name="DP2 object 139">
            <a:extLst xmlns:a="http://schemas.openxmlformats.org/drawingml/2006/main">
              <a:ext uri="{FF2B5EF4-FFF2-40B4-BE49-F238E27FC236}">
                <a16:creationId xmlns:a16="http://schemas.microsoft.com/office/drawing/2014/main" id="{3B5BB359-758B-4478-84EC-67BFCFF788F3}"/>
              </a:ext>
            </a:extLst>
          </p:cNvPr>
          <p:cNvSpPr>
            <a:spLocks xmlns:a="http://schemas.openxmlformats.org/drawingml/2006/main" noGrp="1"/>
          </p:cNvSpPr>
          <p:nvPr/>
        </p:nvSpPr>
        <p:spPr>
          <a:xfrm xmlns:a="http://schemas.openxmlformats.org/drawingml/2006/main">
            <a:off x="466725" y="3305175"/>
            <a:ext cx="1152525" cy="23812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prstDash val="solid"/>
          </a:ln>
        </p:spPr>
      </p:sp>
      <p:sp>
        <p:nvSpPr>
          <p:cNvPr id="19" name="DP2 object 140">
            <a:extLst xmlns:a="http://schemas.openxmlformats.org/drawingml/2006/main">
              <a:ext uri="{FF2B5EF4-FFF2-40B4-BE49-F238E27FC236}">
                <a16:creationId xmlns:a16="http://schemas.microsoft.com/office/drawing/2014/main" id="{35EAC499-C1DC-4B52-9F46-5C5C2FE5AA9B}"/>
              </a:ext>
            </a:extLst>
          </p:cNvPr>
          <p:cNvSpPr>
            <a:spLocks xmlns:a="http://schemas.openxmlformats.org/drawingml/2006/main" noGrp="1"/>
          </p:cNvSpPr>
          <p:nvPr/>
        </p:nvSpPr>
        <p:spPr>
          <a:xfrm xmlns:a="http://schemas.openxmlformats.org/drawingml/2006/main">
            <a:off x="485775" y="3305175"/>
            <a:ext cx="1114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내부 처리</a:t>
            </a:r>
          </a:p>
        </p:txBody>
      </p:sp>
      <p:sp>
        <p:nvSpPr>
          <p:cNvPr id="20" name="보존 데이터">
            <a:extLst xmlns:a="http://schemas.openxmlformats.org/drawingml/2006/main">
              <a:ext uri="{FF2B5EF4-FFF2-40B4-BE49-F238E27FC236}">
                <a16:creationId xmlns:a16="http://schemas.microsoft.com/office/drawing/2014/main" id="{AB00067E-25E4-4104-97E9-266E3D9E3DF4}"/>
              </a:ext>
            </a:extLst>
          </p:cNvPr>
          <p:cNvSpPr>
            <a:spLocks xmlns:a="http://schemas.openxmlformats.org/drawingml/2006/main" noGrp="1"/>
          </p:cNvSpPr>
          <p:nvPr/>
        </p:nvSpPr>
        <p:spPr>
          <a:xfrm xmlns:a="http://schemas.openxmlformats.org/drawingml/2006/main">
            <a:off x="400050" y="3876675"/>
            <a:ext cx="1285875" cy="52387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1" name="DP2 object 141">
            <a:extLst xmlns:a="http://schemas.openxmlformats.org/drawingml/2006/main">
              <a:ext uri="{FF2B5EF4-FFF2-40B4-BE49-F238E27FC236}">
                <a16:creationId xmlns:a16="http://schemas.microsoft.com/office/drawing/2014/main" id="{DE7859AC-2988-4BF4-8B76-CB48B9E4B44A}"/>
              </a:ext>
            </a:extLst>
          </p:cNvPr>
          <p:cNvSpPr>
            <a:spLocks xmlns:a="http://schemas.openxmlformats.org/drawingml/2006/main" noGrp="1"/>
          </p:cNvSpPr>
          <p:nvPr/>
        </p:nvSpPr>
        <p:spPr>
          <a:xfrm xmlns:a="http://schemas.openxmlformats.org/drawingml/2006/main">
            <a:off x="447675" y="3981450"/>
            <a:ext cx="1190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보존 데이터</a:t>
            </a:r>
          </a:p>
        </p:txBody>
      </p:sp>
      <p:sp>
        <p:nvSpPr>
          <p:cNvPr id="22" name="DP2 object 142">
            <a:extLst xmlns:a="http://schemas.openxmlformats.org/drawingml/2006/main">
              <a:ext uri="{FF2B5EF4-FFF2-40B4-BE49-F238E27FC236}">
                <a16:creationId xmlns:a16="http://schemas.microsoft.com/office/drawing/2014/main" id="{45020FA1-74FF-4C81-A46D-13CABB57FFF0}"/>
              </a:ext>
            </a:extLst>
          </p:cNvPr>
          <p:cNvSpPr>
            <a:spLocks xmlns:a="http://schemas.openxmlformats.org/drawingml/2006/main" noGrp="1"/>
          </p:cNvSpPr>
          <p:nvPr/>
        </p:nvSpPr>
        <p:spPr>
          <a:xfrm xmlns:a="http://schemas.openxmlformats.org/drawingml/2006/main">
            <a:off x="333375" y="4495800"/>
            <a:ext cx="14382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50555B"/>
                </a:solidFill>
                <a:latin typeface="Apple SD Gothic Neo"/>
                <a:ea typeface="Apple SD Gothic Neo"/>
                <a:cs typeface="Apple SD Gothic Neo"/>
              </a:defRPr>
            </a:defPPr>
            <a:lvl1pPr algn="ctr">
              <a:defRPr sz="1275" b="0">
                <a:solidFill>
                  <a:srgbClr val="50555B"/>
                </a:solidFill>
                <a:latin typeface="Apple SD Gothic Neo"/>
                <a:ea typeface="Apple SD Gothic Neo"/>
                <a:cs typeface="Apple SD Gothic Neo"/>
              </a:defRPr>
            </a:lvl1pPr>
            <a:lvl2pPr algn="ctr">
              <a:defRPr sz="1275" b="0">
                <a:solidFill>
                  <a:srgbClr val="50555B"/>
                </a:solidFill>
                <a:latin typeface="Apple SD Gothic Neo"/>
                <a:ea typeface="Apple SD Gothic Neo"/>
                <a:cs typeface="Apple SD Gothic Neo"/>
              </a:defRPr>
            </a:lvl2pPr>
            <a:lvl3pPr algn="ctr">
              <a:defRPr sz="1275" b="0">
                <a:solidFill>
                  <a:srgbClr val="50555B"/>
                </a:solidFill>
                <a:latin typeface="Apple SD Gothic Neo"/>
                <a:ea typeface="Apple SD Gothic Neo"/>
                <a:cs typeface="Apple SD Gothic Neo"/>
              </a:defRPr>
            </a:lvl3pPr>
            <a:lvl4pPr algn="ctr">
              <a:defRPr sz="1275" b="0">
                <a:solidFill>
                  <a:srgbClr val="50555B"/>
                </a:solidFill>
                <a:latin typeface="Apple SD Gothic Neo"/>
                <a:ea typeface="Apple SD Gothic Neo"/>
                <a:cs typeface="Apple SD Gothic Neo"/>
              </a:defRPr>
            </a:lvl4pPr>
            <a:lvl5pPr algn="ctr">
              <a:defRPr sz="1275" b="0">
                <a:solidFill>
                  <a:srgbClr val="50555B"/>
                </a:solidFill>
                <a:latin typeface="Apple SD Gothic Neo"/>
                <a:ea typeface="Apple SD Gothic Neo"/>
                <a:cs typeface="Apple SD Gothic Neo"/>
              </a:defRPr>
            </a:lvl5pPr>
            <a:lvl6pPr algn="ctr">
              <a:defRPr sz="1275" b="0">
                <a:solidFill>
                  <a:srgbClr val="50555B"/>
                </a:solidFill>
                <a:latin typeface="Apple SD Gothic Neo"/>
                <a:ea typeface="Apple SD Gothic Neo"/>
                <a:cs typeface="Apple SD Gothic Neo"/>
              </a:defRPr>
            </a:lvl6pPr>
            <a:lvl7pPr algn="ctr">
              <a:defRPr sz="1275" b="0">
                <a:solidFill>
                  <a:srgbClr val="50555B"/>
                </a:solidFill>
                <a:latin typeface="Apple SD Gothic Neo"/>
                <a:ea typeface="Apple SD Gothic Neo"/>
                <a:cs typeface="Apple SD Gothic Neo"/>
              </a:defRPr>
            </a:lvl7pPr>
            <a:lvl8pPr algn="ctr">
              <a:defRPr sz="1275" b="0">
                <a:solidFill>
                  <a:srgbClr val="50555B"/>
                </a:solidFill>
                <a:latin typeface="Apple SD Gothic Neo"/>
                <a:ea typeface="Apple SD Gothic Neo"/>
                <a:cs typeface="Apple SD Gothic Neo"/>
              </a:defRPr>
            </a:lvl8pPr>
            <a:lvl9pPr algn="ctr">
              <a:defRPr sz="1275" b="0">
                <a:solidFill>
                  <a:srgbClr val="50555B"/>
                </a:solidFill>
                <a:latin typeface="Apple SD Gothic Neo"/>
                <a:ea typeface="Apple SD Gothic Neo"/>
                <a:cs typeface="Apple SD Gothic Neo"/>
              </a:defRPr>
            </a:lvl9pPr>
          </a:lstStyle>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R1·R2는 논리 실행</a:t>
            </a:r>
          </a:p>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모델 복제 아님</a:t>
            </a:r>
          </a:p>
        </p:txBody>
      </p:sp>
      <p:sp>
        <p:nvSpPr>
          <p:cNvPr id="23" name="DP2 object 143">
            <a:extLst xmlns:a="http://schemas.openxmlformats.org/drawingml/2006/main">
              <a:ext uri="{FF2B5EF4-FFF2-40B4-BE49-F238E27FC236}">
                <a16:creationId xmlns:a16="http://schemas.microsoft.com/office/drawing/2014/main" id="{E810C41D-A125-44BF-9655-D2CC7D0DDFA0}"/>
              </a:ext>
            </a:extLst>
          </p:cNvPr>
          <p:cNvSpPr>
            <a:spLocks xmlns:a="http://schemas.openxmlformats.org/drawingml/2006/main" noGrp="1"/>
          </p:cNvSpPr>
          <p:nvPr/>
        </p:nvSpPr>
        <p:spPr>
          <a:xfrm xmlns:a="http://schemas.openxmlformats.org/drawingml/2006/main">
            <a:off x="333375" y="4981575"/>
            <a:ext cx="14382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00" b="0">
                <a:solidFill>
                  <a:srgbClr val="50555B"/>
                </a:solidFill>
                <a:latin typeface="Apple SD Gothic Neo"/>
                <a:ea typeface="Apple SD Gothic Neo"/>
                <a:cs typeface="Apple SD Gothic Neo"/>
              </a:defRPr>
            </a:defPPr>
            <a:lvl1pPr algn="ctr">
              <a:defRPr sz="1200" b="0">
                <a:solidFill>
                  <a:srgbClr val="50555B"/>
                </a:solidFill>
                <a:latin typeface="Apple SD Gothic Neo"/>
                <a:ea typeface="Apple SD Gothic Neo"/>
                <a:cs typeface="Apple SD Gothic Neo"/>
              </a:defRPr>
            </a:lvl1pPr>
            <a:lvl2pPr algn="ctr">
              <a:defRPr sz="1200" b="0">
                <a:solidFill>
                  <a:srgbClr val="50555B"/>
                </a:solidFill>
                <a:latin typeface="Apple SD Gothic Neo"/>
                <a:ea typeface="Apple SD Gothic Neo"/>
                <a:cs typeface="Apple SD Gothic Neo"/>
              </a:defRPr>
            </a:lvl2pPr>
            <a:lvl3pPr algn="ctr">
              <a:defRPr sz="1200" b="0">
                <a:solidFill>
                  <a:srgbClr val="50555B"/>
                </a:solidFill>
                <a:latin typeface="Apple SD Gothic Neo"/>
                <a:ea typeface="Apple SD Gothic Neo"/>
                <a:cs typeface="Apple SD Gothic Neo"/>
              </a:defRPr>
            </a:lvl3pPr>
            <a:lvl4pPr algn="ctr">
              <a:defRPr sz="1200" b="0">
                <a:solidFill>
                  <a:srgbClr val="50555B"/>
                </a:solidFill>
                <a:latin typeface="Apple SD Gothic Neo"/>
                <a:ea typeface="Apple SD Gothic Neo"/>
                <a:cs typeface="Apple SD Gothic Neo"/>
              </a:defRPr>
            </a:lvl4pPr>
            <a:lvl5pPr algn="ctr">
              <a:defRPr sz="1200" b="0">
                <a:solidFill>
                  <a:srgbClr val="50555B"/>
                </a:solidFill>
                <a:latin typeface="Apple SD Gothic Neo"/>
                <a:ea typeface="Apple SD Gothic Neo"/>
                <a:cs typeface="Apple SD Gothic Neo"/>
              </a:defRPr>
            </a:lvl5pPr>
            <a:lvl6pPr algn="ctr">
              <a:defRPr sz="1200" b="0">
                <a:solidFill>
                  <a:srgbClr val="50555B"/>
                </a:solidFill>
                <a:latin typeface="Apple SD Gothic Neo"/>
                <a:ea typeface="Apple SD Gothic Neo"/>
                <a:cs typeface="Apple SD Gothic Neo"/>
              </a:defRPr>
            </a:lvl6pPr>
            <a:lvl7pPr algn="ctr">
              <a:defRPr sz="1200" b="0">
                <a:solidFill>
                  <a:srgbClr val="50555B"/>
                </a:solidFill>
                <a:latin typeface="Apple SD Gothic Neo"/>
                <a:ea typeface="Apple SD Gothic Neo"/>
                <a:cs typeface="Apple SD Gothic Neo"/>
              </a:defRPr>
            </a:lvl7pPr>
            <a:lvl8pPr algn="ctr">
              <a:defRPr sz="1200" b="0">
                <a:solidFill>
                  <a:srgbClr val="50555B"/>
                </a:solidFill>
                <a:latin typeface="Apple SD Gothic Neo"/>
                <a:ea typeface="Apple SD Gothic Neo"/>
                <a:cs typeface="Apple SD Gothic Neo"/>
              </a:defRPr>
            </a:lvl8pPr>
            <a:lvl9pPr algn="ctr">
              <a:defRPr sz="1200" b="0">
                <a:solidFill>
                  <a:srgbClr val="50555B"/>
                </a:solidFill>
                <a:latin typeface="Apple SD Gothic Neo"/>
                <a:ea typeface="Apple SD Gothic Neo"/>
                <a:cs typeface="Apple SD Gothic Neo"/>
              </a:defRPr>
            </a:lvl9pPr>
          </a:lstStyle>
          <a:p xmlns:a="http://schemas.openxmlformats.org/drawingml/2006/main">
            <a:pPr algn="ctr">
              <a:defRPr sz="1200" b="0">
                <a:solidFill>
                  <a:srgbClr val="50555B"/>
                </a:solidFill>
                <a:latin typeface="Apple SD Gothic Neo"/>
                <a:ea typeface="Apple SD Gothic Neo"/>
                <a:cs typeface="Apple SD Gothic Neo"/>
              </a:defRPr>
            </a:pPr>
            <a:r>
              <a:rPr sz="1200" b="0">
                <a:solidFill>
                  <a:srgbClr val="50555B"/>
                </a:solidFill>
                <a:latin typeface="Apple SD Gothic Neo"/>
                <a:ea typeface="Apple SD Gothic Neo"/>
                <a:cs typeface="Apple SD Gothic Neo"/>
              </a:rPr>
              <a:t>같은 이름은</a:t>
            </a:r>
          </a:p>
          <a:p xmlns:a="http://schemas.openxmlformats.org/drawingml/2006/main">
            <a:pPr algn="ctr">
              <a:defRPr sz="1200" b="0">
                <a:solidFill>
                  <a:srgbClr val="50555B"/>
                </a:solidFill>
                <a:latin typeface="Apple SD Gothic Neo"/>
                <a:ea typeface="Apple SD Gothic Neo"/>
                <a:cs typeface="Apple SD Gothic Neo"/>
              </a:defRPr>
            </a:pPr>
            <a:r>
              <a:rPr sz="1200" b="0">
                <a:solidFill>
                  <a:srgbClr val="50555B"/>
                </a:solidFill>
                <a:latin typeface="Apple SD Gothic Neo"/>
                <a:ea typeface="Apple SD Gothic Neo"/>
                <a:cs typeface="Apple SD Gothic Neo"/>
              </a:rPr>
              <a:t>같은 Component의</a:t>
            </a:r>
          </a:p>
          <a:p xmlns:a="http://schemas.openxmlformats.org/drawingml/2006/main">
            <a:pPr algn="ctr">
              <a:defRPr sz="1200" b="0">
                <a:solidFill>
                  <a:srgbClr val="50555B"/>
                </a:solidFill>
                <a:latin typeface="Apple SD Gothic Neo"/>
                <a:ea typeface="Apple SD Gothic Neo"/>
                <a:cs typeface="Apple SD Gothic Neo"/>
              </a:defRPr>
            </a:pPr>
            <a:r>
              <a:rPr sz="1200" b="0">
                <a:solidFill>
                  <a:srgbClr val="50555B"/>
                </a:solidFill>
                <a:latin typeface="Apple SD Gothic Neo"/>
                <a:ea typeface="Apple SD Gothic Neo"/>
                <a:cs typeface="Apple SD Gothic Neo"/>
              </a:rPr>
              <a:t>단계별 표시</a:t>
            </a:r>
          </a:p>
        </p:txBody>
      </p:sp>
      <p:sp>
        <p:nvSpPr>
          <p:cNvPr id="24" name="DP2 object 144">
            <a:extLst xmlns:a="http://schemas.openxmlformats.org/drawingml/2006/main">
              <a:ext uri="{FF2B5EF4-FFF2-40B4-BE49-F238E27FC236}">
                <a16:creationId xmlns:a16="http://schemas.microsoft.com/office/drawing/2014/main" id="{9DD655FD-8665-4047-A534-EC4562135F43}"/>
              </a:ext>
            </a:extLst>
          </p:cNvPr>
          <p:cNvSpPr>
            <a:spLocks xmlns:a="http://schemas.openxmlformats.org/drawingml/2006/main" noGrp="1"/>
          </p:cNvSpPr>
          <p:nvPr/>
        </p:nvSpPr>
        <p:spPr>
          <a:xfrm xmlns:a="http://schemas.openxmlformats.org/drawingml/2006/main">
            <a:off x="400050" y="5505450"/>
            <a:ext cx="209550" cy="161925"/>
          </a:xfrm>
          <a:prstGeom xmlns:a="http://schemas.openxmlformats.org/drawingml/2006/main" prst="rect">
            <a:avLst/>
          </a:prstGeom>
          <a:solidFill xmlns:a="http://schemas.openxmlformats.org/drawingml/2006/main">
            <a:srgbClr val="FFFFFF"/>
          </a:solidFill>
          <a:ln xmlns:a="http://schemas.openxmlformats.org/drawingml/2006/main" w="25718">
            <a:solidFill>
              <a:srgbClr val="4676CB"/>
            </a:solidFill>
            <a:prstDash val="solid"/>
          </a:ln>
        </p:spPr>
      </p:sp>
      <p:sp>
        <p:nvSpPr>
          <p:cNvPr id="25" name="DP2 object 145">
            <a:extLst xmlns:a="http://schemas.openxmlformats.org/drawingml/2006/main">
              <a:ext uri="{FF2B5EF4-FFF2-40B4-BE49-F238E27FC236}">
                <a16:creationId xmlns:a16="http://schemas.microsoft.com/office/drawing/2014/main" id="{FAF9B861-95B2-4C17-8886-7AC98E3A33E9}"/>
              </a:ext>
            </a:extLst>
          </p:cNvPr>
          <p:cNvSpPr>
            <a:spLocks xmlns:a="http://schemas.openxmlformats.org/drawingml/2006/main" noGrp="1"/>
          </p:cNvSpPr>
          <p:nvPr/>
        </p:nvSpPr>
        <p:spPr>
          <a:xfrm xmlns:a="http://schemas.openxmlformats.org/drawingml/2006/main">
            <a:off x="695325" y="5476875"/>
            <a:ext cx="10763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350" b="1">
                <a:solidFill>
                  <a:srgbClr val="4676CB"/>
                </a:solidFill>
                <a:latin typeface="Apple SD Gothic Neo"/>
                <a:ea typeface="Apple SD Gothic Neo"/>
                <a:cs typeface="Apple SD Gothic Neo"/>
              </a:defRPr>
            </a:defPPr>
            <a:lvl1pPr algn="l">
              <a:defRPr sz="1350" b="1">
                <a:solidFill>
                  <a:srgbClr val="4676CB"/>
                </a:solidFill>
                <a:latin typeface="Apple SD Gothic Neo"/>
                <a:ea typeface="Apple SD Gothic Neo"/>
                <a:cs typeface="Apple SD Gothic Neo"/>
              </a:defRPr>
            </a:lvl1pPr>
            <a:lvl2pPr algn="l">
              <a:defRPr sz="1350" b="1">
                <a:solidFill>
                  <a:srgbClr val="4676CB"/>
                </a:solidFill>
                <a:latin typeface="Apple SD Gothic Neo"/>
                <a:ea typeface="Apple SD Gothic Neo"/>
                <a:cs typeface="Apple SD Gothic Neo"/>
              </a:defRPr>
            </a:lvl2pPr>
            <a:lvl3pPr algn="l">
              <a:defRPr sz="1350" b="1">
                <a:solidFill>
                  <a:srgbClr val="4676CB"/>
                </a:solidFill>
                <a:latin typeface="Apple SD Gothic Neo"/>
                <a:ea typeface="Apple SD Gothic Neo"/>
                <a:cs typeface="Apple SD Gothic Neo"/>
              </a:defRPr>
            </a:lvl3pPr>
            <a:lvl4pPr algn="l">
              <a:defRPr sz="1350" b="1">
                <a:solidFill>
                  <a:srgbClr val="4676CB"/>
                </a:solidFill>
                <a:latin typeface="Apple SD Gothic Neo"/>
                <a:ea typeface="Apple SD Gothic Neo"/>
                <a:cs typeface="Apple SD Gothic Neo"/>
              </a:defRPr>
            </a:lvl4pPr>
            <a:lvl5pPr algn="l">
              <a:defRPr sz="1350" b="1">
                <a:solidFill>
                  <a:srgbClr val="4676CB"/>
                </a:solidFill>
                <a:latin typeface="Apple SD Gothic Neo"/>
                <a:ea typeface="Apple SD Gothic Neo"/>
                <a:cs typeface="Apple SD Gothic Neo"/>
              </a:defRPr>
            </a:lvl5pPr>
            <a:lvl6pPr algn="l">
              <a:defRPr sz="1350" b="1">
                <a:solidFill>
                  <a:srgbClr val="4676CB"/>
                </a:solidFill>
                <a:latin typeface="Apple SD Gothic Neo"/>
                <a:ea typeface="Apple SD Gothic Neo"/>
                <a:cs typeface="Apple SD Gothic Neo"/>
              </a:defRPr>
            </a:lvl6pPr>
            <a:lvl7pPr algn="l">
              <a:defRPr sz="1350" b="1">
                <a:solidFill>
                  <a:srgbClr val="4676CB"/>
                </a:solidFill>
                <a:latin typeface="Apple SD Gothic Neo"/>
                <a:ea typeface="Apple SD Gothic Neo"/>
                <a:cs typeface="Apple SD Gothic Neo"/>
              </a:defRPr>
            </a:lvl7pPr>
            <a:lvl8pPr algn="l">
              <a:defRPr sz="1350" b="1">
                <a:solidFill>
                  <a:srgbClr val="4676CB"/>
                </a:solidFill>
                <a:latin typeface="Apple SD Gothic Neo"/>
                <a:ea typeface="Apple SD Gothic Neo"/>
                <a:cs typeface="Apple SD Gothic Neo"/>
              </a:defRPr>
            </a:lvl8pPr>
            <a:lvl9pPr algn="l">
              <a:defRPr sz="1350" b="1">
                <a:solidFill>
                  <a:srgbClr val="4676CB"/>
                </a:solidFill>
                <a:latin typeface="Apple SD Gothic Neo"/>
                <a:ea typeface="Apple SD Gothic Neo"/>
                <a:cs typeface="Apple SD Gothic Neo"/>
              </a:defRPr>
            </a:lvl9pPr>
          </a:lstStyle>
          <a:p xmlns:a="http://schemas.openxmlformats.org/drawingml/2006/main">
            <a:pPr algn="l">
              <a:defRPr sz="1350" b="1">
                <a:solidFill>
                  <a:srgbClr val="4676CB"/>
                </a:solidFill>
                <a:latin typeface="Apple SD Gothic Neo"/>
                <a:ea typeface="Apple SD Gothic Neo"/>
                <a:cs typeface="Apple SD Gothic Neo"/>
              </a:defRPr>
            </a:pPr>
            <a:r>
              <a:rPr sz="1350" b="1">
                <a:solidFill>
                  <a:srgbClr val="4676CB"/>
                </a:solidFill>
                <a:latin typeface="Apple SD Gothic Neo"/>
                <a:ea typeface="Apple SD Gothic Neo"/>
                <a:cs typeface="Apple SD Gothic Neo"/>
              </a:rPr>
              <a:t>보완 B1</a:t>
            </a:r>
          </a:p>
        </p:txBody>
      </p:sp>
      <p:sp>
        <p:nvSpPr>
          <p:cNvPr id="26" name="DP2 object 146">
            <a:extLst xmlns:a="http://schemas.openxmlformats.org/drawingml/2006/main">
              <a:ext uri="{FF2B5EF4-FFF2-40B4-BE49-F238E27FC236}">
                <a16:creationId xmlns:a16="http://schemas.microsoft.com/office/drawing/2014/main" id="{9477DFFA-292F-4B57-9966-2C0D3A65E784}"/>
              </a:ext>
            </a:extLst>
          </p:cNvPr>
          <p:cNvSpPr>
            <a:spLocks xmlns:a="http://schemas.openxmlformats.org/drawingml/2006/main" noGrp="1"/>
          </p:cNvSpPr>
          <p:nvPr/>
        </p:nvSpPr>
        <p:spPr>
          <a:xfrm xmlns:a="http://schemas.openxmlformats.org/drawingml/2006/main">
            <a:off x="1962150" y="2286000"/>
            <a:ext cx="790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현재 step 경계에서 새 입력을 같은 실행에 반영</a:t>
            </a:r>
          </a:p>
        </p:txBody>
      </p:sp>
      <p:sp>
        <p:nvSpPr>
          <p:cNvPr id="27" name="Request Controller Component">
            <a:extLst xmlns:a="http://schemas.openxmlformats.org/drawingml/2006/main">
              <a:ext uri="{FF2B5EF4-FFF2-40B4-BE49-F238E27FC236}">
                <a16:creationId xmlns:a16="http://schemas.microsoft.com/office/drawing/2014/main" id="{EC0F228A-31BC-46E5-8553-62193B16E06C}"/>
              </a:ext>
            </a:extLst>
          </p:cNvPr>
          <p:cNvSpPr>
            <a:spLocks xmlns:a="http://schemas.openxmlformats.org/drawingml/2006/main" noGrp="1"/>
          </p:cNvSpPr>
          <p:nvPr/>
        </p:nvSpPr>
        <p:spPr>
          <a:xfrm xmlns:a="http://schemas.openxmlformats.org/drawingml/2006/main">
            <a:off x="2133600" y="2676525"/>
            <a:ext cx="7562850" cy="6667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28" name="DP2 object 147">
            <a:extLst xmlns:a="http://schemas.openxmlformats.org/drawingml/2006/main">
              <a:ext uri="{FF2B5EF4-FFF2-40B4-BE49-F238E27FC236}">
                <a16:creationId xmlns:a16="http://schemas.microsoft.com/office/drawing/2014/main" id="{7B128607-AB43-428C-B152-68C794331CF9}"/>
              </a:ext>
            </a:extLst>
          </p:cNvPr>
          <p:cNvSpPr>
            <a:spLocks xmlns:a="http://schemas.openxmlformats.org/drawingml/2006/main" noGrp="1"/>
          </p:cNvSpPr>
          <p:nvPr/>
        </p:nvSpPr>
        <p:spPr>
          <a:xfrm xmlns:a="http://schemas.openxmlformats.org/drawingml/2006/main">
            <a:off x="2200275" y="2695575"/>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Request Controller</a:t>
            </a:r>
          </a:p>
        </p:txBody>
      </p:sp>
      <p:sp>
        <p:nvSpPr>
          <p:cNvPr id="29" name="Editable path 148">
            <a:extLst xmlns:a="http://schemas.openxmlformats.org/drawingml/2006/main">
              <a:ext uri="{FF2B5EF4-FFF2-40B4-BE49-F238E27FC236}">
                <a16:creationId xmlns:a16="http://schemas.microsoft.com/office/drawing/2014/main" id="{C166557D-D668-4CF4-95A1-D97A9EE0B8A4}"/>
              </a:ext>
            </a:extLst>
          </p:cNvPr>
          <p:cNvSpPr>
            <a:spLocks xmlns:a="http://schemas.openxmlformats.org/drawingml/2006/main" noGrp="1"/>
          </p:cNvSpPr>
          <p:nvPr/>
        </p:nvSpPr>
        <p:spPr>
          <a:xfrm xmlns:a="http://schemas.openxmlformats.org/drawingml/2006/main">
            <a:off x="2133600" y="3000375"/>
            <a:ext cx="7562850" cy="953"/>
          </a:xfrm>
          <a:custGeom xmlns:a="http://schemas.openxmlformats.org/drawingml/2006/main">
            <a:pathLst>
              <a:path w="7562850" h="953">
                <a:moveTo>
                  <a:pt x="0" y="0"/>
                </a:moveTo>
                <a:lnTo>
                  <a:pt x="7562850" y="0"/>
                </a:lnTo>
              </a:path>
            </a:pathLst>
          </a:custGeom>
          <a:noFill xmlns:a="http://schemas.openxmlformats.org/drawingml/2006/main"/>
          <a:ln xmlns:a="http://schemas.openxmlformats.org/drawingml/2006/main" w="14288">
            <a:solidFill>
              <a:srgbClr val="111111"/>
            </a:solidFill>
            <a:prstDash val="solid"/>
          </a:ln>
        </p:spPr>
      </p:sp>
      <p:sp>
        <p:nvSpPr>
          <p:cNvPr id="30" name="DP2 object 149">
            <a:extLst xmlns:a="http://schemas.openxmlformats.org/drawingml/2006/main">
              <a:ext uri="{FF2B5EF4-FFF2-40B4-BE49-F238E27FC236}">
                <a16:creationId xmlns:a16="http://schemas.microsoft.com/office/drawing/2014/main" id="{581009A3-CE69-46A7-A4D5-95DC7D8775B9}"/>
              </a:ext>
            </a:extLst>
          </p:cNvPr>
          <p:cNvSpPr>
            <a:spLocks xmlns:a="http://schemas.openxmlformats.org/drawingml/2006/main" noGrp="1"/>
          </p:cNvSpPr>
          <p:nvPr/>
        </p:nvSpPr>
        <p:spPr>
          <a:xfrm xmlns:a="http://schemas.openxmlformats.org/drawingml/2006/main">
            <a:off x="2228850" y="3019425"/>
            <a:ext cx="73723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입력 수신·보존 / 현재 step 뒤 새 의미 판단 시작 요청</a:t>
            </a:r>
          </a:p>
        </p:txBody>
      </p:sp>
      <p:sp>
        <p:nvSpPr>
          <p:cNvPr id="31" name="Editable path 150">
            <a:extLst xmlns:a="http://schemas.openxmlformats.org/drawingml/2006/main">
              <a:ext uri="{FF2B5EF4-FFF2-40B4-BE49-F238E27FC236}">
                <a16:creationId xmlns:a16="http://schemas.microsoft.com/office/drawing/2014/main" id="{C3B35443-9265-4D06-A227-453C06064B38}"/>
              </a:ext>
            </a:extLst>
          </p:cNvPr>
          <p:cNvSpPr>
            <a:spLocks xmlns:a="http://schemas.openxmlformats.org/drawingml/2006/main" noGrp="1"/>
          </p:cNvSpPr>
          <p:nvPr/>
        </p:nvSpPr>
        <p:spPr>
          <a:xfrm xmlns:a="http://schemas.openxmlformats.org/drawingml/2006/main">
            <a:off x="5915025" y="3343275"/>
            <a:ext cx="953" cy="161925"/>
          </a:xfrm>
          <a:custGeom xmlns:a="http://schemas.openxmlformats.org/drawingml/2006/main">
            <a:pathLst>
              <a:path w="953" h="161925">
                <a:moveTo>
                  <a:pt x="0" y="0"/>
                </a:moveTo>
                <a:lnTo>
                  <a:pt x="0" y="161925"/>
                </a:lnTo>
              </a:path>
            </a:pathLst>
          </a:custGeom>
          <a:noFill xmlns:a="http://schemas.openxmlformats.org/drawingml/2006/main"/>
          <a:ln xmlns:a="http://schemas.openxmlformats.org/drawingml/2006/main" w="21908">
            <a:solidFill>
              <a:srgbClr val="111111"/>
            </a:solidFill>
            <a:prstDash val="solid"/>
          </a:ln>
        </p:spPr>
      </p:sp>
      <p:sp>
        <p:nvSpPr>
          <p:cNvPr id="32" name="Editable arrowhead 151">
            <a:extLst xmlns:a="http://schemas.openxmlformats.org/drawingml/2006/main">
              <a:ext uri="{FF2B5EF4-FFF2-40B4-BE49-F238E27FC236}">
                <a16:creationId xmlns:a16="http://schemas.microsoft.com/office/drawing/2014/main" id="{D5FAF7CF-73A8-41F4-839F-6B460EBD2C09}"/>
              </a:ext>
            </a:extLst>
          </p:cNvPr>
          <p:cNvSpPr>
            <a:spLocks xmlns:a="http://schemas.openxmlformats.org/drawingml/2006/main" noGrp="1"/>
          </p:cNvSpPr>
          <p:nvPr/>
        </p:nvSpPr>
        <p:spPr>
          <a:xfrm xmlns:a="http://schemas.openxmlformats.org/drawingml/2006/main">
            <a:off x="5867400" y="34099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33" name="A Request Interpreter Component">
            <a:extLst xmlns:a="http://schemas.openxmlformats.org/drawingml/2006/main">
              <a:ext uri="{FF2B5EF4-FFF2-40B4-BE49-F238E27FC236}">
                <a16:creationId xmlns:a16="http://schemas.microsoft.com/office/drawing/2014/main" id="{62C5242B-D784-4AB7-8152-55588D583360}"/>
              </a:ext>
            </a:extLst>
          </p:cNvPr>
          <p:cNvSpPr>
            <a:spLocks xmlns:a="http://schemas.openxmlformats.org/drawingml/2006/main" noGrp="1"/>
          </p:cNvSpPr>
          <p:nvPr/>
        </p:nvSpPr>
        <p:spPr>
          <a:xfrm xmlns:a="http://schemas.openxmlformats.org/drawingml/2006/main">
            <a:off x="2133600" y="3505200"/>
            <a:ext cx="7562850" cy="17526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34" name="DP2 object 152">
            <a:extLst xmlns:a="http://schemas.openxmlformats.org/drawingml/2006/main">
              <a:ext uri="{FF2B5EF4-FFF2-40B4-BE49-F238E27FC236}">
                <a16:creationId xmlns:a16="http://schemas.microsoft.com/office/drawing/2014/main" id="{B230EEDF-9BAD-46C0-9E81-5A3D36B1C49D}"/>
              </a:ext>
            </a:extLst>
          </p:cNvPr>
          <p:cNvSpPr>
            <a:spLocks xmlns:a="http://schemas.openxmlformats.org/drawingml/2006/main" noGrp="1"/>
          </p:cNvSpPr>
          <p:nvPr/>
        </p:nvSpPr>
        <p:spPr>
          <a:xfrm xmlns:a="http://schemas.openxmlformats.org/drawingml/2006/main">
            <a:off x="2247900" y="3533775"/>
            <a:ext cx="733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Request Interpreter</a:t>
            </a:r>
          </a:p>
        </p:txBody>
      </p:sp>
      <p:sp>
        <p:nvSpPr>
          <p:cNvPr id="35" name="Editable path 153">
            <a:extLst xmlns:a="http://schemas.openxmlformats.org/drawingml/2006/main">
              <a:ext uri="{FF2B5EF4-FFF2-40B4-BE49-F238E27FC236}">
                <a16:creationId xmlns:a16="http://schemas.microsoft.com/office/drawing/2014/main" id="{4B1EF1BF-34FB-4946-BB00-8FDBA8381250}"/>
              </a:ext>
            </a:extLst>
          </p:cNvPr>
          <p:cNvSpPr>
            <a:spLocks xmlns:a="http://schemas.openxmlformats.org/drawingml/2006/main" noGrp="1"/>
          </p:cNvSpPr>
          <p:nvPr/>
        </p:nvSpPr>
        <p:spPr>
          <a:xfrm xmlns:a="http://schemas.openxmlformats.org/drawingml/2006/main">
            <a:off x="2133600" y="3857625"/>
            <a:ext cx="7562850" cy="953"/>
          </a:xfrm>
          <a:custGeom xmlns:a="http://schemas.openxmlformats.org/drawingml/2006/main">
            <a:pathLst>
              <a:path w="7562850" h="953">
                <a:moveTo>
                  <a:pt x="0" y="0"/>
                </a:moveTo>
                <a:lnTo>
                  <a:pt x="7562850" y="0"/>
                </a:lnTo>
              </a:path>
            </a:pathLst>
          </a:custGeom>
          <a:noFill xmlns:a="http://schemas.openxmlformats.org/drawingml/2006/main"/>
          <a:ln xmlns:a="http://schemas.openxmlformats.org/drawingml/2006/main" w="14288">
            <a:solidFill>
              <a:srgbClr val="111111"/>
            </a:solidFill>
            <a:prstDash val="solid"/>
          </a:ln>
        </p:spPr>
      </p:sp>
      <p:sp>
        <p:nvSpPr>
          <p:cNvPr id="36" name="R1의 현재 step&#10;읽기·판단">
            <a:extLst xmlns:a="http://schemas.openxmlformats.org/drawingml/2006/main">
              <a:ext uri="{FF2B5EF4-FFF2-40B4-BE49-F238E27FC236}">
                <a16:creationId xmlns:a16="http://schemas.microsoft.com/office/drawing/2014/main" id="{305CAA3D-8F29-4409-8B55-F6E9FEF5AF54}"/>
              </a:ext>
            </a:extLst>
          </p:cNvPr>
          <p:cNvSpPr>
            <a:spLocks xmlns:a="http://schemas.openxmlformats.org/drawingml/2006/main" noGrp="1"/>
          </p:cNvSpPr>
          <p:nvPr/>
        </p:nvSpPr>
        <p:spPr>
          <a:xfrm xmlns:a="http://schemas.openxmlformats.org/drawingml/2006/main">
            <a:off x="2324100" y="4000500"/>
            <a:ext cx="2000250" cy="56197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37" name="DP2 object 154">
            <a:extLst xmlns:a="http://schemas.openxmlformats.org/drawingml/2006/main">
              <a:ext uri="{FF2B5EF4-FFF2-40B4-BE49-F238E27FC236}">
                <a16:creationId xmlns:a16="http://schemas.microsoft.com/office/drawing/2014/main" id="{A895A406-F624-4E13-8AE3-C8479B04E1EB}"/>
              </a:ext>
            </a:extLst>
          </p:cNvPr>
          <p:cNvSpPr>
            <a:spLocks xmlns:a="http://schemas.openxmlformats.org/drawingml/2006/main" noGrp="1"/>
          </p:cNvSpPr>
          <p:nvPr/>
        </p:nvSpPr>
        <p:spPr>
          <a:xfrm xmlns:a="http://schemas.openxmlformats.org/drawingml/2006/main">
            <a:off x="2390775" y="4038600"/>
            <a:ext cx="18669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R1의 현재 step</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읽기·판단</a:t>
            </a:r>
          </a:p>
        </p:txBody>
      </p:sp>
      <p:sp>
        <p:nvSpPr>
          <p:cNvPr id="38" name="새 입력의&#10;관계·내용 판단">
            <a:extLst xmlns:a="http://schemas.openxmlformats.org/drawingml/2006/main">
              <a:ext uri="{FF2B5EF4-FFF2-40B4-BE49-F238E27FC236}">
                <a16:creationId xmlns:a16="http://schemas.microsoft.com/office/drawing/2014/main" id="{BF528EB7-4EF6-4B40-AB3F-AAEBB86C731B}"/>
              </a:ext>
            </a:extLst>
          </p:cNvPr>
          <p:cNvSpPr>
            <a:spLocks xmlns:a="http://schemas.openxmlformats.org/drawingml/2006/main" noGrp="1"/>
          </p:cNvSpPr>
          <p:nvPr/>
        </p:nvSpPr>
        <p:spPr>
          <a:xfrm xmlns:a="http://schemas.openxmlformats.org/drawingml/2006/main">
            <a:off x="4705350" y="4000500"/>
            <a:ext cx="2381250" cy="56197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39" name="DP2 object 155">
            <a:extLst xmlns:a="http://schemas.openxmlformats.org/drawingml/2006/main">
              <a:ext uri="{FF2B5EF4-FFF2-40B4-BE49-F238E27FC236}">
                <a16:creationId xmlns:a16="http://schemas.microsoft.com/office/drawing/2014/main" id="{473AE7CA-8516-42E5-B815-B852BCB57523}"/>
              </a:ext>
            </a:extLst>
          </p:cNvPr>
          <p:cNvSpPr>
            <a:spLocks xmlns:a="http://schemas.openxmlformats.org/drawingml/2006/main" noGrp="1"/>
          </p:cNvSpPr>
          <p:nvPr/>
        </p:nvSpPr>
        <p:spPr>
          <a:xfrm xmlns:a="http://schemas.openxmlformats.org/drawingml/2006/main">
            <a:off x="4772025" y="4038600"/>
            <a:ext cx="22479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새 입력의</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관계·내용 판단</a:t>
            </a:r>
          </a:p>
        </p:txBody>
      </p:sp>
      <p:sp>
        <p:nvSpPr>
          <p:cNvPr id="40" name="남은 유효 목표&#10;계속">
            <a:extLst xmlns:a="http://schemas.openxmlformats.org/drawingml/2006/main">
              <a:ext uri="{FF2B5EF4-FFF2-40B4-BE49-F238E27FC236}">
                <a16:creationId xmlns:a16="http://schemas.microsoft.com/office/drawing/2014/main" id="{C2141D5E-FFF9-4D68-A9F1-5FE52C36A9E2}"/>
              </a:ext>
            </a:extLst>
          </p:cNvPr>
          <p:cNvSpPr>
            <a:spLocks xmlns:a="http://schemas.openxmlformats.org/drawingml/2006/main" noGrp="1"/>
          </p:cNvSpPr>
          <p:nvPr/>
        </p:nvSpPr>
        <p:spPr>
          <a:xfrm xmlns:a="http://schemas.openxmlformats.org/drawingml/2006/main">
            <a:off x="7467600" y="4000500"/>
            <a:ext cx="2038350" cy="56197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41" name="DP2 object 156">
            <a:extLst xmlns:a="http://schemas.openxmlformats.org/drawingml/2006/main">
              <a:ext uri="{FF2B5EF4-FFF2-40B4-BE49-F238E27FC236}">
                <a16:creationId xmlns:a16="http://schemas.microsoft.com/office/drawing/2014/main" id="{B1D43A70-B020-4DC6-BC68-88100F3574AE}"/>
              </a:ext>
            </a:extLst>
          </p:cNvPr>
          <p:cNvSpPr>
            <a:spLocks xmlns:a="http://schemas.openxmlformats.org/drawingml/2006/main" noGrp="1"/>
          </p:cNvSpPr>
          <p:nvPr/>
        </p:nvSpPr>
        <p:spPr>
          <a:xfrm xmlns:a="http://schemas.openxmlformats.org/drawingml/2006/main">
            <a:off x="7534275" y="4038600"/>
            <a:ext cx="1905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남은 유효 목표</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계속</a:t>
            </a:r>
          </a:p>
        </p:txBody>
      </p:sp>
      <p:sp>
        <p:nvSpPr>
          <p:cNvPr id="42" name="Editable path 157">
            <a:extLst xmlns:a="http://schemas.openxmlformats.org/drawingml/2006/main">
              <a:ext uri="{FF2B5EF4-FFF2-40B4-BE49-F238E27FC236}">
                <a16:creationId xmlns:a16="http://schemas.microsoft.com/office/drawing/2014/main" id="{BC259994-B770-49EC-898E-24CBA222E2FD}"/>
              </a:ext>
            </a:extLst>
          </p:cNvPr>
          <p:cNvSpPr>
            <a:spLocks xmlns:a="http://schemas.openxmlformats.org/drawingml/2006/main" noGrp="1"/>
          </p:cNvSpPr>
          <p:nvPr/>
        </p:nvSpPr>
        <p:spPr>
          <a:xfrm xmlns:a="http://schemas.openxmlformats.org/drawingml/2006/main">
            <a:off x="4324350" y="4286250"/>
            <a:ext cx="381000" cy="953"/>
          </a:xfrm>
          <a:custGeom xmlns:a="http://schemas.openxmlformats.org/drawingml/2006/main">
            <a:pathLst>
              <a:path w="381000" h="953">
                <a:moveTo>
                  <a:pt x="0" y="0"/>
                </a:moveTo>
                <a:lnTo>
                  <a:pt x="381000" y="0"/>
                </a:lnTo>
              </a:path>
            </a:pathLst>
          </a:custGeom>
          <a:noFill xmlns:a="http://schemas.openxmlformats.org/drawingml/2006/main"/>
          <a:ln xmlns:a="http://schemas.openxmlformats.org/drawingml/2006/main" w="21908">
            <a:solidFill>
              <a:srgbClr val="111111"/>
            </a:solidFill>
            <a:prstDash val="solid"/>
          </a:ln>
        </p:spPr>
      </p:sp>
      <p:sp>
        <p:nvSpPr>
          <p:cNvPr id="43" name="Editable arrowhead 158">
            <a:extLst xmlns:a="http://schemas.openxmlformats.org/drawingml/2006/main">
              <a:ext uri="{FF2B5EF4-FFF2-40B4-BE49-F238E27FC236}">
                <a16:creationId xmlns:a16="http://schemas.microsoft.com/office/drawing/2014/main" id="{4B7860F2-8E7C-4B3A-88CE-781F5924E815}"/>
              </a:ext>
            </a:extLst>
          </p:cNvPr>
          <p:cNvSpPr>
            <a:spLocks xmlns:a="http://schemas.openxmlformats.org/drawingml/2006/main" noGrp="1"/>
          </p:cNvSpPr>
          <p:nvPr/>
        </p:nvSpPr>
        <p:spPr>
          <a:xfrm xmlns:a="http://schemas.openxmlformats.org/drawingml/2006/main">
            <a:off x="4610100" y="42386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4" name="Editable path 159">
            <a:extLst xmlns:a="http://schemas.openxmlformats.org/drawingml/2006/main">
              <a:ext uri="{FF2B5EF4-FFF2-40B4-BE49-F238E27FC236}">
                <a16:creationId xmlns:a16="http://schemas.microsoft.com/office/drawing/2014/main" id="{425AA3F2-F61C-45D1-9415-6BC4E579A2E7}"/>
              </a:ext>
            </a:extLst>
          </p:cNvPr>
          <p:cNvSpPr>
            <a:spLocks xmlns:a="http://schemas.openxmlformats.org/drawingml/2006/main" noGrp="1"/>
          </p:cNvSpPr>
          <p:nvPr/>
        </p:nvSpPr>
        <p:spPr>
          <a:xfrm xmlns:a="http://schemas.openxmlformats.org/drawingml/2006/main">
            <a:off x="7086600" y="4286250"/>
            <a:ext cx="381000" cy="953"/>
          </a:xfrm>
          <a:custGeom xmlns:a="http://schemas.openxmlformats.org/drawingml/2006/main">
            <a:pathLst>
              <a:path w="381000" h="953">
                <a:moveTo>
                  <a:pt x="0" y="0"/>
                </a:moveTo>
                <a:lnTo>
                  <a:pt x="381000" y="0"/>
                </a:lnTo>
              </a:path>
            </a:pathLst>
          </a:custGeom>
          <a:noFill xmlns:a="http://schemas.openxmlformats.org/drawingml/2006/main"/>
          <a:ln xmlns:a="http://schemas.openxmlformats.org/drawingml/2006/main" w="21908">
            <a:solidFill>
              <a:srgbClr val="111111"/>
            </a:solidFill>
            <a:prstDash val="solid"/>
          </a:ln>
        </p:spPr>
      </p:sp>
      <p:sp>
        <p:nvSpPr>
          <p:cNvPr id="45" name="Editable arrowhead 160">
            <a:extLst xmlns:a="http://schemas.openxmlformats.org/drawingml/2006/main">
              <a:ext uri="{FF2B5EF4-FFF2-40B4-BE49-F238E27FC236}">
                <a16:creationId xmlns:a16="http://schemas.microsoft.com/office/drawing/2014/main" id="{CC9E8A24-031F-48D3-AA87-26A54497F52A}"/>
              </a:ext>
            </a:extLst>
          </p:cNvPr>
          <p:cNvSpPr>
            <a:spLocks xmlns:a="http://schemas.openxmlformats.org/drawingml/2006/main" noGrp="1"/>
          </p:cNvSpPr>
          <p:nvPr/>
        </p:nvSpPr>
        <p:spPr>
          <a:xfrm xmlns:a="http://schemas.openxmlformats.org/drawingml/2006/main">
            <a:off x="7372350" y="42386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6" name="한 대화 실행의 문맥과 미해결 목표">
            <a:extLst xmlns:a="http://schemas.openxmlformats.org/drawingml/2006/main">
              <a:ext uri="{FF2B5EF4-FFF2-40B4-BE49-F238E27FC236}">
                <a16:creationId xmlns:a16="http://schemas.microsoft.com/office/drawing/2014/main" id="{49B96C59-E434-4AC1-8CBB-879D263FEB01}"/>
              </a:ext>
            </a:extLst>
          </p:cNvPr>
          <p:cNvSpPr>
            <a:spLocks xmlns:a="http://schemas.openxmlformats.org/drawingml/2006/main" noGrp="1"/>
          </p:cNvSpPr>
          <p:nvPr/>
        </p:nvSpPr>
        <p:spPr>
          <a:xfrm xmlns:a="http://schemas.openxmlformats.org/drawingml/2006/main">
            <a:off x="2324100" y="4724400"/>
            <a:ext cx="7181850" cy="42862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47" name="DP2 object 161">
            <a:extLst xmlns:a="http://schemas.openxmlformats.org/drawingml/2006/main">
              <a:ext uri="{FF2B5EF4-FFF2-40B4-BE49-F238E27FC236}">
                <a16:creationId xmlns:a16="http://schemas.microsoft.com/office/drawing/2014/main" id="{147E01D1-72F8-47D4-A27E-18F42BE2F586}"/>
              </a:ext>
            </a:extLst>
          </p:cNvPr>
          <p:cNvSpPr>
            <a:spLocks xmlns:a="http://schemas.openxmlformats.org/drawingml/2006/main" noGrp="1"/>
          </p:cNvSpPr>
          <p:nvPr/>
        </p:nvSpPr>
        <p:spPr>
          <a:xfrm xmlns:a="http://schemas.openxmlformats.org/drawingml/2006/main">
            <a:off x="2371725" y="4829175"/>
            <a:ext cx="7086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한 대화 실행의 문맥과 미해결 목표</a:t>
            </a:r>
          </a:p>
        </p:txBody>
      </p:sp>
      <p:sp>
        <p:nvSpPr>
          <p:cNvPr id="48" name="Editable path 162">
            <a:extLst xmlns:a="http://schemas.openxmlformats.org/drawingml/2006/main">
              <a:ext uri="{FF2B5EF4-FFF2-40B4-BE49-F238E27FC236}">
                <a16:creationId xmlns:a16="http://schemas.microsoft.com/office/drawing/2014/main" id="{328BC1BF-D4B2-4108-AFDC-0D5D74392514}"/>
              </a:ext>
            </a:extLst>
          </p:cNvPr>
          <p:cNvSpPr>
            <a:spLocks xmlns:a="http://schemas.openxmlformats.org/drawingml/2006/main" noGrp="1"/>
          </p:cNvSpPr>
          <p:nvPr/>
        </p:nvSpPr>
        <p:spPr>
          <a:xfrm xmlns:a="http://schemas.openxmlformats.org/drawingml/2006/main">
            <a:off x="5915025" y="5257800"/>
            <a:ext cx="953" cy="123825"/>
          </a:xfrm>
          <a:custGeom xmlns:a="http://schemas.openxmlformats.org/drawingml/2006/main">
            <a:pathLst>
              <a:path w="953" h="123825">
                <a:moveTo>
                  <a:pt x="0" y="0"/>
                </a:moveTo>
                <a:lnTo>
                  <a:pt x="0" y="123825"/>
                </a:lnTo>
              </a:path>
            </a:pathLst>
          </a:custGeom>
          <a:noFill xmlns:a="http://schemas.openxmlformats.org/drawingml/2006/main"/>
          <a:ln xmlns:a="http://schemas.openxmlformats.org/drawingml/2006/main" w="20003">
            <a:solidFill>
              <a:srgbClr val="111111"/>
            </a:solidFill>
            <a:prstDash val="solid"/>
          </a:ln>
        </p:spPr>
      </p:sp>
      <p:sp>
        <p:nvSpPr>
          <p:cNvPr id="49" name="Editable arrowhead 163">
            <a:extLst xmlns:a="http://schemas.openxmlformats.org/drawingml/2006/main">
              <a:ext uri="{FF2B5EF4-FFF2-40B4-BE49-F238E27FC236}">
                <a16:creationId xmlns:a16="http://schemas.microsoft.com/office/drawing/2014/main" id="{A33117E4-29FD-45FD-88D3-98F01EF5E9B9}"/>
              </a:ext>
            </a:extLst>
          </p:cNvPr>
          <p:cNvSpPr>
            <a:spLocks xmlns:a="http://schemas.openxmlformats.org/drawingml/2006/main" noGrp="1"/>
          </p:cNvSpPr>
          <p:nvPr/>
        </p:nvSpPr>
        <p:spPr>
          <a:xfrm xmlns:a="http://schemas.openxmlformats.org/drawingml/2006/main">
            <a:off x="5867400" y="52863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0" name="Request Controller: 현재 revision 확인 후 채택">
            <a:extLst xmlns:a="http://schemas.openxmlformats.org/drawingml/2006/main">
              <a:ext uri="{FF2B5EF4-FFF2-40B4-BE49-F238E27FC236}">
                <a16:creationId xmlns:a16="http://schemas.microsoft.com/office/drawing/2014/main" id="{51B7294B-16BA-4EA1-AC53-4D3114310451}"/>
              </a:ext>
            </a:extLst>
          </p:cNvPr>
          <p:cNvSpPr>
            <a:spLocks xmlns:a="http://schemas.openxmlformats.org/drawingml/2006/main" noGrp="1"/>
          </p:cNvSpPr>
          <p:nvPr/>
        </p:nvSpPr>
        <p:spPr>
          <a:xfrm xmlns:a="http://schemas.openxmlformats.org/drawingml/2006/main">
            <a:off x="2133600" y="5381625"/>
            <a:ext cx="7562850" cy="2762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51" name="DP2 object 164">
            <a:extLst xmlns:a="http://schemas.openxmlformats.org/drawingml/2006/main">
              <a:ext uri="{FF2B5EF4-FFF2-40B4-BE49-F238E27FC236}">
                <a16:creationId xmlns:a16="http://schemas.microsoft.com/office/drawing/2014/main" id="{DF6F1193-4B9B-40FE-8206-C0958F6E45E2}"/>
              </a:ext>
            </a:extLst>
          </p:cNvPr>
          <p:cNvSpPr>
            <a:spLocks xmlns:a="http://schemas.openxmlformats.org/drawingml/2006/main" noGrp="1"/>
          </p:cNvSpPr>
          <p:nvPr/>
        </p:nvSpPr>
        <p:spPr>
          <a:xfrm xmlns:a="http://schemas.openxmlformats.org/drawingml/2006/main">
            <a:off x="2200275" y="5419725"/>
            <a:ext cx="7429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Request Controller: 현재 revision 확인 후 채택</a:t>
            </a:r>
          </a:p>
        </p:txBody>
      </p:sp>
      <p:sp>
        <p:nvSpPr>
          <p:cNvPr id="52" name="DP2 object 165">
            <a:extLst xmlns:a="http://schemas.openxmlformats.org/drawingml/2006/main">
              <a:ext uri="{FF2B5EF4-FFF2-40B4-BE49-F238E27FC236}">
                <a16:creationId xmlns:a16="http://schemas.microsoft.com/office/drawing/2014/main" id="{A35C25F2-25BF-4AFA-9D6C-EA36F7942ABE}"/>
              </a:ext>
            </a:extLst>
          </p:cNvPr>
          <p:cNvSpPr>
            <a:spLocks xmlns:a="http://schemas.openxmlformats.org/drawingml/2006/main" noGrp="1"/>
          </p:cNvSpPr>
          <p:nvPr/>
        </p:nvSpPr>
        <p:spPr>
          <a:xfrm xmlns:a="http://schemas.openxmlformats.org/drawingml/2006/main">
            <a:off x="10058400" y="2286000"/>
            <a:ext cx="790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공통 대화가 짧은 답을 처리하고 긴 판단을 분리</a:t>
            </a:r>
          </a:p>
        </p:txBody>
      </p:sp>
      <p:sp>
        <p:nvSpPr>
          <p:cNvPr id="53" name="Request Controller Component">
            <a:extLst xmlns:a="http://schemas.openxmlformats.org/drawingml/2006/main">
              <a:ext uri="{FF2B5EF4-FFF2-40B4-BE49-F238E27FC236}">
                <a16:creationId xmlns:a16="http://schemas.microsoft.com/office/drawing/2014/main" id="{EEC213B4-4E4C-4D2C-BF10-FE5B0005C195}"/>
              </a:ext>
            </a:extLst>
          </p:cNvPr>
          <p:cNvSpPr>
            <a:spLocks xmlns:a="http://schemas.openxmlformats.org/drawingml/2006/main" noGrp="1"/>
          </p:cNvSpPr>
          <p:nvPr/>
        </p:nvSpPr>
        <p:spPr>
          <a:xfrm xmlns:a="http://schemas.openxmlformats.org/drawingml/2006/main">
            <a:off x="10229850" y="2676525"/>
            <a:ext cx="7562850" cy="66675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54" name="DP2 object 166">
            <a:extLst xmlns:a="http://schemas.openxmlformats.org/drawingml/2006/main">
              <a:ext uri="{FF2B5EF4-FFF2-40B4-BE49-F238E27FC236}">
                <a16:creationId xmlns:a16="http://schemas.microsoft.com/office/drawing/2014/main" id="{3F141880-A5DD-4187-BB2F-DC49D903551C}"/>
              </a:ext>
            </a:extLst>
          </p:cNvPr>
          <p:cNvSpPr>
            <a:spLocks xmlns:a="http://schemas.openxmlformats.org/drawingml/2006/main" noGrp="1"/>
          </p:cNvSpPr>
          <p:nvPr/>
        </p:nvSpPr>
        <p:spPr>
          <a:xfrm xmlns:a="http://schemas.openxmlformats.org/drawingml/2006/main">
            <a:off x="10296525" y="2695575"/>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Request Controller</a:t>
            </a:r>
          </a:p>
        </p:txBody>
      </p:sp>
      <p:sp>
        <p:nvSpPr>
          <p:cNvPr id="55" name="Editable path 167">
            <a:extLst xmlns:a="http://schemas.openxmlformats.org/drawingml/2006/main">
              <a:ext uri="{FF2B5EF4-FFF2-40B4-BE49-F238E27FC236}">
                <a16:creationId xmlns:a16="http://schemas.microsoft.com/office/drawing/2014/main" id="{2E0019CD-8A83-445D-B5F1-F2B932D47E63}"/>
              </a:ext>
            </a:extLst>
          </p:cNvPr>
          <p:cNvSpPr>
            <a:spLocks xmlns:a="http://schemas.openxmlformats.org/drawingml/2006/main" noGrp="1"/>
          </p:cNvSpPr>
          <p:nvPr/>
        </p:nvSpPr>
        <p:spPr>
          <a:xfrm xmlns:a="http://schemas.openxmlformats.org/drawingml/2006/main">
            <a:off x="10229850" y="3000375"/>
            <a:ext cx="7562850" cy="953"/>
          </a:xfrm>
          <a:custGeom xmlns:a="http://schemas.openxmlformats.org/drawingml/2006/main">
            <a:pathLst>
              <a:path w="7562850" h="953">
                <a:moveTo>
                  <a:pt x="0" y="0"/>
                </a:moveTo>
                <a:lnTo>
                  <a:pt x="7562850" y="0"/>
                </a:lnTo>
              </a:path>
            </a:pathLst>
          </a:custGeom>
          <a:noFill xmlns:a="http://schemas.openxmlformats.org/drawingml/2006/main"/>
          <a:ln xmlns:a="http://schemas.openxmlformats.org/drawingml/2006/main" w="14288">
            <a:solidFill>
              <a:srgbClr val="111111"/>
            </a:solidFill>
            <a:prstDash val="solid"/>
          </a:ln>
        </p:spPr>
      </p:sp>
      <p:sp>
        <p:nvSpPr>
          <p:cNvPr id="56" name="DP2 object 168">
            <a:extLst xmlns:a="http://schemas.openxmlformats.org/drawingml/2006/main">
              <a:ext uri="{FF2B5EF4-FFF2-40B4-BE49-F238E27FC236}">
                <a16:creationId xmlns:a16="http://schemas.microsoft.com/office/drawing/2014/main" id="{52CBBF33-925E-4A8B-99F4-45818AF25FBE}"/>
              </a:ext>
            </a:extLst>
          </p:cNvPr>
          <p:cNvSpPr>
            <a:spLocks xmlns:a="http://schemas.openxmlformats.org/drawingml/2006/main" noGrp="1"/>
          </p:cNvSpPr>
          <p:nvPr/>
        </p:nvSpPr>
        <p:spPr>
          <a:xfrm xmlns:a="http://schemas.openxmlformats.org/drawingml/2006/main">
            <a:off x="10325100" y="3019425"/>
            <a:ext cx="73723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입력 수신·보존 / 실행 대응·변경 전달</a:t>
            </a:r>
          </a:p>
        </p:txBody>
      </p:sp>
      <p:sp>
        <p:nvSpPr>
          <p:cNvPr id="57" name="Editable path 169">
            <a:extLst xmlns:a="http://schemas.openxmlformats.org/drawingml/2006/main">
              <a:ext uri="{FF2B5EF4-FFF2-40B4-BE49-F238E27FC236}">
                <a16:creationId xmlns:a16="http://schemas.microsoft.com/office/drawing/2014/main" id="{19F2D5B3-78C4-48FA-85C5-5E2B445C57D2}"/>
              </a:ext>
            </a:extLst>
          </p:cNvPr>
          <p:cNvSpPr>
            <a:spLocks xmlns:a="http://schemas.openxmlformats.org/drawingml/2006/main" noGrp="1"/>
          </p:cNvSpPr>
          <p:nvPr/>
        </p:nvSpPr>
        <p:spPr>
          <a:xfrm xmlns:a="http://schemas.openxmlformats.org/drawingml/2006/main">
            <a:off x="14011275" y="3343275"/>
            <a:ext cx="953" cy="161925"/>
          </a:xfrm>
          <a:custGeom xmlns:a="http://schemas.openxmlformats.org/drawingml/2006/main">
            <a:pathLst>
              <a:path w="953" h="161925">
                <a:moveTo>
                  <a:pt x="0" y="0"/>
                </a:moveTo>
                <a:lnTo>
                  <a:pt x="0" y="161925"/>
                </a:lnTo>
              </a:path>
            </a:pathLst>
          </a:custGeom>
          <a:noFill xmlns:a="http://schemas.openxmlformats.org/drawingml/2006/main"/>
          <a:ln xmlns:a="http://schemas.openxmlformats.org/drawingml/2006/main" w="21908">
            <a:solidFill>
              <a:srgbClr val="111111"/>
            </a:solidFill>
            <a:prstDash val="solid"/>
          </a:ln>
        </p:spPr>
      </p:sp>
      <p:sp>
        <p:nvSpPr>
          <p:cNvPr id="58" name="Editable arrowhead 170">
            <a:extLst xmlns:a="http://schemas.openxmlformats.org/drawingml/2006/main">
              <a:ext uri="{FF2B5EF4-FFF2-40B4-BE49-F238E27FC236}">
                <a16:creationId xmlns:a16="http://schemas.microsoft.com/office/drawing/2014/main" id="{7714B02B-FB9D-468F-A8B8-F4EDA54B6AE9}"/>
              </a:ext>
            </a:extLst>
          </p:cNvPr>
          <p:cNvSpPr>
            <a:spLocks xmlns:a="http://schemas.openxmlformats.org/drawingml/2006/main" noGrp="1"/>
          </p:cNvSpPr>
          <p:nvPr/>
        </p:nvSpPr>
        <p:spPr>
          <a:xfrm xmlns:a="http://schemas.openxmlformats.org/drawingml/2006/main">
            <a:off x="13963650" y="34099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9" name="B Request Interpreter Component">
            <a:extLst xmlns:a="http://schemas.openxmlformats.org/drawingml/2006/main">
              <a:ext uri="{FF2B5EF4-FFF2-40B4-BE49-F238E27FC236}">
                <a16:creationId xmlns:a16="http://schemas.microsoft.com/office/drawing/2014/main" id="{95706B0D-C075-4AD6-AB25-6FC87F5759D4}"/>
              </a:ext>
            </a:extLst>
          </p:cNvPr>
          <p:cNvSpPr>
            <a:spLocks xmlns:a="http://schemas.openxmlformats.org/drawingml/2006/main" noGrp="1"/>
          </p:cNvSpPr>
          <p:nvPr/>
        </p:nvSpPr>
        <p:spPr>
          <a:xfrm xmlns:a="http://schemas.openxmlformats.org/drawingml/2006/main">
            <a:off x="10229850" y="3505200"/>
            <a:ext cx="7562850" cy="17526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60" name="DP2 object 171">
            <a:extLst xmlns:a="http://schemas.openxmlformats.org/drawingml/2006/main">
              <a:ext uri="{FF2B5EF4-FFF2-40B4-BE49-F238E27FC236}">
                <a16:creationId xmlns:a16="http://schemas.microsoft.com/office/drawing/2014/main" id="{3200FC7C-C7E8-43AD-B05A-C2EDA8B4AEC7}"/>
              </a:ext>
            </a:extLst>
          </p:cNvPr>
          <p:cNvSpPr>
            <a:spLocks xmlns:a="http://schemas.openxmlformats.org/drawingml/2006/main" noGrp="1"/>
          </p:cNvSpPr>
          <p:nvPr/>
        </p:nvSpPr>
        <p:spPr>
          <a:xfrm xmlns:a="http://schemas.openxmlformats.org/drawingml/2006/main">
            <a:off x="10344150" y="3533775"/>
            <a:ext cx="733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Request Interpreter</a:t>
            </a:r>
          </a:p>
        </p:txBody>
      </p:sp>
      <p:sp>
        <p:nvSpPr>
          <p:cNvPr id="61" name="Editable path 172">
            <a:extLst xmlns:a="http://schemas.openxmlformats.org/drawingml/2006/main">
              <a:ext uri="{FF2B5EF4-FFF2-40B4-BE49-F238E27FC236}">
                <a16:creationId xmlns:a16="http://schemas.microsoft.com/office/drawing/2014/main" id="{C73F2A17-9F37-4F39-B28C-D54A37A2A041}"/>
              </a:ext>
            </a:extLst>
          </p:cNvPr>
          <p:cNvSpPr>
            <a:spLocks xmlns:a="http://schemas.openxmlformats.org/drawingml/2006/main" noGrp="1"/>
          </p:cNvSpPr>
          <p:nvPr/>
        </p:nvSpPr>
        <p:spPr>
          <a:xfrm xmlns:a="http://schemas.openxmlformats.org/drawingml/2006/main">
            <a:off x="10229850" y="3857625"/>
            <a:ext cx="7562850" cy="953"/>
          </a:xfrm>
          <a:custGeom xmlns:a="http://schemas.openxmlformats.org/drawingml/2006/main">
            <a:pathLst>
              <a:path w="7562850" h="953">
                <a:moveTo>
                  <a:pt x="0" y="0"/>
                </a:moveTo>
                <a:lnTo>
                  <a:pt x="7562850" y="0"/>
                </a:lnTo>
              </a:path>
            </a:pathLst>
          </a:custGeom>
          <a:noFill xmlns:a="http://schemas.openxmlformats.org/drawingml/2006/main"/>
          <a:ln xmlns:a="http://schemas.openxmlformats.org/drawingml/2006/main" w="14288">
            <a:solidFill>
              <a:srgbClr val="111111"/>
            </a:solidFill>
            <a:prstDash val="solid"/>
          </a:ln>
        </p:spPr>
      </p:sp>
      <p:sp>
        <p:nvSpPr>
          <p:cNvPr id="62" name="공통 대화 해석&#10;짧은 답·확인 질문">
            <a:extLst xmlns:a="http://schemas.openxmlformats.org/drawingml/2006/main">
              <a:ext uri="{FF2B5EF4-FFF2-40B4-BE49-F238E27FC236}">
                <a16:creationId xmlns:a16="http://schemas.microsoft.com/office/drawing/2014/main" id="{493E3794-8914-447A-9782-E82695DCC9C4}"/>
              </a:ext>
            </a:extLst>
          </p:cNvPr>
          <p:cNvSpPr>
            <a:spLocks xmlns:a="http://schemas.openxmlformats.org/drawingml/2006/main" noGrp="1"/>
          </p:cNvSpPr>
          <p:nvPr/>
        </p:nvSpPr>
        <p:spPr>
          <a:xfrm xmlns:a="http://schemas.openxmlformats.org/drawingml/2006/main">
            <a:off x="10420350" y="4000500"/>
            <a:ext cx="2286000" cy="79057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63" name="DP2 object 173">
            <a:extLst xmlns:a="http://schemas.openxmlformats.org/drawingml/2006/main">
              <a:ext uri="{FF2B5EF4-FFF2-40B4-BE49-F238E27FC236}">
                <a16:creationId xmlns:a16="http://schemas.microsoft.com/office/drawing/2014/main" id="{4A75ED0C-0309-4C8F-9BFE-D013E1A307CA}"/>
              </a:ext>
            </a:extLst>
          </p:cNvPr>
          <p:cNvSpPr>
            <a:spLocks xmlns:a="http://schemas.openxmlformats.org/drawingml/2006/main" noGrp="1"/>
          </p:cNvSpPr>
          <p:nvPr/>
        </p:nvSpPr>
        <p:spPr>
          <a:xfrm xmlns:a="http://schemas.openxmlformats.org/drawingml/2006/main">
            <a:off x="10487025" y="4038600"/>
            <a:ext cx="21526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공통 대화 해석</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짧은 답·확인 질문</a:t>
            </a:r>
          </a:p>
        </p:txBody>
      </p:sp>
      <p:sp>
        <p:nvSpPr>
          <p:cNvPr id="64" name="R1 해석 실행&#10;개별 상태·revision">
            <a:extLst xmlns:a="http://schemas.openxmlformats.org/drawingml/2006/main">
              <a:ext uri="{FF2B5EF4-FFF2-40B4-BE49-F238E27FC236}">
                <a16:creationId xmlns:a16="http://schemas.microsoft.com/office/drawing/2014/main" id="{6E0FEF6E-2511-4413-8966-4D56F6D5E3C2}"/>
              </a:ext>
            </a:extLst>
          </p:cNvPr>
          <p:cNvSpPr>
            <a:spLocks xmlns:a="http://schemas.openxmlformats.org/drawingml/2006/main" noGrp="1"/>
          </p:cNvSpPr>
          <p:nvPr/>
        </p:nvSpPr>
        <p:spPr>
          <a:xfrm xmlns:a="http://schemas.openxmlformats.org/drawingml/2006/main">
            <a:off x="13668375" y="3914775"/>
            <a:ext cx="2476500" cy="52387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65" name="DP2 object 174">
            <a:extLst xmlns:a="http://schemas.openxmlformats.org/drawingml/2006/main">
              <a:ext uri="{FF2B5EF4-FFF2-40B4-BE49-F238E27FC236}">
                <a16:creationId xmlns:a16="http://schemas.microsoft.com/office/drawing/2014/main" id="{6123FF79-F7F2-4D1D-B38C-62C7822A464F}"/>
              </a:ext>
            </a:extLst>
          </p:cNvPr>
          <p:cNvSpPr>
            <a:spLocks xmlns:a="http://schemas.openxmlformats.org/drawingml/2006/main" noGrp="1"/>
          </p:cNvSpPr>
          <p:nvPr/>
        </p:nvSpPr>
        <p:spPr>
          <a:xfrm xmlns:a="http://schemas.openxmlformats.org/drawingml/2006/main">
            <a:off x="13735050" y="3952875"/>
            <a:ext cx="23431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R1 해석 실행</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개별 상태·revision</a:t>
            </a:r>
          </a:p>
        </p:txBody>
      </p:sp>
      <p:sp>
        <p:nvSpPr>
          <p:cNvPr id="66" name="R2 해석 실행&#10;개별 상태·revision">
            <a:extLst xmlns:a="http://schemas.openxmlformats.org/drawingml/2006/main">
              <a:ext uri="{FF2B5EF4-FFF2-40B4-BE49-F238E27FC236}">
                <a16:creationId xmlns:a16="http://schemas.microsoft.com/office/drawing/2014/main" id="{99ADBF96-8647-45B6-BFEA-7B5ADEA27D27}"/>
              </a:ext>
            </a:extLst>
          </p:cNvPr>
          <p:cNvSpPr>
            <a:spLocks xmlns:a="http://schemas.openxmlformats.org/drawingml/2006/main" noGrp="1"/>
          </p:cNvSpPr>
          <p:nvPr/>
        </p:nvSpPr>
        <p:spPr>
          <a:xfrm xmlns:a="http://schemas.openxmlformats.org/drawingml/2006/main">
            <a:off x="13668375" y="4638675"/>
            <a:ext cx="2476500" cy="52387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67" name="DP2 object 175">
            <a:extLst xmlns:a="http://schemas.openxmlformats.org/drawingml/2006/main">
              <a:ext uri="{FF2B5EF4-FFF2-40B4-BE49-F238E27FC236}">
                <a16:creationId xmlns:a16="http://schemas.microsoft.com/office/drawing/2014/main" id="{D0C8505D-B826-4AF2-AD4F-68698D9D2AD3}"/>
              </a:ext>
            </a:extLst>
          </p:cNvPr>
          <p:cNvSpPr>
            <a:spLocks xmlns:a="http://schemas.openxmlformats.org/drawingml/2006/main" noGrp="1"/>
          </p:cNvSpPr>
          <p:nvPr/>
        </p:nvSpPr>
        <p:spPr>
          <a:xfrm xmlns:a="http://schemas.openxmlformats.org/drawingml/2006/main">
            <a:off x="13735050" y="4676775"/>
            <a:ext cx="23431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R2 해석 실행</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개별 상태·revision</a:t>
            </a:r>
          </a:p>
        </p:txBody>
      </p:sp>
      <p:sp>
        <p:nvSpPr>
          <p:cNvPr id="68" name="Editable path 176">
            <a:extLst xmlns:a="http://schemas.openxmlformats.org/drawingml/2006/main">
              <a:ext uri="{FF2B5EF4-FFF2-40B4-BE49-F238E27FC236}">
                <a16:creationId xmlns:a16="http://schemas.microsoft.com/office/drawing/2014/main" id="{7DAFE261-04B1-4A41-891C-17152B349781}"/>
              </a:ext>
            </a:extLst>
          </p:cNvPr>
          <p:cNvSpPr>
            <a:spLocks xmlns:a="http://schemas.openxmlformats.org/drawingml/2006/main" noGrp="1"/>
          </p:cNvSpPr>
          <p:nvPr/>
        </p:nvSpPr>
        <p:spPr>
          <a:xfrm xmlns:a="http://schemas.openxmlformats.org/drawingml/2006/main">
            <a:off x="12706350" y="4171950"/>
            <a:ext cx="962025" cy="219075"/>
          </a:xfrm>
          <a:custGeom xmlns:a="http://schemas.openxmlformats.org/drawingml/2006/main">
            <a:pathLst>
              <a:path w="962025" h="219075">
                <a:moveTo>
                  <a:pt x="0" y="219075"/>
                </a:moveTo>
                <a:lnTo>
                  <a:pt x="438150" y="219075"/>
                </a:lnTo>
                <a:lnTo>
                  <a:pt x="438150" y="0"/>
                </a:lnTo>
                <a:lnTo>
                  <a:pt x="962025" y="0"/>
                </a:lnTo>
              </a:path>
            </a:pathLst>
          </a:custGeom>
          <a:noFill xmlns:a="http://schemas.openxmlformats.org/drawingml/2006/main"/>
          <a:ln xmlns:a="http://schemas.openxmlformats.org/drawingml/2006/main" w="20003">
            <a:solidFill>
              <a:srgbClr val="111111"/>
            </a:solidFill>
            <a:prstDash val="solid"/>
          </a:ln>
        </p:spPr>
      </p:sp>
      <p:sp>
        <p:nvSpPr>
          <p:cNvPr id="69" name="Editable arrowhead 177">
            <a:extLst xmlns:a="http://schemas.openxmlformats.org/drawingml/2006/main">
              <a:ext uri="{FF2B5EF4-FFF2-40B4-BE49-F238E27FC236}">
                <a16:creationId xmlns:a16="http://schemas.microsoft.com/office/drawing/2014/main" id="{AD9A1CD7-A316-4A05-A8D7-A1C37F6340E9}"/>
              </a:ext>
            </a:extLst>
          </p:cNvPr>
          <p:cNvSpPr>
            <a:spLocks xmlns:a="http://schemas.openxmlformats.org/drawingml/2006/main" noGrp="1"/>
          </p:cNvSpPr>
          <p:nvPr/>
        </p:nvSpPr>
        <p:spPr>
          <a:xfrm xmlns:a="http://schemas.openxmlformats.org/drawingml/2006/main">
            <a:off x="13573125" y="41243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0" name="Editable path 178">
            <a:extLst xmlns:a="http://schemas.openxmlformats.org/drawingml/2006/main">
              <a:ext uri="{FF2B5EF4-FFF2-40B4-BE49-F238E27FC236}">
                <a16:creationId xmlns:a16="http://schemas.microsoft.com/office/drawing/2014/main" id="{0A28DFE5-02CC-4124-B25F-C509C234BBA0}"/>
              </a:ext>
            </a:extLst>
          </p:cNvPr>
          <p:cNvSpPr>
            <a:spLocks xmlns:a="http://schemas.openxmlformats.org/drawingml/2006/main" noGrp="1"/>
          </p:cNvSpPr>
          <p:nvPr/>
        </p:nvSpPr>
        <p:spPr>
          <a:xfrm xmlns:a="http://schemas.openxmlformats.org/drawingml/2006/main">
            <a:off x="13144500" y="4391025"/>
            <a:ext cx="523875" cy="504825"/>
          </a:xfrm>
          <a:custGeom xmlns:a="http://schemas.openxmlformats.org/drawingml/2006/main">
            <a:pathLst>
              <a:path w="523875" h="504825">
                <a:moveTo>
                  <a:pt x="0" y="0"/>
                </a:moveTo>
                <a:lnTo>
                  <a:pt x="0" y="504825"/>
                </a:lnTo>
                <a:lnTo>
                  <a:pt x="523875" y="504825"/>
                </a:lnTo>
              </a:path>
            </a:pathLst>
          </a:custGeom>
          <a:noFill xmlns:a="http://schemas.openxmlformats.org/drawingml/2006/main"/>
          <a:ln xmlns:a="http://schemas.openxmlformats.org/drawingml/2006/main" w="20003">
            <a:solidFill>
              <a:srgbClr val="111111"/>
            </a:solidFill>
            <a:prstDash val="solid"/>
          </a:ln>
        </p:spPr>
      </p:sp>
      <p:sp>
        <p:nvSpPr>
          <p:cNvPr id="71" name="Editable arrowhead 179">
            <a:extLst xmlns:a="http://schemas.openxmlformats.org/drawingml/2006/main">
              <a:ext uri="{FF2B5EF4-FFF2-40B4-BE49-F238E27FC236}">
                <a16:creationId xmlns:a16="http://schemas.microsoft.com/office/drawing/2014/main" id="{23789ED0-455F-4E50-84D6-090B8DC8ED04}"/>
              </a:ext>
            </a:extLst>
          </p:cNvPr>
          <p:cNvSpPr>
            <a:spLocks xmlns:a="http://schemas.openxmlformats.org/drawingml/2006/main" noGrp="1"/>
          </p:cNvSpPr>
          <p:nvPr/>
        </p:nvSpPr>
        <p:spPr>
          <a:xfrm xmlns:a="http://schemas.openxmlformats.org/drawingml/2006/main">
            <a:off x="13573125" y="48482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2" name="DP2 object 180">
            <a:extLst xmlns:a="http://schemas.openxmlformats.org/drawingml/2006/main">
              <a:ext uri="{FF2B5EF4-FFF2-40B4-BE49-F238E27FC236}">
                <a16:creationId xmlns:a16="http://schemas.microsoft.com/office/drawing/2014/main" id="{BC068D39-C205-4815-8F5B-53A6661A0EA2}"/>
              </a:ext>
            </a:extLst>
          </p:cNvPr>
          <p:cNvSpPr>
            <a:spLocks xmlns:a="http://schemas.openxmlformats.org/drawingml/2006/main" noGrp="1"/>
          </p:cNvSpPr>
          <p:nvPr/>
        </p:nvSpPr>
        <p:spPr>
          <a:xfrm xmlns:a="http://schemas.openxmlformats.org/drawingml/2006/main">
            <a:off x="10420350" y="4867275"/>
            <a:ext cx="2286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짧은 답은 직접 반환</a:t>
            </a:r>
          </a:p>
        </p:txBody>
      </p:sp>
      <p:sp>
        <p:nvSpPr>
          <p:cNvPr id="73" name="B1&#10;공유 불변&#10;입력·원본">
            <a:extLst xmlns:a="http://schemas.openxmlformats.org/drawingml/2006/main">
              <a:ext uri="{FF2B5EF4-FFF2-40B4-BE49-F238E27FC236}">
                <a16:creationId xmlns:a16="http://schemas.microsoft.com/office/drawing/2014/main" id="{7D4E0C40-BC98-4C3D-AEC4-72A1B302279D}"/>
              </a:ext>
            </a:extLst>
          </p:cNvPr>
          <p:cNvSpPr>
            <a:spLocks xmlns:a="http://schemas.openxmlformats.org/drawingml/2006/main" noGrp="1"/>
          </p:cNvSpPr>
          <p:nvPr/>
        </p:nvSpPr>
        <p:spPr>
          <a:xfrm xmlns:a="http://schemas.openxmlformats.org/drawingml/2006/main">
            <a:off x="16573500" y="3971925"/>
            <a:ext cx="1066800" cy="113347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4676CB"/>
            </a:solidFill>
            <a:prstDash val="solid"/>
          </a:ln>
        </p:spPr>
      </p:sp>
      <p:sp>
        <p:nvSpPr>
          <p:cNvPr id="74" name="DP2 object 181">
            <a:extLst xmlns:a="http://schemas.openxmlformats.org/drawingml/2006/main">
              <a:ext uri="{FF2B5EF4-FFF2-40B4-BE49-F238E27FC236}">
                <a16:creationId xmlns:a16="http://schemas.microsoft.com/office/drawing/2014/main" id="{F68B1EFC-2E6D-47C7-AB58-A62AE2FADB30}"/>
              </a:ext>
            </a:extLst>
          </p:cNvPr>
          <p:cNvSpPr>
            <a:spLocks xmlns:a="http://schemas.openxmlformats.org/drawingml/2006/main" noGrp="1"/>
          </p:cNvSpPr>
          <p:nvPr/>
        </p:nvSpPr>
        <p:spPr>
          <a:xfrm xmlns:a="http://schemas.openxmlformats.org/drawingml/2006/main">
            <a:off x="16621125" y="4076700"/>
            <a:ext cx="9715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4676CB"/>
                </a:solidFill>
                <a:latin typeface="Apple SD Gothic Neo"/>
                <a:ea typeface="Apple SD Gothic Neo"/>
                <a:cs typeface="Apple SD Gothic Neo"/>
              </a:defRPr>
            </a:defPPr>
            <a:lvl1pPr algn="ctr">
              <a:defRPr sz="1500" b="0">
                <a:solidFill>
                  <a:srgbClr val="4676CB"/>
                </a:solidFill>
                <a:latin typeface="Apple SD Gothic Neo"/>
                <a:ea typeface="Apple SD Gothic Neo"/>
                <a:cs typeface="Apple SD Gothic Neo"/>
              </a:defRPr>
            </a:lvl1pPr>
            <a:lvl2pPr algn="ctr">
              <a:defRPr sz="1500" b="0">
                <a:solidFill>
                  <a:srgbClr val="4676CB"/>
                </a:solidFill>
                <a:latin typeface="Apple SD Gothic Neo"/>
                <a:ea typeface="Apple SD Gothic Neo"/>
                <a:cs typeface="Apple SD Gothic Neo"/>
              </a:defRPr>
            </a:lvl2pPr>
            <a:lvl3pPr algn="ctr">
              <a:defRPr sz="1500" b="0">
                <a:solidFill>
                  <a:srgbClr val="4676CB"/>
                </a:solidFill>
                <a:latin typeface="Apple SD Gothic Neo"/>
                <a:ea typeface="Apple SD Gothic Neo"/>
                <a:cs typeface="Apple SD Gothic Neo"/>
              </a:defRPr>
            </a:lvl3pPr>
            <a:lvl4pPr algn="ctr">
              <a:defRPr sz="1500" b="0">
                <a:solidFill>
                  <a:srgbClr val="4676CB"/>
                </a:solidFill>
                <a:latin typeface="Apple SD Gothic Neo"/>
                <a:ea typeface="Apple SD Gothic Neo"/>
                <a:cs typeface="Apple SD Gothic Neo"/>
              </a:defRPr>
            </a:lvl4pPr>
            <a:lvl5pPr algn="ctr">
              <a:defRPr sz="1500" b="0">
                <a:solidFill>
                  <a:srgbClr val="4676CB"/>
                </a:solidFill>
                <a:latin typeface="Apple SD Gothic Neo"/>
                <a:ea typeface="Apple SD Gothic Neo"/>
                <a:cs typeface="Apple SD Gothic Neo"/>
              </a:defRPr>
            </a:lvl5pPr>
            <a:lvl6pPr algn="ctr">
              <a:defRPr sz="1500" b="0">
                <a:solidFill>
                  <a:srgbClr val="4676CB"/>
                </a:solidFill>
                <a:latin typeface="Apple SD Gothic Neo"/>
                <a:ea typeface="Apple SD Gothic Neo"/>
                <a:cs typeface="Apple SD Gothic Neo"/>
              </a:defRPr>
            </a:lvl6pPr>
            <a:lvl7pPr algn="ctr">
              <a:defRPr sz="1500" b="0">
                <a:solidFill>
                  <a:srgbClr val="4676CB"/>
                </a:solidFill>
                <a:latin typeface="Apple SD Gothic Neo"/>
                <a:ea typeface="Apple SD Gothic Neo"/>
                <a:cs typeface="Apple SD Gothic Neo"/>
              </a:defRPr>
            </a:lvl7pPr>
            <a:lvl8pPr algn="ctr">
              <a:defRPr sz="1500" b="0">
                <a:solidFill>
                  <a:srgbClr val="4676CB"/>
                </a:solidFill>
                <a:latin typeface="Apple SD Gothic Neo"/>
                <a:ea typeface="Apple SD Gothic Neo"/>
                <a:cs typeface="Apple SD Gothic Neo"/>
              </a:defRPr>
            </a:lvl8pPr>
            <a:lvl9pPr algn="ctr">
              <a:defRPr sz="1500" b="0">
                <a:solidFill>
                  <a:srgbClr val="4676CB"/>
                </a:solidFill>
                <a:latin typeface="Apple SD Gothic Neo"/>
                <a:ea typeface="Apple SD Gothic Neo"/>
                <a:cs typeface="Apple SD Gothic Neo"/>
              </a:defRPr>
            </a:lvl9pPr>
          </a:lstStyle>
          <a:p xmlns:a="http://schemas.openxmlformats.org/drawingml/2006/main">
            <a:pPr algn="ctr">
              <a:defRPr sz="1500" b="0">
                <a:solidFill>
                  <a:srgbClr val="4676CB"/>
                </a:solidFill>
                <a:latin typeface="Apple SD Gothic Neo"/>
                <a:ea typeface="Apple SD Gothic Neo"/>
                <a:cs typeface="Apple SD Gothic Neo"/>
              </a:defRPr>
            </a:pPr>
            <a:r>
              <a:rPr sz="1500" b="0">
                <a:solidFill>
                  <a:srgbClr val="4676CB"/>
                </a:solidFill>
                <a:latin typeface="Apple SD Gothic Neo"/>
                <a:ea typeface="Apple SD Gothic Neo"/>
                <a:cs typeface="Apple SD Gothic Neo"/>
              </a:rPr>
              <a:t>B1</a:t>
            </a:r>
          </a:p>
          <a:p xmlns:a="http://schemas.openxmlformats.org/drawingml/2006/main">
            <a:pPr algn="ctr">
              <a:defRPr sz="1500" b="0">
                <a:solidFill>
                  <a:srgbClr val="4676CB"/>
                </a:solidFill>
                <a:latin typeface="Apple SD Gothic Neo"/>
                <a:ea typeface="Apple SD Gothic Neo"/>
                <a:cs typeface="Apple SD Gothic Neo"/>
              </a:defRPr>
            </a:pPr>
            <a:r>
              <a:rPr sz="1500" b="0">
                <a:solidFill>
                  <a:srgbClr val="4676CB"/>
                </a:solidFill>
                <a:latin typeface="Apple SD Gothic Neo"/>
                <a:ea typeface="Apple SD Gothic Neo"/>
                <a:cs typeface="Apple SD Gothic Neo"/>
              </a:rPr>
              <a:t>공유 불변</a:t>
            </a:r>
          </a:p>
          <a:p xmlns:a="http://schemas.openxmlformats.org/drawingml/2006/main">
            <a:pPr algn="ctr">
              <a:defRPr sz="1500" b="0">
                <a:solidFill>
                  <a:srgbClr val="4676CB"/>
                </a:solidFill>
                <a:latin typeface="Apple SD Gothic Neo"/>
                <a:ea typeface="Apple SD Gothic Neo"/>
                <a:cs typeface="Apple SD Gothic Neo"/>
              </a:defRPr>
            </a:pPr>
            <a:r>
              <a:rPr sz="1500" b="0">
                <a:solidFill>
                  <a:srgbClr val="4676CB"/>
                </a:solidFill>
                <a:latin typeface="Apple SD Gothic Neo"/>
                <a:ea typeface="Apple SD Gothic Neo"/>
                <a:cs typeface="Apple SD Gothic Neo"/>
              </a:rPr>
              <a:t>입력·원본</a:t>
            </a:r>
          </a:p>
        </p:txBody>
      </p:sp>
      <p:sp>
        <p:nvSpPr>
          <p:cNvPr id="75" name="Editable path 182">
            <a:extLst xmlns:a="http://schemas.openxmlformats.org/drawingml/2006/main">
              <a:ext uri="{FF2B5EF4-FFF2-40B4-BE49-F238E27FC236}">
                <a16:creationId xmlns:a16="http://schemas.microsoft.com/office/drawing/2014/main" id="{8119DE2B-C568-4CDD-AD8B-2A56EAEB1C00}"/>
              </a:ext>
            </a:extLst>
          </p:cNvPr>
          <p:cNvSpPr>
            <a:spLocks xmlns:a="http://schemas.openxmlformats.org/drawingml/2006/main" noGrp="1"/>
          </p:cNvSpPr>
          <p:nvPr/>
        </p:nvSpPr>
        <p:spPr>
          <a:xfrm xmlns:a="http://schemas.openxmlformats.org/drawingml/2006/main">
            <a:off x="16144875" y="4171950"/>
            <a:ext cx="428625" cy="953"/>
          </a:xfrm>
          <a:custGeom xmlns:a="http://schemas.openxmlformats.org/drawingml/2006/main">
            <a:pathLst>
              <a:path w="428625" h="953">
                <a:moveTo>
                  <a:pt x="428625" y="0"/>
                </a:moveTo>
                <a:lnTo>
                  <a:pt x="0" y="0"/>
                </a:lnTo>
              </a:path>
            </a:pathLst>
          </a:custGeom>
          <a:noFill xmlns:a="http://schemas.openxmlformats.org/drawingml/2006/main"/>
          <a:ln xmlns:a="http://schemas.openxmlformats.org/drawingml/2006/main" w="20955">
            <a:solidFill>
              <a:srgbClr val="4676CB"/>
            </a:solidFill>
            <a:prstDash val="solid"/>
          </a:ln>
        </p:spPr>
      </p:sp>
      <p:sp>
        <p:nvSpPr>
          <p:cNvPr id="76" name="Editable arrowhead 183">
            <a:extLst xmlns:a="http://schemas.openxmlformats.org/drawingml/2006/main">
              <a:ext uri="{FF2B5EF4-FFF2-40B4-BE49-F238E27FC236}">
                <a16:creationId xmlns:a16="http://schemas.microsoft.com/office/drawing/2014/main" id="{10B4BC1B-9882-428C-90AE-6C9A2CE3681F}"/>
              </a:ext>
            </a:extLst>
          </p:cNvPr>
          <p:cNvSpPr>
            <a:spLocks xmlns:a="http://schemas.openxmlformats.org/drawingml/2006/main" noGrp="1"/>
          </p:cNvSpPr>
          <p:nvPr/>
        </p:nvSpPr>
        <p:spPr>
          <a:xfrm xmlns:a="http://schemas.openxmlformats.org/drawingml/2006/main">
            <a:off x="16144875" y="4124325"/>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77" name="Editable path 184">
            <a:extLst xmlns:a="http://schemas.openxmlformats.org/drawingml/2006/main">
              <a:ext uri="{FF2B5EF4-FFF2-40B4-BE49-F238E27FC236}">
                <a16:creationId xmlns:a16="http://schemas.microsoft.com/office/drawing/2014/main" id="{99A946A9-F659-40F8-BB59-681BCC41D923}"/>
              </a:ext>
            </a:extLst>
          </p:cNvPr>
          <p:cNvSpPr>
            <a:spLocks xmlns:a="http://schemas.openxmlformats.org/drawingml/2006/main" noGrp="1"/>
          </p:cNvSpPr>
          <p:nvPr/>
        </p:nvSpPr>
        <p:spPr>
          <a:xfrm xmlns:a="http://schemas.openxmlformats.org/drawingml/2006/main">
            <a:off x="16144875" y="4895850"/>
            <a:ext cx="428625" cy="953"/>
          </a:xfrm>
          <a:custGeom xmlns:a="http://schemas.openxmlformats.org/drawingml/2006/main">
            <a:pathLst>
              <a:path w="428625" h="953">
                <a:moveTo>
                  <a:pt x="428625" y="0"/>
                </a:moveTo>
                <a:lnTo>
                  <a:pt x="0" y="0"/>
                </a:lnTo>
              </a:path>
            </a:pathLst>
          </a:custGeom>
          <a:noFill xmlns:a="http://schemas.openxmlformats.org/drawingml/2006/main"/>
          <a:ln xmlns:a="http://schemas.openxmlformats.org/drawingml/2006/main" w="20955">
            <a:solidFill>
              <a:srgbClr val="4676CB"/>
            </a:solidFill>
            <a:prstDash val="solid"/>
          </a:ln>
        </p:spPr>
      </p:sp>
      <p:sp>
        <p:nvSpPr>
          <p:cNvPr id="78" name="Editable arrowhead 185">
            <a:extLst xmlns:a="http://schemas.openxmlformats.org/drawingml/2006/main">
              <a:ext uri="{FF2B5EF4-FFF2-40B4-BE49-F238E27FC236}">
                <a16:creationId xmlns:a16="http://schemas.microsoft.com/office/drawing/2014/main" id="{DB83F9DA-7844-46A4-8259-B694A2C6FF0A}"/>
              </a:ext>
            </a:extLst>
          </p:cNvPr>
          <p:cNvSpPr>
            <a:spLocks xmlns:a="http://schemas.openxmlformats.org/drawingml/2006/main" noGrp="1"/>
          </p:cNvSpPr>
          <p:nvPr/>
        </p:nvSpPr>
        <p:spPr>
          <a:xfrm xmlns:a="http://schemas.openxmlformats.org/drawingml/2006/main">
            <a:off x="16144875" y="4848225"/>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79" name="Editable path 186">
            <a:extLst xmlns:a="http://schemas.openxmlformats.org/drawingml/2006/main">
              <a:ext uri="{FF2B5EF4-FFF2-40B4-BE49-F238E27FC236}">
                <a16:creationId xmlns:a16="http://schemas.microsoft.com/office/drawing/2014/main" id="{85C0A3DA-87C2-4487-BF22-0DD34F5FCAE4}"/>
              </a:ext>
            </a:extLst>
          </p:cNvPr>
          <p:cNvSpPr>
            <a:spLocks xmlns:a="http://schemas.openxmlformats.org/drawingml/2006/main" noGrp="1"/>
          </p:cNvSpPr>
          <p:nvPr/>
        </p:nvSpPr>
        <p:spPr>
          <a:xfrm xmlns:a="http://schemas.openxmlformats.org/drawingml/2006/main">
            <a:off x="11563350" y="5143500"/>
            <a:ext cx="953" cy="238125"/>
          </a:xfrm>
          <a:custGeom xmlns:a="http://schemas.openxmlformats.org/drawingml/2006/main">
            <a:pathLst>
              <a:path w="953" h="238125">
                <a:moveTo>
                  <a:pt x="0" y="0"/>
                </a:moveTo>
                <a:lnTo>
                  <a:pt x="0" y="238125"/>
                </a:lnTo>
              </a:path>
            </a:pathLst>
          </a:custGeom>
          <a:noFill xmlns:a="http://schemas.openxmlformats.org/drawingml/2006/main"/>
          <a:ln xmlns:a="http://schemas.openxmlformats.org/drawingml/2006/main" w="20003">
            <a:solidFill>
              <a:srgbClr val="111111"/>
            </a:solidFill>
            <a:prstDash val="solid"/>
          </a:ln>
        </p:spPr>
      </p:sp>
      <p:sp>
        <p:nvSpPr>
          <p:cNvPr id="80" name="Editable arrowhead 187">
            <a:extLst xmlns:a="http://schemas.openxmlformats.org/drawingml/2006/main">
              <a:ext uri="{FF2B5EF4-FFF2-40B4-BE49-F238E27FC236}">
                <a16:creationId xmlns:a16="http://schemas.microsoft.com/office/drawing/2014/main" id="{B6BF1812-C36B-4638-A5BD-78B7BA88FAD4}"/>
              </a:ext>
            </a:extLst>
          </p:cNvPr>
          <p:cNvSpPr>
            <a:spLocks xmlns:a="http://schemas.openxmlformats.org/drawingml/2006/main" noGrp="1"/>
          </p:cNvSpPr>
          <p:nvPr/>
        </p:nvSpPr>
        <p:spPr>
          <a:xfrm xmlns:a="http://schemas.openxmlformats.org/drawingml/2006/main">
            <a:off x="11515725" y="52863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1" name="Editable path 188">
            <a:extLst xmlns:a="http://schemas.openxmlformats.org/drawingml/2006/main">
              <a:ext uri="{FF2B5EF4-FFF2-40B4-BE49-F238E27FC236}">
                <a16:creationId xmlns:a16="http://schemas.microsoft.com/office/drawing/2014/main" id="{967B2D0A-BEF2-424A-8E74-6A696B405071}"/>
              </a:ext>
            </a:extLst>
          </p:cNvPr>
          <p:cNvSpPr>
            <a:spLocks xmlns:a="http://schemas.openxmlformats.org/drawingml/2006/main" noGrp="1"/>
          </p:cNvSpPr>
          <p:nvPr/>
        </p:nvSpPr>
        <p:spPr>
          <a:xfrm xmlns:a="http://schemas.openxmlformats.org/drawingml/2006/main">
            <a:off x="14906625" y="5257800"/>
            <a:ext cx="953" cy="123825"/>
          </a:xfrm>
          <a:custGeom xmlns:a="http://schemas.openxmlformats.org/drawingml/2006/main">
            <a:pathLst>
              <a:path w="953" h="123825">
                <a:moveTo>
                  <a:pt x="0" y="0"/>
                </a:moveTo>
                <a:lnTo>
                  <a:pt x="0" y="123825"/>
                </a:lnTo>
              </a:path>
            </a:pathLst>
          </a:custGeom>
          <a:noFill xmlns:a="http://schemas.openxmlformats.org/drawingml/2006/main"/>
          <a:ln xmlns:a="http://schemas.openxmlformats.org/drawingml/2006/main" w="20003">
            <a:solidFill>
              <a:srgbClr val="111111"/>
            </a:solidFill>
            <a:prstDash val="solid"/>
          </a:ln>
        </p:spPr>
      </p:sp>
      <p:sp>
        <p:nvSpPr>
          <p:cNvPr id="82" name="Editable arrowhead 189">
            <a:extLst xmlns:a="http://schemas.openxmlformats.org/drawingml/2006/main">
              <a:ext uri="{FF2B5EF4-FFF2-40B4-BE49-F238E27FC236}">
                <a16:creationId xmlns:a16="http://schemas.microsoft.com/office/drawing/2014/main" id="{FA5D3B1E-6926-45F4-B7AC-9E6908F8FA2D}"/>
              </a:ext>
            </a:extLst>
          </p:cNvPr>
          <p:cNvSpPr>
            <a:spLocks xmlns:a="http://schemas.openxmlformats.org/drawingml/2006/main" noGrp="1"/>
          </p:cNvSpPr>
          <p:nvPr/>
        </p:nvSpPr>
        <p:spPr>
          <a:xfrm xmlns:a="http://schemas.openxmlformats.org/drawingml/2006/main">
            <a:off x="14859000" y="52863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3" name="Request Controller: 반환 검증·필요 시 재결합 요청 후 채택">
            <a:extLst xmlns:a="http://schemas.openxmlformats.org/drawingml/2006/main">
              <a:ext uri="{FF2B5EF4-FFF2-40B4-BE49-F238E27FC236}">
                <a16:creationId xmlns:a16="http://schemas.microsoft.com/office/drawing/2014/main" id="{7EAA58B3-910B-4F63-8ED1-E5C047C1E1E7}"/>
              </a:ext>
            </a:extLst>
          </p:cNvPr>
          <p:cNvSpPr>
            <a:spLocks xmlns:a="http://schemas.openxmlformats.org/drawingml/2006/main" noGrp="1"/>
          </p:cNvSpPr>
          <p:nvPr/>
        </p:nvSpPr>
        <p:spPr>
          <a:xfrm xmlns:a="http://schemas.openxmlformats.org/drawingml/2006/main">
            <a:off x="10229850" y="5381625"/>
            <a:ext cx="7562850" cy="2762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84" name="DP2 object 190">
            <a:extLst xmlns:a="http://schemas.openxmlformats.org/drawingml/2006/main">
              <a:ext uri="{FF2B5EF4-FFF2-40B4-BE49-F238E27FC236}">
                <a16:creationId xmlns:a16="http://schemas.microsoft.com/office/drawing/2014/main" id="{F32B17EB-B838-489D-B607-ACC0656E27C0}"/>
              </a:ext>
            </a:extLst>
          </p:cNvPr>
          <p:cNvSpPr>
            <a:spLocks xmlns:a="http://schemas.openxmlformats.org/drawingml/2006/main" noGrp="1"/>
          </p:cNvSpPr>
          <p:nvPr/>
        </p:nvSpPr>
        <p:spPr>
          <a:xfrm xmlns:a="http://schemas.openxmlformats.org/drawingml/2006/main">
            <a:off x="10296525" y="5419725"/>
            <a:ext cx="7429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Request Controller: 반환 검증·필요 시 재결합 요청 후 채택</a:t>
            </a:r>
          </a:p>
        </p:txBody>
      </p:sp>
      <p:sp>
        <p:nvSpPr>
          <p:cNvPr id="85" name="Selected B column">
            <a:extLst xmlns:a="http://schemas.openxmlformats.org/drawingml/2006/main">
              <a:ext uri="{FF2B5EF4-FFF2-40B4-BE49-F238E27FC236}">
                <a16:creationId xmlns:a16="http://schemas.microsoft.com/office/drawing/2014/main" id="{0DE552ED-8ECA-4828-882A-47901117C864}"/>
              </a:ext>
            </a:extLst>
          </p:cNvPr>
          <p:cNvSpPr>
            <a:spLocks xmlns:a="http://schemas.openxmlformats.org/drawingml/2006/main" noGrp="1"/>
          </p:cNvSpPr>
          <p:nvPr/>
        </p:nvSpPr>
        <p:spPr>
          <a:xfrm xmlns:a="http://schemas.openxmlformats.org/drawingml/2006/main">
            <a:off x="9963150" y="1752600"/>
            <a:ext cx="8096250" cy="7620000"/>
          </a:xfrm>
          <a:prstGeom xmlns:a="http://schemas.openxmlformats.org/drawingml/2006/main" prst="rect">
            <a:avLst/>
          </a:prstGeom>
          <a:noFill xmlns:a="http://schemas.openxmlformats.org/drawingml/2006/main"/>
          <a:ln xmlns:a="http://schemas.openxmlformats.org/drawingml/2006/main" w="40005">
            <a:solidFill>
              <a:srgbClr val="4676CB"/>
            </a:solidFill>
            <a:prstDash val="solid"/>
          </a:ln>
        </p:spPr>
      </p:sp>
      <p:sp>
        <p:nvSpPr>
          <p:cNvPr id="86" name="DP2 object 191">
            <a:extLst xmlns:a="http://schemas.openxmlformats.org/drawingml/2006/main">
              <a:ext uri="{FF2B5EF4-FFF2-40B4-BE49-F238E27FC236}">
                <a16:creationId xmlns:a16="http://schemas.microsoft.com/office/drawing/2014/main" id="{2D371A8D-A4AF-4BA8-80F9-AB0D8E9A9A89}"/>
              </a:ext>
            </a:extLst>
          </p:cNvPr>
          <p:cNvSpPr>
            <a:spLocks xmlns:a="http://schemas.openxmlformats.org/drawingml/2006/main" noGrp="1"/>
          </p:cNvSpPr>
          <p:nvPr/>
        </p:nvSpPr>
        <p:spPr>
          <a:xfrm xmlns:a="http://schemas.openxmlformats.org/drawingml/2006/main">
            <a:off x="10039350" y="1524000"/>
            <a:ext cx="6381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4875" b="1">
                <a:solidFill>
                  <a:srgbClr val="C00000"/>
                </a:solidFill>
                <a:latin typeface="Apple SD Gothic Neo"/>
                <a:ea typeface="Apple SD Gothic Neo"/>
                <a:cs typeface="Apple SD Gothic Neo"/>
              </a:defRPr>
            </a:defPPr>
            <a:lvl1pPr algn="l">
              <a:defRPr sz="4875" b="1">
                <a:solidFill>
                  <a:srgbClr val="C00000"/>
                </a:solidFill>
                <a:latin typeface="Apple SD Gothic Neo"/>
                <a:ea typeface="Apple SD Gothic Neo"/>
                <a:cs typeface="Apple SD Gothic Neo"/>
              </a:defRPr>
            </a:lvl1pPr>
            <a:lvl2pPr algn="l">
              <a:defRPr sz="4875" b="1">
                <a:solidFill>
                  <a:srgbClr val="C00000"/>
                </a:solidFill>
                <a:latin typeface="Apple SD Gothic Neo"/>
                <a:ea typeface="Apple SD Gothic Neo"/>
                <a:cs typeface="Apple SD Gothic Neo"/>
              </a:defRPr>
            </a:lvl2pPr>
            <a:lvl3pPr algn="l">
              <a:defRPr sz="4875" b="1">
                <a:solidFill>
                  <a:srgbClr val="C00000"/>
                </a:solidFill>
                <a:latin typeface="Apple SD Gothic Neo"/>
                <a:ea typeface="Apple SD Gothic Neo"/>
                <a:cs typeface="Apple SD Gothic Neo"/>
              </a:defRPr>
            </a:lvl3pPr>
            <a:lvl4pPr algn="l">
              <a:defRPr sz="4875" b="1">
                <a:solidFill>
                  <a:srgbClr val="C00000"/>
                </a:solidFill>
                <a:latin typeface="Apple SD Gothic Neo"/>
                <a:ea typeface="Apple SD Gothic Neo"/>
                <a:cs typeface="Apple SD Gothic Neo"/>
              </a:defRPr>
            </a:lvl4pPr>
            <a:lvl5pPr algn="l">
              <a:defRPr sz="4875" b="1">
                <a:solidFill>
                  <a:srgbClr val="C00000"/>
                </a:solidFill>
                <a:latin typeface="Apple SD Gothic Neo"/>
                <a:ea typeface="Apple SD Gothic Neo"/>
                <a:cs typeface="Apple SD Gothic Neo"/>
              </a:defRPr>
            </a:lvl5pPr>
            <a:lvl6pPr algn="l">
              <a:defRPr sz="4875" b="1">
                <a:solidFill>
                  <a:srgbClr val="C00000"/>
                </a:solidFill>
                <a:latin typeface="Apple SD Gothic Neo"/>
                <a:ea typeface="Apple SD Gothic Neo"/>
                <a:cs typeface="Apple SD Gothic Neo"/>
              </a:defRPr>
            </a:lvl6pPr>
            <a:lvl7pPr algn="l">
              <a:defRPr sz="4875" b="1">
                <a:solidFill>
                  <a:srgbClr val="C00000"/>
                </a:solidFill>
                <a:latin typeface="Apple SD Gothic Neo"/>
                <a:ea typeface="Apple SD Gothic Neo"/>
                <a:cs typeface="Apple SD Gothic Neo"/>
              </a:defRPr>
            </a:lvl7pPr>
            <a:lvl8pPr algn="l">
              <a:defRPr sz="4875" b="1">
                <a:solidFill>
                  <a:srgbClr val="C00000"/>
                </a:solidFill>
                <a:latin typeface="Apple SD Gothic Neo"/>
                <a:ea typeface="Apple SD Gothic Neo"/>
                <a:cs typeface="Apple SD Gothic Neo"/>
              </a:defRPr>
            </a:lvl8pPr>
            <a:lvl9pPr algn="l">
              <a:defRPr sz="4875" b="1">
                <a:solidFill>
                  <a:srgbClr val="C00000"/>
                </a:solidFill>
                <a:latin typeface="Apple SD Gothic Neo"/>
                <a:ea typeface="Apple SD Gothic Neo"/>
                <a:cs typeface="Apple SD Gothic Neo"/>
              </a:defRPr>
            </a:lvl9pPr>
          </a:lstStyle>
          <a:p xmlns:a="http://schemas.openxmlformats.org/drawingml/2006/main">
            <a:pPr algn="l">
              <a:defRPr sz="4875" b="1">
                <a:solidFill>
                  <a:srgbClr val="C00000"/>
                </a:solidFill>
                <a:latin typeface="Apple SD Gothic Neo"/>
                <a:ea typeface="Apple SD Gothic Neo"/>
                <a:cs typeface="Apple SD Gothic Neo"/>
              </a:defRPr>
            </a:pPr>
            <a:r>
              <a:rPr sz="4875" b="1">
                <a:solidFill>
                  <a:srgbClr val="C00000"/>
                </a:solidFill>
                <a:latin typeface="Apple SD Gothic Neo"/>
                <a:ea typeface="Apple SD Gothic Neo"/>
                <a:cs typeface="Apple SD Gothic Neo"/>
              </a:rPr>
              <a:t>✓</a:t>
            </a:r>
          </a:p>
        </p:txBody>
      </p:sp>
      <p:sp>
        <p:nvSpPr>
          <p:cNvPr id="87" name="DP2 object 192">
            <a:extLst xmlns:a="http://schemas.openxmlformats.org/drawingml/2006/main">
              <a:ext uri="{FF2B5EF4-FFF2-40B4-BE49-F238E27FC236}">
                <a16:creationId xmlns:a16="http://schemas.microsoft.com/office/drawing/2014/main" id="{D727E8D7-71A6-4173-83F4-44FE636B553F}"/>
              </a:ext>
            </a:extLst>
          </p:cNvPr>
          <p:cNvSpPr>
            <a:spLocks xmlns:a="http://schemas.openxmlformats.org/drawingml/2006/main" noGrp="1"/>
          </p:cNvSpPr>
          <p:nvPr/>
        </p:nvSpPr>
        <p:spPr>
          <a:xfrm xmlns:a="http://schemas.openxmlformats.org/drawingml/2006/main">
            <a:off x="266700" y="9496425"/>
            <a:ext cx="1724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0">
                <a:solidFill>
                  <a:srgbClr val="4676CB"/>
                </a:solidFill>
                <a:latin typeface="Apple SD Gothic Neo"/>
                <a:ea typeface="Apple SD Gothic Neo"/>
                <a:cs typeface="Apple SD Gothic Neo"/>
              </a:defRPr>
            </a:defPPr>
            <a:lvl1pPr algn="l">
              <a:defRPr sz="1575" b="0">
                <a:solidFill>
                  <a:srgbClr val="4676CB"/>
                </a:solidFill>
                <a:latin typeface="Apple SD Gothic Neo"/>
                <a:ea typeface="Apple SD Gothic Neo"/>
                <a:cs typeface="Apple SD Gothic Neo"/>
              </a:defRPr>
            </a:lvl1pPr>
            <a:lvl2pPr algn="l">
              <a:defRPr sz="1575" b="0">
                <a:solidFill>
                  <a:srgbClr val="4676CB"/>
                </a:solidFill>
                <a:latin typeface="Apple SD Gothic Neo"/>
                <a:ea typeface="Apple SD Gothic Neo"/>
                <a:cs typeface="Apple SD Gothic Neo"/>
              </a:defRPr>
            </a:lvl2pPr>
            <a:lvl3pPr algn="l">
              <a:defRPr sz="1575" b="0">
                <a:solidFill>
                  <a:srgbClr val="4676CB"/>
                </a:solidFill>
                <a:latin typeface="Apple SD Gothic Neo"/>
                <a:ea typeface="Apple SD Gothic Neo"/>
                <a:cs typeface="Apple SD Gothic Neo"/>
              </a:defRPr>
            </a:lvl3pPr>
            <a:lvl4pPr algn="l">
              <a:defRPr sz="1575" b="0">
                <a:solidFill>
                  <a:srgbClr val="4676CB"/>
                </a:solidFill>
                <a:latin typeface="Apple SD Gothic Neo"/>
                <a:ea typeface="Apple SD Gothic Neo"/>
                <a:cs typeface="Apple SD Gothic Neo"/>
              </a:defRPr>
            </a:lvl4pPr>
            <a:lvl5pPr algn="l">
              <a:defRPr sz="1575" b="0">
                <a:solidFill>
                  <a:srgbClr val="4676CB"/>
                </a:solidFill>
                <a:latin typeface="Apple SD Gothic Neo"/>
                <a:ea typeface="Apple SD Gothic Neo"/>
                <a:cs typeface="Apple SD Gothic Neo"/>
              </a:defRPr>
            </a:lvl5pPr>
            <a:lvl6pPr algn="l">
              <a:defRPr sz="1575" b="0">
                <a:solidFill>
                  <a:srgbClr val="4676CB"/>
                </a:solidFill>
                <a:latin typeface="Apple SD Gothic Neo"/>
                <a:ea typeface="Apple SD Gothic Neo"/>
                <a:cs typeface="Apple SD Gothic Neo"/>
              </a:defRPr>
            </a:lvl6pPr>
            <a:lvl7pPr algn="l">
              <a:defRPr sz="1575" b="0">
                <a:solidFill>
                  <a:srgbClr val="4676CB"/>
                </a:solidFill>
                <a:latin typeface="Apple SD Gothic Neo"/>
                <a:ea typeface="Apple SD Gothic Neo"/>
                <a:cs typeface="Apple SD Gothic Neo"/>
              </a:defRPr>
            </a:lvl7pPr>
            <a:lvl8pPr algn="l">
              <a:defRPr sz="1575" b="0">
                <a:solidFill>
                  <a:srgbClr val="4676CB"/>
                </a:solidFill>
                <a:latin typeface="Apple SD Gothic Neo"/>
                <a:ea typeface="Apple SD Gothic Neo"/>
                <a:cs typeface="Apple SD Gothic Neo"/>
              </a:defRPr>
            </a:lvl8pPr>
            <a:lvl9pPr algn="l">
              <a:defRPr sz="1575" b="0">
                <a:solidFill>
                  <a:srgbClr val="4676CB"/>
                </a:solidFill>
                <a:latin typeface="Apple SD Gothic Neo"/>
                <a:ea typeface="Apple SD Gothic Neo"/>
                <a:cs typeface="Apple SD Gothic Neo"/>
              </a:defRPr>
            </a:lvl9pPr>
          </a:lstStyle>
          <a:p xmlns:a="http://schemas.openxmlformats.org/drawingml/2006/main">
            <a:pPr algn="l">
              <a:defRPr sz="1575" b="0">
                <a:solidFill>
                  <a:srgbClr val="4676CB"/>
                </a:solidFill>
                <a:latin typeface="Apple SD Gothic Neo"/>
                <a:ea typeface="Apple SD Gothic Neo"/>
                <a:cs typeface="Apple SD Gothic Neo"/>
              </a:defRPr>
            </a:pPr>
            <a:r>
              <a:rPr sz="1575" b="0">
                <a:solidFill>
                  <a:srgbClr val="4676CB"/>
                </a:solidFill>
                <a:latin typeface="Apple SD Gothic Neo"/>
                <a:ea typeface="Apple SD Gothic Neo"/>
                <a:cs typeface="Apple SD Gothic Neo"/>
              </a:rPr>
              <a:t>B1은 작은 로컬 복제 부담 보완. N=1 최고 RSS는 증가. 전체 A/B 재비교와 새 QA01·QA03 측정은 미실시.</a:t>
            </a:r>
          </a:p>
        </p:txBody>
      </p:sp>
      <p:sp>
        <p:nvSpPr>
          <p:cNvPr id="88" name="DP2 object 193">
            <a:extLst xmlns:a="http://schemas.openxmlformats.org/drawingml/2006/main">
              <a:ext uri="{FF2B5EF4-FFF2-40B4-BE49-F238E27FC236}">
                <a16:creationId xmlns:a16="http://schemas.microsoft.com/office/drawing/2014/main" id="{36596FB9-29F4-4928-A277-5A03382D6F23}"/>
              </a:ext>
            </a:extLst>
          </p:cNvPr>
          <p:cNvSpPr>
            <a:spLocks xmlns:a="http://schemas.openxmlformats.org/drawingml/2006/main" noGrp="1"/>
          </p:cNvSpPr>
          <p:nvPr/>
        </p:nvSpPr>
        <p:spPr>
          <a:xfrm xmlns:a="http://schemas.openxmlformats.org/drawingml/2006/main">
            <a:off x="266700" y="9848850"/>
            <a:ext cx="17192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0">
                <a:solidFill>
                  <a:srgbClr val="50555B"/>
                </a:solidFill>
                <a:latin typeface="Apple SD Gothic Neo"/>
                <a:ea typeface="Apple SD Gothic Neo"/>
                <a:cs typeface="Apple SD Gothic Neo"/>
              </a:defRPr>
            </a:defPPr>
            <a:lvl1pPr algn="l">
              <a:defRPr sz="1500" b="0">
                <a:solidFill>
                  <a:srgbClr val="50555B"/>
                </a:solidFill>
                <a:latin typeface="Apple SD Gothic Neo"/>
                <a:ea typeface="Apple SD Gothic Neo"/>
                <a:cs typeface="Apple SD Gothic Neo"/>
              </a:defRPr>
            </a:lvl1pPr>
            <a:lvl2pPr algn="l">
              <a:defRPr sz="1500" b="0">
                <a:solidFill>
                  <a:srgbClr val="50555B"/>
                </a:solidFill>
                <a:latin typeface="Apple SD Gothic Neo"/>
                <a:ea typeface="Apple SD Gothic Neo"/>
                <a:cs typeface="Apple SD Gothic Neo"/>
              </a:defRPr>
            </a:lvl2pPr>
            <a:lvl3pPr algn="l">
              <a:defRPr sz="1500" b="0">
                <a:solidFill>
                  <a:srgbClr val="50555B"/>
                </a:solidFill>
                <a:latin typeface="Apple SD Gothic Neo"/>
                <a:ea typeface="Apple SD Gothic Neo"/>
                <a:cs typeface="Apple SD Gothic Neo"/>
              </a:defRPr>
            </a:lvl3pPr>
            <a:lvl4pPr algn="l">
              <a:defRPr sz="1500" b="0">
                <a:solidFill>
                  <a:srgbClr val="50555B"/>
                </a:solidFill>
                <a:latin typeface="Apple SD Gothic Neo"/>
                <a:ea typeface="Apple SD Gothic Neo"/>
                <a:cs typeface="Apple SD Gothic Neo"/>
              </a:defRPr>
            </a:lvl4pPr>
            <a:lvl5pPr algn="l">
              <a:defRPr sz="1500" b="0">
                <a:solidFill>
                  <a:srgbClr val="50555B"/>
                </a:solidFill>
                <a:latin typeface="Apple SD Gothic Neo"/>
                <a:ea typeface="Apple SD Gothic Neo"/>
                <a:cs typeface="Apple SD Gothic Neo"/>
              </a:defRPr>
            </a:lvl5pPr>
            <a:lvl6pPr algn="l">
              <a:defRPr sz="1500" b="0">
                <a:solidFill>
                  <a:srgbClr val="50555B"/>
                </a:solidFill>
                <a:latin typeface="Apple SD Gothic Neo"/>
                <a:ea typeface="Apple SD Gothic Neo"/>
                <a:cs typeface="Apple SD Gothic Neo"/>
              </a:defRPr>
            </a:lvl6pPr>
            <a:lvl7pPr algn="l">
              <a:defRPr sz="1500" b="0">
                <a:solidFill>
                  <a:srgbClr val="50555B"/>
                </a:solidFill>
                <a:latin typeface="Apple SD Gothic Neo"/>
                <a:ea typeface="Apple SD Gothic Neo"/>
                <a:cs typeface="Apple SD Gothic Neo"/>
              </a:defRPr>
            </a:lvl7pPr>
            <a:lvl8pPr algn="l">
              <a:defRPr sz="1500" b="0">
                <a:solidFill>
                  <a:srgbClr val="50555B"/>
                </a:solidFill>
                <a:latin typeface="Apple SD Gothic Neo"/>
                <a:ea typeface="Apple SD Gothic Neo"/>
                <a:cs typeface="Apple SD Gothic Neo"/>
              </a:defRPr>
            </a:lvl8pPr>
            <a:lvl9pPr algn="l">
              <a:defRPr sz="1500" b="0">
                <a:solidFill>
                  <a:srgbClr val="50555B"/>
                </a:solidFill>
                <a:latin typeface="Apple SD Gothic Neo"/>
                <a:ea typeface="Apple SD Gothic Neo"/>
                <a:cs typeface="Apple SD Gothic Neo"/>
              </a:defRPr>
            </a:lvl9pPr>
          </a:lstStyle>
          <a:p xmlns:a="http://schemas.openxmlformats.org/drawingml/2006/main">
            <a:pPr algn="l">
              <a:defRPr sz="1500" b="0">
                <a:solidFill>
                  <a:srgbClr val="50555B"/>
                </a:solidFill>
                <a:latin typeface="Apple SD Gothic Neo"/>
                <a:ea typeface="Apple SD Gothic Neo"/>
                <a:cs typeface="Apple SD Gothic Neo"/>
              </a:defRPr>
            </a:pPr>
            <a:r>
              <a:rPr sz="1500" b="0">
                <a:solidFill>
                  <a:srgbClr val="50555B"/>
                </a:solidFill>
                <a:latin typeface="Apple SD Gothic Neo"/>
                <a:ea typeface="Apple SD Gothic Neo"/>
                <a:cs typeface="Apple SD Gothic Neo"/>
              </a:rPr>
              <a:t>기본값과 재생값은 다른 실행기. 시간 괄호: 관측/예정. N별 전체 전후 수치와 남은 관계 오류는 4장에 표시.</a:t>
            </a:r>
          </a:p>
        </p:txBody>
      </p:sp>
    </p:spTree>
    <p:extLst>
      <p:ext uri="{BB962C8B-B14F-4D97-AF65-F5344CB8AC3E}">
        <p14:creationId xmlns:p14="http://schemas.microsoft.com/office/powerpoint/2010/main" val="43944850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DP2 object 194">
            <a:extLst xmlns:a="http://schemas.openxmlformats.org/drawingml/2006/main">
              <a:ext uri="{FF2B5EF4-FFF2-40B4-BE49-F238E27FC236}">
                <a16:creationId xmlns:a16="http://schemas.microsoft.com/office/drawing/2014/main" id="{96020C7C-A1E9-472C-8C97-BA1764011DB0}"/>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DP2. 후속 입력의 의미 판단 실행 방안 (보완 효과 상세)</a:t>
            </a:r>
          </a:p>
        </p:txBody>
      </p:sp>
      <p:sp>
        <p:nvSpPr>
          <p:cNvPr id="2" name="DP2 object 195">
            <a:extLst xmlns:a="http://schemas.openxmlformats.org/drawingml/2006/main">
              <a:ext uri="{FF2B5EF4-FFF2-40B4-BE49-F238E27FC236}">
                <a16:creationId xmlns:a16="http://schemas.microsoft.com/office/drawing/2014/main" id="{53988DB2-150B-4008-B3B0-948949BE54D1}"/>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DP2 object 196">
            <a:extLst xmlns:a="http://schemas.openxmlformats.org/drawingml/2006/main">
              <a:ext uri="{FF2B5EF4-FFF2-40B4-BE49-F238E27FC236}">
                <a16:creationId xmlns:a16="http://schemas.microsoft.com/office/drawing/2014/main" id="{0D4B52AB-3F13-44B0-BA17-80AD3338C041}"/>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DP2 object 197">
            <a:extLst xmlns:a="http://schemas.openxmlformats.org/drawingml/2006/main">
              <a:ext uri="{FF2B5EF4-FFF2-40B4-BE49-F238E27FC236}">
                <a16:creationId xmlns:a16="http://schemas.microsoft.com/office/drawing/2014/main" id="{7AC3DF64-EB26-45D3-BA0E-A8CCAF309B9B}"/>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DP2 object 198">
            <a:extLst xmlns:a="http://schemas.openxmlformats.org/drawingml/2006/main">
              <a:ext uri="{FF2B5EF4-FFF2-40B4-BE49-F238E27FC236}">
                <a16:creationId xmlns:a16="http://schemas.microsoft.com/office/drawing/2014/main" id="{63ACCEBC-D03F-42AB-9395-D64ABB986B76}"/>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DP2 object 199">
            <a:extLst xmlns:a="http://schemas.openxmlformats.org/drawingml/2006/main">
              <a:ext uri="{FF2B5EF4-FFF2-40B4-BE49-F238E27FC236}">
                <a16:creationId xmlns:a16="http://schemas.microsoft.com/office/drawing/2014/main" id="{36C211B1-6A9F-4D24-8E8B-C15408A10438}"/>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DP2 object 200">
            <a:extLst xmlns:a="http://schemas.openxmlformats.org/drawingml/2006/main">
              <a:ext uri="{FF2B5EF4-FFF2-40B4-BE49-F238E27FC236}">
                <a16:creationId xmlns:a16="http://schemas.microsoft.com/office/drawing/2014/main" id="{1A2E82FA-7199-47D5-813E-EFBD4089FB97}"/>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DP2 object 201">
            <a:extLst xmlns:a="http://schemas.openxmlformats.org/drawingml/2006/main">
              <a:ext uri="{FF2B5EF4-FFF2-40B4-BE49-F238E27FC236}">
                <a16:creationId xmlns:a16="http://schemas.microsoft.com/office/drawing/2014/main" id="{AEE92540-5B3B-4BB1-85B4-2062A791F4A2}"/>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DP2 object 202">
            <a:extLst xmlns:a="http://schemas.openxmlformats.org/drawingml/2006/main">
              <a:ext uri="{FF2B5EF4-FFF2-40B4-BE49-F238E27FC236}">
                <a16:creationId xmlns:a16="http://schemas.microsoft.com/office/drawing/2014/main" id="{E9FAD7BE-3A02-4CD4-93C4-05FA46E85FE1}"/>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DP2 object 203">
            <a:extLst xmlns:a="http://schemas.openxmlformats.org/drawingml/2006/main">
              <a:ext uri="{FF2B5EF4-FFF2-40B4-BE49-F238E27FC236}">
                <a16:creationId xmlns:a16="http://schemas.microsoft.com/office/drawing/2014/main" id="{0D903A08-9239-42CE-B654-56E5866F4AE2}"/>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DP2 object 204">
            <a:extLst xmlns:a="http://schemas.openxmlformats.org/drawingml/2006/main">
              <a:ext uri="{FF2B5EF4-FFF2-40B4-BE49-F238E27FC236}">
                <a16:creationId xmlns:a16="http://schemas.microsoft.com/office/drawing/2014/main" id="{A34EB7B5-0970-4B88-83A3-72B108E3F853}"/>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Editable path 205">
            <a:extLst xmlns:a="http://schemas.openxmlformats.org/drawingml/2006/main">
              <a:ext uri="{FF2B5EF4-FFF2-40B4-BE49-F238E27FC236}">
                <a16:creationId xmlns:a16="http://schemas.microsoft.com/office/drawing/2014/main" id="{2EC1FC78-F5D5-4C5F-9465-E20EEEF89553}"/>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DP2 object 206">
            <a:extLst xmlns:a="http://schemas.openxmlformats.org/drawingml/2006/main">
              <a:ext uri="{FF2B5EF4-FFF2-40B4-BE49-F238E27FC236}">
                <a16:creationId xmlns:a16="http://schemas.microsoft.com/office/drawing/2014/main" id="{07437A7F-2515-4A78-8D7F-DA3BEBD96B2F}"/>
              </a:ext>
            </a:extLst>
          </p:cNvPr>
          <p:cNvSpPr>
            <a:spLocks xmlns:a="http://schemas.openxmlformats.org/drawingml/2006/main" noGrp="1"/>
          </p:cNvSpPr>
          <p:nvPr/>
        </p:nvSpPr>
        <p:spPr>
          <a:xfrm xmlns:a="http://schemas.openxmlformats.org/drawingml/2006/main">
            <a:off x="17478375" y="99917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275" b="0">
                <a:solidFill>
                  <a:srgbClr val="50555B"/>
                </a:solidFill>
                <a:latin typeface="Apple SD Gothic Neo"/>
                <a:ea typeface="Apple SD Gothic Neo"/>
                <a:cs typeface="Apple SD Gothic Neo"/>
              </a:defRPr>
            </a:defPPr>
            <a:lvl1pPr algn="r">
              <a:defRPr sz="1275" b="0">
                <a:solidFill>
                  <a:srgbClr val="50555B"/>
                </a:solidFill>
                <a:latin typeface="Apple SD Gothic Neo"/>
                <a:ea typeface="Apple SD Gothic Neo"/>
                <a:cs typeface="Apple SD Gothic Neo"/>
              </a:defRPr>
            </a:lvl1pPr>
            <a:lvl2pPr algn="r">
              <a:defRPr sz="1275" b="0">
                <a:solidFill>
                  <a:srgbClr val="50555B"/>
                </a:solidFill>
                <a:latin typeface="Apple SD Gothic Neo"/>
                <a:ea typeface="Apple SD Gothic Neo"/>
                <a:cs typeface="Apple SD Gothic Neo"/>
              </a:defRPr>
            </a:lvl2pPr>
            <a:lvl3pPr algn="r">
              <a:defRPr sz="1275" b="0">
                <a:solidFill>
                  <a:srgbClr val="50555B"/>
                </a:solidFill>
                <a:latin typeface="Apple SD Gothic Neo"/>
                <a:ea typeface="Apple SD Gothic Neo"/>
                <a:cs typeface="Apple SD Gothic Neo"/>
              </a:defRPr>
            </a:lvl3pPr>
            <a:lvl4pPr algn="r">
              <a:defRPr sz="1275" b="0">
                <a:solidFill>
                  <a:srgbClr val="50555B"/>
                </a:solidFill>
                <a:latin typeface="Apple SD Gothic Neo"/>
                <a:ea typeface="Apple SD Gothic Neo"/>
                <a:cs typeface="Apple SD Gothic Neo"/>
              </a:defRPr>
            </a:lvl4pPr>
            <a:lvl5pPr algn="r">
              <a:defRPr sz="1275" b="0">
                <a:solidFill>
                  <a:srgbClr val="50555B"/>
                </a:solidFill>
                <a:latin typeface="Apple SD Gothic Neo"/>
                <a:ea typeface="Apple SD Gothic Neo"/>
                <a:cs typeface="Apple SD Gothic Neo"/>
              </a:defRPr>
            </a:lvl5pPr>
            <a:lvl6pPr algn="r">
              <a:defRPr sz="1275" b="0">
                <a:solidFill>
                  <a:srgbClr val="50555B"/>
                </a:solidFill>
                <a:latin typeface="Apple SD Gothic Neo"/>
                <a:ea typeface="Apple SD Gothic Neo"/>
                <a:cs typeface="Apple SD Gothic Neo"/>
              </a:defRPr>
            </a:lvl6pPr>
            <a:lvl7pPr algn="r">
              <a:defRPr sz="1275" b="0">
                <a:solidFill>
                  <a:srgbClr val="50555B"/>
                </a:solidFill>
                <a:latin typeface="Apple SD Gothic Neo"/>
                <a:ea typeface="Apple SD Gothic Neo"/>
                <a:cs typeface="Apple SD Gothic Neo"/>
              </a:defRPr>
            </a:lvl7pPr>
            <a:lvl8pPr algn="r">
              <a:defRPr sz="1275" b="0">
                <a:solidFill>
                  <a:srgbClr val="50555B"/>
                </a:solidFill>
                <a:latin typeface="Apple SD Gothic Neo"/>
                <a:ea typeface="Apple SD Gothic Neo"/>
                <a:cs typeface="Apple SD Gothic Neo"/>
              </a:defRPr>
            </a:lvl8pPr>
            <a:lvl9pPr algn="r">
              <a:defRPr sz="1275" b="0">
                <a:solidFill>
                  <a:srgbClr val="50555B"/>
                </a:solidFill>
                <a:latin typeface="Apple SD Gothic Neo"/>
                <a:ea typeface="Apple SD Gothic Neo"/>
                <a:cs typeface="Apple SD Gothic Neo"/>
              </a:defRPr>
            </a:lvl9pPr>
          </a:lstStyle>
          <a:p xmlns:a="http://schemas.openxmlformats.org/drawingml/2006/main">
            <a:pPr algn="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4</a:t>
            </a:r>
          </a:p>
        </p:txBody>
      </p:sp>
      <p:sp>
        <p:nvSpPr>
          <p:cNvPr id="14" name="DP2 object 207">
            <a:extLst xmlns:a="http://schemas.openxmlformats.org/drawingml/2006/main">
              <a:ext uri="{FF2B5EF4-FFF2-40B4-BE49-F238E27FC236}">
                <a16:creationId xmlns:a16="http://schemas.microsoft.com/office/drawing/2014/main" id="{A9BFB8D2-61E1-4B8A-895B-DD77BF1FF480}"/>
              </a:ext>
            </a:extLst>
          </p:cNvPr>
          <p:cNvSpPr>
            <a:spLocks xmlns:a="http://schemas.openxmlformats.org/drawingml/2006/main" noGrp="1"/>
          </p:cNvSpPr>
          <p:nvPr/>
        </p:nvSpPr>
        <p:spPr>
          <a:xfrm xmlns:a="http://schemas.openxmlformats.org/drawingml/2006/main">
            <a:off x="266700" y="1200150"/>
            <a:ext cx="1752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250" b="1">
                <a:solidFill>
                  <a:srgbClr val="4676CB"/>
                </a:solidFill>
                <a:latin typeface="Apple SD Gothic Neo"/>
                <a:ea typeface="Apple SD Gothic Neo"/>
                <a:cs typeface="Apple SD Gothic Neo"/>
              </a:defRPr>
            </a:defPPr>
            <a:lvl1pPr algn="l">
              <a:defRPr sz="2250" b="1">
                <a:solidFill>
                  <a:srgbClr val="4676CB"/>
                </a:solidFill>
                <a:latin typeface="Apple SD Gothic Neo"/>
                <a:ea typeface="Apple SD Gothic Neo"/>
                <a:cs typeface="Apple SD Gothic Neo"/>
              </a:defRPr>
            </a:lvl1pPr>
            <a:lvl2pPr algn="l">
              <a:defRPr sz="2250" b="1">
                <a:solidFill>
                  <a:srgbClr val="4676CB"/>
                </a:solidFill>
                <a:latin typeface="Apple SD Gothic Neo"/>
                <a:ea typeface="Apple SD Gothic Neo"/>
                <a:cs typeface="Apple SD Gothic Neo"/>
              </a:defRPr>
            </a:lvl2pPr>
            <a:lvl3pPr algn="l">
              <a:defRPr sz="2250" b="1">
                <a:solidFill>
                  <a:srgbClr val="4676CB"/>
                </a:solidFill>
                <a:latin typeface="Apple SD Gothic Neo"/>
                <a:ea typeface="Apple SD Gothic Neo"/>
                <a:cs typeface="Apple SD Gothic Neo"/>
              </a:defRPr>
            </a:lvl3pPr>
            <a:lvl4pPr algn="l">
              <a:defRPr sz="2250" b="1">
                <a:solidFill>
                  <a:srgbClr val="4676CB"/>
                </a:solidFill>
                <a:latin typeface="Apple SD Gothic Neo"/>
                <a:ea typeface="Apple SD Gothic Neo"/>
                <a:cs typeface="Apple SD Gothic Neo"/>
              </a:defRPr>
            </a:lvl4pPr>
            <a:lvl5pPr algn="l">
              <a:defRPr sz="2250" b="1">
                <a:solidFill>
                  <a:srgbClr val="4676CB"/>
                </a:solidFill>
                <a:latin typeface="Apple SD Gothic Neo"/>
                <a:ea typeface="Apple SD Gothic Neo"/>
                <a:cs typeface="Apple SD Gothic Neo"/>
              </a:defRPr>
            </a:lvl5pPr>
            <a:lvl6pPr algn="l">
              <a:defRPr sz="2250" b="1">
                <a:solidFill>
                  <a:srgbClr val="4676CB"/>
                </a:solidFill>
                <a:latin typeface="Apple SD Gothic Neo"/>
                <a:ea typeface="Apple SD Gothic Neo"/>
                <a:cs typeface="Apple SD Gothic Neo"/>
              </a:defRPr>
            </a:lvl6pPr>
            <a:lvl7pPr algn="l">
              <a:defRPr sz="2250" b="1">
                <a:solidFill>
                  <a:srgbClr val="4676CB"/>
                </a:solidFill>
                <a:latin typeface="Apple SD Gothic Neo"/>
                <a:ea typeface="Apple SD Gothic Neo"/>
                <a:cs typeface="Apple SD Gothic Neo"/>
              </a:defRPr>
            </a:lvl7pPr>
            <a:lvl8pPr algn="l">
              <a:defRPr sz="2250" b="1">
                <a:solidFill>
                  <a:srgbClr val="4676CB"/>
                </a:solidFill>
                <a:latin typeface="Apple SD Gothic Neo"/>
                <a:ea typeface="Apple SD Gothic Neo"/>
                <a:cs typeface="Apple SD Gothic Neo"/>
              </a:defRPr>
            </a:lvl8pPr>
            <a:lvl9pPr algn="l">
              <a:defRPr sz="2250" b="1">
                <a:solidFill>
                  <a:srgbClr val="4676CB"/>
                </a:solidFill>
                <a:latin typeface="Apple SD Gothic Neo"/>
                <a:ea typeface="Apple SD Gothic Neo"/>
                <a:cs typeface="Apple SD Gothic Neo"/>
              </a:defRPr>
            </a:lvl9pPr>
          </a:lstStyle>
          <a:p xmlns:a="http://schemas.openxmlformats.org/drawingml/2006/main">
            <a:pPr algn="l">
              <a:defRPr sz="2250" b="1">
                <a:solidFill>
                  <a:srgbClr val="4676CB"/>
                </a:solidFill>
                <a:latin typeface="Apple SD Gothic Neo"/>
                <a:ea typeface="Apple SD Gothic Neo"/>
                <a:cs typeface="Apple SD Gothic Neo"/>
              </a:defRPr>
            </a:pPr>
            <a:r>
              <a:rPr sz="2250" b="1">
                <a:solidFill>
                  <a:srgbClr val="4676CB"/>
                </a:solidFill>
                <a:latin typeface="Apple SD Gothic Neo"/>
                <a:ea typeface="Apple SD Gothic Neo"/>
                <a:cs typeface="Apple SD Gothic Neo"/>
              </a:rPr>
              <a:t>병행 이익은 호출 여유에서, B1의 효과는 입력 복제 감소에서 나온다</a:t>
            </a:r>
          </a:p>
        </p:txBody>
      </p:sp>
      <p:sp>
        <p:nvSpPr>
          <p:cNvPr id="15" name="DP2 object 208">
            <a:extLst xmlns:a="http://schemas.openxmlformats.org/drawingml/2006/main">
              <a:ext uri="{FF2B5EF4-FFF2-40B4-BE49-F238E27FC236}">
                <a16:creationId xmlns:a16="http://schemas.microsoft.com/office/drawing/2014/main" id="{680AFEEC-B98A-44C1-AA7F-272CE4DC81E0}"/>
              </a:ext>
            </a:extLst>
          </p:cNvPr>
          <p:cNvSpPr>
            <a:spLocks xmlns:a="http://schemas.openxmlformats.org/drawingml/2006/main" noGrp="1"/>
          </p:cNvSpPr>
          <p:nvPr/>
        </p:nvSpPr>
        <p:spPr>
          <a:xfrm xmlns:a="http://schemas.openxmlformats.org/drawingml/2006/main">
            <a:off x="266700" y="1666875"/>
            <a:ext cx="1733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111111"/>
                </a:solidFill>
                <a:latin typeface="Apple SD Gothic Neo"/>
                <a:ea typeface="Apple SD Gothic Neo"/>
                <a:cs typeface="Apple SD Gothic Neo"/>
              </a:defRPr>
            </a:defPPr>
            <a:lvl1pPr algn="l">
              <a:defRPr sz="1800" b="0">
                <a:solidFill>
                  <a:srgbClr val="111111"/>
                </a:solidFill>
                <a:latin typeface="Apple SD Gothic Neo"/>
                <a:ea typeface="Apple SD Gothic Neo"/>
                <a:cs typeface="Apple SD Gothic Neo"/>
              </a:defRPr>
            </a:lvl1pPr>
            <a:lvl2pPr algn="l">
              <a:defRPr sz="1800" b="0">
                <a:solidFill>
                  <a:srgbClr val="111111"/>
                </a:solidFill>
                <a:latin typeface="Apple SD Gothic Neo"/>
                <a:ea typeface="Apple SD Gothic Neo"/>
                <a:cs typeface="Apple SD Gothic Neo"/>
              </a:defRPr>
            </a:lvl2pPr>
            <a:lvl3pPr algn="l">
              <a:defRPr sz="1800" b="0">
                <a:solidFill>
                  <a:srgbClr val="111111"/>
                </a:solidFill>
                <a:latin typeface="Apple SD Gothic Neo"/>
                <a:ea typeface="Apple SD Gothic Neo"/>
                <a:cs typeface="Apple SD Gothic Neo"/>
              </a:defRPr>
            </a:lvl3pPr>
            <a:lvl4pPr algn="l">
              <a:defRPr sz="1800" b="0">
                <a:solidFill>
                  <a:srgbClr val="111111"/>
                </a:solidFill>
                <a:latin typeface="Apple SD Gothic Neo"/>
                <a:ea typeface="Apple SD Gothic Neo"/>
                <a:cs typeface="Apple SD Gothic Neo"/>
              </a:defRPr>
            </a:lvl4pPr>
            <a:lvl5pPr algn="l">
              <a:defRPr sz="1800" b="0">
                <a:solidFill>
                  <a:srgbClr val="111111"/>
                </a:solidFill>
                <a:latin typeface="Apple SD Gothic Neo"/>
                <a:ea typeface="Apple SD Gothic Neo"/>
                <a:cs typeface="Apple SD Gothic Neo"/>
              </a:defRPr>
            </a:lvl5pPr>
            <a:lvl6pPr algn="l">
              <a:defRPr sz="1800" b="0">
                <a:solidFill>
                  <a:srgbClr val="111111"/>
                </a:solidFill>
                <a:latin typeface="Apple SD Gothic Neo"/>
                <a:ea typeface="Apple SD Gothic Neo"/>
                <a:cs typeface="Apple SD Gothic Neo"/>
              </a:defRPr>
            </a:lvl6pPr>
            <a:lvl7pPr algn="l">
              <a:defRPr sz="1800" b="0">
                <a:solidFill>
                  <a:srgbClr val="111111"/>
                </a:solidFill>
                <a:latin typeface="Apple SD Gothic Neo"/>
                <a:ea typeface="Apple SD Gothic Neo"/>
                <a:cs typeface="Apple SD Gothic Neo"/>
              </a:defRPr>
            </a:lvl7pPr>
            <a:lvl8pPr algn="l">
              <a:defRPr sz="1800" b="0">
                <a:solidFill>
                  <a:srgbClr val="111111"/>
                </a:solidFill>
                <a:latin typeface="Apple SD Gothic Neo"/>
                <a:ea typeface="Apple SD Gothic Neo"/>
                <a:cs typeface="Apple SD Gothic Neo"/>
              </a:defRPr>
            </a:lvl8pPr>
            <a:lvl9pPr algn="l">
              <a:defRPr sz="1800" b="0">
                <a:solidFill>
                  <a:srgbClr val="111111"/>
                </a:solidFill>
                <a:latin typeface="Apple SD Gothic Neo"/>
                <a:ea typeface="Apple SD Gothic Neo"/>
                <a:cs typeface="Apple SD Gothic Neo"/>
              </a:defRPr>
            </a:lvl9pPr>
          </a:lstStyle>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기본 구조 선택의 실제 모델 관측과 보완의 응답 재생을 구분한다.</a:t>
            </a:r>
          </a:p>
        </p:txBody>
      </p:sp>
      <p:sp>
        <p:nvSpPr>
          <p:cNvPr id="16" name="DP2 object 209">
            <a:extLst xmlns:a="http://schemas.openxmlformats.org/drawingml/2006/main">
              <a:ext uri="{FF2B5EF4-FFF2-40B4-BE49-F238E27FC236}">
                <a16:creationId xmlns:a16="http://schemas.microsoft.com/office/drawing/2014/main" id="{BA94E8F1-C5E5-4B3B-9CD7-0A8061DE54FD}"/>
              </a:ext>
            </a:extLst>
          </p:cNvPr>
          <p:cNvSpPr>
            <a:spLocks xmlns:a="http://schemas.openxmlformats.org/drawingml/2006/main" noGrp="1"/>
          </p:cNvSpPr>
          <p:nvPr/>
        </p:nvSpPr>
        <p:spPr>
          <a:xfrm xmlns:a="http://schemas.openxmlformats.org/drawingml/2006/main">
            <a:off x="228600" y="2076450"/>
            <a:ext cx="5829300" cy="7258050"/>
          </a:xfrm>
          <a:prstGeom xmlns:a="http://schemas.openxmlformats.org/drawingml/2006/main" prst="rect">
            <a:avLst/>
          </a:prstGeom>
          <a:noFill xmlns:a="http://schemas.openxmlformats.org/drawingml/2006/main"/>
          <a:ln xmlns:a="http://schemas.openxmlformats.org/drawingml/2006/main" w="28575">
            <a:solidFill>
              <a:srgbClr val="4676CB"/>
            </a:solidFill>
            <a:prstDash val="solid"/>
          </a:ln>
        </p:spPr>
      </p:sp>
      <p:sp>
        <p:nvSpPr>
          <p:cNvPr id="17" name="DP2 object 210">
            <a:extLst xmlns:a="http://schemas.openxmlformats.org/drawingml/2006/main">
              <a:ext uri="{FF2B5EF4-FFF2-40B4-BE49-F238E27FC236}">
                <a16:creationId xmlns:a16="http://schemas.microsoft.com/office/drawing/2014/main" id="{982A4C20-5440-42DA-A2C2-3057E4E02C34}"/>
              </a:ext>
            </a:extLst>
          </p:cNvPr>
          <p:cNvSpPr>
            <a:spLocks xmlns:a="http://schemas.openxmlformats.org/drawingml/2006/main" noGrp="1"/>
          </p:cNvSpPr>
          <p:nvPr/>
        </p:nvSpPr>
        <p:spPr>
          <a:xfrm xmlns:a="http://schemas.openxmlformats.org/drawingml/2006/main">
            <a:off x="228600" y="2076450"/>
            <a:ext cx="5829300" cy="485775"/>
          </a:xfrm>
          <a:prstGeom xmlns:a="http://schemas.openxmlformats.org/drawingml/2006/main" prst="rect">
            <a:avLst/>
          </a:prstGeom>
          <a:solidFill xmlns:a="http://schemas.openxmlformats.org/drawingml/2006/main">
            <a:srgbClr val="C9E1B3"/>
          </a:solidFill>
          <a:ln xmlns:a="http://schemas.openxmlformats.org/drawingml/2006/main" w="0">
            <a:noFill/>
            <a:prstDash val="solid"/>
          </a:ln>
        </p:spPr>
      </p:sp>
      <p:sp>
        <p:nvSpPr>
          <p:cNvPr id="18" name="DP2 object 211">
            <a:extLst xmlns:a="http://schemas.openxmlformats.org/drawingml/2006/main">
              <a:ext uri="{FF2B5EF4-FFF2-40B4-BE49-F238E27FC236}">
                <a16:creationId xmlns:a16="http://schemas.microsoft.com/office/drawing/2014/main" id="{4C4F83E3-5BDF-4DF1-87C0-B4B0C764C612}"/>
              </a:ext>
            </a:extLst>
          </p:cNvPr>
          <p:cNvSpPr>
            <a:spLocks xmlns:a="http://schemas.openxmlformats.org/drawingml/2006/main" noGrp="1"/>
          </p:cNvSpPr>
          <p:nvPr/>
        </p:nvSpPr>
        <p:spPr>
          <a:xfrm xmlns:a="http://schemas.openxmlformats.org/drawingml/2006/main">
            <a:off x="419100" y="2114550"/>
            <a:ext cx="544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250" b="1">
                <a:solidFill>
                  <a:srgbClr val="111111"/>
                </a:solidFill>
                <a:latin typeface="Apple SD Gothic Neo"/>
                <a:ea typeface="Apple SD Gothic Neo"/>
                <a:cs typeface="Apple SD Gothic Neo"/>
              </a:defRPr>
            </a:defPPr>
            <a:lvl1pPr algn="ctr">
              <a:defRPr sz="2250" b="1">
                <a:solidFill>
                  <a:srgbClr val="111111"/>
                </a:solidFill>
                <a:latin typeface="Apple SD Gothic Neo"/>
                <a:ea typeface="Apple SD Gothic Neo"/>
                <a:cs typeface="Apple SD Gothic Neo"/>
              </a:defRPr>
            </a:lvl1pPr>
            <a:lvl2pPr algn="ctr">
              <a:defRPr sz="2250" b="1">
                <a:solidFill>
                  <a:srgbClr val="111111"/>
                </a:solidFill>
                <a:latin typeface="Apple SD Gothic Neo"/>
                <a:ea typeface="Apple SD Gothic Neo"/>
                <a:cs typeface="Apple SD Gothic Neo"/>
              </a:defRPr>
            </a:lvl2pPr>
            <a:lvl3pPr algn="ctr">
              <a:defRPr sz="2250" b="1">
                <a:solidFill>
                  <a:srgbClr val="111111"/>
                </a:solidFill>
                <a:latin typeface="Apple SD Gothic Neo"/>
                <a:ea typeface="Apple SD Gothic Neo"/>
                <a:cs typeface="Apple SD Gothic Neo"/>
              </a:defRPr>
            </a:lvl3pPr>
            <a:lvl4pPr algn="ctr">
              <a:defRPr sz="2250" b="1">
                <a:solidFill>
                  <a:srgbClr val="111111"/>
                </a:solidFill>
                <a:latin typeface="Apple SD Gothic Neo"/>
                <a:ea typeface="Apple SD Gothic Neo"/>
                <a:cs typeface="Apple SD Gothic Neo"/>
              </a:defRPr>
            </a:lvl4pPr>
            <a:lvl5pPr algn="ctr">
              <a:defRPr sz="2250" b="1">
                <a:solidFill>
                  <a:srgbClr val="111111"/>
                </a:solidFill>
                <a:latin typeface="Apple SD Gothic Neo"/>
                <a:ea typeface="Apple SD Gothic Neo"/>
                <a:cs typeface="Apple SD Gothic Neo"/>
              </a:defRPr>
            </a:lvl5pPr>
            <a:lvl6pPr algn="ctr">
              <a:defRPr sz="2250" b="1">
                <a:solidFill>
                  <a:srgbClr val="111111"/>
                </a:solidFill>
                <a:latin typeface="Apple SD Gothic Neo"/>
                <a:ea typeface="Apple SD Gothic Neo"/>
                <a:cs typeface="Apple SD Gothic Neo"/>
              </a:defRPr>
            </a:lvl6pPr>
            <a:lvl7pPr algn="ctr">
              <a:defRPr sz="2250" b="1">
                <a:solidFill>
                  <a:srgbClr val="111111"/>
                </a:solidFill>
                <a:latin typeface="Apple SD Gothic Neo"/>
                <a:ea typeface="Apple SD Gothic Neo"/>
                <a:cs typeface="Apple SD Gothic Neo"/>
              </a:defRPr>
            </a:lvl7pPr>
            <a:lvl8pPr algn="ctr">
              <a:defRPr sz="2250" b="1">
                <a:solidFill>
                  <a:srgbClr val="111111"/>
                </a:solidFill>
                <a:latin typeface="Apple SD Gothic Neo"/>
                <a:ea typeface="Apple SD Gothic Neo"/>
                <a:cs typeface="Apple SD Gothic Neo"/>
              </a:defRPr>
            </a:lvl8pPr>
            <a:lvl9pPr algn="ctr">
              <a:defRPr sz="2250" b="1">
                <a:solidFill>
                  <a:srgbClr val="111111"/>
                </a:solidFill>
                <a:latin typeface="Apple SD Gothic Neo"/>
                <a:ea typeface="Apple SD Gothic Neo"/>
                <a:cs typeface="Apple SD Gothic Neo"/>
              </a:defRPr>
            </a:lvl9pPr>
          </a:lstStyle>
          <a:p xmlns:a="http://schemas.openxmlformats.org/drawingml/2006/main">
            <a:pPr algn="ctr">
              <a:defRPr sz="2250" b="1">
                <a:solidFill>
                  <a:srgbClr val="111111"/>
                </a:solidFill>
                <a:latin typeface="Apple SD Gothic Neo"/>
                <a:ea typeface="Apple SD Gothic Neo"/>
                <a:cs typeface="Apple SD Gothic Neo"/>
              </a:defRPr>
            </a:pPr>
            <a:r>
              <a:rPr sz="2250" b="1">
                <a:solidFill>
                  <a:srgbClr val="111111"/>
                </a:solidFill>
                <a:latin typeface="Apple SD Gothic Neo"/>
                <a:ea typeface="Apple SD Gothic Neo"/>
                <a:cs typeface="Apple SD Gothic Neo"/>
              </a:rPr>
              <a:t>B1. 불변 input/source 공유</a:t>
            </a:r>
          </a:p>
        </p:txBody>
      </p:sp>
      <p:sp>
        <p:nvSpPr>
          <p:cNvPr id="19" name="DP2 object 212">
            <a:extLst xmlns:a="http://schemas.openxmlformats.org/drawingml/2006/main">
              <a:ext uri="{FF2B5EF4-FFF2-40B4-BE49-F238E27FC236}">
                <a16:creationId xmlns:a16="http://schemas.microsoft.com/office/drawing/2014/main" id="{29076B7B-FC46-4262-ADD7-1AD671FC1DAB}"/>
              </a:ext>
            </a:extLst>
          </p:cNvPr>
          <p:cNvSpPr>
            <a:spLocks xmlns:a="http://schemas.openxmlformats.org/drawingml/2006/main" noGrp="1"/>
          </p:cNvSpPr>
          <p:nvPr/>
        </p:nvSpPr>
        <p:spPr>
          <a:xfrm xmlns:a="http://schemas.openxmlformats.org/drawingml/2006/main">
            <a:off x="419100" y="2714625"/>
            <a:ext cx="5448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기본 B: 실행마다 불변 입력을 복사</a:t>
            </a:r>
          </a:p>
        </p:txBody>
      </p:sp>
      <p:sp>
        <p:nvSpPr>
          <p:cNvPr id="20" name="R1 logical execution">
            <a:extLst xmlns:a="http://schemas.openxmlformats.org/drawingml/2006/main">
              <a:ext uri="{FF2B5EF4-FFF2-40B4-BE49-F238E27FC236}">
                <a16:creationId xmlns:a16="http://schemas.microsoft.com/office/drawing/2014/main" id="{8D43E0AC-F08D-4FD2-867F-C41275C08D42}"/>
              </a:ext>
            </a:extLst>
          </p:cNvPr>
          <p:cNvSpPr>
            <a:spLocks xmlns:a="http://schemas.openxmlformats.org/drawingml/2006/main" noGrp="1"/>
          </p:cNvSpPr>
          <p:nvPr/>
        </p:nvSpPr>
        <p:spPr>
          <a:xfrm xmlns:a="http://schemas.openxmlformats.org/drawingml/2006/main">
            <a:off x="495300" y="3248025"/>
            <a:ext cx="2400300" cy="1352550"/>
          </a:xfrm>
          <a:prstGeom xmlns:a="http://schemas.openxmlformats.org/drawingml/2006/main" prst="rect">
            <a:avLst/>
          </a:prstGeom>
          <a:solidFill xmlns:a="http://schemas.openxmlformats.org/drawingml/2006/main">
            <a:srgbClr val="FFFFFF"/>
          </a:solidFill>
          <a:ln xmlns:a="http://schemas.openxmlformats.org/drawingml/2006/main" w="19050">
            <a:solidFill>
              <a:srgbClr val="111111"/>
            </a:solidFill>
            <a:prstDash val="solid"/>
          </a:ln>
        </p:spPr>
      </p:sp>
      <p:sp>
        <p:nvSpPr>
          <p:cNvPr id="21" name="R2 logical execution">
            <a:extLst xmlns:a="http://schemas.openxmlformats.org/drawingml/2006/main">
              <a:ext uri="{FF2B5EF4-FFF2-40B4-BE49-F238E27FC236}">
                <a16:creationId xmlns:a16="http://schemas.microsoft.com/office/drawing/2014/main" id="{7782D097-C6A1-45E2-9CA5-2811E948CEEA}"/>
              </a:ext>
            </a:extLst>
          </p:cNvPr>
          <p:cNvSpPr>
            <a:spLocks xmlns:a="http://schemas.openxmlformats.org/drawingml/2006/main" noGrp="1"/>
          </p:cNvSpPr>
          <p:nvPr/>
        </p:nvSpPr>
        <p:spPr>
          <a:xfrm xmlns:a="http://schemas.openxmlformats.org/drawingml/2006/main">
            <a:off x="3371850" y="3248025"/>
            <a:ext cx="2400300" cy="1352550"/>
          </a:xfrm>
          <a:prstGeom xmlns:a="http://schemas.openxmlformats.org/drawingml/2006/main" prst="rect">
            <a:avLst/>
          </a:prstGeom>
          <a:solidFill xmlns:a="http://schemas.openxmlformats.org/drawingml/2006/main">
            <a:srgbClr val="FFFFFF"/>
          </a:solidFill>
          <a:ln xmlns:a="http://schemas.openxmlformats.org/drawingml/2006/main" w="19050">
            <a:solidFill>
              <a:srgbClr val="111111"/>
            </a:solidFill>
            <a:prstDash val="solid"/>
          </a:ln>
        </p:spPr>
      </p:sp>
      <p:sp>
        <p:nvSpPr>
          <p:cNvPr id="22" name="DP2 object 213">
            <a:extLst xmlns:a="http://schemas.openxmlformats.org/drawingml/2006/main">
              <a:ext uri="{FF2B5EF4-FFF2-40B4-BE49-F238E27FC236}">
                <a16:creationId xmlns:a16="http://schemas.microsoft.com/office/drawing/2014/main" id="{EA09AF37-7F6E-43DF-8A20-DB62285B0BA4}"/>
              </a:ext>
            </a:extLst>
          </p:cNvPr>
          <p:cNvSpPr>
            <a:spLocks xmlns:a="http://schemas.openxmlformats.org/drawingml/2006/main" noGrp="1"/>
          </p:cNvSpPr>
          <p:nvPr/>
        </p:nvSpPr>
        <p:spPr>
          <a:xfrm xmlns:a="http://schemas.openxmlformats.org/drawingml/2006/main">
            <a:off x="581025" y="3305175"/>
            <a:ext cx="2228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R1 해석 실행</a:t>
            </a:r>
          </a:p>
        </p:txBody>
      </p:sp>
      <p:sp>
        <p:nvSpPr>
          <p:cNvPr id="23" name="DP2 object 214">
            <a:extLst xmlns:a="http://schemas.openxmlformats.org/drawingml/2006/main">
              <a:ext uri="{FF2B5EF4-FFF2-40B4-BE49-F238E27FC236}">
                <a16:creationId xmlns:a16="http://schemas.microsoft.com/office/drawing/2014/main" id="{DB03339B-3FA4-4561-9792-CE83C5FEBB80}"/>
              </a:ext>
            </a:extLst>
          </p:cNvPr>
          <p:cNvSpPr>
            <a:spLocks xmlns:a="http://schemas.openxmlformats.org/drawingml/2006/main" noGrp="1"/>
          </p:cNvSpPr>
          <p:nvPr/>
        </p:nvSpPr>
        <p:spPr>
          <a:xfrm xmlns:a="http://schemas.openxmlformats.org/drawingml/2006/main">
            <a:off x="3457575" y="3305175"/>
            <a:ext cx="2228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R2 해석 실행</a:t>
            </a:r>
          </a:p>
        </p:txBody>
      </p:sp>
      <p:sp>
        <p:nvSpPr>
          <p:cNvPr id="24" name="입력·원본 복사①">
            <a:extLst xmlns:a="http://schemas.openxmlformats.org/drawingml/2006/main">
              <a:ext uri="{FF2B5EF4-FFF2-40B4-BE49-F238E27FC236}">
                <a16:creationId xmlns:a16="http://schemas.microsoft.com/office/drawing/2014/main" id="{388473A4-1993-435F-8CA4-79AFB8FDAE5E}"/>
              </a:ext>
            </a:extLst>
          </p:cNvPr>
          <p:cNvSpPr>
            <a:spLocks xmlns:a="http://schemas.openxmlformats.org/drawingml/2006/main" noGrp="1"/>
          </p:cNvSpPr>
          <p:nvPr/>
        </p:nvSpPr>
        <p:spPr>
          <a:xfrm xmlns:a="http://schemas.openxmlformats.org/drawingml/2006/main">
            <a:off x="619125" y="3781425"/>
            <a:ext cx="2152650" cy="66675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5" name="DP2 object 215">
            <a:extLst xmlns:a="http://schemas.openxmlformats.org/drawingml/2006/main">
              <a:ext uri="{FF2B5EF4-FFF2-40B4-BE49-F238E27FC236}">
                <a16:creationId xmlns:a16="http://schemas.microsoft.com/office/drawing/2014/main" id="{A933709F-3815-4E21-AD58-01ACB620AFE3}"/>
              </a:ext>
            </a:extLst>
          </p:cNvPr>
          <p:cNvSpPr>
            <a:spLocks xmlns:a="http://schemas.openxmlformats.org/drawingml/2006/main" noGrp="1"/>
          </p:cNvSpPr>
          <p:nvPr/>
        </p:nvSpPr>
        <p:spPr>
          <a:xfrm xmlns:a="http://schemas.openxmlformats.org/drawingml/2006/main">
            <a:off x="666750" y="3886200"/>
            <a:ext cx="20574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입력·원본 복사①</a:t>
            </a:r>
          </a:p>
        </p:txBody>
      </p:sp>
      <p:sp>
        <p:nvSpPr>
          <p:cNvPr id="26" name="입력·원본 복사②">
            <a:extLst xmlns:a="http://schemas.openxmlformats.org/drawingml/2006/main">
              <a:ext uri="{FF2B5EF4-FFF2-40B4-BE49-F238E27FC236}">
                <a16:creationId xmlns:a16="http://schemas.microsoft.com/office/drawing/2014/main" id="{1F682810-5A1A-4DE5-8759-89461D7AF9A0}"/>
              </a:ext>
            </a:extLst>
          </p:cNvPr>
          <p:cNvSpPr>
            <a:spLocks xmlns:a="http://schemas.openxmlformats.org/drawingml/2006/main" noGrp="1"/>
          </p:cNvSpPr>
          <p:nvPr/>
        </p:nvSpPr>
        <p:spPr>
          <a:xfrm xmlns:a="http://schemas.openxmlformats.org/drawingml/2006/main">
            <a:off x="3495675" y="3781425"/>
            <a:ext cx="2152650" cy="66675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7" name="DP2 object 216">
            <a:extLst xmlns:a="http://schemas.openxmlformats.org/drawingml/2006/main">
              <a:ext uri="{FF2B5EF4-FFF2-40B4-BE49-F238E27FC236}">
                <a16:creationId xmlns:a16="http://schemas.microsoft.com/office/drawing/2014/main" id="{7BE0F9DD-4E9F-4955-9C92-1D37E6715DB5}"/>
              </a:ext>
            </a:extLst>
          </p:cNvPr>
          <p:cNvSpPr>
            <a:spLocks xmlns:a="http://schemas.openxmlformats.org/drawingml/2006/main" noGrp="1"/>
          </p:cNvSpPr>
          <p:nvPr/>
        </p:nvSpPr>
        <p:spPr>
          <a:xfrm xmlns:a="http://schemas.openxmlformats.org/drawingml/2006/main">
            <a:off x="3543300" y="3886200"/>
            <a:ext cx="20574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입력·원본 복사②</a:t>
            </a:r>
          </a:p>
        </p:txBody>
      </p:sp>
      <p:sp>
        <p:nvSpPr>
          <p:cNvPr id="28" name="Editable path 217">
            <a:extLst xmlns:a="http://schemas.openxmlformats.org/drawingml/2006/main">
              <a:ext uri="{FF2B5EF4-FFF2-40B4-BE49-F238E27FC236}">
                <a16:creationId xmlns:a16="http://schemas.microsoft.com/office/drawing/2014/main" id="{F0D86A3A-6BD1-4D6C-80A4-CF1782DDD806}"/>
              </a:ext>
            </a:extLst>
          </p:cNvPr>
          <p:cNvSpPr>
            <a:spLocks xmlns:a="http://schemas.openxmlformats.org/drawingml/2006/main" noGrp="1"/>
          </p:cNvSpPr>
          <p:nvPr/>
        </p:nvSpPr>
        <p:spPr>
          <a:xfrm xmlns:a="http://schemas.openxmlformats.org/drawingml/2006/main">
            <a:off x="3143250" y="4695825"/>
            <a:ext cx="953" cy="685800"/>
          </a:xfrm>
          <a:custGeom xmlns:a="http://schemas.openxmlformats.org/drawingml/2006/main">
            <a:pathLst>
              <a:path w="953" h="685800">
                <a:moveTo>
                  <a:pt x="0" y="0"/>
                </a:moveTo>
                <a:lnTo>
                  <a:pt x="0" y="685800"/>
                </a:lnTo>
              </a:path>
            </a:pathLst>
          </a:custGeom>
          <a:noFill xmlns:a="http://schemas.openxmlformats.org/drawingml/2006/main"/>
          <a:ln xmlns:a="http://schemas.openxmlformats.org/drawingml/2006/main" w="28575">
            <a:solidFill>
              <a:srgbClr val="4676CB"/>
            </a:solidFill>
            <a:prstDash val="solid"/>
          </a:ln>
        </p:spPr>
      </p:sp>
      <p:sp>
        <p:nvSpPr>
          <p:cNvPr id="29" name="Editable arrowhead 218">
            <a:extLst xmlns:a="http://schemas.openxmlformats.org/drawingml/2006/main">
              <a:ext uri="{FF2B5EF4-FFF2-40B4-BE49-F238E27FC236}">
                <a16:creationId xmlns:a16="http://schemas.microsoft.com/office/drawing/2014/main" id="{1B429628-38C4-49CB-BA23-C22B5B49E667}"/>
              </a:ext>
            </a:extLst>
          </p:cNvPr>
          <p:cNvSpPr>
            <a:spLocks xmlns:a="http://schemas.openxmlformats.org/drawingml/2006/main" noGrp="1"/>
          </p:cNvSpPr>
          <p:nvPr/>
        </p:nvSpPr>
        <p:spPr>
          <a:xfrm xmlns:a="http://schemas.openxmlformats.org/drawingml/2006/main">
            <a:off x="3095625" y="52863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30" name="DP2 object 219">
            <a:extLst xmlns:a="http://schemas.openxmlformats.org/drawingml/2006/main">
              <a:ext uri="{FF2B5EF4-FFF2-40B4-BE49-F238E27FC236}">
                <a16:creationId xmlns:a16="http://schemas.microsoft.com/office/drawing/2014/main" id="{3D5B279D-607F-425E-91D1-CE25BAC8578D}"/>
              </a:ext>
            </a:extLst>
          </p:cNvPr>
          <p:cNvSpPr>
            <a:spLocks xmlns:a="http://schemas.openxmlformats.org/drawingml/2006/main" noGrp="1"/>
          </p:cNvSpPr>
          <p:nvPr/>
        </p:nvSpPr>
        <p:spPr>
          <a:xfrm xmlns:a="http://schemas.openxmlformats.org/drawingml/2006/main">
            <a:off x="542925" y="4886325"/>
            <a:ext cx="23717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75" b="1">
                <a:solidFill>
                  <a:srgbClr val="4676CB"/>
                </a:solidFill>
                <a:latin typeface="Apple SD Gothic Neo"/>
                <a:ea typeface="Apple SD Gothic Neo"/>
                <a:cs typeface="Apple SD Gothic Neo"/>
              </a:defRPr>
            </a:defPPr>
            <a:lvl1pPr algn="l">
              <a:defRPr sz="1875" b="1">
                <a:solidFill>
                  <a:srgbClr val="4676CB"/>
                </a:solidFill>
                <a:latin typeface="Apple SD Gothic Neo"/>
                <a:ea typeface="Apple SD Gothic Neo"/>
                <a:cs typeface="Apple SD Gothic Neo"/>
              </a:defRPr>
            </a:lvl1pPr>
            <a:lvl2pPr algn="l">
              <a:defRPr sz="1875" b="1">
                <a:solidFill>
                  <a:srgbClr val="4676CB"/>
                </a:solidFill>
                <a:latin typeface="Apple SD Gothic Neo"/>
                <a:ea typeface="Apple SD Gothic Neo"/>
                <a:cs typeface="Apple SD Gothic Neo"/>
              </a:defRPr>
            </a:lvl2pPr>
            <a:lvl3pPr algn="l">
              <a:defRPr sz="1875" b="1">
                <a:solidFill>
                  <a:srgbClr val="4676CB"/>
                </a:solidFill>
                <a:latin typeface="Apple SD Gothic Neo"/>
                <a:ea typeface="Apple SD Gothic Neo"/>
                <a:cs typeface="Apple SD Gothic Neo"/>
              </a:defRPr>
            </a:lvl3pPr>
            <a:lvl4pPr algn="l">
              <a:defRPr sz="1875" b="1">
                <a:solidFill>
                  <a:srgbClr val="4676CB"/>
                </a:solidFill>
                <a:latin typeface="Apple SD Gothic Neo"/>
                <a:ea typeface="Apple SD Gothic Neo"/>
                <a:cs typeface="Apple SD Gothic Neo"/>
              </a:defRPr>
            </a:lvl4pPr>
            <a:lvl5pPr algn="l">
              <a:defRPr sz="1875" b="1">
                <a:solidFill>
                  <a:srgbClr val="4676CB"/>
                </a:solidFill>
                <a:latin typeface="Apple SD Gothic Neo"/>
                <a:ea typeface="Apple SD Gothic Neo"/>
                <a:cs typeface="Apple SD Gothic Neo"/>
              </a:defRPr>
            </a:lvl5pPr>
            <a:lvl6pPr algn="l">
              <a:defRPr sz="1875" b="1">
                <a:solidFill>
                  <a:srgbClr val="4676CB"/>
                </a:solidFill>
                <a:latin typeface="Apple SD Gothic Neo"/>
                <a:ea typeface="Apple SD Gothic Neo"/>
                <a:cs typeface="Apple SD Gothic Neo"/>
              </a:defRPr>
            </a:lvl6pPr>
            <a:lvl7pPr algn="l">
              <a:defRPr sz="1875" b="1">
                <a:solidFill>
                  <a:srgbClr val="4676CB"/>
                </a:solidFill>
                <a:latin typeface="Apple SD Gothic Neo"/>
                <a:ea typeface="Apple SD Gothic Neo"/>
                <a:cs typeface="Apple SD Gothic Neo"/>
              </a:defRPr>
            </a:lvl7pPr>
            <a:lvl8pPr algn="l">
              <a:defRPr sz="1875" b="1">
                <a:solidFill>
                  <a:srgbClr val="4676CB"/>
                </a:solidFill>
                <a:latin typeface="Apple SD Gothic Neo"/>
                <a:ea typeface="Apple SD Gothic Neo"/>
                <a:cs typeface="Apple SD Gothic Neo"/>
              </a:defRPr>
            </a:lvl8pPr>
            <a:lvl9pPr algn="l">
              <a:defRPr sz="1875" b="1">
                <a:solidFill>
                  <a:srgbClr val="4676CB"/>
                </a:solidFill>
                <a:latin typeface="Apple SD Gothic Neo"/>
                <a:ea typeface="Apple SD Gothic Neo"/>
                <a:cs typeface="Apple SD Gothic Neo"/>
              </a:defRPr>
            </a:lvl9pPr>
          </a:lstStyle>
          <a:p xmlns:a="http://schemas.openxmlformats.org/drawingml/2006/main">
            <a:pPr algn="l">
              <a:defRPr sz="1875" b="1">
                <a:solidFill>
                  <a:srgbClr val="4676CB"/>
                </a:solidFill>
                <a:latin typeface="Apple SD Gothic Neo"/>
                <a:ea typeface="Apple SD Gothic Neo"/>
                <a:cs typeface="Apple SD Gothic Neo"/>
              </a:defRPr>
            </a:pPr>
            <a:r>
              <a:rPr sz="1875" b="1">
                <a:solidFill>
                  <a:srgbClr val="4676CB"/>
                </a:solidFill>
                <a:latin typeface="Apple SD Gothic Neo"/>
                <a:ea typeface="Apple SD Gothic Neo"/>
                <a:cs typeface="Apple SD Gothic Neo"/>
              </a:rPr>
              <a:t>불변 자료를 한 번 보존</a:t>
            </a:r>
          </a:p>
        </p:txBody>
      </p:sp>
      <p:sp>
        <p:nvSpPr>
          <p:cNvPr id="31" name="B1 공유 불변 입력·원본">
            <a:extLst xmlns:a="http://schemas.openxmlformats.org/drawingml/2006/main">
              <a:ext uri="{FF2B5EF4-FFF2-40B4-BE49-F238E27FC236}">
                <a16:creationId xmlns:a16="http://schemas.microsoft.com/office/drawing/2014/main" id="{E002A98C-3809-4FC2-8C73-8CCDB3691193}"/>
              </a:ext>
            </a:extLst>
          </p:cNvPr>
          <p:cNvSpPr>
            <a:spLocks xmlns:a="http://schemas.openxmlformats.org/drawingml/2006/main" noGrp="1"/>
          </p:cNvSpPr>
          <p:nvPr/>
        </p:nvSpPr>
        <p:spPr>
          <a:xfrm xmlns:a="http://schemas.openxmlformats.org/drawingml/2006/main">
            <a:off x="1276350" y="5505450"/>
            <a:ext cx="3733800" cy="77152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4676CB"/>
            </a:solidFill>
            <a:prstDash val="solid"/>
          </a:ln>
        </p:spPr>
      </p:sp>
      <p:sp>
        <p:nvSpPr>
          <p:cNvPr id="32" name="DP2 object 220">
            <a:extLst xmlns:a="http://schemas.openxmlformats.org/drawingml/2006/main">
              <a:ext uri="{FF2B5EF4-FFF2-40B4-BE49-F238E27FC236}">
                <a16:creationId xmlns:a16="http://schemas.microsoft.com/office/drawing/2014/main" id="{78983544-1C50-4D1B-80E0-E730D6179DD7}"/>
              </a:ext>
            </a:extLst>
          </p:cNvPr>
          <p:cNvSpPr>
            <a:spLocks xmlns:a="http://schemas.openxmlformats.org/drawingml/2006/main" noGrp="1"/>
          </p:cNvSpPr>
          <p:nvPr/>
        </p:nvSpPr>
        <p:spPr>
          <a:xfrm xmlns:a="http://schemas.openxmlformats.org/drawingml/2006/main">
            <a:off x="1323975" y="5610225"/>
            <a:ext cx="3638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0">
                <a:solidFill>
                  <a:srgbClr val="4676CB"/>
                </a:solidFill>
                <a:latin typeface="Apple SD Gothic Neo"/>
                <a:ea typeface="Apple SD Gothic Neo"/>
                <a:cs typeface="Apple SD Gothic Neo"/>
              </a:defRPr>
            </a:defPPr>
            <a:lvl1pPr algn="ctr">
              <a:defRPr sz="2025" b="0">
                <a:solidFill>
                  <a:srgbClr val="4676CB"/>
                </a:solidFill>
                <a:latin typeface="Apple SD Gothic Neo"/>
                <a:ea typeface="Apple SD Gothic Neo"/>
                <a:cs typeface="Apple SD Gothic Neo"/>
              </a:defRPr>
            </a:lvl1pPr>
            <a:lvl2pPr algn="ctr">
              <a:defRPr sz="2025" b="0">
                <a:solidFill>
                  <a:srgbClr val="4676CB"/>
                </a:solidFill>
                <a:latin typeface="Apple SD Gothic Neo"/>
                <a:ea typeface="Apple SD Gothic Neo"/>
                <a:cs typeface="Apple SD Gothic Neo"/>
              </a:defRPr>
            </a:lvl2pPr>
            <a:lvl3pPr algn="ctr">
              <a:defRPr sz="2025" b="0">
                <a:solidFill>
                  <a:srgbClr val="4676CB"/>
                </a:solidFill>
                <a:latin typeface="Apple SD Gothic Neo"/>
                <a:ea typeface="Apple SD Gothic Neo"/>
                <a:cs typeface="Apple SD Gothic Neo"/>
              </a:defRPr>
            </a:lvl3pPr>
            <a:lvl4pPr algn="ctr">
              <a:defRPr sz="2025" b="0">
                <a:solidFill>
                  <a:srgbClr val="4676CB"/>
                </a:solidFill>
                <a:latin typeface="Apple SD Gothic Neo"/>
                <a:ea typeface="Apple SD Gothic Neo"/>
                <a:cs typeface="Apple SD Gothic Neo"/>
              </a:defRPr>
            </a:lvl4pPr>
            <a:lvl5pPr algn="ctr">
              <a:defRPr sz="2025" b="0">
                <a:solidFill>
                  <a:srgbClr val="4676CB"/>
                </a:solidFill>
                <a:latin typeface="Apple SD Gothic Neo"/>
                <a:ea typeface="Apple SD Gothic Neo"/>
                <a:cs typeface="Apple SD Gothic Neo"/>
              </a:defRPr>
            </a:lvl5pPr>
            <a:lvl6pPr algn="ctr">
              <a:defRPr sz="2025" b="0">
                <a:solidFill>
                  <a:srgbClr val="4676CB"/>
                </a:solidFill>
                <a:latin typeface="Apple SD Gothic Neo"/>
                <a:ea typeface="Apple SD Gothic Neo"/>
                <a:cs typeface="Apple SD Gothic Neo"/>
              </a:defRPr>
            </a:lvl6pPr>
            <a:lvl7pPr algn="ctr">
              <a:defRPr sz="2025" b="0">
                <a:solidFill>
                  <a:srgbClr val="4676CB"/>
                </a:solidFill>
                <a:latin typeface="Apple SD Gothic Neo"/>
                <a:ea typeface="Apple SD Gothic Neo"/>
                <a:cs typeface="Apple SD Gothic Neo"/>
              </a:defRPr>
            </a:lvl7pPr>
            <a:lvl8pPr algn="ctr">
              <a:defRPr sz="2025" b="0">
                <a:solidFill>
                  <a:srgbClr val="4676CB"/>
                </a:solidFill>
                <a:latin typeface="Apple SD Gothic Neo"/>
                <a:ea typeface="Apple SD Gothic Neo"/>
                <a:cs typeface="Apple SD Gothic Neo"/>
              </a:defRPr>
            </a:lvl8pPr>
            <a:lvl9pPr algn="ctr">
              <a:defRPr sz="2025" b="0">
                <a:solidFill>
                  <a:srgbClr val="4676CB"/>
                </a:solidFill>
                <a:latin typeface="Apple SD Gothic Neo"/>
                <a:ea typeface="Apple SD Gothic Neo"/>
                <a:cs typeface="Apple SD Gothic Neo"/>
              </a:defRPr>
            </a:lvl9pPr>
          </a:lstStyle>
          <a:p xmlns:a="http://schemas.openxmlformats.org/drawingml/2006/main">
            <a:pPr algn="ctr">
              <a:defRPr sz="2025" b="0">
                <a:solidFill>
                  <a:srgbClr val="4676CB"/>
                </a:solidFill>
                <a:latin typeface="Apple SD Gothic Neo"/>
                <a:ea typeface="Apple SD Gothic Neo"/>
                <a:cs typeface="Apple SD Gothic Neo"/>
              </a:defRPr>
            </a:pPr>
            <a:r>
              <a:rPr sz="2025" b="0">
                <a:solidFill>
                  <a:srgbClr val="4676CB"/>
                </a:solidFill>
                <a:latin typeface="Apple SD Gothic Neo"/>
                <a:ea typeface="Apple SD Gothic Neo"/>
                <a:cs typeface="Apple SD Gothic Neo"/>
              </a:rPr>
              <a:t>B1 공유 불변 입력·원본</a:t>
            </a:r>
          </a:p>
        </p:txBody>
      </p:sp>
      <p:sp>
        <p:nvSpPr>
          <p:cNvPr id="33" name="Editable path 221">
            <a:extLst xmlns:a="http://schemas.openxmlformats.org/drawingml/2006/main">
              <a:ext uri="{FF2B5EF4-FFF2-40B4-BE49-F238E27FC236}">
                <a16:creationId xmlns:a16="http://schemas.microsoft.com/office/drawing/2014/main" id="{A81FFF23-7A6B-40A4-B001-B647321354B6}"/>
              </a:ext>
            </a:extLst>
          </p:cNvPr>
          <p:cNvSpPr>
            <a:spLocks xmlns:a="http://schemas.openxmlformats.org/drawingml/2006/main" noGrp="1"/>
          </p:cNvSpPr>
          <p:nvPr/>
        </p:nvSpPr>
        <p:spPr>
          <a:xfrm xmlns:a="http://schemas.openxmlformats.org/drawingml/2006/main">
            <a:off x="1695450" y="6276975"/>
            <a:ext cx="590550" cy="742950"/>
          </a:xfrm>
          <a:custGeom xmlns:a="http://schemas.openxmlformats.org/drawingml/2006/main">
            <a:pathLst>
              <a:path w="590550" h="742950">
                <a:moveTo>
                  <a:pt x="590550" y="0"/>
                </a:moveTo>
                <a:lnTo>
                  <a:pt x="590550" y="400050"/>
                </a:lnTo>
                <a:lnTo>
                  <a:pt x="0" y="400050"/>
                </a:lnTo>
                <a:lnTo>
                  <a:pt x="0" y="742950"/>
                </a:lnTo>
              </a:path>
            </a:pathLst>
          </a:custGeom>
          <a:noFill xmlns:a="http://schemas.openxmlformats.org/drawingml/2006/main"/>
          <a:ln xmlns:a="http://schemas.openxmlformats.org/drawingml/2006/main" w="24765">
            <a:solidFill>
              <a:srgbClr val="4676CB"/>
            </a:solidFill>
            <a:prstDash val="solid"/>
          </a:ln>
        </p:spPr>
      </p:sp>
      <p:sp>
        <p:nvSpPr>
          <p:cNvPr id="34" name="Editable arrowhead 222">
            <a:extLst xmlns:a="http://schemas.openxmlformats.org/drawingml/2006/main">
              <a:ext uri="{FF2B5EF4-FFF2-40B4-BE49-F238E27FC236}">
                <a16:creationId xmlns:a16="http://schemas.microsoft.com/office/drawing/2014/main" id="{8FAC7B9D-8A9A-4A6D-AB5C-2F2C207DE8CF}"/>
              </a:ext>
            </a:extLst>
          </p:cNvPr>
          <p:cNvSpPr>
            <a:spLocks xmlns:a="http://schemas.openxmlformats.org/drawingml/2006/main" noGrp="1"/>
          </p:cNvSpPr>
          <p:nvPr/>
        </p:nvSpPr>
        <p:spPr>
          <a:xfrm xmlns:a="http://schemas.openxmlformats.org/drawingml/2006/main">
            <a:off x="1647825" y="69246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35" name="Editable path 223">
            <a:extLst xmlns:a="http://schemas.openxmlformats.org/drawingml/2006/main">
              <a:ext uri="{FF2B5EF4-FFF2-40B4-BE49-F238E27FC236}">
                <a16:creationId xmlns:a16="http://schemas.microsoft.com/office/drawing/2014/main" id="{B8BE3C78-A7AE-4CD8-9A06-187A8A1B8C2E}"/>
              </a:ext>
            </a:extLst>
          </p:cNvPr>
          <p:cNvSpPr>
            <a:spLocks xmlns:a="http://schemas.openxmlformats.org/drawingml/2006/main" noGrp="1"/>
          </p:cNvSpPr>
          <p:nvPr/>
        </p:nvSpPr>
        <p:spPr>
          <a:xfrm xmlns:a="http://schemas.openxmlformats.org/drawingml/2006/main">
            <a:off x="4000500" y="6276975"/>
            <a:ext cx="571500" cy="742950"/>
          </a:xfrm>
          <a:custGeom xmlns:a="http://schemas.openxmlformats.org/drawingml/2006/main">
            <a:pathLst>
              <a:path w="571500" h="742950">
                <a:moveTo>
                  <a:pt x="0" y="0"/>
                </a:moveTo>
                <a:lnTo>
                  <a:pt x="0" y="400050"/>
                </a:lnTo>
                <a:lnTo>
                  <a:pt x="571500" y="400050"/>
                </a:lnTo>
                <a:lnTo>
                  <a:pt x="571500" y="742950"/>
                </a:lnTo>
              </a:path>
            </a:pathLst>
          </a:custGeom>
          <a:noFill xmlns:a="http://schemas.openxmlformats.org/drawingml/2006/main"/>
          <a:ln xmlns:a="http://schemas.openxmlformats.org/drawingml/2006/main" w="24765">
            <a:solidFill>
              <a:srgbClr val="4676CB"/>
            </a:solidFill>
            <a:prstDash val="solid"/>
          </a:ln>
        </p:spPr>
      </p:sp>
      <p:sp>
        <p:nvSpPr>
          <p:cNvPr id="36" name="Editable arrowhead 224">
            <a:extLst xmlns:a="http://schemas.openxmlformats.org/drawingml/2006/main">
              <a:ext uri="{FF2B5EF4-FFF2-40B4-BE49-F238E27FC236}">
                <a16:creationId xmlns:a16="http://schemas.microsoft.com/office/drawing/2014/main" id="{3E323198-D239-4388-B24F-B336EC02BBE2}"/>
              </a:ext>
            </a:extLst>
          </p:cNvPr>
          <p:cNvSpPr>
            <a:spLocks xmlns:a="http://schemas.openxmlformats.org/drawingml/2006/main" noGrp="1"/>
          </p:cNvSpPr>
          <p:nvPr/>
        </p:nvSpPr>
        <p:spPr>
          <a:xfrm xmlns:a="http://schemas.openxmlformats.org/drawingml/2006/main">
            <a:off x="4524375" y="69246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37" name="DP2 object 225">
            <a:extLst xmlns:a="http://schemas.openxmlformats.org/drawingml/2006/main">
              <a:ext uri="{FF2B5EF4-FFF2-40B4-BE49-F238E27FC236}">
                <a16:creationId xmlns:a16="http://schemas.microsoft.com/office/drawing/2014/main" id="{4B8E7179-C7B4-4069-94A9-170DD3CCDDD5}"/>
              </a:ext>
            </a:extLst>
          </p:cNvPr>
          <p:cNvSpPr>
            <a:spLocks xmlns:a="http://schemas.openxmlformats.org/drawingml/2006/main" noGrp="1"/>
          </p:cNvSpPr>
          <p:nvPr/>
        </p:nvSpPr>
        <p:spPr>
          <a:xfrm xmlns:a="http://schemas.openxmlformats.org/drawingml/2006/main">
            <a:off x="876300" y="6477000"/>
            <a:ext cx="80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4676CB"/>
                </a:solidFill>
                <a:latin typeface="Apple SD Gothic Neo"/>
                <a:ea typeface="Apple SD Gothic Neo"/>
                <a:cs typeface="Apple SD Gothic Neo"/>
              </a:defRPr>
            </a:defPPr>
            <a:lvl1pPr algn="ctr">
              <a:defRPr sz="1650" b="0">
                <a:solidFill>
                  <a:srgbClr val="4676CB"/>
                </a:solidFill>
                <a:latin typeface="Apple SD Gothic Neo"/>
                <a:ea typeface="Apple SD Gothic Neo"/>
                <a:cs typeface="Apple SD Gothic Neo"/>
              </a:defRPr>
            </a:lvl1pPr>
            <a:lvl2pPr algn="ctr">
              <a:defRPr sz="1650" b="0">
                <a:solidFill>
                  <a:srgbClr val="4676CB"/>
                </a:solidFill>
                <a:latin typeface="Apple SD Gothic Neo"/>
                <a:ea typeface="Apple SD Gothic Neo"/>
                <a:cs typeface="Apple SD Gothic Neo"/>
              </a:defRPr>
            </a:lvl2pPr>
            <a:lvl3pPr algn="ctr">
              <a:defRPr sz="1650" b="0">
                <a:solidFill>
                  <a:srgbClr val="4676CB"/>
                </a:solidFill>
                <a:latin typeface="Apple SD Gothic Neo"/>
                <a:ea typeface="Apple SD Gothic Neo"/>
                <a:cs typeface="Apple SD Gothic Neo"/>
              </a:defRPr>
            </a:lvl3pPr>
            <a:lvl4pPr algn="ctr">
              <a:defRPr sz="1650" b="0">
                <a:solidFill>
                  <a:srgbClr val="4676CB"/>
                </a:solidFill>
                <a:latin typeface="Apple SD Gothic Neo"/>
                <a:ea typeface="Apple SD Gothic Neo"/>
                <a:cs typeface="Apple SD Gothic Neo"/>
              </a:defRPr>
            </a:lvl4pPr>
            <a:lvl5pPr algn="ctr">
              <a:defRPr sz="1650" b="0">
                <a:solidFill>
                  <a:srgbClr val="4676CB"/>
                </a:solidFill>
                <a:latin typeface="Apple SD Gothic Neo"/>
                <a:ea typeface="Apple SD Gothic Neo"/>
                <a:cs typeface="Apple SD Gothic Neo"/>
              </a:defRPr>
            </a:lvl5pPr>
            <a:lvl6pPr algn="ctr">
              <a:defRPr sz="1650" b="0">
                <a:solidFill>
                  <a:srgbClr val="4676CB"/>
                </a:solidFill>
                <a:latin typeface="Apple SD Gothic Neo"/>
                <a:ea typeface="Apple SD Gothic Neo"/>
                <a:cs typeface="Apple SD Gothic Neo"/>
              </a:defRPr>
            </a:lvl6pPr>
            <a:lvl7pPr algn="ctr">
              <a:defRPr sz="1650" b="0">
                <a:solidFill>
                  <a:srgbClr val="4676CB"/>
                </a:solidFill>
                <a:latin typeface="Apple SD Gothic Neo"/>
                <a:ea typeface="Apple SD Gothic Neo"/>
                <a:cs typeface="Apple SD Gothic Neo"/>
              </a:defRPr>
            </a:lvl7pPr>
            <a:lvl8pPr algn="ctr">
              <a:defRPr sz="1650" b="0">
                <a:solidFill>
                  <a:srgbClr val="4676CB"/>
                </a:solidFill>
                <a:latin typeface="Apple SD Gothic Neo"/>
                <a:ea typeface="Apple SD Gothic Neo"/>
                <a:cs typeface="Apple SD Gothic Neo"/>
              </a:defRPr>
            </a:lvl8pPr>
            <a:lvl9pPr algn="ctr">
              <a:defRPr sz="1650" b="0">
                <a:solidFill>
                  <a:srgbClr val="4676CB"/>
                </a:solidFill>
                <a:latin typeface="Apple SD Gothic Neo"/>
                <a:ea typeface="Apple SD Gothic Neo"/>
                <a:cs typeface="Apple SD Gothic Neo"/>
              </a:defRPr>
            </a:lvl9pPr>
          </a:lstStyle>
          <a:p xmlns:a="http://schemas.openxmlformats.org/drawingml/2006/main">
            <a:pPr algn="ctr">
              <a:defRPr sz="1650" b="0">
                <a:solidFill>
                  <a:srgbClr val="4676CB"/>
                </a:solidFill>
                <a:latin typeface="Apple SD Gothic Neo"/>
                <a:ea typeface="Apple SD Gothic Neo"/>
                <a:cs typeface="Apple SD Gothic Neo"/>
              </a:defRPr>
            </a:pPr>
            <a:r>
              <a:rPr sz="1650" b="0">
                <a:solidFill>
                  <a:srgbClr val="4676CB"/>
                </a:solidFill>
                <a:latin typeface="Apple SD Gothic Neo"/>
                <a:ea typeface="Apple SD Gothic Neo"/>
                <a:cs typeface="Apple SD Gothic Neo"/>
              </a:rPr>
              <a:t>참조</a:t>
            </a:r>
          </a:p>
        </p:txBody>
      </p:sp>
      <p:sp>
        <p:nvSpPr>
          <p:cNvPr id="38" name="DP2 object 226">
            <a:extLst xmlns:a="http://schemas.openxmlformats.org/drawingml/2006/main">
              <a:ext uri="{FF2B5EF4-FFF2-40B4-BE49-F238E27FC236}">
                <a16:creationId xmlns:a16="http://schemas.microsoft.com/office/drawing/2014/main" id="{46A27875-2849-4317-AB8E-C801FE463141}"/>
              </a:ext>
            </a:extLst>
          </p:cNvPr>
          <p:cNvSpPr>
            <a:spLocks xmlns:a="http://schemas.openxmlformats.org/drawingml/2006/main" noGrp="1"/>
          </p:cNvSpPr>
          <p:nvPr/>
        </p:nvSpPr>
        <p:spPr>
          <a:xfrm xmlns:a="http://schemas.openxmlformats.org/drawingml/2006/main">
            <a:off x="4695825" y="6477000"/>
            <a:ext cx="80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4676CB"/>
                </a:solidFill>
                <a:latin typeface="Apple SD Gothic Neo"/>
                <a:ea typeface="Apple SD Gothic Neo"/>
                <a:cs typeface="Apple SD Gothic Neo"/>
              </a:defRPr>
            </a:defPPr>
            <a:lvl1pPr algn="ctr">
              <a:defRPr sz="1650" b="0">
                <a:solidFill>
                  <a:srgbClr val="4676CB"/>
                </a:solidFill>
                <a:latin typeface="Apple SD Gothic Neo"/>
                <a:ea typeface="Apple SD Gothic Neo"/>
                <a:cs typeface="Apple SD Gothic Neo"/>
              </a:defRPr>
            </a:lvl1pPr>
            <a:lvl2pPr algn="ctr">
              <a:defRPr sz="1650" b="0">
                <a:solidFill>
                  <a:srgbClr val="4676CB"/>
                </a:solidFill>
                <a:latin typeface="Apple SD Gothic Neo"/>
                <a:ea typeface="Apple SD Gothic Neo"/>
                <a:cs typeface="Apple SD Gothic Neo"/>
              </a:defRPr>
            </a:lvl2pPr>
            <a:lvl3pPr algn="ctr">
              <a:defRPr sz="1650" b="0">
                <a:solidFill>
                  <a:srgbClr val="4676CB"/>
                </a:solidFill>
                <a:latin typeface="Apple SD Gothic Neo"/>
                <a:ea typeface="Apple SD Gothic Neo"/>
                <a:cs typeface="Apple SD Gothic Neo"/>
              </a:defRPr>
            </a:lvl3pPr>
            <a:lvl4pPr algn="ctr">
              <a:defRPr sz="1650" b="0">
                <a:solidFill>
                  <a:srgbClr val="4676CB"/>
                </a:solidFill>
                <a:latin typeface="Apple SD Gothic Neo"/>
                <a:ea typeface="Apple SD Gothic Neo"/>
                <a:cs typeface="Apple SD Gothic Neo"/>
              </a:defRPr>
            </a:lvl4pPr>
            <a:lvl5pPr algn="ctr">
              <a:defRPr sz="1650" b="0">
                <a:solidFill>
                  <a:srgbClr val="4676CB"/>
                </a:solidFill>
                <a:latin typeface="Apple SD Gothic Neo"/>
                <a:ea typeface="Apple SD Gothic Neo"/>
                <a:cs typeface="Apple SD Gothic Neo"/>
              </a:defRPr>
            </a:lvl5pPr>
            <a:lvl6pPr algn="ctr">
              <a:defRPr sz="1650" b="0">
                <a:solidFill>
                  <a:srgbClr val="4676CB"/>
                </a:solidFill>
                <a:latin typeface="Apple SD Gothic Neo"/>
                <a:ea typeface="Apple SD Gothic Neo"/>
                <a:cs typeface="Apple SD Gothic Neo"/>
              </a:defRPr>
            </a:lvl6pPr>
            <a:lvl7pPr algn="ctr">
              <a:defRPr sz="1650" b="0">
                <a:solidFill>
                  <a:srgbClr val="4676CB"/>
                </a:solidFill>
                <a:latin typeface="Apple SD Gothic Neo"/>
                <a:ea typeface="Apple SD Gothic Neo"/>
                <a:cs typeface="Apple SD Gothic Neo"/>
              </a:defRPr>
            </a:lvl7pPr>
            <a:lvl8pPr algn="ctr">
              <a:defRPr sz="1650" b="0">
                <a:solidFill>
                  <a:srgbClr val="4676CB"/>
                </a:solidFill>
                <a:latin typeface="Apple SD Gothic Neo"/>
                <a:ea typeface="Apple SD Gothic Neo"/>
                <a:cs typeface="Apple SD Gothic Neo"/>
              </a:defRPr>
            </a:lvl8pPr>
            <a:lvl9pPr algn="ctr">
              <a:defRPr sz="1650" b="0">
                <a:solidFill>
                  <a:srgbClr val="4676CB"/>
                </a:solidFill>
                <a:latin typeface="Apple SD Gothic Neo"/>
                <a:ea typeface="Apple SD Gothic Neo"/>
                <a:cs typeface="Apple SD Gothic Neo"/>
              </a:defRPr>
            </a:lvl9pPr>
          </a:lstStyle>
          <a:p xmlns:a="http://schemas.openxmlformats.org/drawingml/2006/main">
            <a:pPr algn="ctr">
              <a:defRPr sz="1650" b="0">
                <a:solidFill>
                  <a:srgbClr val="4676CB"/>
                </a:solidFill>
                <a:latin typeface="Apple SD Gothic Neo"/>
                <a:ea typeface="Apple SD Gothic Neo"/>
                <a:cs typeface="Apple SD Gothic Neo"/>
              </a:defRPr>
            </a:pPr>
            <a:r>
              <a:rPr sz="1650" b="0">
                <a:solidFill>
                  <a:srgbClr val="4676CB"/>
                </a:solidFill>
                <a:latin typeface="Apple SD Gothic Neo"/>
                <a:ea typeface="Apple SD Gothic Neo"/>
                <a:cs typeface="Apple SD Gothic Neo"/>
              </a:rPr>
              <a:t>참조</a:t>
            </a:r>
          </a:p>
        </p:txBody>
      </p:sp>
      <p:sp>
        <p:nvSpPr>
          <p:cNvPr id="39" name="R1 개별 상태&#10;revision·snapshot">
            <a:extLst xmlns:a="http://schemas.openxmlformats.org/drawingml/2006/main">
              <a:ext uri="{FF2B5EF4-FFF2-40B4-BE49-F238E27FC236}">
                <a16:creationId xmlns:a16="http://schemas.microsoft.com/office/drawing/2014/main" id="{67565CC9-CC63-4AE7-A975-05D78F865624}"/>
              </a:ext>
            </a:extLst>
          </p:cNvPr>
          <p:cNvSpPr>
            <a:spLocks xmlns:a="http://schemas.openxmlformats.org/drawingml/2006/main" noGrp="1"/>
          </p:cNvSpPr>
          <p:nvPr/>
        </p:nvSpPr>
        <p:spPr>
          <a:xfrm xmlns:a="http://schemas.openxmlformats.org/drawingml/2006/main">
            <a:off x="495300" y="7019925"/>
            <a:ext cx="2400300" cy="105727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40" name="DP2 object 227">
            <a:extLst xmlns:a="http://schemas.openxmlformats.org/drawingml/2006/main">
              <a:ext uri="{FF2B5EF4-FFF2-40B4-BE49-F238E27FC236}">
                <a16:creationId xmlns:a16="http://schemas.microsoft.com/office/drawing/2014/main" id="{080DAA0E-C013-47B5-B217-F95AF81E86A6}"/>
              </a:ext>
            </a:extLst>
          </p:cNvPr>
          <p:cNvSpPr>
            <a:spLocks xmlns:a="http://schemas.openxmlformats.org/drawingml/2006/main" noGrp="1"/>
          </p:cNvSpPr>
          <p:nvPr/>
        </p:nvSpPr>
        <p:spPr>
          <a:xfrm xmlns:a="http://schemas.openxmlformats.org/drawingml/2006/main">
            <a:off x="561975" y="7058025"/>
            <a:ext cx="22669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950" b="0">
                <a:solidFill>
                  <a:srgbClr val="111111"/>
                </a:solidFill>
                <a:latin typeface="Apple SD Gothic Neo"/>
                <a:ea typeface="Apple SD Gothic Neo"/>
                <a:cs typeface="Apple SD Gothic Neo"/>
              </a:defRPr>
            </a:defPPr>
            <a:lvl1pPr algn="ctr">
              <a:defRPr sz="1950" b="0">
                <a:solidFill>
                  <a:srgbClr val="111111"/>
                </a:solidFill>
                <a:latin typeface="Apple SD Gothic Neo"/>
                <a:ea typeface="Apple SD Gothic Neo"/>
                <a:cs typeface="Apple SD Gothic Neo"/>
              </a:defRPr>
            </a:lvl1pPr>
            <a:lvl2pPr algn="ctr">
              <a:defRPr sz="1950" b="0">
                <a:solidFill>
                  <a:srgbClr val="111111"/>
                </a:solidFill>
                <a:latin typeface="Apple SD Gothic Neo"/>
                <a:ea typeface="Apple SD Gothic Neo"/>
                <a:cs typeface="Apple SD Gothic Neo"/>
              </a:defRPr>
            </a:lvl2pPr>
            <a:lvl3pPr algn="ctr">
              <a:defRPr sz="1950" b="0">
                <a:solidFill>
                  <a:srgbClr val="111111"/>
                </a:solidFill>
                <a:latin typeface="Apple SD Gothic Neo"/>
                <a:ea typeface="Apple SD Gothic Neo"/>
                <a:cs typeface="Apple SD Gothic Neo"/>
              </a:defRPr>
            </a:lvl3pPr>
            <a:lvl4pPr algn="ctr">
              <a:defRPr sz="1950" b="0">
                <a:solidFill>
                  <a:srgbClr val="111111"/>
                </a:solidFill>
                <a:latin typeface="Apple SD Gothic Neo"/>
                <a:ea typeface="Apple SD Gothic Neo"/>
                <a:cs typeface="Apple SD Gothic Neo"/>
              </a:defRPr>
            </a:lvl4pPr>
            <a:lvl5pPr algn="ctr">
              <a:defRPr sz="1950" b="0">
                <a:solidFill>
                  <a:srgbClr val="111111"/>
                </a:solidFill>
                <a:latin typeface="Apple SD Gothic Neo"/>
                <a:ea typeface="Apple SD Gothic Neo"/>
                <a:cs typeface="Apple SD Gothic Neo"/>
              </a:defRPr>
            </a:lvl5pPr>
            <a:lvl6pPr algn="ctr">
              <a:defRPr sz="1950" b="0">
                <a:solidFill>
                  <a:srgbClr val="111111"/>
                </a:solidFill>
                <a:latin typeface="Apple SD Gothic Neo"/>
                <a:ea typeface="Apple SD Gothic Neo"/>
                <a:cs typeface="Apple SD Gothic Neo"/>
              </a:defRPr>
            </a:lvl6pPr>
            <a:lvl7pPr algn="ctr">
              <a:defRPr sz="1950" b="0">
                <a:solidFill>
                  <a:srgbClr val="111111"/>
                </a:solidFill>
                <a:latin typeface="Apple SD Gothic Neo"/>
                <a:ea typeface="Apple SD Gothic Neo"/>
                <a:cs typeface="Apple SD Gothic Neo"/>
              </a:defRPr>
            </a:lvl7pPr>
            <a:lvl8pPr algn="ctr">
              <a:defRPr sz="1950" b="0">
                <a:solidFill>
                  <a:srgbClr val="111111"/>
                </a:solidFill>
                <a:latin typeface="Apple SD Gothic Neo"/>
                <a:ea typeface="Apple SD Gothic Neo"/>
                <a:cs typeface="Apple SD Gothic Neo"/>
              </a:defRPr>
            </a:lvl8pPr>
            <a:lvl9pPr algn="ctr">
              <a:defRPr sz="1950" b="0">
                <a:solidFill>
                  <a:srgbClr val="111111"/>
                </a:solidFill>
                <a:latin typeface="Apple SD Gothic Neo"/>
                <a:ea typeface="Apple SD Gothic Neo"/>
                <a:cs typeface="Apple SD Gothic Neo"/>
              </a:defRPr>
            </a:lvl9pPr>
          </a:lstStyle>
          <a:p xmlns:a="http://schemas.openxmlformats.org/drawingml/2006/main">
            <a:pPr algn="ctr">
              <a:defRPr sz="1950" b="0">
                <a:solidFill>
                  <a:srgbClr val="111111"/>
                </a:solidFill>
                <a:latin typeface="Apple SD Gothic Neo"/>
                <a:ea typeface="Apple SD Gothic Neo"/>
                <a:cs typeface="Apple SD Gothic Neo"/>
              </a:defRPr>
            </a:pPr>
            <a:r>
              <a:rPr sz="1950" b="0">
                <a:solidFill>
                  <a:srgbClr val="111111"/>
                </a:solidFill>
                <a:latin typeface="Apple SD Gothic Neo"/>
                <a:ea typeface="Apple SD Gothic Neo"/>
                <a:cs typeface="Apple SD Gothic Neo"/>
              </a:rPr>
              <a:t>R1 개별 상태</a:t>
            </a:r>
          </a:p>
          <a:p xmlns:a="http://schemas.openxmlformats.org/drawingml/2006/main">
            <a:pPr algn="ctr">
              <a:defRPr sz="1950" b="0">
                <a:solidFill>
                  <a:srgbClr val="111111"/>
                </a:solidFill>
                <a:latin typeface="Apple SD Gothic Neo"/>
                <a:ea typeface="Apple SD Gothic Neo"/>
                <a:cs typeface="Apple SD Gothic Neo"/>
              </a:defRPr>
            </a:pPr>
            <a:r>
              <a:rPr sz="1950" b="0">
                <a:solidFill>
                  <a:srgbClr val="111111"/>
                </a:solidFill>
                <a:latin typeface="Apple SD Gothic Neo"/>
                <a:ea typeface="Apple SD Gothic Neo"/>
                <a:cs typeface="Apple SD Gothic Neo"/>
              </a:rPr>
              <a:t>revision·snapshot</a:t>
            </a:r>
          </a:p>
        </p:txBody>
      </p:sp>
      <p:sp>
        <p:nvSpPr>
          <p:cNvPr id="41" name="R2 개별 상태&#10;revision·snapshot">
            <a:extLst xmlns:a="http://schemas.openxmlformats.org/drawingml/2006/main">
              <a:ext uri="{FF2B5EF4-FFF2-40B4-BE49-F238E27FC236}">
                <a16:creationId xmlns:a16="http://schemas.microsoft.com/office/drawing/2014/main" id="{1264B5A5-FB80-4132-9DFB-10A1A164AE9D}"/>
              </a:ext>
            </a:extLst>
          </p:cNvPr>
          <p:cNvSpPr>
            <a:spLocks xmlns:a="http://schemas.openxmlformats.org/drawingml/2006/main" noGrp="1"/>
          </p:cNvSpPr>
          <p:nvPr/>
        </p:nvSpPr>
        <p:spPr>
          <a:xfrm xmlns:a="http://schemas.openxmlformats.org/drawingml/2006/main">
            <a:off x="3371850" y="7019925"/>
            <a:ext cx="2400300" cy="105727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42" name="DP2 object 228">
            <a:extLst xmlns:a="http://schemas.openxmlformats.org/drawingml/2006/main">
              <a:ext uri="{FF2B5EF4-FFF2-40B4-BE49-F238E27FC236}">
                <a16:creationId xmlns:a16="http://schemas.microsoft.com/office/drawing/2014/main" id="{95CA4844-2798-40E0-AB95-201AF9D7C86A}"/>
              </a:ext>
            </a:extLst>
          </p:cNvPr>
          <p:cNvSpPr>
            <a:spLocks xmlns:a="http://schemas.openxmlformats.org/drawingml/2006/main" noGrp="1"/>
          </p:cNvSpPr>
          <p:nvPr/>
        </p:nvSpPr>
        <p:spPr>
          <a:xfrm xmlns:a="http://schemas.openxmlformats.org/drawingml/2006/main">
            <a:off x="3438525" y="7058025"/>
            <a:ext cx="22669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950" b="0">
                <a:solidFill>
                  <a:srgbClr val="111111"/>
                </a:solidFill>
                <a:latin typeface="Apple SD Gothic Neo"/>
                <a:ea typeface="Apple SD Gothic Neo"/>
                <a:cs typeface="Apple SD Gothic Neo"/>
              </a:defRPr>
            </a:defPPr>
            <a:lvl1pPr algn="ctr">
              <a:defRPr sz="1950" b="0">
                <a:solidFill>
                  <a:srgbClr val="111111"/>
                </a:solidFill>
                <a:latin typeface="Apple SD Gothic Neo"/>
                <a:ea typeface="Apple SD Gothic Neo"/>
                <a:cs typeface="Apple SD Gothic Neo"/>
              </a:defRPr>
            </a:lvl1pPr>
            <a:lvl2pPr algn="ctr">
              <a:defRPr sz="1950" b="0">
                <a:solidFill>
                  <a:srgbClr val="111111"/>
                </a:solidFill>
                <a:latin typeface="Apple SD Gothic Neo"/>
                <a:ea typeface="Apple SD Gothic Neo"/>
                <a:cs typeface="Apple SD Gothic Neo"/>
              </a:defRPr>
            </a:lvl2pPr>
            <a:lvl3pPr algn="ctr">
              <a:defRPr sz="1950" b="0">
                <a:solidFill>
                  <a:srgbClr val="111111"/>
                </a:solidFill>
                <a:latin typeface="Apple SD Gothic Neo"/>
                <a:ea typeface="Apple SD Gothic Neo"/>
                <a:cs typeface="Apple SD Gothic Neo"/>
              </a:defRPr>
            </a:lvl3pPr>
            <a:lvl4pPr algn="ctr">
              <a:defRPr sz="1950" b="0">
                <a:solidFill>
                  <a:srgbClr val="111111"/>
                </a:solidFill>
                <a:latin typeface="Apple SD Gothic Neo"/>
                <a:ea typeface="Apple SD Gothic Neo"/>
                <a:cs typeface="Apple SD Gothic Neo"/>
              </a:defRPr>
            </a:lvl4pPr>
            <a:lvl5pPr algn="ctr">
              <a:defRPr sz="1950" b="0">
                <a:solidFill>
                  <a:srgbClr val="111111"/>
                </a:solidFill>
                <a:latin typeface="Apple SD Gothic Neo"/>
                <a:ea typeface="Apple SD Gothic Neo"/>
                <a:cs typeface="Apple SD Gothic Neo"/>
              </a:defRPr>
            </a:lvl5pPr>
            <a:lvl6pPr algn="ctr">
              <a:defRPr sz="1950" b="0">
                <a:solidFill>
                  <a:srgbClr val="111111"/>
                </a:solidFill>
                <a:latin typeface="Apple SD Gothic Neo"/>
                <a:ea typeface="Apple SD Gothic Neo"/>
                <a:cs typeface="Apple SD Gothic Neo"/>
              </a:defRPr>
            </a:lvl6pPr>
            <a:lvl7pPr algn="ctr">
              <a:defRPr sz="1950" b="0">
                <a:solidFill>
                  <a:srgbClr val="111111"/>
                </a:solidFill>
                <a:latin typeface="Apple SD Gothic Neo"/>
                <a:ea typeface="Apple SD Gothic Neo"/>
                <a:cs typeface="Apple SD Gothic Neo"/>
              </a:defRPr>
            </a:lvl7pPr>
            <a:lvl8pPr algn="ctr">
              <a:defRPr sz="1950" b="0">
                <a:solidFill>
                  <a:srgbClr val="111111"/>
                </a:solidFill>
                <a:latin typeface="Apple SD Gothic Neo"/>
                <a:ea typeface="Apple SD Gothic Neo"/>
                <a:cs typeface="Apple SD Gothic Neo"/>
              </a:defRPr>
            </a:lvl8pPr>
            <a:lvl9pPr algn="ctr">
              <a:defRPr sz="1950" b="0">
                <a:solidFill>
                  <a:srgbClr val="111111"/>
                </a:solidFill>
                <a:latin typeface="Apple SD Gothic Neo"/>
                <a:ea typeface="Apple SD Gothic Neo"/>
                <a:cs typeface="Apple SD Gothic Neo"/>
              </a:defRPr>
            </a:lvl9pPr>
          </a:lstStyle>
          <a:p xmlns:a="http://schemas.openxmlformats.org/drawingml/2006/main">
            <a:pPr algn="ctr">
              <a:defRPr sz="1950" b="0">
                <a:solidFill>
                  <a:srgbClr val="111111"/>
                </a:solidFill>
                <a:latin typeface="Apple SD Gothic Neo"/>
                <a:ea typeface="Apple SD Gothic Neo"/>
                <a:cs typeface="Apple SD Gothic Neo"/>
              </a:defRPr>
            </a:pPr>
            <a:r>
              <a:rPr sz="1950" b="0">
                <a:solidFill>
                  <a:srgbClr val="111111"/>
                </a:solidFill>
                <a:latin typeface="Apple SD Gothic Neo"/>
                <a:ea typeface="Apple SD Gothic Neo"/>
                <a:cs typeface="Apple SD Gothic Neo"/>
              </a:rPr>
              <a:t>R2 개별 상태</a:t>
            </a:r>
          </a:p>
          <a:p xmlns:a="http://schemas.openxmlformats.org/drawingml/2006/main">
            <a:pPr algn="ctr">
              <a:defRPr sz="1950" b="0">
                <a:solidFill>
                  <a:srgbClr val="111111"/>
                </a:solidFill>
                <a:latin typeface="Apple SD Gothic Neo"/>
                <a:ea typeface="Apple SD Gothic Neo"/>
                <a:cs typeface="Apple SD Gothic Neo"/>
              </a:defRPr>
            </a:pPr>
            <a:r>
              <a:rPr sz="1950" b="0">
                <a:solidFill>
                  <a:srgbClr val="111111"/>
                </a:solidFill>
                <a:latin typeface="Apple SD Gothic Neo"/>
                <a:ea typeface="Apple SD Gothic Neo"/>
                <a:cs typeface="Apple SD Gothic Neo"/>
              </a:rPr>
              <a:t>revision·snapshot</a:t>
            </a:r>
          </a:p>
        </p:txBody>
      </p:sp>
      <p:sp>
        <p:nvSpPr>
          <p:cNvPr id="43" name="DP2 object 229">
            <a:extLst xmlns:a="http://schemas.openxmlformats.org/drawingml/2006/main">
              <a:ext uri="{FF2B5EF4-FFF2-40B4-BE49-F238E27FC236}">
                <a16:creationId xmlns:a16="http://schemas.microsoft.com/office/drawing/2014/main" id="{AB28F354-C1A1-4C06-B0EC-B31982D5809B}"/>
              </a:ext>
            </a:extLst>
          </p:cNvPr>
          <p:cNvSpPr>
            <a:spLocks xmlns:a="http://schemas.openxmlformats.org/drawingml/2006/main" noGrp="1"/>
          </p:cNvSpPr>
          <p:nvPr/>
        </p:nvSpPr>
        <p:spPr>
          <a:xfrm xmlns:a="http://schemas.openxmlformats.org/drawingml/2006/main">
            <a:off x="409575" y="8391525"/>
            <a:ext cx="54768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950" b="1">
                <a:solidFill>
                  <a:srgbClr val="111111"/>
                </a:solidFill>
                <a:latin typeface="Apple SD Gothic Neo"/>
                <a:ea typeface="Apple SD Gothic Neo"/>
                <a:cs typeface="Apple SD Gothic Neo"/>
              </a:defRPr>
            </a:defPPr>
            <a:lvl1pPr algn="ctr">
              <a:defRPr sz="1950" b="1">
                <a:solidFill>
                  <a:srgbClr val="111111"/>
                </a:solidFill>
                <a:latin typeface="Apple SD Gothic Neo"/>
                <a:ea typeface="Apple SD Gothic Neo"/>
                <a:cs typeface="Apple SD Gothic Neo"/>
              </a:defRPr>
            </a:lvl1pPr>
            <a:lvl2pPr algn="ctr">
              <a:defRPr sz="1950" b="1">
                <a:solidFill>
                  <a:srgbClr val="111111"/>
                </a:solidFill>
                <a:latin typeface="Apple SD Gothic Neo"/>
                <a:ea typeface="Apple SD Gothic Neo"/>
                <a:cs typeface="Apple SD Gothic Neo"/>
              </a:defRPr>
            </a:lvl2pPr>
            <a:lvl3pPr algn="ctr">
              <a:defRPr sz="1950" b="1">
                <a:solidFill>
                  <a:srgbClr val="111111"/>
                </a:solidFill>
                <a:latin typeface="Apple SD Gothic Neo"/>
                <a:ea typeface="Apple SD Gothic Neo"/>
                <a:cs typeface="Apple SD Gothic Neo"/>
              </a:defRPr>
            </a:lvl3pPr>
            <a:lvl4pPr algn="ctr">
              <a:defRPr sz="1950" b="1">
                <a:solidFill>
                  <a:srgbClr val="111111"/>
                </a:solidFill>
                <a:latin typeface="Apple SD Gothic Neo"/>
                <a:ea typeface="Apple SD Gothic Neo"/>
                <a:cs typeface="Apple SD Gothic Neo"/>
              </a:defRPr>
            </a:lvl4pPr>
            <a:lvl5pPr algn="ctr">
              <a:defRPr sz="1950" b="1">
                <a:solidFill>
                  <a:srgbClr val="111111"/>
                </a:solidFill>
                <a:latin typeface="Apple SD Gothic Neo"/>
                <a:ea typeface="Apple SD Gothic Neo"/>
                <a:cs typeface="Apple SD Gothic Neo"/>
              </a:defRPr>
            </a:lvl5pPr>
            <a:lvl6pPr algn="ctr">
              <a:defRPr sz="1950" b="1">
                <a:solidFill>
                  <a:srgbClr val="111111"/>
                </a:solidFill>
                <a:latin typeface="Apple SD Gothic Neo"/>
                <a:ea typeface="Apple SD Gothic Neo"/>
                <a:cs typeface="Apple SD Gothic Neo"/>
              </a:defRPr>
            </a:lvl6pPr>
            <a:lvl7pPr algn="ctr">
              <a:defRPr sz="1950" b="1">
                <a:solidFill>
                  <a:srgbClr val="111111"/>
                </a:solidFill>
                <a:latin typeface="Apple SD Gothic Neo"/>
                <a:ea typeface="Apple SD Gothic Neo"/>
                <a:cs typeface="Apple SD Gothic Neo"/>
              </a:defRPr>
            </a:lvl7pPr>
            <a:lvl8pPr algn="ctr">
              <a:defRPr sz="1950" b="1">
                <a:solidFill>
                  <a:srgbClr val="111111"/>
                </a:solidFill>
                <a:latin typeface="Apple SD Gothic Neo"/>
                <a:ea typeface="Apple SD Gothic Neo"/>
                <a:cs typeface="Apple SD Gothic Neo"/>
              </a:defRPr>
            </a:lvl8pPr>
            <a:lvl9pPr algn="ctr">
              <a:defRPr sz="1950" b="1">
                <a:solidFill>
                  <a:srgbClr val="111111"/>
                </a:solidFill>
                <a:latin typeface="Apple SD Gothic Neo"/>
                <a:ea typeface="Apple SD Gothic Neo"/>
                <a:cs typeface="Apple SD Gothic Neo"/>
              </a:defRPr>
            </a:lvl9pPr>
          </a:lstStyle>
          <a:p xmlns:a="http://schemas.openxmlformats.org/drawingml/2006/main">
            <a:pPr algn="ctr">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변경 가능한 상태와 복구 규칙은 유지</a:t>
            </a:r>
          </a:p>
        </p:txBody>
      </p:sp>
      <p:sp>
        <p:nvSpPr>
          <p:cNvPr id="44" name="DP2 object 230">
            <a:extLst xmlns:a="http://schemas.openxmlformats.org/drawingml/2006/main">
              <a:ext uri="{FF2B5EF4-FFF2-40B4-BE49-F238E27FC236}">
                <a16:creationId xmlns:a16="http://schemas.microsoft.com/office/drawing/2014/main" id="{B4D2C1C9-B3EB-4DCB-B261-2E87651AF26E}"/>
              </a:ext>
            </a:extLst>
          </p:cNvPr>
          <p:cNvSpPr>
            <a:spLocks xmlns:a="http://schemas.openxmlformats.org/drawingml/2006/main" noGrp="1"/>
          </p:cNvSpPr>
          <p:nvPr/>
        </p:nvSpPr>
        <p:spPr>
          <a:xfrm xmlns:a="http://schemas.openxmlformats.org/drawingml/2006/main">
            <a:off x="409575" y="8867775"/>
            <a:ext cx="5476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4676CB"/>
                </a:solidFill>
                <a:latin typeface="Apple SD Gothic Neo"/>
                <a:ea typeface="Apple SD Gothic Neo"/>
                <a:cs typeface="Apple SD Gothic Neo"/>
              </a:defRPr>
            </a:defPPr>
            <a:lvl1pPr algn="ctr">
              <a:defRPr sz="1725" b="0">
                <a:solidFill>
                  <a:srgbClr val="4676CB"/>
                </a:solidFill>
                <a:latin typeface="Apple SD Gothic Neo"/>
                <a:ea typeface="Apple SD Gothic Neo"/>
                <a:cs typeface="Apple SD Gothic Neo"/>
              </a:defRPr>
            </a:lvl1pPr>
            <a:lvl2pPr algn="ctr">
              <a:defRPr sz="1725" b="0">
                <a:solidFill>
                  <a:srgbClr val="4676CB"/>
                </a:solidFill>
                <a:latin typeface="Apple SD Gothic Neo"/>
                <a:ea typeface="Apple SD Gothic Neo"/>
                <a:cs typeface="Apple SD Gothic Neo"/>
              </a:defRPr>
            </a:lvl2pPr>
            <a:lvl3pPr algn="ctr">
              <a:defRPr sz="1725" b="0">
                <a:solidFill>
                  <a:srgbClr val="4676CB"/>
                </a:solidFill>
                <a:latin typeface="Apple SD Gothic Neo"/>
                <a:ea typeface="Apple SD Gothic Neo"/>
                <a:cs typeface="Apple SD Gothic Neo"/>
              </a:defRPr>
            </a:lvl3pPr>
            <a:lvl4pPr algn="ctr">
              <a:defRPr sz="1725" b="0">
                <a:solidFill>
                  <a:srgbClr val="4676CB"/>
                </a:solidFill>
                <a:latin typeface="Apple SD Gothic Neo"/>
                <a:ea typeface="Apple SD Gothic Neo"/>
                <a:cs typeface="Apple SD Gothic Neo"/>
              </a:defRPr>
            </a:lvl4pPr>
            <a:lvl5pPr algn="ctr">
              <a:defRPr sz="1725" b="0">
                <a:solidFill>
                  <a:srgbClr val="4676CB"/>
                </a:solidFill>
                <a:latin typeface="Apple SD Gothic Neo"/>
                <a:ea typeface="Apple SD Gothic Neo"/>
                <a:cs typeface="Apple SD Gothic Neo"/>
              </a:defRPr>
            </a:lvl5pPr>
            <a:lvl6pPr algn="ctr">
              <a:defRPr sz="1725" b="0">
                <a:solidFill>
                  <a:srgbClr val="4676CB"/>
                </a:solidFill>
                <a:latin typeface="Apple SD Gothic Neo"/>
                <a:ea typeface="Apple SD Gothic Neo"/>
                <a:cs typeface="Apple SD Gothic Neo"/>
              </a:defRPr>
            </a:lvl6pPr>
            <a:lvl7pPr algn="ctr">
              <a:defRPr sz="1725" b="0">
                <a:solidFill>
                  <a:srgbClr val="4676CB"/>
                </a:solidFill>
                <a:latin typeface="Apple SD Gothic Neo"/>
                <a:ea typeface="Apple SD Gothic Neo"/>
                <a:cs typeface="Apple SD Gothic Neo"/>
              </a:defRPr>
            </a:lvl7pPr>
            <a:lvl8pPr algn="ctr">
              <a:defRPr sz="1725" b="0">
                <a:solidFill>
                  <a:srgbClr val="4676CB"/>
                </a:solidFill>
                <a:latin typeface="Apple SD Gothic Neo"/>
                <a:ea typeface="Apple SD Gothic Neo"/>
                <a:cs typeface="Apple SD Gothic Neo"/>
              </a:defRPr>
            </a:lvl8pPr>
            <a:lvl9pPr algn="ctr">
              <a:defRPr sz="1725" b="0">
                <a:solidFill>
                  <a:srgbClr val="4676CB"/>
                </a:solidFill>
                <a:latin typeface="Apple SD Gothic Neo"/>
                <a:ea typeface="Apple SD Gothic Neo"/>
                <a:cs typeface="Apple SD Gothic Neo"/>
              </a:defRPr>
            </a:lvl9pPr>
          </a:lstStyle>
          <a:p xmlns:a="http://schemas.openxmlformats.org/drawingml/2006/main">
            <a:pPr algn="ctr">
              <a:defRPr sz="1725" b="0">
                <a:solidFill>
                  <a:srgbClr val="4676CB"/>
                </a:solidFill>
                <a:latin typeface="Apple SD Gothic Neo"/>
                <a:ea typeface="Apple SD Gothic Neo"/>
                <a:cs typeface="Apple SD Gothic Neo"/>
              </a:defRPr>
            </a:pPr>
            <a:r>
              <a:rPr sz="1725" b="0">
                <a:solidFill>
                  <a:srgbClr val="4676CB"/>
                </a:solidFill>
                <a:latin typeface="Apple SD Gothic Neo"/>
                <a:ea typeface="Apple SD Gothic Neo"/>
                <a:cs typeface="Apple SD Gothic Neo"/>
              </a:rPr>
              <a:t>공유 입력을 빌려 payload 직렬화</a:t>
            </a:r>
          </a:p>
        </p:txBody>
      </p:sp>
      <p:sp>
        <p:nvSpPr>
          <p:cNvPr id="45" name="DP2 object 231">
            <a:extLst xmlns:a="http://schemas.openxmlformats.org/drawingml/2006/main">
              <a:ext uri="{FF2B5EF4-FFF2-40B4-BE49-F238E27FC236}">
                <a16:creationId xmlns:a16="http://schemas.microsoft.com/office/drawing/2014/main" id="{42156EAD-2043-46CE-B579-A7BC06ED4836}"/>
              </a:ext>
            </a:extLst>
          </p:cNvPr>
          <p:cNvSpPr>
            <a:spLocks xmlns:a="http://schemas.openxmlformats.org/drawingml/2006/main" noGrp="1"/>
          </p:cNvSpPr>
          <p:nvPr/>
        </p:nvSpPr>
        <p:spPr>
          <a:xfrm xmlns:a="http://schemas.openxmlformats.org/drawingml/2006/main">
            <a:off x="6391275" y="2076450"/>
            <a:ext cx="11582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250" b="1">
                <a:solidFill>
                  <a:srgbClr val="111111"/>
                </a:solidFill>
                <a:latin typeface="Apple SD Gothic Neo"/>
                <a:ea typeface="Apple SD Gothic Neo"/>
                <a:cs typeface="Apple SD Gothic Neo"/>
              </a:defRPr>
            </a:defPPr>
            <a:lvl1pPr algn="l">
              <a:defRPr sz="2250" b="1">
                <a:solidFill>
                  <a:srgbClr val="111111"/>
                </a:solidFill>
                <a:latin typeface="Apple SD Gothic Neo"/>
                <a:ea typeface="Apple SD Gothic Neo"/>
                <a:cs typeface="Apple SD Gothic Neo"/>
              </a:defRPr>
            </a:lvl1pPr>
            <a:lvl2pPr algn="l">
              <a:defRPr sz="2250" b="1">
                <a:solidFill>
                  <a:srgbClr val="111111"/>
                </a:solidFill>
                <a:latin typeface="Apple SD Gothic Neo"/>
                <a:ea typeface="Apple SD Gothic Neo"/>
                <a:cs typeface="Apple SD Gothic Neo"/>
              </a:defRPr>
            </a:lvl2pPr>
            <a:lvl3pPr algn="l">
              <a:defRPr sz="2250" b="1">
                <a:solidFill>
                  <a:srgbClr val="111111"/>
                </a:solidFill>
                <a:latin typeface="Apple SD Gothic Neo"/>
                <a:ea typeface="Apple SD Gothic Neo"/>
                <a:cs typeface="Apple SD Gothic Neo"/>
              </a:defRPr>
            </a:lvl3pPr>
            <a:lvl4pPr algn="l">
              <a:defRPr sz="2250" b="1">
                <a:solidFill>
                  <a:srgbClr val="111111"/>
                </a:solidFill>
                <a:latin typeface="Apple SD Gothic Neo"/>
                <a:ea typeface="Apple SD Gothic Neo"/>
                <a:cs typeface="Apple SD Gothic Neo"/>
              </a:defRPr>
            </a:lvl4pPr>
            <a:lvl5pPr algn="l">
              <a:defRPr sz="2250" b="1">
                <a:solidFill>
                  <a:srgbClr val="111111"/>
                </a:solidFill>
                <a:latin typeface="Apple SD Gothic Neo"/>
                <a:ea typeface="Apple SD Gothic Neo"/>
                <a:cs typeface="Apple SD Gothic Neo"/>
              </a:defRPr>
            </a:lvl5pPr>
            <a:lvl6pPr algn="l">
              <a:defRPr sz="2250" b="1">
                <a:solidFill>
                  <a:srgbClr val="111111"/>
                </a:solidFill>
                <a:latin typeface="Apple SD Gothic Neo"/>
                <a:ea typeface="Apple SD Gothic Neo"/>
                <a:cs typeface="Apple SD Gothic Neo"/>
              </a:defRPr>
            </a:lvl6pPr>
            <a:lvl7pPr algn="l">
              <a:defRPr sz="2250" b="1">
                <a:solidFill>
                  <a:srgbClr val="111111"/>
                </a:solidFill>
                <a:latin typeface="Apple SD Gothic Neo"/>
                <a:ea typeface="Apple SD Gothic Neo"/>
                <a:cs typeface="Apple SD Gothic Neo"/>
              </a:defRPr>
            </a:lvl7pPr>
            <a:lvl8pPr algn="l">
              <a:defRPr sz="2250" b="1">
                <a:solidFill>
                  <a:srgbClr val="111111"/>
                </a:solidFill>
                <a:latin typeface="Apple SD Gothic Neo"/>
                <a:ea typeface="Apple SD Gothic Neo"/>
                <a:cs typeface="Apple SD Gothic Neo"/>
              </a:defRPr>
            </a:lvl8pPr>
            <a:lvl9pPr algn="l">
              <a:defRPr sz="2250" b="1">
                <a:solidFill>
                  <a:srgbClr val="111111"/>
                </a:solidFill>
                <a:latin typeface="Apple SD Gothic Neo"/>
                <a:ea typeface="Apple SD Gothic Neo"/>
                <a:cs typeface="Apple SD Gothic Neo"/>
              </a:defRPr>
            </a:lvl9pPr>
          </a:lstStyle>
          <a:p xmlns:a="http://schemas.openxmlformats.org/drawingml/2006/main">
            <a:pPr algn="l">
              <a:defRPr sz="2250" b="1">
                <a:solidFill>
                  <a:srgbClr val="111111"/>
                </a:solidFill>
                <a:latin typeface="Apple SD Gothic Neo"/>
                <a:ea typeface="Apple SD Gothic Neo"/>
                <a:cs typeface="Apple SD Gothic Neo"/>
              </a:defRPr>
            </a:pPr>
            <a:r>
              <a:rPr sz="2250" b="1">
                <a:solidFill>
                  <a:srgbClr val="111111"/>
                </a:solidFill>
                <a:latin typeface="Apple SD Gothic Neo"/>
                <a:ea typeface="Apple SD Gothic Neo"/>
                <a:cs typeface="Apple SD Gothic Neo"/>
              </a:rPr>
              <a:t>B 선택이 성립하는 조건</a:t>
            </a:r>
          </a:p>
        </p:txBody>
      </p:sp>
      <p:graphicFrame>
        <p:nvGraphicFramePr>
          <p:cNvPr id="46" name="">
            <a:extLst xmlns:a="http://schemas.openxmlformats.org/drawingml/2006/main">
              <a:ext uri="{FF2B5EF4-FFF2-40B4-BE49-F238E27FC236}">
                <a16:creationId xmlns:a16="http://schemas.microsoft.com/office/drawing/2014/main" id="{DA75A57E-273F-4842-AAEE-A1022FA69EF5}"/>
              </a:ext>
            </a:extLst>
          </p:cNvPr>
          <p:cNvGraphicFramePr/>
          <p:nvPr/>
        </p:nvGraphicFramePr>
        <p:xfrm>
          <a:off xmlns:a="http://schemas.openxmlformats.org/drawingml/2006/main" x="6391275" y="2562225"/>
          <a:ext xmlns:a="http://schemas.openxmlformats.org/drawingml/2006/main" cx="11658600" cy="1438275"/>
        </p:xfrm>
        <a:graphic xmlns:a="http://schemas.openxmlformats.org/drawingml/2006/main">
          <a:graphicData uri="http://schemas.openxmlformats.org/drawingml/2006/table">
            <a:tbl>
              <a:tblPr firstRow="0" bandRow="0" bandCol="0"/>
              <a:tblGrid>
                <a:gridCol w="3810000"/>
                <a:gridCol w="1809750"/>
                <a:gridCol w="1809750"/>
                <a:gridCol w="4229100"/>
              </a:tblGrid>
              <a:tr h="409575">
                <a:tc>
                  <a:txBody>
                    <a:bodyPr anchor="ctr"/>
                    <a:lstStyle/>
                    <a:p>
                      <a:pPr algn="ctr"/>
                      <a:r>
                        <a:rPr sz="1875" b="1">
                          <a:solidFill>
                            <a:srgbClr val="111111"/>
                          </a:solidFill>
                          <a:latin typeface="Apple SD Gothic Neo"/>
                          <a:ea typeface="Apple SD Gothic Neo"/>
                          <a:cs typeface="Apple SD Gothic Neo"/>
                        </a:rPr>
                        <a:t>조건과 지표</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A</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B</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확인한 실행 경로</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14350">
                <a:tc>
                  <a:txBody>
                    <a:bodyPr anchor="ctr"/>
                    <a:lstStyle/>
                    <a:p>
                      <a:pPr algn="ctr"/>
                      <a:r>
                        <a:rPr sz="1725">
                          <a:solidFill>
                            <a:srgbClr val="111111"/>
                          </a:solidFill>
                          <a:latin typeface="Apple SD Gothic Neo"/>
                          <a:ea typeface="Apple SD Gothic Neo"/>
                          <a:cs typeface="Apple SD Gothic Neo"/>
                        </a:rPr>
                        <a:t>K=2 독립 질문 / 첫 응답</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13.388초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6.270초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실제 API 구간 6.261초 중첩</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14350">
                <a:tc>
                  <a:txBody>
                    <a:bodyPr anchor="ctr"/>
                    <a:lstStyle/>
                    <a:p>
                      <a:pPr algn="ctr"/>
                      <a:r>
                        <a:rPr sz="1725">
                          <a:solidFill>
                            <a:srgbClr val="111111"/>
                          </a:solidFill>
                          <a:latin typeface="Apple SD Gothic Neo"/>
                          <a:ea typeface="Apple SD Gothic Neo"/>
                          <a:cs typeface="Apple SD Gothic Neo"/>
                        </a:rPr>
                        <a:t>K=1 독립 질문 / 후속 완료</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13.429초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13.087초</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호출 중첩 0 / 병행 이익 없음</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7" name="DP2 object 232">
            <a:extLst xmlns:a="http://schemas.openxmlformats.org/drawingml/2006/main">
              <a:ext uri="{FF2B5EF4-FFF2-40B4-BE49-F238E27FC236}">
                <a16:creationId xmlns:a16="http://schemas.microsoft.com/office/drawing/2014/main" id="{FA959170-A7F9-41E6-AD13-302D898AC626}"/>
              </a:ext>
            </a:extLst>
          </p:cNvPr>
          <p:cNvSpPr>
            <a:spLocks xmlns:a="http://schemas.openxmlformats.org/drawingml/2006/main" noGrp="1"/>
          </p:cNvSpPr>
          <p:nvPr/>
        </p:nvSpPr>
        <p:spPr>
          <a:xfrm xmlns:a="http://schemas.openxmlformats.org/drawingml/2006/main">
            <a:off x="6391275" y="4191000"/>
            <a:ext cx="11582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75" b="1">
                <a:solidFill>
                  <a:srgbClr val="4676CB"/>
                </a:solidFill>
                <a:latin typeface="Apple SD Gothic Neo"/>
                <a:ea typeface="Apple SD Gothic Neo"/>
                <a:cs typeface="Apple SD Gothic Neo"/>
              </a:defRPr>
            </a:defPPr>
            <a:lvl1pPr algn="l">
              <a:defRPr sz="2175" b="1">
                <a:solidFill>
                  <a:srgbClr val="4676CB"/>
                </a:solidFill>
                <a:latin typeface="Apple SD Gothic Neo"/>
                <a:ea typeface="Apple SD Gothic Neo"/>
                <a:cs typeface="Apple SD Gothic Neo"/>
              </a:defRPr>
            </a:lvl1pPr>
            <a:lvl2pPr algn="l">
              <a:defRPr sz="2175" b="1">
                <a:solidFill>
                  <a:srgbClr val="4676CB"/>
                </a:solidFill>
                <a:latin typeface="Apple SD Gothic Neo"/>
                <a:ea typeface="Apple SD Gothic Neo"/>
                <a:cs typeface="Apple SD Gothic Neo"/>
              </a:defRPr>
            </a:lvl2pPr>
            <a:lvl3pPr algn="l">
              <a:defRPr sz="2175" b="1">
                <a:solidFill>
                  <a:srgbClr val="4676CB"/>
                </a:solidFill>
                <a:latin typeface="Apple SD Gothic Neo"/>
                <a:ea typeface="Apple SD Gothic Neo"/>
                <a:cs typeface="Apple SD Gothic Neo"/>
              </a:defRPr>
            </a:lvl3pPr>
            <a:lvl4pPr algn="l">
              <a:defRPr sz="2175" b="1">
                <a:solidFill>
                  <a:srgbClr val="4676CB"/>
                </a:solidFill>
                <a:latin typeface="Apple SD Gothic Neo"/>
                <a:ea typeface="Apple SD Gothic Neo"/>
                <a:cs typeface="Apple SD Gothic Neo"/>
              </a:defRPr>
            </a:lvl4pPr>
            <a:lvl5pPr algn="l">
              <a:defRPr sz="2175" b="1">
                <a:solidFill>
                  <a:srgbClr val="4676CB"/>
                </a:solidFill>
                <a:latin typeface="Apple SD Gothic Neo"/>
                <a:ea typeface="Apple SD Gothic Neo"/>
                <a:cs typeface="Apple SD Gothic Neo"/>
              </a:defRPr>
            </a:lvl5pPr>
            <a:lvl6pPr algn="l">
              <a:defRPr sz="2175" b="1">
                <a:solidFill>
                  <a:srgbClr val="4676CB"/>
                </a:solidFill>
                <a:latin typeface="Apple SD Gothic Neo"/>
                <a:ea typeface="Apple SD Gothic Neo"/>
                <a:cs typeface="Apple SD Gothic Neo"/>
              </a:defRPr>
            </a:lvl6pPr>
            <a:lvl7pPr algn="l">
              <a:defRPr sz="2175" b="1">
                <a:solidFill>
                  <a:srgbClr val="4676CB"/>
                </a:solidFill>
                <a:latin typeface="Apple SD Gothic Neo"/>
                <a:ea typeface="Apple SD Gothic Neo"/>
                <a:cs typeface="Apple SD Gothic Neo"/>
              </a:defRPr>
            </a:lvl7pPr>
            <a:lvl8pPr algn="l">
              <a:defRPr sz="2175" b="1">
                <a:solidFill>
                  <a:srgbClr val="4676CB"/>
                </a:solidFill>
                <a:latin typeface="Apple SD Gothic Neo"/>
                <a:ea typeface="Apple SD Gothic Neo"/>
                <a:cs typeface="Apple SD Gothic Neo"/>
              </a:defRPr>
            </a:lvl8pPr>
            <a:lvl9pPr algn="l">
              <a:defRPr sz="2175" b="1">
                <a:solidFill>
                  <a:srgbClr val="4676CB"/>
                </a:solidFill>
                <a:latin typeface="Apple SD Gothic Neo"/>
                <a:ea typeface="Apple SD Gothic Neo"/>
                <a:cs typeface="Apple SD Gothic Neo"/>
              </a:defRPr>
            </a:lvl9pPr>
          </a:lstStyle>
          <a:p xmlns:a="http://schemas.openxmlformats.org/drawingml/2006/main">
            <a:pPr algn="l">
              <a:defRPr sz="2175" b="1">
                <a:solidFill>
                  <a:srgbClr val="4676CB"/>
                </a:solidFill>
                <a:latin typeface="Apple SD Gothic Neo"/>
                <a:ea typeface="Apple SD Gothic Neo"/>
                <a:cs typeface="Apple SD Gothic Neo"/>
              </a:defRPr>
            </a:pPr>
            <a:r>
              <a:rPr sz="2175" b="1">
                <a:solidFill>
                  <a:srgbClr val="4676CB"/>
                </a:solidFill>
                <a:latin typeface="Apple SD Gothic Neo"/>
                <a:ea typeface="Apple SD Gothic Neo"/>
                <a:cs typeface="Apple SD Gothic Neo"/>
              </a:rPr>
              <a:t>QA06 보완: 별도 순서 제어 재생의 최고 동시 RSS</a:t>
            </a:r>
          </a:p>
        </p:txBody>
      </p:sp>
      <p:graphicFrame>
        <p:nvGraphicFramePr>
          <p:cNvPr id="48" name="">
            <a:extLst xmlns:a="http://schemas.openxmlformats.org/drawingml/2006/main">
              <a:ext uri="{FF2B5EF4-FFF2-40B4-BE49-F238E27FC236}">
                <a16:creationId xmlns:a16="http://schemas.microsoft.com/office/drawing/2014/main" id="{FDF25112-8474-4308-B218-3EBABA1C9214}"/>
              </a:ext>
            </a:extLst>
          </p:cNvPr>
          <p:cNvGraphicFramePr/>
          <p:nvPr/>
        </p:nvGraphicFramePr>
        <p:xfrm>
          <a:off xmlns:a="http://schemas.openxmlformats.org/drawingml/2006/main" x="6391275" y="4743450"/>
          <a:ext xmlns:a="http://schemas.openxmlformats.org/drawingml/2006/main" cx="11658600" cy="2047875"/>
        </p:xfrm>
        <a:graphic xmlns:a="http://schemas.openxmlformats.org/drawingml/2006/main">
          <a:graphicData uri="http://schemas.openxmlformats.org/drawingml/2006/table">
            <a:tbl>
              <a:tblPr firstRow="0" bandRow="0" bandCol="0"/>
              <a:tblGrid>
                <a:gridCol w="2190750"/>
                <a:gridCol w="3048000"/>
                <a:gridCol w="3048000"/>
                <a:gridCol w="3371850"/>
              </a:tblGrid>
              <a:tr h="419100">
                <a:tc>
                  <a:txBody>
                    <a:bodyPr anchor="ctr"/>
                    <a:lstStyle/>
                    <a:p>
                      <a:pPr algn="ctr"/>
                      <a:r>
                        <a:rPr sz="1875" b="1">
                          <a:solidFill>
                            <a:srgbClr val="111111"/>
                          </a:solidFill>
                          <a:latin typeface="Apple SD Gothic Neo"/>
                          <a:ea typeface="Apple SD Gothic Neo"/>
                          <a:cs typeface="Apple SD Gothic Neo"/>
                        </a:rPr>
                        <a:t>동시 문맥 N</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기본 B (MB)</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B + B1 (MB)</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변화 (MB)</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42925">
                <a:tc>
                  <a:txBody>
                    <a:bodyPr anchor="ctr"/>
                    <a:lstStyle/>
                    <a:p>
                      <a:pPr algn="ctr"/>
                      <a:r>
                        <a:rPr sz="1950">
                          <a:solidFill>
                            <a:srgbClr val="111111"/>
                          </a:solidFill>
                          <a:latin typeface="Apple SD Gothic Neo"/>
                          <a:ea typeface="Apple SD Gothic Neo"/>
                          <a:cs typeface="Apple SD Gothic Neo"/>
                        </a:rPr>
                        <a:t>1</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950">
                          <a:solidFill>
                            <a:srgbClr val="111111"/>
                          </a:solidFill>
                          <a:latin typeface="Apple SD Gothic Neo"/>
                          <a:ea typeface="Apple SD Gothic Neo"/>
                          <a:cs typeface="Apple SD Gothic Neo"/>
                        </a:rPr>
                        <a:t>30.097</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950">
                          <a:solidFill>
                            <a:srgbClr val="111111"/>
                          </a:solidFill>
                          <a:latin typeface="Apple SD Gothic Neo"/>
                          <a:ea typeface="Apple SD Gothic Neo"/>
                          <a:cs typeface="Apple SD Gothic Neo"/>
                        </a:rPr>
                        <a:t>30.294</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950" b="1">
                          <a:solidFill>
                            <a:srgbClr val="C00000"/>
                          </a:solidFill>
                          <a:latin typeface="Apple SD Gothic Neo"/>
                          <a:ea typeface="Apple SD Gothic Neo"/>
                          <a:cs typeface="Apple SD Gothic Neo"/>
                        </a:rPr>
                        <a:t>+0.197</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r>
                        <a:rPr sz="1950">
                          <a:solidFill>
                            <a:srgbClr val="111111"/>
                          </a:solidFill>
                          <a:latin typeface="Apple SD Gothic Neo"/>
                          <a:ea typeface="Apple SD Gothic Neo"/>
                          <a:cs typeface="Apple SD Gothic Neo"/>
                        </a:rPr>
                        <a:t>2</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950">
                          <a:solidFill>
                            <a:srgbClr val="111111"/>
                          </a:solidFill>
                          <a:latin typeface="Apple SD Gothic Neo"/>
                          <a:ea typeface="Apple SD Gothic Neo"/>
                          <a:cs typeface="Apple SD Gothic Neo"/>
                        </a:rPr>
                        <a:t>30.802</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950">
                          <a:solidFill>
                            <a:srgbClr val="111111"/>
                          </a:solidFill>
                          <a:latin typeface="Apple SD Gothic Neo"/>
                          <a:ea typeface="Apple SD Gothic Neo"/>
                          <a:cs typeface="Apple SD Gothic Neo"/>
                        </a:rPr>
                        <a:t>30.507</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950" b="1">
                          <a:solidFill>
                            <a:srgbClr val="4676CB"/>
                          </a:solidFill>
                          <a:latin typeface="Apple SD Gothic Neo"/>
                          <a:ea typeface="Apple SD Gothic Neo"/>
                          <a:cs typeface="Apple SD Gothic Neo"/>
                        </a:rPr>
                        <a:t>−0.295</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r>
                        <a:rPr sz="1950">
                          <a:solidFill>
                            <a:srgbClr val="111111"/>
                          </a:solidFill>
                          <a:latin typeface="Apple SD Gothic Neo"/>
                          <a:ea typeface="Apple SD Gothic Neo"/>
                          <a:cs typeface="Apple SD Gothic Neo"/>
                        </a:rPr>
                        <a:t>4</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950">
                          <a:solidFill>
                            <a:srgbClr val="111111"/>
                          </a:solidFill>
                          <a:latin typeface="Apple SD Gothic Neo"/>
                          <a:ea typeface="Apple SD Gothic Neo"/>
                          <a:cs typeface="Apple SD Gothic Neo"/>
                        </a:rPr>
                        <a:t>32.326</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950">
                          <a:solidFill>
                            <a:srgbClr val="111111"/>
                          </a:solidFill>
                          <a:latin typeface="Apple SD Gothic Neo"/>
                          <a:ea typeface="Apple SD Gothic Neo"/>
                          <a:cs typeface="Apple SD Gothic Neo"/>
                        </a:rPr>
                        <a:t>31.867</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950" b="1">
                          <a:solidFill>
                            <a:srgbClr val="4676CB"/>
                          </a:solidFill>
                          <a:latin typeface="Apple SD Gothic Neo"/>
                          <a:ea typeface="Apple SD Gothic Neo"/>
                          <a:cs typeface="Apple SD Gothic Neo"/>
                        </a:rPr>
                        <a:t>−0.459</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9" name="DP2 object 233">
            <a:extLst xmlns:a="http://schemas.openxmlformats.org/drawingml/2006/main">
              <a:ext uri="{FF2B5EF4-FFF2-40B4-BE49-F238E27FC236}">
                <a16:creationId xmlns:a16="http://schemas.microsoft.com/office/drawing/2014/main" id="{31140CEB-9600-4AEB-84ED-3BBC8BEF473A}"/>
              </a:ext>
            </a:extLst>
          </p:cNvPr>
          <p:cNvSpPr>
            <a:spLocks xmlns:a="http://schemas.openxmlformats.org/drawingml/2006/main" noGrp="1"/>
          </p:cNvSpPr>
          <p:nvPr/>
        </p:nvSpPr>
        <p:spPr>
          <a:xfrm xmlns:a="http://schemas.openxmlformats.org/drawingml/2006/main">
            <a:off x="6419850" y="6953250"/>
            <a:ext cx="11525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025" b="1">
                <a:solidFill>
                  <a:srgbClr val="4676CB"/>
                </a:solidFill>
                <a:latin typeface="Apple SD Gothic Neo"/>
                <a:ea typeface="Apple SD Gothic Neo"/>
                <a:cs typeface="Apple SD Gothic Neo"/>
              </a:defRPr>
            </a:defPPr>
            <a:lvl1pPr algn="l">
              <a:defRPr sz="2025" b="1">
                <a:solidFill>
                  <a:srgbClr val="4676CB"/>
                </a:solidFill>
                <a:latin typeface="Apple SD Gothic Neo"/>
                <a:ea typeface="Apple SD Gothic Neo"/>
                <a:cs typeface="Apple SD Gothic Neo"/>
              </a:defRPr>
            </a:lvl1pPr>
            <a:lvl2pPr algn="l">
              <a:defRPr sz="2025" b="1">
                <a:solidFill>
                  <a:srgbClr val="4676CB"/>
                </a:solidFill>
                <a:latin typeface="Apple SD Gothic Neo"/>
                <a:ea typeface="Apple SD Gothic Neo"/>
                <a:cs typeface="Apple SD Gothic Neo"/>
              </a:defRPr>
            </a:lvl2pPr>
            <a:lvl3pPr algn="l">
              <a:defRPr sz="2025" b="1">
                <a:solidFill>
                  <a:srgbClr val="4676CB"/>
                </a:solidFill>
                <a:latin typeface="Apple SD Gothic Neo"/>
                <a:ea typeface="Apple SD Gothic Neo"/>
                <a:cs typeface="Apple SD Gothic Neo"/>
              </a:defRPr>
            </a:lvl3pPr>
            <a:lvl4pPr algn="l">
              <a:defRPr sz="2025" b="1">
                <a:solidFill>
                  <a:srgbClr val="4676CB"/>
                </a:solidFill>
                <a:latin typeface="Apple SD Gothic Neo"/>
                <a:ea typeface="Apple SD Gothic Neo"/>
                <a:cs typeface="Apple SD Gothic Neo"/>
              </a:defRPr>
            </a:lvl4pPr>
            <a:lvl5pPr algn="l">
              <a:defRPr sz="2025" b="1">
                <a:solidFill>
                  <a:srgbClr val="4676CB"/>
                </a:solidFill>
                <a:latin typeface="Apple SD Gothic Neo"/>
                <a:ea typeface="Apple SD Gothic Neo"/>
                <a:cs typeface="Apple SD Gothic Neo"/>
              </a:defRPr>
            </a:lvl5pPr>
            <a:lvl6pPr algn="l">
              <a:defRPr sz="2025" b="1">
                <a:solidFill>
                  <a:srgbClr val="4676CB"/>
                </a:solidFill>
                <a:latin typeface="Apple SD Gothic Neo"/>
                <a:ea typeface="Apple SD Gothic Neo"/>
                <a:cs typeface="Apple SD Gothic Neo"/>
              </a:defRPr>
            </a:lvl6pPr>
            <a:lvl7pPr algn="l">
              <a:defRPr sz="2025" b="1">
                <a:solidFill>
                  <a:srgbClr val="4676CB"/>
                </a:solidFill>
                <a:latin typeface="Apple SD Gothic Neo"/>
                <a:ea typeface="Apple SD Gothic Neo"/>
                <a:cs typeface="Apple SD Gothic Neo"/>
              </a:defRPr>
            </a:lvl7pPr>
            <a:lvl8pPr algn="l">
              <a:defRPr sz="2025" b="1">
                <a:solidFill>
                  <a:srgbClr val="4676CB"/>
                </a:solidFill>
                <a:latin typeface="Apple SD Gothic Neo"/>
                <a:ea typeface="Apple SD Gothic Neo"/>
                <a:cs typeface="Apple SD Gothic Neo"/>
              </a:defRPr>
            </a:lvl8pPr>
            <a:lvl9pPr algn="l">
              <a:defRPr sz="2025" b="1">
                <a:solidFill>
                  <a:srgbClr val="4676CB"/>
                </a:solidFill>
                <a:latin typeface="Apple SD Gothic Neo"/>
                <a:ea typeface="Apple SD Gothic Neo"/>
                <a:cs typeface="Apple SD Gothic Neo"/>
              </a:defRPr>
            </a:lvl9pPr>
          </a:lstStyle>
          <a:p xmlns:a="http://schemas.openxmlformats.org/drawingml/2006/main">
            <a:pPr algn="l">
              <a:defRPr sz="2025" b="1">
                <a:solidFill>
                  <a:srgbClr val="4676CB"/>
                </a:solidFill>
                <a:latin typeface="Apple SD Gothic Neo"/>
                <a:ea typeface="Apple SD Gothic Neo"/>
                <a:cs typeface="Apple SD Gothic Neo"/>
              </a:defRPr>
            </a:pPr>
            <a:r>
              <a:rPr sz="2025" b="1">
                <a:solidFill>
                  <a:srgbClr val="4676CB"/>
                </a:solidFill>
                <a:latin typeface="Apple SD Gothic Neo"/>
                <a:ea typeface="Apple SD Gothic Neo"/>
                <a:cs typeface="Apple SD Gothic Neo"/>
              </a:rPr>
              <a:t>N=4 요청 할당 peak 평균: 573,372 → 365,413 byte</a:t>
            </a:r>
          </a:p>
        </p:txBody>
      </p:sp>
      <p:sp>
        <p:nvSpPr>
          <p:cNvPr id="50" name="DP2 object 234">
            <a:extLst xmlns:a="http://schemas.openxmlformats.org/drawingml/2006/main">
              <a:ext uri="{FF2B5EF4-FFF2-40B4-BE49-F238E27FC236}">
                <a16:creationId xmlns:a16="http://schemas.microsoft.com/office/drawing/2014/main" id="{EA6723D2-56A0-4544-BD7C-DE7E516184D2}"/>
              </a:ext>
            </a:extLst>
          </p:cNvPr>
          <p:cNvSpPr>
            <a:spLocks xmlns:a="http://schemas.openxmlformats.org/drawingml/2006/main" noGrp="1"/>
          </p:cNvSpPr>
          <p:nvPr/>
        </p:nvSpPr>
        <p:spPr>
          <a:xfrm xmlns:a="http://schemas.openxmlformats.org/drawingml/2006/main">
            <a:off x="6419850" y="7467600"/>
            <a:ext cx="11525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75" b="1">
                <a:solidFill>
                  <a:srgbClr val="111111"/>
                </a:solidFill>
                <a:latin typeface="Apple SD Gothic Neo"/>
                <a:ea typeface="Apple SD Gothic Neo"/>
                <a:cs typeface="Apple SD Gothic Neo"/>
              </a:defRPr>
            </a:defPPr>
            <a:lvl1pPr algn="l">
              <a:defRPr sz="1875" b="1">
                <a:solidFill>
                  <a:srgbClr val="111111"/>
                </a:solidFill>
                <a:latin typeface="Apple SD Gothic Neo"/>
                <a:ea typeface="Apple SD Gothic Neo"/>
                <a:cs typeface="Apple SD Gothic Neo"/>
              </a:defRPr>
            </a:lvl1pPr>
            <a:lvl2pPr algn="l">
              <a:defRPr sz="1875" b="1">
                <a:solidFill>
                  <a:srgbClr val="111111"/>
                </a:solidFill>
                <a:latin typeface="Apple SD Gothic Neo"/>
                <a:ea typeface="Apple SD Gothic Neo"/>
                <a:cs typeface="Apple SD Gothic Neo"/>
              </a:defRPr>
            </a:lvl2pPr>
            <a:lvl3pPr algn="l">
              <a:defRPr sz="1875" b="1">
                <a:solidFill>
                  <a:srgbClr val="111111"/>
                </a:solidFill>
                <a:latin typeface="Apple SD Gothic Neo"/>
                <a:ea typeface="Apple SD Gothic Neo"/>
                <a:cs typeface="Apple SD Gothic Neo"/>
              </a:defRPr>
            </a:lvl3pPr>
            <a:lvl4pPr algn="l">
              <a:defRPr sz="1875" b="1">
                <a:solidFill>
                  <a:srgbClr val="111111"/>
                </a:solidFill>
                <a:latin typeface="Apple SD Gothic Neo"/>
                <a:ea typeface="Apple SD Gothic Neo"/>
                <a:cs typeface="Apple SD Gothic Neo"/>
              </a:defRPr>
            </a:lvl4pPr>
            <a:lvl5pPr algn="l">
              <a:defRPr sz="1875" b="1">
                <a:solidFill>
                  <a:srgbClr val="111111"/>
                </a:solidFill>
                <a:latin typeface="Apple SD Gothic Neo"/>
                <a:ea typeface="Apple SD Gothic Neo"/>
                <a:cs typeface="Apple SD Gothic Neo"/>
              </a:defRPr>
            </a:lvl5pPr>
            <a:lvl6pPr algn="l">
              <a:defRPr sz="1875" b="1">
                <a:solidFill>
                  <a:srgbClr val="111111"/>
                </a:solidFill>
                <a:latin typeface="Apple SD Gothic Neo"/>
                <a:ea typeface="Apple SD Gothic Neo"/>
                <a:cs typeface="Apple SD Gothic Neo"/>
              </a:defRPr>
            </a:lvl6pPr>
            <a:lvl7pPr algn="l">
              <a:defRPr sz="1875" b="1">
                <a:solidFill>
                  <a:srgbClr val="111111"/>
                </a:solidFill>
                <a:latin typeface="Apple SD Gothic Neo"/>
                <a:ea typeface="Apple SD Gothic Neo"/>
                <a:cs typeface="Apple SD Gothic Neo"/>
              </a:defRPr>
            </a:lvl7pPr>
            <a:lvl8pPr algn="l">
              <a:defRPr sz="1875" b="1">
                <a:solidFill>
                  <a:srgbClr val="111111"/>
                </a:solidFill>
                <a:latin typeface="Apple SD Gothic Neo"/>
                <a:ea typeface="Apple SD Gothic Neo"/>
                <a:cs typeface="Apple SD Gothic Neo"/>
              </a:defRPr>
            </a:lvl8pPr>
            <a:lvl9pPr algn="l">
              <a:defRPr sz="1875" b="1">
                <a:solidFill>
                  <a:srgbClr val="111111"/>
                </a:solidFill>
                <a:latin typeface="Apple SD Gothic Neo"/>
                <a:ea typeface="Apple SD Gothic Neo"/>
                <a:cs typeface="Apple SD Gothic Neo"/>
              </a:defRPr>
            </a:lvl9pPr>
          </a:lstStyle>
          <a:p xmlns:a="http://schemas.openxmlformats.org/drawingml/2006/main">
            <a:pPr algn="l">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결과·callback 72/72 동일 / 모델 입력 snapshot 168/168 session 동일</a:t>
            </a:r>
          </a:p>
        </p:txBody>
      </p:sp>
      <p:sp>
        <p:nvSpPr>
          <p:cNvPr id="51" name="DP2 object 235">
            <a:extLst xmlns:a="http://schemas.openxmlformats.org/drawingml/2006/main">
              <a:ext uri="{FF2B5EF4-FFF2-40B4-BE49-F238E27FC236}">
                <a16:creationId xmlns:a16="http://schemas.microsoft.com/office/drawing/2014/main" id="{52B13684-74DF-449B-BDA2-889181134982}"/>
              </a:ext>
            </a:extLst>
          </p:cNvPr>
          <p:cNvSpPr>
            <a:spLocks xmlns:a="http://schemas.openxmlformats.org/drawingml/2006/main" noGrp="1"/>
          </p:cNvSpPr>
          <p:nvPr/>
        </p:nvSpPr>
        <p:spPr>
          <a:xfrm xmlns:a="http://schemas.openxmlformats.org/drawingml/2006/main">
            <a:off x="6419850" y="7915275"/>
            <a:ext cx="1152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111111"/>
                </a:solidFill>
                <a:latin typeface="Apple SD Gothic Neo"/>
                <a:ea typeface="Apple SD Gothic Neo"/>
                <a:cs typeface="Apple SD Gothic Neo"/>
              </a:defRPr>
            </a:defPPr>
            <a:lvl1pPr algn="l">
              <a:defRPr sz="1800" b="0">
                <a:solidFill>
                  <a:srgbClr val="111111"/>
                </a:solidFill>
                <a:latin typeface="Apple SD Gothic Neo"/>
                <a:ea typeface="Apple SD Gothic Neo"/>
                <a:cs typeface="Apple SD Gothic Neo"/>
              </a:defRPr>
            </a:lvl1pPr>
            <a:lvl2pPr algn="l">
              <a:defRPr sz="1800" b="0">
                <a:solidFill>
                  <a:srgbClr val="111111"/>
                </a:solidFill>
                <a:latin typeface="Apple SD Gothic Neo"/>
                <a:ea typeface="Apple SD Gothic Neo"/>
                <a:cs typeface="Apple SD Gothic Neo"/>
              </a:defRPr>
            </a:lvl2pPr>
            <a:lvl3pPr algn="l">
              <a:defRPr sz="1800" b="0">
                <a:solidFill>
                  <a:srgbClr val="111111"/>
                </a:solidFill>
                <a:latin typeface="Apple SD Gothic Neo"/>
                <a:ea typeface="Apple SD Gothic Neo"/>
                <a:cs typeface="Apple SD Gothic Neo"/>
              </a:defRPr>
            </a:lvl3pPr>
            <a:lvl4pPr algn="l">
              <a:defRPr sz="1800" b="0">
                <a:solidFill>
                  <a:srgbClr val="111111"/>
                </a:solidFill>
                <a:latin typeface="Apple SD Gothic Neo"/>
                <a:ea typeface="Apple SD Gothic Neo"/>
                <a:cs typeface="Apple SD Gothic Neo"/>
              </a:defRPr>
            </a:lvl4pPr>
            <a:lvl5pPr algn="l">
              <a:defRPr sz="1800" b="0">
                <a:solidFill>
                  <a:srgbClr val="111111"/>
                </a:solidFill>
                <a:latin typeface="Apple SD Gothic Neo"/>
                <a:ea typeface="Apple SD Gothic Neo"/>
                <a:cs typeface="Apple SD Gothic Neo"/>
              </a:defRPr>
            </a:lvl5pPr>
            <a:lvl6pPr algn="l">
              <a:defRPr sz="1800" b="0">
                <a:solidFill>
                  <a:srgbClr val="111111"/>
                </a:solidFill>
                <a:latin typeface="Apple SD Gothic Neo"/>
                <a:ea typeface="Apple SD Gothic Neo"/>
                <a:cs typeface="Apple SD Gothic Neo"/>
              </a:defRPr>
            </a:lvl6pPr>
            <a:lvl7pPr algn="l">
              <a:defRPr sz="1800" b="0">
                <a:solidFill>
                  <a:srgbClr val="111111"/>
                </a:solidFill>
                <a:latin typeface="Apple SD Gothic Neo"/>
                <a:ea typeface="Apple SD Gothic Neo"/>
                <a:cs typeface="Apple SD Gothic Neo"/>
              </a:defRPr>
            </a:lvl7pPr>
            <a:lvl8pPr algn="l">
              <a:defRPr sz="1800" b="0">
                <a:solidFill>
                  <a:srgbClr val="111111"/>
                </a:solidFill>
                <a:latin typeface="Apple SD Gothic Neo"/>
                <a:ea typeface="Apple SD Gothic Neo"/>
                <a:cs typeface="Apple SD Gothic Neo"/>
              </a:defRPr>
            </a:lvl8pPr>
            <a:lvl9pPr algn="l">
              <a:defRPr sz="1800" b="0">
                <a:solidFill>
                  <a:srgbClr val="111111"/>
                </a:solidFill>
                <a:latin typeface="Apple SD Gothic Neo"/>
                <a:ea typeface="Apple SD Gothic Neo"/>
                <a:cs typeface="Apple SD Gothic Neo"/>
              </a:defRPr>
            </a:lvl9pPr>
          </a:lstStyle>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N별·안별 12회, 전체 72회. 새 API 0회, 기존 응답 686개 재생.</a:t>
            </a:r>
          </a:p>
        </p:txBody>
      </p:sp>
      <p:sp>
        <p:nvSpPr>
          <p:cNvPr id="52" name="DP2 object 236">
            <a:extLst xmlns:a="http://schemas.openxmlformats.org/drawingml/2006/main">
              <a:ext uri="{FF2B5EF4-FFF2-40B4-BE49-F238E27FC236}">
                <a16:creationId xmlns:a16="http://schemas.microsoft.com/office/drawing/2014/main" id="{5D43B2EB-1B3F-45E2-9450-0A3E2A088DAD}"/>
              </a:ext>
            </a:extLst>
          </p:cNvPr>
          <p:cNvSpPr>
            <a:spLocks xmlns:a="http://schemas.openxmlformats.org/drawingml/2006/main" noGrp="1"/>
          </p:cNvSpPr>
          <p:nvPr/>
        </p:nvSpPr>
        <p:spPr>
          <a:xfrm xmlns:a="http://schemas.openxmlformats.org/drawingml/2006/main">
            <a:off x="6419850" y="8372475"/>
            <a:ext cx="1152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C00000"/>
                </a:solidFill>
                <a:latin typeface="Apple SD Gothic Neo"/>
                <a:ea typeface="Apple SD Gothic Neo"/>
                <a:cs typeface="Apple SD Gothic Neo"/>
              </a:defRPr>
            </a:defPPr>
            <a:lvl1pPr algn="l">
              <a:defRPr sz="1800" b="0">
                <a:solidFill>
                  <a:srgbClr val="C00000"/>
                </a:solidFill>
                <a:latin typeface="Apple SD Gothic Neo"/>
                <a:ea typeface="Apple SD Gothic Neo"/>
                <a:cs typeface="Apple SD Gothic Neo"/>
              </a:defRPr>
            </a:lvl1pPr>
            <a:lvl2pPr algn="l">
              <a:defRPr sz="1800" b="0">
                <a:solidFill>
                  <a:srgbClr val="C00000"/>
                </a:solidFill>
                <a:latin typeface="Apple SD Gothic Neo"/>
                <a:ea typeface="Apple SD Gothic Neo"/>
                <a:cs typeface="Apple SD Gothic Neo"/>
              </a:defRPr>
            </a:lvl2pPr>
            <a:lvl3pPr algn="l">
              <a:defRPr sz="1800" b="0">
                <a:solidFill>
                  <a:srgbClr val="C00000"/>
                </a:solidFill>
                <a:latin typeface="Apple SD Gothic Neo"/>
                <a:ea typeface="Apple SD Gothic Neo"/>
                <a:cs typeface="Apple SD Gothic Neo"/>
              </a:defRPr>
            </a:lvl3pPr>
            <a:lvl4pPr algn="l">
              <a:defRPr sz="1800" b="0">
                <a:solidFill>
                  <a:srgbClr val="C00000"/>
                </a:solidFill>
                <a:latin typeface="Apple SD Gothic Neo"/>
                <a:ea typeface="Apple SD Gothic Neo"/>
                <a:cs typeface="Apple SD Gothic Neo"/>
              </a:defRPr>
            </a:lvl4pPr>
            <a:lvl5pPr algn="l">
              <a:defRPr sz="1800" b="0">
                <a:solidFill>
                  <a:srgbClr val="C00000"/>
                </a:solidFill>
                <a:latin typeface="Apple SD Gothic Neo"/>
                <a:ea typeface="Apple SD Gothic Neo"/>
                <a:cs typeface="Apple SD Gothic Neo"/>
              </a:defRPr>
            </a:lvl5pPr>
            <a:lvl6pPr algn="l">
              <a:defRPr sz="1800" b="0">
                <a:solidFill>
                  <a:srgbClr val="C00000"/>
                </a:solidFill>
                <a:latin typeface="Apple SD Gothic Neo"/>
                <a:ea typeface="Apple SD Gothic Neo"/>
                <a:cs typeface="Apple SD Gothic Neo"/>
              </a:defRPr>
            </a:lvl6pPr>
            <a:lvl7pPr algn="l">
              <a:defRPr sz="1800" b="0">
                <a:solidFill>
                  <a:srgbClr val="C00000"/>
                </a:solidFill>
                <a:latin typeface="Apple SD Gothic Neo"/>
                <a:ea typeface="Apple SD Gothic Neo"/>
                <a:cs typeface="Apple SD Gothic Neo"/>
              </a:defRPr>
            </a:lvl7pPr>
            <a:lvl8pPr algn="l">
              <a:defRPr sz="1800" b="0">
                <a:solidFill>
                  <a:srgbClr val="C00000"/>
                </a:solidFill>
                <a:latin typeface="Apple SD Gothic Neo"/>
                <a:ea typeface="Apple SD Gothic Neo"/>
                <a:cs typeface="Apple SD Gothic Neo"/>
              </a:defRPr>
            </a:lvl8pPr>
            <a:lvl9pPr algn="l">
              <a:defRPr sz="1800" b="0">
                <a:solidFill>
                  <a:srgbClr val="C00000"/>
                </a:solidFill>
                <a:latin typeface="Apple SD Gothic Neo"/>
                <a:ea typeface="Apple SD Gothic Neo"/>
                <a:cs typeface="Apple SD Gothic Neo"/>
              </a:defRPr>
            </a:lvl9pPr>
          </a:lstStyle>
          <a:p xmlns:a="http://schemas.openxmlformats.org/drawingml/2006/main">
            <a:pPr algn="l">
              <a:defRPr sz="1800" b="0">
                <a:solidFill>
                  <a:srgbClr val="C00000"/>
                </a:solidFill>
                <a:latin typeface="Apple SD Gothic Neo"/>
                <a:ea typeface="Apple SD Gothic Neo"/>
                <a:cs typeface="Apple SD Gothic Neo"/>
              </a:defRPr>
            </a:pPr>
            <a:r>
              <a:rPr sz="1800" b="0">
                <a:solidFill>
                  <a:srgbClr val="C00000"/>
                </a:solidFill>
                <a:latin typeface="Apple SD Gothic Neo"/>
                <a:ea typeface="Apple SD Gothic Neo"/>
                <a:cs typeface="Apple SD Gothic Neo"/>
              </a:rPr>
              <a:t>N=1 최고 RSS는 증가. 새 QA01·QA03와 모델 비용 개선은 미측정.</a:t>
            </a:r>
          </a:p>
        </p:txBody>
      </p:sp>
      <p:sp>
        <p:nvSpPr>
          <p:cNvPr id="53" name="DP2 object 237">
            <a:extLst xmlns:a="http://schemas.openxmlformats.org/drawingml/2006/main">
              <a:ext uri="{FF2B5EF4-FFF2-40B4-BE49-F238E27FC236}">
                <a16:creationId xmlns:a16="http://schemas.microsoft.com/office/drawing/2014/main" id="{8120E88A-5FA0-45B9-B436-DDD42D165322}"/>
              </a:ext>
            </a:extLst>
          </p:cNvPr>
          <p:cNvSpPr>
            <a:spLocks xmlns:a="http://schemas.openxmlformats.org/drawingml/2006/main" noGrp="1"/>
          </p:cNvSpPr>
          <p:nvPr/>
        </p:nvSpPr>
        <p:spPr>
          <a:xfrm xmlns:a="http://schemas.openxmlformats.org/drawingml/2006/main">
            <a:off x="6419850" y="8829675"/>
            <a:ext cx="1152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0">
                <a:solidFill>
                  <a:srgbClr val="50555B"/>
                </a:solidFill>
                <a:latin typeface="Apple SD Gothic Neo"/>
                <a:ea typeface="Apple SD Gothic Neo"/>
                <a:cs typeface="Apple SD Gothic Neo"/>
              </a:defRPr>
            </a:defPPr>
            <a:lvl1pPr algn="l">
              <a:defRPr sz="1725" b="0">
                <a:solidFill>
                  <a:srgbClr val="50555B"/>
                </a:solidFill>
                <a:latin typeface="Apple SD Gothic Neo"/>
                <a:ea typeface="Apple SD Gothic Neo"/>
                <a:cs typeface="Apple SD Gothic Neo"/>
              </a:defRPr>
            </a:lvl1pPr>
            <a:lvl2pPr algn="l">
              <a:defRPr sz="1725" b="0">
                <a:solidFill>
                  <a:srgbClr val="50555B"/>
                </a:solidFill>
                <a:latin typeface="Apple SD Gothic Neo"/>
                <a:ea typeface="Apple SD Gothic Neo"/>
                <a:cs typeface="Apple SD Gothic Neo"/>
              </a:defRPr>
            </a:lvl2pPr>
            <a:lvl3pPr algn="l">
              <a:defRPr sz="1725" b="0">
                <a:solidFill>
                  <a:srgbClr val="50555B"/>
                </a:solidFill>
                <a:latin typeface="Apple SD Gothic Neo"/>
                <a:ea typeface="Apple SD Gothic Neo"/>
                <a:cs typeface="Apple SD Gothic Neo"/>
              </a:defRPr>
            </a:lvl3pPr>
            <a:lvl4pPr algn="l">
              <a:defRPr sz="1725" b="0">
                <a:solidFill>
                  <a:srgbClr val="50555B"/>
                </a:solidFill>
                <a:latin typeface="Apple SD Gothic Neo"/>
                <a:ea typeface="Apple SD Gothic Neo"/>
                <a:cs typeface="Apple SD Gothic Neo"/>
              </a:defRPr>
            </a:lvl4pPr>
            <a:lvl5pPr algn="l">
              <a:defRPr sz="1725" b="0">
                <a:solidFill>
                  <a:srgbClr val="50555B"/>
                </a:solidFill>
                <a:latin typeface="Apple SD Gothic Neo"/>
                <a:ea typeface="Apple SD Gothic Neo"/>
                <a:cs typeface="Apple SD Gothic Neo"/>
              </a:defRPr>
            </a:lvl5pPr>
            <a:lvl6pPr algn="l">
              <a:defRPr sz="1725" b="0">
                <a:solidFill>
                  <a:srgbClr val="50555B"/>
                </a:solidFill>
                <a:latin typeface="Apple SD Gothic Neo"/>
                <a:ea typeface="Apple SD Gothic Neo"/>
                <a:cs typeface="Apple SD Gothic Neo"/>
              </a:defRPr>
            </a:lvl6pPr>
            <a:lvl7pPr algn="l">
              <a:defRPr sz="1725" b="0">
                <a:solidFill>
                  <a:srgbClr val="50555B"/>
                </a:solidFill>
                <a:latin typeface="Apple SD Gothic Neo"/>
                <a:ea typeface="Apple SD Gothic Neo"/>
                <a:cs typeface="Apple SD Gothic Neo"/>
              </a:defRPr>
            </a:lvl7pPr>
            <a:lvl8pPr algn="l">
              <a:defRPr sz="1725" b="0">
                <a:solidFill>
                  <a:srgbClr val="50555B"/>
                </a:solidFill>
                <a:latin typeface="Apple SD Gothic Neo"/>
                <a:ea typeface="Apple SD Gothic Neo"/>
                <a:cs typeface="Apple SD Gothic Neo"/>
              </a:defRPr>
            </a:lvl8pPr>
            <a:lvl9pPr algn="l">
              <a:defRPr sz="1725" b="0">
                <a:solidFill>
                  <a:srgbClr val="50555B"/>
                </a:solidFill>
                <a:latin typeface="Apple SD Gothic Neo"/>
                <a:ea typeface="Apple SD Gothic Neo"/>
                <a:cs typeface="Apple SD Gothic Neo"/>
              </a:defRPr>
            </a:lvl9pPr>
          </a:lstStyle>
          <a:p xmlns:a="http://schemas.openxmlformats.org/drawingml/2006/main">
            <a:pPr algn="l">
              <a:defRPr sz="1725" b="0">
                <a:solidFill>
                  <a:srgbClr val="50555B"/>
                </a:solidFill>
                <a:latin typeface="Apple SD Gothic Neo"/>
                <a:ea typeface="Apple SD Gothic Neo"/>
                <a:cs typeface="Apple SD Gothic Neo"/>
              </a:defRPr>
            </a:pPr>
            <a:r>
              <a:rPr sz="1725" b="0">
                <a:solidFill>
                  <a:srgbClr val="50555B"/>
                </a:solidFill>
                <a:latin typeface="Apple SD Gothic Neo"/>
                <a:ea typeface="Apple SD Gothic Neo"/>
                <a:cs typeface="Apple SD Gothic Neo"/>
              </a:rPr>
              <a:t>별도 요청 관계 진단 N-R: A 27/27, B 26/27. B1에서도 B의 오류는 그대로.</a:t>
            </a:r>
          </a:p>
        </p:txBody>
      </p:sp>
      <p:sp>
        <p:nvSpPr>
          <p:cNvPr id="54" name="Editable path 238">
            <a:extLst xmlns:a="http://schemas.openxmlformats.org/drawingml/2006/main">
              <a:ext uri="{FF2B5EF4-FFF2-40B4-BE49-F238E27FC236}">
                <a16:creationId xmlns:a16="http://schemas.microsoft.com/office/drawing/2014/main" id="{3175FDD8-BF71-406C-AE05-A2FF5A2E20DE}"/>
              </a:ext>
            </a:extLst>
          </p:cNvPr>
          <p:cNvSpPr>
            <a:spLocks xmlns:a="http://schemas.openxmlformats.org/drawingml/2006/main" noGrp="1"/>
          </p:cNvSpPr>
          <p:nvPr/>
        </p:nvSpPr>
        <p:spPr>
          <a:xfrm xmlns:a="http://schemas.openxmlformats.org/drawingml/2006/main">
            <a:off x="266700" y="9496425"/>
            <a:ext cx="17773650" cy="953"/>
          </a:xfrm>
          <a:custGeom xmlns:a="http://schemas.openxmlformats.org/drawingml/2006/main">
            <a:pathLst>
              <a:path w="17773650" h="953">
                <a:moveTo>
                  <a:pt x="0" y="0"/>
                </a:moveTo>
                <a:lnTo>
                  <a:pt x="17773650" y="0"/>
                </a:lnTo>
              </a:path>
            </a:pathLst>
          </a:custGeom>
          <a:noFill xmlns:a="http://schemas.openxmlformats.org/drawingml/2006/main"/>
          <a:ln xmlns:a="http://schemas.openxmlformats.org/drawingml/2006/main" w="13335">
            <a:solidFill>
              <a:srgbClr val="4676CB"/>
            </a:solidFill>
            <a:prstDash val="solid"/>
          </a:ln>
        </p:spPr>
      </p:sp>
      <p:sp>
        <p:nvSpPr>
          <p:cNvPr id="55" name="DP2 object 239">
            <a:extLst xmlns:a="http://schemas.openxmlformats.org/drawingml/2006/main">
              <a:ext uri="{FF2B5EF4-FFF2-40B4-BE49-F238E27FC236}">
                <a16:creationId xmlns:a16="http://schemas.microsoft.com/office/drawing/2014/main" id="{B299C715-5F30-4CF3-B0C2-D26147B208F3}"/>
              </a:ext>
            </a:extLst>
          </p:cNvPr>
          <p:cNvSpPr>
            <a:spLocks xmlns:a="http://schemas.openxmlformats.org/drawingml/2006/main" noGrp="1"/>
          </p:cNvSpPr>
          <p:nvPr/>
        </p:nvSpPr>
        <p:spPr>
          <a:xfrm xmlns:a="http://schemas.openxmlformats.org/drawingml/2006/main">
            <a:off x="266700" y="9620250"/>
            <a:ext cx="17240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1">
                <a:solidFill>
                  <a:srgbClr val="111111"/>
                </a:solidFill>
                <a:latin typeface="Apple SD Gothic Neo"/>
                <a:ea typeface="Apple SD Gothic Neo"/>
                <a:cs typeface="Apple SD Gothic Neo"/>
              </a:defRPr>
            </a:defPPr>
            <a:lvl1pPr algn="l">
              <a:defRPr sz="1575" b="1">
                <a:solidFill>
                  <a:srgbClr val="111111"/>
                </a:solidFill>
                <a:latin typeface="Apple SD Gothic Neo"/>
                <a:ea typeface="Apple SD Gothic Neo"/>
                <a:cs typeface="Apple SD Gothic Neo"/>
              </a:defRPr>
            </a:lvl1pPr>
            <a:lvl2pPr algn="l">
              <a:defRPr sz="1575" b="1">
                <a:solidFill>
                  <a:srgbClr val="111111"/>
                </a:solidFill>
                <a:latin typeface="Apple SD Gothic Neo"/>
                <a:ea typeface="Apple SD Gothic Neo"/>
                <a:cs typeface="Apple SD Gothic Neo"/>
              </a:defRPr>
            </a:lvl2pPr>
            <a:lvl3pPr algn="l">
              <a:defRPr sz="1575" b="1">
                <a:solidFill>
                  <a:srgbClr val="111111"/>
                </a:solidFill>
                <a:latin typeface="Apple SD Gothic Neo"/>
                <a:ea typeface="Apple SD Gothic Neo"/>
                <a:cs typeface="Apple SD Gothic Neo"/>
              </a:defRPr>
            </a:lvl3pPr>
            <a:lvl4pPr algn="l">
              <a:defRPr sz="1575" b="1">
                <a:solidFill>
                  <a:srgbClr val="111111"/>
                </a:solidFill>
                <a:latin typeface="Apple SD Gothic Neo"/>
                <a:ea typeface="Apple SD Gothic Neo"/>
                <a:cs typeface="Apple SD Gothic Neo"/>
              </a:defRPr>
            </a:lvl4pPr>
            <a:lvl5pPr algn="l">
              <a:defRPr sz="1575" b="1">
                <a:solidFill>
                  <a:srgbClr val="111111"/>
                </a:solidFill>
                <a:latin typeface="Apple SD Gothic Neo"/>
                <a:ea typeface="Apple SD Gothic Neo"/>
                <a:cs typeface="Apple SD Gothic Neo"/>
              </a:defRPr>
            </a:lvl5pPr>
            <a:lvl6pPr algn="l">
              <a:defRPr sz="1575" b="1">
                <a:solidFill>
                  <a:srgbClr val="111111"/>
                </a:solidFill>
                <a:latin typeface="Apple SD Gothic Neo"/>
                <a:ea typeface="Apple SD Gothic Neo"/>
                <a:cs typeface="Apple SD Gothic Neo"/>
              </a:defRPr>
            </a:lvl6pPr>
            <a:lvl7pPr algn="l">
              <a:defRPr sz="1575" b="1">
                <a:solidFill>
                  <a:srgbClr val="111111"/>
                </a:solidFill>
                <a:latin typeface="Apple SD Gothic Neo"/>
                <a:ea typeface="Apple SD Gothic Neo"/>
                <a:cs typeface="Apple SD Gothic Neo"/>
              </a:defRPr>
            </a:lvl7pPr>
            <a:lvl8pPr algn="l">
              <a:defRPr sz="1575" b="1">
                <a:solidFill>
                  <a:srgbClr val="111111"/>
                </a:solidFill>
                <a:latin typeface="Apple SD Gothic Neo"/>
                <a:ea typeface="Apple SD Gothic Neo"/>
                <a:cs typeface="Apple SD Gothic Neo"/>
              </a:defRPr>
            </a:lvl8pPr>
            <a:lvl9pPr algn="l">
              <a:defRPr sz="1575" b="1">
                <a:solidFill>
                  <a:srgbClr val="111111"/>
                </a:solidFill>
                <a:latin typeface="Apple SD Gothic Neo"/>
                <a:ea typeface="Apple SD Gothic Neo"/>
                <a:cs typeface="Apple SD Gothic Neo"/>
              </a:defRPr>
            </a:lvl9pPr>
          </a:lstStyle>
          <a:p xmlns:a="http://schemas.openxmlformats.org/drawingml/2006/main">
            <a:pPr algn="l">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기본 실측 46.170MB와 재생 31.867MB는 전후값이 아님. 제품 전체 RAM, 원격 모델 weights/KV와 새 지연을 측정한 결과가 아님.</a:t>
            </a:r>
          </a:p>
        </p:txBody>
      </p:sp>
      <p:sp>
        <p:nvSpPr>
          <p:cNvPr id="56" name="DP2 object 240">
            <a:extLst xmlns:a="http://schemas.openxmlformats.org/drawingml/2006/main">
              <a:ext uri="{FF2B5EF4-FFF2-40B4-BE49-F238E27FC236}">
                <a16:creationId xmlns:a16="http://schemas.microsoft.com/office/drawing/2014/main" id="{EFA96BF8-132E-4B80-BCB1-A21C09F63E47}"/>
              </a:ext>
            </a:extLst>
          </p:cNvPr>
          <p:cNvSpPr>
            <a:spLocks xmlns:a="http://schemas.openxmlformats.org/drawingml/2006/main" noGrp="1"/>
          </p:cNvSpPr>
          <p:nvPr/>
        </p:nvSpPr>
        <p:spPr>
          <a:xfrm xmlns:a="http://schemas.openxmlformats.org/drawingml/2006/main">
            <a:off x="266700" y="9944100"/>
            <a:ext cx="1714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425" b="0">
                <a:solidFill>
                  <a:srgbClr val="50555B"/>
                </a:solidFill>
                <a:latin typeface="Apple SD Gothic Neo"/>
                <a:ea typeface="Apple SD Gothic Neo"/>
                <a:cs typeface="Apple SD Gothic Neo"/>
              </a:defRPr>
            </a:defPPr>
            <a:lvl1pPr algn="l">
              <a:defRPr sz="1425" b="0">
                <a:solidFill>
                  <a:srgbClr val="50555B"/>
                </a:solidFill>
                <a:latin typeface="Apple SD Gothic Neo"/>
                <a:ea typeface="Apple SD Gothic Neo"/>
                <a:cs typeface="Apple SD Gothic Neo"/>
              </a:defRPr>
            </a:lvl1pPr>
            <a:lvl2pPr algn="l">
              <a:defRPr sz="1425" b="0">
                <a:solidFill>
                  <a:srgbClr val="50555B"/>
                </a:solidFill>
                <a:latin typeface="Apple SD Gothic Neo"/>
                <a:ea typeface="Apple SD Gothic Neo"/>
                <a:cs typeface="Apple SD Gothic Neo"/>
              </a:defRPr>
            </a:lvl2pPr>
            <a:lvl3pPr algn="l">
              <a:defRPr sz="1425" b="0">
                <a:solidFill>
                  <a:srgbClr val="50555B"/>
                </a:solidFill>
                <a:latin typeface="Apple SD Gothic Neo"/>
                <a:ea typeface="Apple SD Gothic Neo"/>
                <a:cs typeface="Apple SD Gothic Neo"/>
              </a:defRPr>
            </a:lvl3pPr>
            <a:lvl4pPr algn="l">
              <a:defRPr sz="1425" b="0">
                <a:solidFill>
                  <a:srgbClr val="50555B"/>
                </a:solidFill>
                <a:latin typeface="Apple SD Gothic Neo"/>
                <a:ea typeface="Apple SD Gothic Neo"/>
                <a:cs typeface="Apple SD Gothic Neo"/>
              </a:defRPr>
            </a:lvl4pPr>
            <a:lvl5pPr algn="l">
              <a:defRPr sz="1425" b="0">
                <a:solidFill>
                  <a:srgbClr val="50555B"/>
                </a:solidFill>
                <a:latin typeface="Apple SD Gothic Neo"/>
                <a:ea typeface="Apple SD Gothic Neo"/>
                <a:cs typeface="Apple SD Gothic Neo"/>
              </a:defRPr>
            </a:lvl5pPr>
            <a:lvl6pPr algn="l">
              <a:defRPr sz="1425" b="0">
                <a:solidFill>
                  <a:srgbClr val="50555B"/>
                </a:solidFill>
                <a:latin typeface="Apple SD Gothic Neo"/>
                <a:ea typeface="Apple SD Gothic Neo"/>
                <a:cs typeface="Apple SD Gothic Neo"/>
              </a:defRPr>
            </a:lvl6pPr>
            <a:lvl7pPr algn="l">
              <a:defRPr sz="1425" b="0">
                <a:solidFill>
                  <a:srgbClr val="50555B"/>
                </a:solidFill>
                <a:latin typeface="Apple SD Gothic Neo"/>
                <a:ea typeface="Apple SD Gothic Neo"/>
                <a:cs typeface="Apple SD Gothic Neo"/>
              </a:defRPr>
            </a:lvl7pPr>
            <a:lvl8pPr algn="l">
              <a:defRPr sz="1425" b="0">
                <a:solidFill>
                  <a:srgbClr val="50555B"/>
                </a:solidFill>
                <a:latin typeface="Apple SD Gothic Neo"/>
                <a:ea typeface="Apple SD Gothic Neo"/>
                <a:cs typeface="Apple SD Gothic Neo"/>
              </a:defRPr>
            </a:lvl8pPr>
            <a:lvl9pPr algn="l">
              <a:defRPr sz="1425" b="0">
                <a:solidFill>
                  <a:srgbClr val="50555B"/>
                </a:solidFill>
                <a:latin typeface="Apple SD Gothic Neo"/>
                <a:ea typeface="Apple SD Gothic Neo"/>
                <a:cs typeface="Apple SD Gothic Neo"/>
              </a:defRPr>
            </a:lvl9pPr>
          </a:lstStyle>
          <a:p xmlns:a="http://schemas.openxmlformats.org/drawingml/2006/main">
            <a:pPr algn="l">
              <a:defRPr sz="1425" b="0">
                <a:solidFill>
                  <a:srgbClr val="50555B"/>
                </a:solidFill>
                <a:latin typeface="Apple SD Gothic Neo"/>
                <a:ea typeface="Apple SD Gothic Neo"/>
                <a:cs typeface="Apple SD Gothic Neo"/>
              </a:defRPr>
            </a:pPr>
            <a:r>
              <a:rPr sz="1425" b="0">
                <a:solidFill>
                  <a:srgbClr val="50555B"/>
                </a:solidFill>
                <a:latin typeface="Apple SD Gothic Neo"/>
                <a:ea typeface="Apple SD Gothic Neo"/>
                <a:cs typeface="Apple SD Gothic Neo"/>
              </a:rPr>
              <a:t>기존 발표 캠페인과 strict-control-v2 재생 근거. 새로운 공통 대표 평가의 정식 결과와 구분한다.</a:t>
            </a:r>
          </a:p>
        </p:txBody>
      </p:sp>
    </p:spTree>
    <p:extLst>
      <p:ext uri="{BB962C8B-B14F-4D97-AF65-F5344CB8AC3E}">
        <p14:creationId xmlns:p14="http://schemas.microsoft.com/office/powerpoint/2010/main" val="3531875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2026-10-19T05:01:30.2520000Z</dcterms:created>
  <dcterms:modified xsi:type="dcterms:W3CDTF">2026-10-19T05:01:30.2520000Z</dcterms:modified>
</coreProperties>
</file>