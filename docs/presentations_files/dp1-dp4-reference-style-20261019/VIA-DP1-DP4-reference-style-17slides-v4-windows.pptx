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dMasterIdLst>
  <p:notesMasterIdLst>
    <p:notesMasterId r:id="Rfb29300d6ed74006"/>
    <p:notesMasterId r:id="Via_ppt_notesMasters_dp3parallelv3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64" r:id="Dp3ParallelV3Slide9"/>
    <p:sldId id="265" r:id="Dp3ParallelV3Slide10"/>
    <p:sldId id="266" r:id="Dp3ParallelV3Slide11"/>
    <p:sldId id="267" r:id="Dp3ParallelV3Slide12"/>
    <p:sldId id="268" r:id="Dp3ParallelV3Slide13"/>
    <p:sldId id="269" r:id="Dp3ParallelV3Slide14"/>
    <p:sldId id="270" r:id="Dp3ParallelV3Slide15"/>
    <p:sldId id="271" r:id="Dp3ParallelV3Slide16"/>
    <p:sldId id="272" r:id="Dp3ParallelV3Slide17"/>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17</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17</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17</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17</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17</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17</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17</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17</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14 / 17</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15 / 17</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17</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17</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17</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17</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17</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17</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17</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17</ns0:Slides>
  <ns0:Notes>17</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