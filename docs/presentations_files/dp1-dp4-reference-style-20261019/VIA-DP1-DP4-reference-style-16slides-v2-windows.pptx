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2d3044122a4212" /><Relationship Type="http://schemas.openxmlformats.org/officeDocument/2006/relationships/extended-properties" Target="/docProps/app.xml" Id="R17f02e86c62a435e" /><Relationship Type="http://schemas.openxmlformats.org/officeDocument/2006/relationships/officeDocument" Target="/ppt/presentation.xml" Id="R54599d7fdb6849b9"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f1ad71371b8245be"/>
  </p:sldMasterIdLst>
  <p:notesMasterIdLst>
    <p:notesMasterId r:id="Rfb29300d6ed74006"/>
  </p:notesMasterIdLst>
  <p:sldIdLst>
    <p:sldId id="256" r:id="Rd436cbfcced44f28"/>
    <p:sldId id="257" r:id="R4433ed9b311e41b8"/>
    <p:sldId id="258" r:id="Rdacd427984b74aa9"/>
    <p:sldId id="259" r:id="R7b2a690a422d4358"/>
    <p:sldId id="260" r:id="Ra96bee87abe5430a"/>
    <p:sldId id="261" r:id="Rc737839b941d4bb6"/>
    <p:sldId id="262" r:id="R0e2e52aad7134dc0"/>
    <p:sldId id="263" r:id="Rb5efc160fa474bb3"/>
    <p:sldId id="264" r:id="R392f08f649e0467e"/>
    <p:sldId id="265" r:id="R185678d498034ad0"/>
    <p:sldId id="266" r:id="Ra64ecf4dd3254849"/>
    <p:sldId id="267" r:id="R8a875f7105a34e5e"/>
    <p:sldId id="268" r:id="Rc4f1427044424a79"/>
    <p:sldId id="269" r:id="Re7bd384d4cfa4907"/>
    <p:sldId id="270" r:id="R7bcd1e99398f43c8"/>
    <p:sldId id="271" r:id="R6ca4b16a45b945d2"/>
  </p:sldIdLst>
  <p:sldSz cx="18288000" cy="10287000"/>
  <p:notesSz cx="6858000" cy="9144000"/>
  <p:defaultTextStyle>
    <a:defPPr>
      <a:defRPr lang="ko-KR">
        <a:latin typeface="Calibri"/>
        <a:ea typeface="Calibri"/>
        <a:cs typeface="Calibri"/>
      </a:defRPr>
    </a:defPPr>
    <a:lvl1pPr>
      <a:defRPr lang="ko-KR">
        <a:latin typeface="Calibri"/>
        <a:ea typeface="Calibri"/>
        <a:cs typeface="Calibri"/>
      </a:defRPr>
    </a:lvl1pPr>
    <a:lvl2pPr>
      <a:defRPr lang="ko-KR">
        <a:latin typeface="Calibri"/>
        <a:ea typeface="Calibri"/>
        <a:cs typeface="Calibri"/>
      </a:defRPr>
    </a:lvl2pPr>
    <a:lvl3pPr>
      <a:defRPr lang="ko-KR">
        <a:latin typeface="Calibri"/>
        <a:ea typeface="Calibri"/>
        <a:cs typeface="Calibri"/>
      </a:defRPr>
    </a:lvl3pPr>
    <a:lvl4pPr>
      <a:defRPr lang="ko-KR">
        <a:latin typeface="Calibri"/>
        <a:ea typeface="Calibri"/>
        <a:cs typeface="Calibri"/>
      </a:defRPr>
    </a:lvl4pPr>
    <a:lvl5pPr>
      <a:defRPr lang="ko-KR">
        <a:latin typeface="Calibri"/>
        <a:ea typeface="Calibri"/>
        <a:cs typeface="Calibri"/>
      </a:defRPr>
    </a:lvl5pPr>
    <a:lvl6pPr>
      <a:defRPr lang="ko-KR">
        <a:latin typeface="Calibri"/>
        <a:ea typeface="Calibri"/>
        <a:cs typeface="Calibri"/>
      </a:defRPr>
    </a:lvl6pPr>
    <a:lvl7pPr>
      <a:defRPr lang="ko-KR">
        <a:latin typeface="Calibri"/>
        <a:ea typeface="Calibri"/>
        <a:cs typeface="Calibri"/>
      </a:defRPr>
    </a:lvl7pPr>
    <a:lvl8pPr>
      <a:defRPr lang="ko-KR">
        <a:latin typeface="Calibri"/>
        <a:ea typeface="Calibri"/>
        <a:cs typeface="Calibri"/>
      </a:defRPr>
    </a:lvl8pPr>
    <a:lvl9pPr>
      <a:defRPr lang="ko-KR">
        <a:latin typeface="Calibri"/>
        <a:ea typeface="Calibri"/>
        <a:cs typeface="Calibri"/>
      </a:defRPr>
    </a:lvl9pPr>
  </p:defaultTextStyle>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325b29fd034a5d" /><Relationship Type="http://schemas.openxmlformats.org/officeDocument/2006/relationships/slideMaster" Target="/ppt/slideMasters/slideMaster1.xml" Id="Rf1ad71371b8245be" /><Relationship Type="http://schemas.openxmlformats.org/officeDocument/2006/relationships/notesMaster" Target="/ppt/notesMasters/notesMaster1.xml" Id="Rfb29300d6ed74006" /><Relationship Type="http://schemas.openxmlformats.org/officeDocument/2006/relationships/presProps" Target="/ppt/presProps.xml" Id="Rc080b43a7f0949d2" /><Relationship Type="http://schemas.openxmlformats.org/officeDocument/2006/relationships/tableStyles" Target="/ppt/tableStyles.xml" Id="R81cb20b8ff6a40f3" /><Relationship Type="http://schemas.openxmlformats.org/officeDocument/2006/relationships/slide" Target="/ppt/slides/slide1.xml" Id="Rd436cbfcced44f28" /><Relationship Type="http://schemas.openxmlformats.org/officeDocument/2006/relationships/slide" Target="/ppt/slides/slide2.xml" Id="R4433ed9b311e41b8" /><Relationship Type="http://schemas.openxmlformats.org/officeDocument/2006/relationships/slide" Target="/ppt/slides/slide3.xml" Id="Rdacd427984b74aa9" /><Relationship Type="http://schemas.openxmlformats.org/officeDocument/2006/relationships/slide" Target="/ppt/slides/slide4.xml" Id="R7b2a690a422d4358" /><Relationship Type="http://schemas.openxmlformats.org/officeDocument/2006/relationships/slide" Target="/ppt/slides/slide5.xml" Id="Ra96bee87abe5430a" /><Relationship Type="http://schemas.openxmlformats.org/officeDocument/2006/relationships/slide" Target="/ppt/slides/slide6.xml" Id="Rc737839b941d4bb6" /><Relationship Type="http://schemas.openxmlformats.org/officeDocument/2006/relationships/slide" Target="/ppt/slides/slide7.xml" Id="R0e2e52aad7134dc0" /><Relationship Type="http://schemas.openxmlformats.org/officeDocument/2006/relationships/slide" Target="/ppt/slides/slide8.xml" Id="Rb5efc160fa474bb3" /><Relationship Type="http://schemas.openxmlformats.org/officeDocument/2006/relationships/slide" Target="/ppt/slides/slide9.xml" Id="R392f08f649e0467e" /><Relationship Type="http://schemas.openxmlformats.org/officeDocument/2006/relationships/slide" Target="/ppt/slides/slide10.xml" Id="R185678d498034ad0" /><Relationship Type="http://schemas.openxmlformats.org/officeDocument/2006/relationships/slide" Target="/ppt/slides/slide11.xml" Id="Ra64ecf4dd3254849" /><Relationship Type="http://schemas.openxmlformats.org/officeDocument/2006/relationships/slide" Target="/ppt/slides/slide12.xml" Id="R8a875f7105a34e5e" /><Relationship Type="http://schemas.openxmlformats.org/officeDocument/2006/relationships/slide" Target="/ppt/slides/slide13.xml" Id="Rc4f1427044424a79" /><Relationship Type="http://schemas.openxmlformats.org/officeDocument/2006/relationships/slide" Target="/ppt/slides/slide14.xml" Id="Re7bd384d4cfa4907" /><Relationship Type="http://schemas.openxmlformats.org/officeDocument/2006/relationships/slide" Target="/ppt/slides/slide15.xml" Id="R7bcd1e99398f43c8" /><Relationship Type="http://schemas.openxmlformats.org/officeDocument/2006/relationships/slide" Target="/ppt/slides/slide16.xml" Id="R6ca4b16a45b945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5d43cfdb0e4cd5"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6f9f24abfc4f14" /><Relationship Type="http://schemas.openxmlformats.org/officeDocument/2006/relationships/notesMaster" Target="/ppt/notesMasters/notesMaster1.xml" Id="Refb0989b618245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1aa841d5f34655" /><Relationship Type="http://schemas.openxmlformats.org/officeDocument/2006/relationships/notesMaster" Target="/ppt/notesMasters/notesMaster1.xml" Id="R45200d1456ad43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ce025784034756" /><Relationship Type="http://schemas.openxmlformats.org/officeDocument/2006/relationships/notesMaster" Target="/ppt/notesMasters/notesMaster1.xml" Id="R1084708f268d4c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740c31ddf64b7e" /><Relationship Type="http://schemas.openxmlformats.org/officeDocument/2006/relationships/notesMaster" Target="/ppt/notesMasters/notesMaster1.xml" Id="R2784b2fa88bc48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38b723306d4e53" /><Relationship Type="http://schemas.openxmlformats.org/officeDocument/2006/relationships/notesMaster" Target="/ppt/notesMasters/notesMaster1.xml" Id="R52250ae8534847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6766fadc0e4010" /><Relationship Type="http://schemas.openxmlformats.org/officeDocument/2006/relationships/notesMaster" Target="/ppt/notesMasters/notesMaster1.xml" Id="R010d343c2e1349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29d1eeff2941f2" /><Relationship Type="http://schemas.openxmlformats.org/officeDocument/2006/relationships/notesMaster" Target="/ppt/notesMasters/notesMaster1.xml" Id="Rb6b29d59389142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6c150385744477" /><Relationship Type="http://schemas.openxmlformats.org/officeDocument/2006/relationships/notesMaster" Target="/ppt/notesMasters/notesMaster1.xml" Id="R7bdd5015667e48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58063962f44c55" /><Relationship Type="http://schemas.openxmlformats.org/officeDocument/2006/relationships/notesMaster" Target="/ppt/notesMasters/notesMaster1.xml" Id="R94ca7b3ea66645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c981ffd7af491d" /><Relationship Type="http://schemas.openxmlformats.org/officeDocument/2006/relationships/notesMaster" Target="/ppt/notesMasters/notesMaster1.xml" Id="Rebefa658f4aa4f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52573963ff4546" /><Relationship Type="http://schemas.openxmlformats.org/officeDocument/2006/relationships/notesMaster" Target="/ppt/notesMasters/notesMaster1.xml" Id="Ra9f91cdbb07e4a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464ee858ac4dcb" /><Relationship Type="http://schemas.openxmlformats.org/officeDocument/2006/relationships/notesMaster" Target="/ppt/notesMasters/notesMaster1.xml" Id="R743704f8ef4b48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42ce33505f4269" /><Relationship Type="http://schemas.openxmlformats.org/officeDocument/2006/relationships/notesMaster" Target="/ppt/notesMasters/notesMaster1.xml" Id="R85f552786fae41d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1e521459c54515" /><Relationship Type="http://schemas.openxmlformats.org/officeDocument/2006/relationships/notesMaster" Target="/ppt/notesMasters/notesMaster1.xml" Id="R53d9d0e83c244a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6c178e8e204ffc" /><Relationship Type="http://schemas.openxmlformats.org/officeDocument/2006/relationships/notesMaster" Target="/ppt/notesMasters/notesMaster1.xml" Id="R4a69a9fa9cfd45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d56c467d5b4e43" /><Relationship Type="http://schemas.openxmlformats.org/officeDocument/2006/relationships/notesMaster" Target="/ppt/notesMasters/notesMaster1.xml" Id="R3366736aa76b461b"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큰 장면은 설계 문제를 설명하는 예시이며 측정 사례의 재현이나 수치 결과가 아니다. 가격/납기 예시는 읽기와 정정 문제를 명확히 하기 위한 시각화다. 원본과 실제 전달 기록은 세 안 모두 보존한다. 과거에 설명하도록 준비했으나 전달하지 않은 내용은 실제 설명 근거가 아니다. 현재 판본과 권한 확인은 공통 필수 조건이다. 이 DP는 지칭의 화면/음성 정렬이나 Downstream Agent 내부 업무 계획을 선택하지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 /Users/changbae/Workspace/via-sw-architecture/docs/architecture/12-decisions/decision-packages/seven-problem-review/01-evidence-supply.md §1~6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사용자 제공 DP3/DP4 배경 이미지. 모든 설명 도형과 문서는 편집 가능한 native shape다.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선택은 후속 근거 재사용 조건의 발표상 권고이며 accepted ADR을 변경하지 않는다. QA01의 A/B 구조 우열은 미확정이다. A2는 정정 사례에서 재조회 감소만 확인했으며 주요 성능 보완으로 채택하지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A2 비교는 정정 E3×3회이며 기본A 대비 A2의 QA03은21.822→21.433초, 원문읽기12→9, 모델호출12→12, 비용0.0148424→0.0145860USD, 본문3/6동일이다. 전체 A대C 비교를 다시 수행하지 않았으므로 C와의 격차 해소로 확대하지 않는다. 필수14KB hard-cap 수정은 선택적 tactic의 효과가 아니다. A3 작은 보존 예산은 기본 적용 보류다.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첫 채택 안내는 E3 ABC×2정책×3회=18episode의 별도 실험이다. 여기서는 A만 확대해 표시한다. A QA01은7.092→1.905초, QA03은21.508→23.118초, 호출12→18, 비용0.0146552→0.0157364USD. B QA01은6.724→1.829, C는17.730→2.322초다. 이 정책은 A 독점의 장점이 아니며 A/B 순위 역전을 입증하지 않는다. 각 안/정책의 첫 응답·host종료·QA02는6/6, 본문은A/B3/6,C6/6이다. 유지 view가 없거나 정정으로 무효화되어 A재사용을 시험하지 않는다. A/B의 첫 입력은12개 짝비교에서 같다. C사전생산은정책별독립실행이라 순수정책효과와구분한다. 첫안내는실제source와처리의도채택이며완료선언이아니다. 실제내부intent라벨이노출된callback proxy이며다듬은제품UI문구의실측이아니다. A2와공통첫안내는별도실험이고결합효과는미측정이다.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수치 출처: /Users/changbae/Workspace/via-sw-architecture/docs/architecture/12-decisions/decision-packages/seven-problem-review/17-presentation-results.md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정량 시간축이 아닌 사건 순서의 개념도다. 긴 막대는 VIA 모델/읽기 step이며 외부 Agent 업무 대기가 아니다. 새 독립 질문이 현재 step 중 도착하는 S2/E2 상황을 단순화했다. 입력이 도착한다고 즉시 의미 관계가 확정되는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K=2/K=1 조건표는 각 같은 사례의 3회 평균이며 K=2는 첫 응답, K=1은 후속 목표 완료로 지표가 다르므로 행 간 직접 속도 비교를 하지 않는다. 각 N별 최고 RSS는 해당 안12회 중 최고 동시 Python+Rust 값이다. N=4 실제값32.325632→31.866880MB, N=1 30.097408→30.294016MB. 감소/증가는 반올림 전 값으로 계산해0.459/0.197MB로 표시한다. N=2 감소0.294912MB. 요청 할당 peak 평균은573372.3→365412.7byte이며 RSS와 같은 지표가 아니다. 전송 payload snapshot동등성을 확인했지만 새로운 모델 정확도나 원격 latency를 측정한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12쪽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도식으로 실제 외부 상용 Agent 수행 화면이 아니다. 조건 예시는 C1 근거의 가격 동률 전제를 설명하며 빨간 전달 예는 의미 손실을 보여주는 설명 문구다. 실제 모든 출력이 이 문구와 동일했다고 주장하지 않는다. Agent의 비공개 상태가 아닌 공개 자료와 채택 조건을 인계한다.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시점은16쪽에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시점은16쪽에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16쪽의 before/after는 PREFETCH_TACTIC E3 각3episode만 사용한다. QA03 모든관측 평균은8/9와9/9이며 공통8의 VIA시간4.302→4.284초를 별도로 보존한다. 공통8전체경과30.532→31.519초와 전체모델비용을 함께 보고한다. C1 whole9전체경과31.614초를공통8값으로 혼용하지 않는다. 수신자조건읽기2→0이나 전체읽기20→21로 증가한다. source-read 요청1848byte, 로컬구간합계.201ms, 첨부상태최대직렬화323byte. C의 미표시1은fact상한계약문제이며 C1의원문만으로실패가원인적으로해결됐다고하지않는다.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4acf7f85e040e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ccf360c7f24b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f272674e8745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551c1ebafb411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277a09111c45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5242b919db402f" /></Relationships>
</file>

<file path=ppt/slideLayouts/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D8B088F5-1F1C-4F38-A9D3-269F347CD2FC}"/>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BEAE74DA-51E5-43C6-8296-13AE3C0D9483}"/>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2A37774C-3CBD-41A6-A4DB-F7202C9DE6B0}"/>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E508394B-3ACE-4255-B9A8-3CE4675C3AC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D69BC807-A517-4E79-935A-627B6F813889}"/>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1D0D33FF-E697-45F1-8369-97F807F03F94}"/>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1C89B73D-E12F-4BB8-B57B-305B6C21DD86}"/>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2EA0A893-92FA-4558-BB9C-6348866CD717}"/>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524DC3FE-91E5-476C-AE50-D4870C27E91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C8739E2D-24BA-432A-A3B4-2FA70DC5757D}"/>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08111a130f4ef9" /><Relationship Type="http://schemas.openxmlformats.org/officeDocument/2006/relationships/slideLayout" Target="/ppt/slideLayouts/slideLayout1.xml" Id="Re7ca02eff6f64bb0" /><Relationship Type="http://schemas.openxmlformats.org/officeDocument/2006/relationships/slideLayout" Target="/ppt/slideLayouts/slideLayout2.xml" Id="R831aab4b7b214043" /><Relationship Type="http://schemas.openxmlformats.org/officeDocument/2006/relationships/slideLayout" Target="/ppt/slideLayouts/slideLayout3.xml" Id="R54c3747964a94f5a" /><Relationship Type="http://schemas.openxmlformats.org/officeDocument/2006/relationships/slideLayout" Target="/ppt/slideLayouts/slideLayout4.xml" Id="R4be48aa2e2274c67" /><Relationship Type="http://schemas.openxmlformats.org/officeDocument/2006/relationships/slideLayout" Target="/ppt/slideLayouts/slideLayout5.xml" Id="Rbedb2986b0ca47ea" /><Relationship Type="http://schemas.openxmlformats.org/officeDocument/2006/relationships/slideLayout" Target="/ppt/slideLayouts/slideLayout6.xml" Id="R51b7079438344c26" /></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7ca02eff6f64bb0"/>
    <p:sldLayoutId id="2147483650" r:id="R831aab4b7b214043"/>
    <p:sldLayoutId id="2147483651" r:id="R54c3747964a94f5a"/>
    <p:sldLayoutId id="2147483652" r:id="R4be48aa2e2274c67"/>
    <p:sldLayoutId id="2147483653" r:id="Rbedb2986b0ca47ea"/>
    <p:sldLayoutId id="2147483654" r:id="R51b7079438344c26"/>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3dbac57b6e49ac" /><Relationship Type="http://schemas.openxmlformats.org/officeDocument/2006/relationships/notesSlide" Target="/ppt/notesSlides/notesSlide1.xml" Id="R9dd099a2e2d547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3ca4d4065f4db1" /><Relationship Type="http://schemas.openxmlformats.org/officeDocument/2006/relationships/notesSlide" Target="/ppt/notesSlides/notesSlide2.xml" Id="R9d82736907004f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01dab747fa4fce" /><Relationship Type="http://schemas.openxmlformats.org/officeDocument/2006/relationships/notesSlide" Target="/ppt/notesSlides/notesSlide3.xml" Id="R3239f997899749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5b5b5cd5a5c494c" /><Relationship Type="http://schemas.openxmlformats.org/officeDocument/2006/relationships/notesSlide" Target="/ppt/notesSlides/notesSlide4.xml" Id="R4b404fd1f87d45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6e02b519184ebc" /><Relationship Type="http://schemas.openxmlformats.org/officeDocument/2006/relationships/notesSlide" Target="/ppt/notesSlides/notesSlide5.xml" Id="Rc22f4e203d6247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f1b252975042a2" /><Relationship Type="http://schemas.openxmlformats.org/officeDocument/2006/relationships/notesSlide" Target="/ppt/notesSlides/notesSlide6.xml" Id="R306c56c2f0784c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08f56cdd934fd8" /><Relationship Type="http://schemas.openxmlformats.org/officeDocument/2006/relationships/notesSlide" Target="/ppt/notesSlides/notesSlide7.xml" Id="R7e82de5f8d984c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b4ccd82614d4493" /><Relationship Type="http://schemas.openxmlformats.org/officeDocument/2006/relationships/notesSlide" Target="/ppt/notesSlides/notesSlide8.xml" Id="Ra258fd6d827344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26c3e7cd2fa4c3f" /><Relationship Type="http://schemas.openxmlformats.org/officeDocument/2006/relationships/notesSlide" Target="/ppt/notesSlides/notesSlide9.xml" Id="Rff7e25aba8e04f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f427840046d4a2b" /><Relationship Type="http://schemas.openxmlformats.org/officeDocument/2006/relationships/notesSlide" Target="/ppt/notesSlides/notesSlide10.xml" Id="Rc7c9a95c38314c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ace91f1a3e04885" /><Relationship Type="http://schemas.openxmlformats.org/officeDocument/2006/relationships/notesSlide" Target="/ppt/notesSlides/notesSlide11.xml" Id="Rf558771425ad4e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04f7de223344f17" /><Relationship Type="http://schemas.openxmlformats.org/officeDocument/2006/relationships/notesSlide" Target="/ppt/notesSlides/notesSlide12.xml" Id="Rabe56650171a44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0b4728ba3534951" /><Relationship Type="http://schemas.openxmlformats.org/officeDocument/2006/relationships/notesSlide" Target="/ppt/notesSlides/notesSlide13.xml" Id="Rac6774525c584b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028e84e963c4094" /><Relationship Type="http://schemas.openxmlformats.org/officeDocument/2006/relationships/notesSlide" Target="/ppt/notesSlides/notesSlide14.xml" Id="R025e67c04ee44c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d5819bd58aa4b89" /><Relationship Type="http://schemas.openxmlformats.org/officeDocument/2006/relationships/notesSlide" Target="/ppt/notesSlides/notesSlide15.xml" Id="R428716dfa68947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03bbd21f8c54fb1" /><Relationship Type="http://schemas.openxmlformats.org/officeDocument/2006/relationships/notesSlide" Target="/ppt/notesSlides/notesSlide16.xml" Id="R83639b8ab6524f49"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3" name="Unified slide title">
            <a:extLst>
              <a:ext uri="{FF2B5EF4-FFF2-40B4-BE49-F238E27FC236}">
                <ns2:creationId id="{F7964089-5980-4560-89D3-C839747824D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(배경)</a:t>
            </a:r>
            <a:endParaRPr lang="ko-KR">
              <a:latin typeface="Calibri"/>
              <a:ea typeface="Calibri"/>
              <a:cs typeface="Calibri"/>
            </a:endParaRPr>
          </a:p>
        </p:txBody>
      </p:sp>
      <p:sp>
        <p:nvSpPr>
          <p:cNvPr id="2" name="Workflow 과제 소개">
            <a:extLst>
              <a:ext uri="{FF2B5EF4-FFF2-40B4-BE49-F238E27FC236}">
                <ns2:creationId id="{644F1FE8-D1E2-4813-83FD-0B882DE9A2A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3E9936-A125-47D3-A54F-FE5851C0DBC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12DD1D9C-4B0B-450A-9AC4-EEF8B190C39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219E7FC-85E8-41C4-9135-34E2D91CF67B}"/>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B3DE92E0-20D8-46E9-AFA1-9ACAB11ACE6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FDAD6A2A-4FF9-4319-87E0-47E7AB08016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7487650-07A6-46DB-976D-ADD704A609A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6CA5113B-7B42-4647-8F14-7D12A732553C}"/>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48545D5A-E95A-485A-9F32-A97FDCD75C4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DA293E17-CFE9-482F-92FF-4506AAB3D04E}"/>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A206E033-7BD1-4F40-8B7E-93AAB43886E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641D2F7F-2321-4603-98C6-DB8CF96F504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 / 16</a:t>
            </a:r>
            <a:endParaRPr lang="ko-KR">
              <a:latin typeface="Calibri"/>
              <a:ea typeface="Calibri"/>
              <a:cs typeface="Calibri"/>
            </a:endParaRPr>
          </a:p>
        </p:txBody>
      </p:sp>
      <p:sp>
        <p:nvSpPr>
          <p:cNvPr id="14" name="DP1 object 1">
            <a:extLst>
              <a:ext uri="{FF2B5EF4-FFF2-40B4-BE49-F238E27FC236}">
                <ns2:creationId id="{D717C613-53DD-4084-A686-613375DF63C8}"/>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같은 자료를 다시 묻는데, 원문은 바뀐다</a:t>
            </a:r>
            <a:endParaRPr lang="ko-KR">
              <a:latin typeface="Calibri"/>
              <a:ea typeface="Calibri"/>
              <a:cs typeface="Calibri"/>
            </a:endParaRPr>
          </a:p>
        </p:txBody>
      </p:sp>
      <p:sp>
        <p:nvSpPr>
          <p:cNvPr id="15" name="DP1 object 2">
            <a:extLst>
              <a:ext uri="{FF2B5EF4-FFF2-40B4-BE49-F238E27FC236}">
                <ns2:creationId id="{73897EE6-9747-4C54-AEC8-A3BA89D0CC30}"/>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연속된 대화에서 이전 설명과 업무 결과를 현재 조건에 맞게 다시 사용해야 한다.</a:t>
            </a:r>
            <a:endParaRPr lang="ko-KR">
              <a:latin typeface="Calibri"/>
              <a:ea typeface="Calibri"/>
              <a:cs typeface="Calibri"/>
            </a:endParaRPr>
          </a:p>
        </p:txBody>
      </p:sp>
      <p:sp>
        <p:nvSpPr>
          <p:cNvPr id="16" name="DP1 object 3">
            <a:extLst>
              <a:ext uri="{FF2B5EF4-FFF2-40B4-BE49-F238E27FC236}">
                <ns2:creationId id="{F96F791C-3E47-4131-B380-71854D66D30E}"/>
              </a:ext>
            </a:extLst>
          </p:cNvPr>
          <p:cNvSpPr>
            <a:spLocks noGrp="1"/>
          </p:cNvSpPr>
          <p:nvPr/>
        </p:nvSpPr>
        <p:spPr>
          <a:xfrm>
            <a:off x="1000125" y="2876550"/>
            <a:ext cx="11315700" cy="1266825"/>
          </a:xfrm>
          <a:prstGeom prst="roundRect">
            <a:avLst>
              <a:gd name="adj" fmla="val 6015"/>
            </a:avLst>
          </a:prstGeom>
          <a:solidFill>
            <a:srgbClr val="F1F6FC"/>
          </a:solidFill>
          <a:ln w="23813">
            <a:solidFill>
              <a:srgbClr val="4676CB"/>
            </a:solidFill>
            <a:prstDash val="solid"/>
          </a:ln>
        </p:spPr>
      </p:sp>
      <p:sp>
        <p:nvSpPr>
          <p:cNvPr id="17" name="DP1 object 4">
            <a:extLst>
              <a:ext uri="{FF2B5EF4-FFF2-40B4-BE49-F238E27FC236}">
                <ns2:creationId id="{02F7028B-DE4E-4376-B1CE-68BF42CF3CED}"/>
              </a:ext>
            </a:extLst>
          </p:cNvPr>
          <p:cNvSpPr>
            <a:spLocks noGrp="1"/>
          </p:cNvSpPr>
          <p:nvPr/>
        </p:nvSpPr>
        <p:spPr>
          <a:xfrm>
            <a:off x="1219200" y="3009900"/>
            <a:ext cx="1571625" cy="323850"/>
          </a:xfrm>
          <a:prstGeom prst="rect">
            <a:avLst/>
          </a:prstGeom>
          <a:noFill/>
          <a:ln w="0">
            <a:noFill/>
            <a:prstDash val="solid"/>
          </a:ln>
        </p:spPr>
        <p:txBody>
          <a:bodyPr wrap="none" lIns="0" tIns="0" rIns="0" bIns="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현재 요청</a:t>
            </a:r>
            <a:endParaRPr lang="ko-KR">
              <a:latin typeface="Calibri"/>
              <a:ea typeface="Calibri"/>
              <a:cs typeface="Calibri"/>
            </a:endParaRPr>
          </a:p>
        </p:txBody>
      </p:sp>
      <p:sp>
        <p:nvSpPr>
          <p:cNvPr id="18" name="DP1 object 5">
            <a:extLst>
              <a:ext uri="{FF2B5EF4-FFF2-40B4-BE49-F238E27FC236}">
                <ns2:creationId id="{8D05BF20-238D-4878-A37E-1CA002AC23A8}"/>
              </a:ext>
            </a:extLst>
          </p:cNvPr>
          <p:cNvSpPr>
            <a:spLocks noGrp="1"/>
          </p:cNvSpPr>
          <p:nvPr/>
        </p:nvSpPr>
        <p:spPr>
          <a:xfrm>
            <a:off x="1219200" y="3400425"/>
            <a:ext cx="10668000" cy="609600"/>
          </a:xfrm>
          <a:prstGeom prst="rect">
            <a:avLst/>
          </a:prstGeom>
          <a:noFill/>
          <a:ln w="0">
            <a:noFill/>
            <a:prstDash val="solid"/>
          </a:ln>
        </p:spPr>
        <p:txBody>
          <a:bodyPr wrap="none" lIns="0" tIns="0" rIns="0" bIns="0" anchor="ctr">
            <a:noAutofit/>
          </a:bodyPr>
          <a:lstStyle>
            <a:defPPr algn="ctr">
              <a:defRPr sz="2600" b="1" lang="ko-KR">
                <a:solidFill>
                  <a:srgbClr val="111111"/>
                </a:solidFill>
                <a:latin typeface="Calibri"/>
                <a:ea typeface="Calibri"/>
                <a:cs typeface="Calibri"/>
              </a:defRPr>
            </a:defPPr>
            <a:lvl1pPr algn="ctr">
              <a:defRPr sz="2600" b="1" lang="ko-KR">
                <a:solidFill>
                  <a:srgbClr val="111111"/>
                </a:solidFill>
                <a:latin typeface="Calibri"/>
                <a:ea typeface="Calibri"/>
                <a:cs typeface="Calibri"/>
              </a:defRPr>
            </a:lvl1pPr>
            <a:lvl2pPr algn="ctr">
              <a:defRPr sz="2600" b="1" lang="ko-KR">
                <a:solidFill>
                  <a:srgbClr val="111111"/>
                </a:solidFill>
                <a:latin typeface="Calibri"/>
                <a:ea typeface="Calibri"/>
                <a:cs typeface="Calibri"/>
              </a:defRPr>
            </a:lvl2pPr>
            <a:lvl3pPr algn="ctr">
              <a:defRPr sz="2600" b="1" lang="ko-KR">
                <a:solidFill>
                  <a:srgbClr val="111111"/>
                </a:solidFill>
                <a:latin typeface="Calibri"/>
                <a:ea typeface="Calibri"/>
                <a:cs typeface="Calibri"/>
              </a:defRPr>
            </a:lvl3pPr>
            <a:lvl4pPr algn="ctr">
              <a:defRPr sz="2600" b="1" lang="ko-KR">
                <a:solidFill>
                  <a:srgbClr val="111111"/>
                </a:solidFill>
                <a:latin typeface="Calibri"/>
                <a:ea typeface="Calibri"/>
                <a:cs typeface="Calibri"/>
              </a:defRPr>
            </a:lvl4pPr>
            <a:lvl5pPr algn="ctr">
              <a:defRPr sz="2600" b="1" lang="ko-KR">
                <a:solidFill>
                  <a:srgbClr val="111111"/>
                </a:solidFill>
                <a:latin typeface="Calibri"/>
                <a:ea typeface="Calibri"/>
                <a:cs typeface="Calibri"/>
              </a:defRPr>
            </a:lvl5pPr>
            <a:lvl6pPr algn="ctr">
              <a:defRPr sz="2600" b="1" lang="ko-KR">
                <a:solidFill>
                  <a:srgbClr val="111111"/>
                </a:solidFill>
                <a:latin typeface="Calibri"/>
                <a:ea typeface="Calibri"/>
                <a:cs typeface="Calibri"/>
              </a:defRPr>
            </a:lvl6pPr>
            <a:lvl7pPr algn="ctr">
              <a:defRPr sz="2600" b="1" lang="ko-KR">
                <a:solidFill>
                  <a:srgbClr val="111111"/>
                </a:solidFill>
                <a:latin typeface="Calibri"/>
                <a:ea typeface="Calibri"/>
                <a:cs typeface="Calibri"/>
              </a:defRPr>
            </a:lvl7pPr>
            <a:lvl8pPr algn="ctr">
              <a:defRPr sz="2600" b="1" lang="ko-KR">
                <a:solidFill>
                  <a:srgbClr val="111111"/>
                </a:solidFill>
                <a:latin typeface="Calibri"/>
                <a:ea typeface="Calibri"/>
                <a:cs typeface="Calibri"/>
              </a:defRPr>
            </a:lvl8pPr>
            <a:lvl9pPr algn="ctr">
              <a:defRPr sz="2600" b="1" lang="ko-KR">
                <a:solidFill>
                  <a:srgbClr val="111111"/>
                </a:solidFill>
                <a:latin typeface="Calibri"/>
                <a:ea typeface="Calibri"/>
                <a:cs typeface="Calibri"/>
              </a:defRPr>
            </a:lvl9pPr>
          </a:lstStyle>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“지난번 설명한 기준과 제품 비교 결과에</a:t>
            </a:r>
            <a:endParaRPr lang="ko-KR">
              <a:latin typeface="Calibri"/>
              <a:ea typeface="Calibri"/>
              <a:cs typeface="Calibri"/>
            </a:endParaRPr>
          </a:p>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수정된 견적을 반영해줘.”</a:t>
            </a:r>
            <a:endParaRPr lang="ko-KR">
              <a:latin typeface="Calibri"/>
              <a:ea typeface="Calibri"/>
              <a:cs typeface="Calibri"/>
            </a:endParaRPr>
          </a:p>
        </p:txBody>
      </p:sp>
      <p:sp>
        <p:nvSpPr>
          <p:cNvPr id="19" name="Editable path 6">
            <a:extLst>
              <a:ext uri="{FF2B5EF4-FFF2-40B4-BE49-F238E27FC236}">
                <ns2:creationId id="{E9224903-98D1-4FFB-AC4E-225CF6C073F8}"/>
              </a:ext>
            </a:extLst>
          </p:cNvPr>
          <p:cNvSpPr>
            <a:spLocks noGrp="1"/>
          </p:cNvSpPr>
          <p:nvPr/>
        </p:nvSpPr>
        <p:spPr>
          <a:xfrm>
            <a:off x="11601450" y="4143375"/>
            <a:ext cx="447675" cy="304800"/>
          </a:xfrm>
          <a:custGeom>
            <a:pathLst>
              <a:path w="447675" h="304800">
                <a:moveTo>
                  <a:pt x="0" y="0"/>
                </a:moveTo>
                <a:lnTo>
                  <a:pt x="447675" y="304800"/>
                </a:lnTo>
                <a:lnTo>
                  <a:pt x="285750" y="0"/>
                </a:lnTo>
              </a:path>
            </a:pathLst>
          </a:custGeom>
          <a:noFill/>
          <a:ln w="19050">
            <a:solidFill>
              <a:srgbClr val="4676CB"/>
            </a:solidFill>
            <a:prstDash val="solid"/>
          </a:ln>
        </p:spPr>
      </p:sp>
      <p:sp>
        <p:nvSpPr>
          <p:cNvPr id="20" name="이전에 전달한 설명">
            <a:extLst>
              <a:ext uri="{FF2B5EF4-FFF2-40B4-BE49-F238E27FC236}">
                <ns2:creationId id="{8D5E12DB-677E-460B-9796-68D7C6917BA7}"/>
              </a:ext>
            </a:extLst>
          </p:cNvPr>
          <p:cNvSpPr>
            <a:spLocks noGrp="1"/>
          </p:cNvSpPr>
          <p:nvPr/>
        </p:nvSpPr>
        <p:spPr>
          <a:xfrm>
            <a:off x="981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21" name="Editable path 7">
            <a:extLst>
              <a:ext uri="{FF2B5EF4-FFF2-40B4-BE49-F238E27FC236}">
                <ns2:creationId id="{2D58DA19-F03A-43F2-AFC3-A04AD8A7A99C}"/>
              </a:ext>
            </a:extLst>
          </p:cNvPr>
          <p:cNvSpPr>
            <a:spLocks noGrp="1"/>
          </p:cNvSpPr>
          <p:nvPr/>
        </p:nvSpPr>
        <p:spPr>
          <a:xfrm>
            <a:off x="4162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2" name="DP1 object 8">
            <a:extLst>
              <a:ext uri="{FF2B5EF4-FFF2-40B4-BE49-F238E27FC236}">
                <ns2:creationId id="{DCB2F770-3B65-4246-B603-678205E4F996}"/>
              </a:ext>
            </a:extLst>
          </p:cNvPr>
          <p:cNvSpPr>
            <a:spLocks noGrp="1"/>
          </p:cNvSpPr>
          <p:nvPr/>
        </p:nvSpPr>
        <p:spPr>
          <a:xfrm>
            <a:off x="1143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이전에 전달한 설명</a:t>
            </a:r>
            <a:endParaRPr lang="ko-KR">
              <a:latin typeface="Calibri"/>
              <a:ea typeface="Calibri"/>
              <a:cs typeface="Calibri"/>
            </a:endParaRPr>
          </a:p>
        </p:txBody>
      </p:sp>
      <p:sp>
        <p:nvSpPr>
          <p:cNvPr id="23" name="Editable path 9">
            <a:extLst>
              <a:ext uri="{FF2B5EF4-FFF2-40B4-BE49-F238E27FC236}">
                <ns2:creationId id="{CBA6BDD7-32CA-4438-A4FD-F18E5B647A82}"/>
              </a:ext>
            </a:extLst>
          </p:cNvPr>
          <p:cNvSpPr>
            <a:spLocks noGrp="1"/>
          </p:cNvSpPr>
          <p:nvPr/>
        </p:nvSpPr>
        <p:spPr>
          <a:xfrm>
            <a:off x="1143000" y="6096000"/>
            <a:ext cx="3009900" cy="953"/>
          </a:xfrm>
          <a:custGeom>
            <a:pathLst>
              <a:path w="3009900" h="953">
                <a:moveTo>
                  <a:pt x="0" y="0"/>
                </a:moveTo>
                <a:lnTo>
                  <a:pt x="3009900" y="0"/>
                </a:lnTo>
              </a:path>
            </a:pathLst>
          </a:custGeom>
          <a:noFill/>
          <a:ln w="9525">
            <a:solidFill>
              <a:srgbClr val="B7B9B9"/>
            </a:solidFill>
            <a:prstDash val="solid"/>
          </a:ln>
        </p:spPr>
      </p:sp>
      <p:sp>
        <p:nvSpPr>
          <p:cNvPr id="24" name="DP1 object 10">
            <a:extLst>
              <a:ext uri="{FF2B5EF4-FFF2-40B4-BE49-F238E27FC236}">
                <ns2:creationId id="{6465EE6C-6013-42EF-B38C-D29B65A13731}"/>
              </a:ext>
            </a:extLst>
          </p:cNvPr>
          <p:cNvSpPr>
            <a:spLocks noGrp="1"/>
          </p:cNvSpPr>
          <p:nvPr/>
        </p:nvSpPr>
        <p:spPr>
          <a:xfrm>
            <a:off x="1143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1 object 11">
            <a:extLst>
              <a:ext uri="{FF2B5EF4-FFF2-40B4-BE49-F238E27FC236}">
                <ns2:creationId id="{5A59704E-FDBB-4253-A7AC-C8D69BE22B52}"/>
              </a:ext>
            </a:extLst>
          </p:cNvPr>
          <p:cNvSpPr>
            <a:spLocks noGrp="1"/>
          </p:cNvSpPr>
          <p:nvPr/>
        </p:nvSpPr>
        <p:spPr>
          <a:xfrm>
            <a:off x="1143000" y="6191250"/>
            <a:ext cx="2971800" cy="35242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a:t>
            </a:r>
            <a:endParaRPr lang="ko-KR">
              <a:latin typeface="Calibri"/>
              <a:ea typeface="Calibri"/>
              <a:cs typeface="Calibri"/>
            </a:endParaRPr>
          </a:p>
        </p:txBody>
      </p:sp>
      <p:sp>
        <p:nvSpPr>
          <p:cNvPr id="26" name="DP1 object 12">
            <a:extLst>
              <a:ext uri="{FF2B5EF4-FFF2-40B4-BE49-F238E27FC236}">
                <ns2:creationId id="{AB90507E-D992-4A3B-A03E-95E267CA52F7}"/>
              </a:ext>
            </a:extLst>
          </p:cNvPr>
          <p:cNvSpPr>
            <a:spLocks noGrp="1"/>
          </p:cNvSpPr>
          <p:nvPr/>
        </p:nvSpPr>
        <p:spPr>
          <a:xfrm>
            <a:off x="1123950" y="6762750"/>
            <a:ext cx="3019425" cy="333375"/>
          </a:xfrm>
          <a:prstGeom prst="rect">
            <a:avLst/>
          </a:prstGeom>
          <a:solidFill>
            <a:srgbClr val="C9E1B3"/>
          </a:solidFill>
          <a:ln w="0">
            <a:noFill/>
            <a:prstDash val="solid"/>
          </a:ln>
        </p:spPr>
      </p:sp>
      <p:sp>
        <p:nvSpPr>
          <p:cNvPr id="27" name="DP1 object 13">
            <a:extLst>
              <a:ext uri="{FF2B5EF4-FFF2-40B4-BE49-F238E27FC236}">
                <ns2:creationId id="{F6C18399-37AF-4CEC-8977-50DA296FF5F7}"/>
              </a:ext>
            </a:extLst>
          </p:cNvPr>
          <p:cNvSpPr>
            <a:spLocks noGrp="1"/>
          </p:cNvSpPr>
          <p:nvPr/>
        </p:nvSpPr>
        <p:spPr>
          <a:xfrm>
            <a:off x="1143000" y="6743700"/>
            <a:ext cx="297180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유지보수 기간 우선</a:t>
            </a:r>
            <a:endParaRPr lang="ko-KR">
              <a:latin typeface="Calibri"/>
              <a:ea typeface="Calibri"/>
              <a:cs typeface="Calibri"/>
            </a:endParaRPr>
          </a:p>
        </p:txBody>
      </p:sp>
      <p:sp>
        <p:nvSpPr>
          <p:cNvPr id="28" name="DP1 object 14">
            <a:extLst>
              <a:ext uri="{FF2B5EF4-FFF2-40B4-BE49-F238E27FC236}">
                <ns2:creationId id="{514EB985-2FCE-426F-A0DC-76477312C5F6}"/>
              </a:ext>
            </a:extLst>
          </p:cNvPr>
          <p:cNvSpPr>
            <a:spLocks noGrp="1"/>
          </p:cNvSpPr>
          <p:nvPr/>
        </p:nvSpPr>
        <p:spPr>
          <a:xfrm>
            <a:off x="981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실제로 전달한 범위만</a:t>
            </a:r>
            <a:endParaRPr lang="ko-KR">
              <a:latin typeface="Calibri"/>
              <a:ea typeface="Calibri"/>
              <a:cs typeface="Calibri"/>
            </a:endParaRPr>
          </a:p>
        </p:txBody>
      </p:sp>
      <p:sp>
        <p:nvSpPr>
          <p:cNvPr id="29" name="앞선 제품 비교 결과">
            <a:extLst>
              <a:ext uri="{FF2B5EF4-FFF2-40B4-BE49-F238E27FC236}">
                <ns2:creationId id="{50FF5E7E-ECE8-4F8A-98D5-D55550933606}"/>
              </a:ext>
            </a:extLst>
          </p:cNvPr>
          <p:cNvSpPr>
            <a:spLocks noGrp="1"/>
          </p:cNvSpPr>
          <p:nvPr/>
        </p:nvSpPr>
        <p:spPr>
          <a:xfrm>
            <a:off x="49815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0" name="Editable path 15">
            <a:extLst>
              <a:ext uri="{FF2B5EF4-FFF2-40B4-BE49-F238E27FC236}">
                <ns2:creationId id="{7F0EECDE-B8FF-4C13-9271-293B7104E284}"/>
              </a:ext>
            </a:extLst>
          </p:cNvPr>
          <p:cNvSpPr>
            <a:spLocks noGrp="1"/>
          </p:cNvSpPr>
          <p:nvPr/>
        </p:nvSpPr>
        <p:spPr>
          <a:xfrm>
            <a:off x="81629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1" name="DP1 object 16">
            <a:extLst>
              <a:ext uri="{FF2B5EF4-FFF2-40B4-BE49-F238E27FC236}">
                <ns2:creationId id="{0E23A3AF-C03F-40B3-A83F-74CAC96EFD3B}"/>
              </a:ext>
            </a:extLst>
          </p:cNvPr>
          <p:cNvSpPr>
            <a:spLocks noGrp="1"/>
          </p:cNvSpPr>
          <p:nvPr/>
        </p:nvSpPr>
        <p:spPr>
          <a:xfrm>
            <a:off x="51435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앞선 제품 비교 결과</a:t>
            </a:r>
            <a:endParaRPr lang="ko-KR">
              <a:latin typeface="Calibri"/>
              <a:ea typeface="Calibri"/>
              <a:cs typeface="Calibri"/>
            </a:endParaRPr>
          </a:p>
        </p:txBody>
      </p:sp>
      <p:sp>
        <p:nvSpPr>
          <p:cNvPr id="32" name="Editable path 17">
            <a:extLst>
              <a:ext uri="{FF2B5EF4-FFF2-40B4-BE49-F238E27FC236}">
                <ns2:creationId id="{7D8FE154-BACA-46DC-BA4A-A9E227825DB7}"/>
              </a:ext>
            </a:extLst>
          </p:cNvPr>
          <p:cNvSpPr>
            <a:spLocks noGrp="1"/>
          </p:cNvSpPr>
          <p:nvPr/>
        </p:nvSpPr>
        <p:spPr>
          <a:xfrm>
            <a:off x="5143500" y="6096000"/>
            <a:ext cx="3009900" cy="953"/>
          </a:xfrm>
          <a:custGeom>
            <a:pathLst>
              <a:path w="3009900" h="953">
                <a:moveTo>
                  <a:pt x="0" y="0"/>
                </a:moveTo>
                <a:lnTo>
                  <a:pt x="3009900" y="0"/>
                </a:lnTo>
              </a:path>
            </a:pathLst>
          </a:custGeom>
          <a:noFill/>
          <a:ln w="9525">
            <a:solidFill>
              <a:srgbClr val="B7B9B9"/>
            </a:solidFill>
            <a:prstDash val="solid"/>
          </a:ln>
        </p:spPr>
      </p:sp>
      <p:sp>
        <p:nvSpPr>
          <p:cNvPr id="33" name="DP1 object 18">
            <a:extLst>
              <a:ext uri="{FF2B5EF4-FFF2-40B4-BE49-F238E27FC236}">
                <ns2:creationId id="{2A249B2D-F973-4D7A-9D06-99457CC82A4C}"/>
              </a:ext>
            </a:extLst>
          </p:cNvPr>
          <p:cNvSpPr>
            <a:spLocks noGrp="1"/>
          </p:cNvSpPr>
          <p:nvPr/>
        </p:nvSpPr>
        <p:spPr>
          <a:xfrm>
            <a:off x="51435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제품 A  /  제품 B</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 · 보증 · 설치 조건</a:t>
            </a:r>
            <a:endParaRPr lang="ko-KR">
              <a:latin typeface="Calibri"/>
              <a:ea typeface="Calibri"/>
              <a:cs typeface="Calibri"/>
            </a:endParaRPr>
          </a:p>
        </p:txBody>
      </p:sp>
      <p:sp>
        <p:nvSpPr>
          <p:cNvPr id="34" name="DP1 object 19">
            <a:extLst>
              <a:ext uri="{FF2B5EF4-FFF2-40B4-BE49-F238E27FC236}">
                <ns2:creationId id="{84E5F357-C69D-4952-9288-863471304334}"/>
              </a:ext>
            </a:extLst>
          </p:cNvPr>
          <p:cNvSpPr>
            <a:spLocks noGrp="1"/>
          </p:cNvSpPr>
          <p:nvPr/>
        </p:nvSpPr>
        <p:spPr>
          <a:xfrm>
            <a:off x="49815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다른 업무의 결과도 필요</a:t>
            </a:r>
            <a:endParaRPr lang="ko-KR">
              <a:latin typeface="Calibri"/>
              <a:ea typeface="Calibri"/>
              <a:cs typeface="Calibri"/>
            </a:endParaRPr>
          </a:p>
        </p:txBody>
      </p:sp>
      <p:sp>
        <p:nvSpPr>
          <p:cNvPr id="35" name="현재 견적  v2">
            <a:extLst>
              <a:ext uri="{FF2B5EF4-FFF2-40B4-BE49-F238E27FC236}">
                <ns2:creationId id="{31B6826C-D717-4D6E-8AA0-DAC3A9A9E47B}"/>
              </a:ext>
            </a:extLst>
          </p:cNvPr>
          <p:cNvSpPr>
            <a:spLocks noGrp="1"/>
          </p:cNvSpPr>
          <p:nvPr/>
        </p:nvSpPr>
        <p:spPr>
          <a:xfrm>
            <a:off x="8982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6" name="Editable path 20">
            <a:extLst>
              <a:ext uri="{FF2B5EF4-FFF2-40B4-BE49-F238E27FC236}">
                <ns2:creationId id="{A8EF6E28-D877-483B-B0D9-F0333D66C1BC}"/>
              </a:ext>
            </a:extLst>
          </p:cNvPr>
          <p:cNvSpPr>
            <a:spLocks noGrp="1"/>
          </p:cNvSpPr>
          <p:nvPr/>
        </p:nvSpPr>
        <p:spPr>
          <a:xfrm>
            <a:off x="12163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1 object 21">
            <a:extLst>
              <a:ext uri="{FF2B5EF4-FFF2-40B4-BE49-F238E27FC236}">
                <ns2:creationId id="{6EF60346-9511-49B4-9DCC-CFEAF56BDD8D}"/>
              </a:ext>
            </a:extLst>
          </p:cNvPr>
          <p:cNvSpPr>
            <a:spLocks noGrp="1"/>
          </p:cNvSpPr>
          <p:nvPr/>
        </p:nvSpPr>
        <p:spPr>
          <a:xfrm>
            <a:off x="9144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견적  v2</a:t>
            </a:r>
            <a:endParaRPr lang="ko-KR">
              <a:latin typeface="Calibri"/>
              <a:ea typeface="Calibri"/>
              <a:cs typeface="Calibri"/>
            </a:endParaRPr>
          </a:p>
        </p:txBody>
      </p:sp>
      <p:sp>
        <p:nvSpPr>
          <p:cNvPr id="38" name="Editable path 22">
            <a:extLst>
              <a:ext uri="{FF2B5EF4-FFF2-40B4-BE49-F238E27FC236}">
                <ns2:creationId id="{ABFF80B2-118A-44BD-837B-291AEECE4E42}"/>
              </a:ext>
            </a:extLst>
          </p:cNvPr>
          <p:cNvSpPr>
            <a:spLocks noGrp="1"/>
          </p:cNvSpPr>
          <p:nvPr/>
        </p:nvSpPr>
        <p:spPr>
          <a:xfrm>
            <a:off x="9144000" y="6096000"/>
            <a:ext cx="3009900" cy="953"/>
          </a:xfrm>
          <a:custGeom>
            <a:pathLst>
              <a:path w="3009900" h="953">
                <a:moveTo>
                  <a:pt x="0" y="0"/>
                </a:moveTo>
                <a:lnTo>
                  <a:pt x="3009900" y="0"/>
                </a:lnTo>
              </a:path>
            </a:pathLst>
          </a:custGeom>
          <a:noFill/>
          <a:ln w="9525">
            <a:solidFill>
              <a:srgbClr val="B7B9B9"/>
            </a:solidFill>
            <a:prstDash val="solid"/>
          </a:ln>
        </p:spPr>
      </p:sp>
      <p:sp>
        <p:nvSpPr>
          <p:cNvPr id="39" name="DP1 object 23">
            <a:extLst>
              <a:ext uri="{FF2B5EF4-FFF2-40B4-BE49-F238E27FC236}">
                <ns2:creationId id="{6AAE5D70-A8DC-4C40-B589-BC0AC445E028}"/>
              </a:ext>
            </a:extLst>
          </p:cNvPr>
          <p:cNvSpPr>
            <a:spLocks noGrp="1"/>
          </p:cNvSpPr>
          <p:nvPr/>
        </p:nvSpPr>
        <p:spPr>
          <a:xfrm>
            <a:off x="9144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0" name="DP1 object 24">
            <a:extLst>
              <a:ext uri="{FF2B5EF4-FFF2-40B4-BE49-F238E27FC236}">
                <ns2:creationId id="{FE03E710-AACC-4E30-9203-BE788E08147A}"/>
              </a:ext>
            </a:extLst>
          </p:cNvPr>
          <p:cNvSpPr>
            <a:spLocks noGrp="1"/>
          </p:cNvSpPr>
          <p:nvPr/>
        </p:nvSpPr>
        <p:spPr>
          <a:xfrm>
            <a:off x="9153525" y="6191250"/>
            <a:ext cx="2962275" cy="381000"/>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기존: 납기 4주</a:t>
            </a:r>
            <a:endParaRPr lang="ko-KR">
              <a:latin typeface="Calibri"/>
              <a:ea typeface="Calibri"/>
              <a:cs typeface="Calibri"/>
            </a:endParaRPr>
          </a:p>
        </p:txBody>
      </p:sp>
      <p:sp>
        <p:nvSpPr>
          <p:cNvPr id="41" name="Editable path 25">
            <a:extLst>
              <a:ext uri="{FF2B5EF4-FFF2-40B4-BE49-F238E27FC236}">
                <ns2:creationId id="{38DD0C38-1CB4-4665-B0FE-81E00CC35400}"/>
              </a:ext>
            </a:extLst>
          </p:cNvPr>
          <p:cNvSpPr>
            <a:spLocks noGrp="1"/>
          </p:cNvSpPr>
          <p:nvPr/>
        </p:nvSpPr>
        <p:spPr>
          <a:xfrm>
            <a:off x="9163050" y="6400800"/>
            <a:ext cx="1752600" cy="953"/>
          </a:xfrm>
          <a:custGeom>
            <a:pathLst>
              <a:path w="1752600" h="953">
                <a:moveTo>
                  <a:pt x="0" y="0"/>
                </a:moveTo>
                <a:lnTo>
                  <a:pt x="1752600" y="0"/>
                </a:lnTo>
              </a:path>
            </a:pathLst>
          </a:custGeom>
          <a:noFill/>
          <a:ln w="25718">
            <a:solidFill>
              <a:srgbClr val="C00000"/>
            </a:solidFill>
            <a:prstDash val="solid"/>
          </a:ln>
        </p:spPr>
      </p:sp>
      <p:sp>
        <p:nvSpPr>
          <p:cNvPr id="42" name="DP1 object 26">
            <a:extLst>
              <a:ext uri="{FF2B5EF4-FFF2-40B4-BE49-F238E27FC236}">
                <ns2:creationId id="{4A256136-4AFE-49CF-9573-B0C1B6DCB481}"/>
              </a:ext>
            </a:extLst>
          </p:cNvPr>
          <p:cNvSpPr>
            <a:spLocks noGrp="1"/>
          </p:cNvSpPr>
          <p:nvPr/>
        </p:nvSpPr>
        <p:spPr>
          <a:xfrm>
            <a:off x="9153525" y="6781800"/>
            <a:ext cx="2962275" cy="381000"/>
          </a:xfrm>
          <a:prstGeom prst="rect">
            <a:avLst/>
          </a:prstGeom>
          <a:noFill/>
          <a:ln w="0">
            <a:noFill/>
            <a:prstDash val="solid"/>
          </a:ln>
        </p:spPr>
        <p:txBody>
          <a:bodyPr wrap="none" lIns="0" tIns="0" rIns="0" bIns="0" anchor="ctr">
            <a:noAutofit/>
          </a:bodyPr>
          <a:lstStyle>
            <a:defPPr algn="l">
              <a:defRPr sz="2000" b="1" lang="ko-KR">
                <a:solidFill>
                  <a:srgbClr val="C00000"/>
                </a:solidFill>
                <a:latin typeface="Calibri"/>
                <a:ea typeface="Calibri"/>
                <a:cs typeface="Calibri"/>
              </a:defRPr>
            </a:defPPr>
            <a:lvl1pPr algn="l">
              <a:defRPr sz="2000" b="1" lang="ko-KR">
                <a:solidFill>
                  <a:srgbClr val="C00000"/>
                </a:solidFill>
                <a:latin typeface="Calibri"/>
                <a:ea typeface="Calibri"/>
                <a:cs typeface="Calibri"/>
              </a:defRPr>
            </a:lvl1pPr>
            <a:lvl2pPr algn="l">
              <a:defRPr sz="2000" b="1" lang="ko-KR">
                <a:solidFill>
                  <a:srgbClr val="C00000"/>
                </a:solidFill>
                <a:latin typeface="Calibri"/>
                <a:ea typeface="Calibri"/>
                <a:cs typeface="Calibri"/>
              </a:defRPr>
            </a:lvl2pPr>
            <a:lvl3pPr algn="l">
              <a:defRPr sz="2000" b="1" lang="ko-KR">
                <a:solidFill>
                  <a:srgbClr val="C00000"/>
                </a:solidFill>
                <a:latin typeface="Calibri"/>
                <a:ea typeface="Calibri"/>
                <a:cs typeface="Calibri"/>
              </a:defRPr>
            </a:lvl3pPr>
            <a:lvl4pPr algn="l">
              <a:defRPr sz="2000" b="1" lang="ko-KR">
                <a:solidFill>
                  <a:srgbClr val="C00000"/>
                </a:solidFill>
                <a:latin typeface="Calibri"/>
                <a:ea typeface="Calibri"/>
                <a:cs typeface="Calibri"/>
              </a:defRPr>
            </a:lvl4pPr>
            <a:lvl5pPr algn="l">
              <a:defRPr sz="2000" b="1" lang="ko-KR">
                <a:solidFill>
                  <a:srgbClr val="C00000"/>
                </a:solidFill>
                <a:latin typeface="Calibri"/>
                <a:ea typeface="Calibri"/>
                <a:cs typeface="Calibri"/>
              </a:defRPr>
            </a:lvl5pPr>
            <a:lvl6pPr algn="l">
              <a:defRPr sz="2000" b="1" lang="ko-KR">
                <a:solidFill>
                  <a:srgbClr val="C00000"/>
                </a:solidFill>
                <a:latin typeface="Calibri"/>
                <a:ea typeface="Calibri"/>
                <a:cs typeface="Calibri"/>
              </a:defRPr>
            </a:lvl6pPr>
            <a:lvl7pPr algn="l">
              <a:defRPr sz="2000" b="1" lang="ko-KR">
                <a:solidFill>
                  <a:srgbClr val="C00000"/>
                </a:solidFill>
                <a:latin typeface="Calibri"/>
                <a:ea typeface="Calibri"/>
                <a:cs typeface="Calibri"/>
              </a:defRPr>
            </a:lvl7pPr>
            <a:lvl8pPr algn="l">
              <a:defRPr sz="2000" b="1" lang="ko-KR">
                <a:solidFill>
                  <a:srgbClr val="C00000"/>
                </a:solidFill>
                <a:latin typeface="Calibri"/>
                <a:ea typeface="Calibri"/>
                <a:cs typeface="Calibri"/>
              </a:defRPr>
            </a:lvl8pPr>
            <a:lvl9pPr algn="l">
              <a:defRPr sz="2000" b="1" lang="ko-KR">
                <a:solidFill>
                  <a:srgbClr val="C00000"/>
                </a:solidFill>
                <a:latin typeface="Calibri"/>
                <a:ea typeface="Calibri"/>
                <a:cs typeface="Calibri"/>
              </a:defRPr>
            </a:lvl9pPr>
          </a:lstStyle>
          <a:p>
            <a:pPr algn="l">
              <a:defRPr sz="2000" b="1" lang="ko-KR">
                <a:solidFill>
                  <a:srgbClr val="C00000"/>
                </a:solidFill>
                <a:latin typeface="Calibri"/>
                <a:ea typeface="Calibri"/>
                <a:cs typeface="Calibri"/>
              </a:defRPr>
            </a:pPr>
            <a:r>
              <a:rPr sz="2000" b="1" lang="ko-KR">
                <a:solidFill>
                  <a:srgbClr val="C00000"/>
                </a:solidFill>
                <a:latin typeface="Calibri"/>
                <a:ea typeface="Calibri"/>
                <a:cs typeface="Calibri"/>
              </a:rPr>
              <a:t>변경: 납기 6주</a:t>
            </a:r>
            <a:endParaRPr lang="ko-KR">
              <a:latin typeface="Calibri"/>
              <a:ea typeface="Calibri"/>
              <a:cs typeface="Calibri"/>
            </a:endParaRPr>
          </a:p>
        </p:txBody>
      </p:sp>
      <p:sp>
        <p:nvSpPr>
          <p:cNvPr id="43" name="DP1 object 27">
            <a:extLst>
              <a:ext uri="{FF2B5EF4-FFF2-40B4-BE49-F238E27FC236}">
                <ns2:creationId id="{E9023B30-F9F1-439C-8E1E-9309E99A99CF}"/>
              </a:ext>
            </a:extLst>
          </p:cNvPr>
          <p:cNvSpPr>
            <a:spLocks noGrp="1"/>
          </p:cNvSpPr>
          <p:nvPr/>
        </p:nvSpPr>
        <p:spPr>
          <a:xfrm>
            <a:off x="10782300" y="5210175"/>
            <a:ext cx="1524000" cy="323850"/>
          </a:xfrm>
          <a:prstGeom prst="rect">
            <a:avLst/>
          </a:prstGeom>
          <a:solidFill>
            <a:srgbClr val="C9E1B3"/>
          </a:solidFill>
          <a:ln w="0">
            <a:noFill/>
            <a:prstDash val="solid"/>
          </a:ln>
        </p:spPr>
      </p:sp>
      <p:sp>
        <p:nvSpPr>
          <p:cNvPr id="44" name="DP1 object 28">
            <a:extLst>
              <a:ext uri="{FF2B5EF4-FFF2-40B4-BE49-F238E27FC236}">
                <ns2:creationId id="{F70408E3-F6FC-4FBF-85C8-FB3C20DAADAB}"/>
              </a:ext>
            </a:extLst>
          </p:cNvPr>
          <p:cNvSpPr>
            <a:spLocks noGrp="1"/>
          </p:cNvSpPr>
          <p:nvPr/>
        </p:nvSpPr>
        <p:spPr>
          <a:xfrm>
            <a:off x="10858500" y="5210175"/>
            <a:ext cx="1371600" cy="3238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v1 → v2</a:t>
            </a:r>
            <a:endParaRPr lang="ko-KR">
              <a:latin typeface="Calibri"/>
              <a:ea typeface="Calibri"/>
              <a:cs typeface="Calibri"/>
            </a:endParaRPr>
          </a:p>
        </p:txBody>
      </p:sp>
      <p:sp>
        <p:nvSpPr>
          <p:cNvPr id="45" name="DP1 object 29">
            <a:extLst>
              <a:ext uri="{FF2B5EF4-FFF2-40B4-BE49-F238E27FC236}">
                <ns2:creationId id="{5A79B0A5-0088-4588-8E0F-976B7A693561}"/>
              </a:ext>
            </a:extLst>
          </p:cNvPr>
          <p:cNvSpPr>
            <a:spLocks noGrp="1"/>
          </p:cNvSpPr>
          <p:nvPr/>
        </p:nvSpPr>
        <p:spPr>
          <a:xfrm>
            <a:off x="8982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C00000"/>
                </a:solidFill>
                <a:latin typeface="Calibri"/>
                <a:ea typeface="Calibri"/>
                <a:cs typeface="Calibri"/>
              </a:defRPr>
            </a:defPPr>
            <a:lvl1pPr algn="ctr">
              <a:defRPr sz="1800" b="1" lang="ko-KR">
                <a:solidFill>
                  <a:srgbClr val="C00000"/>
                </a:solidFill>
                <a:latin typeface="Calibri"/>
                <a:ea typeface="Calibri"/>
                <a:cs typeface="Calibri"/>
              </a:defRPr>
            </a:lvl1pPr>
            <a:lvl2pPr algn="ctr">
              <a:defRPr sz="1800" b="1" lang="ko-KR">
                <a:solidFill>
                  <a:srgbClr val="C00000"/>
                </a:solidFill>
                <a:latin typeface="Calibri"/>
                <a:ea typeface="Calibri"/>
                <a:cs typeface="Calibri"/>
              </a:defRPr>
            </a:lvl2pPr>
            <a:lvl3pPr algn="ctr">
              <a:defRPr sz="1800" b="1" lang="ko-KR">
                <a:solidFill>
                  <a:srgbClr val="C00000"/>
                </a:solidFill>
                <a:latin typeface="Calibri"/>
                <a:ea typeface="Calibri"/>
                <a:cs typeface="Calibri"/>
              </a:defRPr>
            </a:lvl3pPr>
            <a:lvl4pPr algn="ctr">
              <a:defRPr sz="1800" b="1" lang="ko-KR">
                <a:solidFill>
                  <a:srgbClr val="C00000"/>
                </a:solidFill>
                <a:latin typeface="Calibri"/>
                <a:ea typeface="Calibri"/>
                <a:cs typeface="Calibri"/>
              </a:defRPr>
            </a:lvl4pPr>
            <a:lvl5pPr algn="ctr">
              <a:defRPr sz="1800" b="1" lang="ko-KR">
                <a:solidFill>
                  <a:srgbClr val="C00000"/>
                </a:solidFill>
                <a:latin typeface="Calibri"/>
                <a:ea typeface="Calibri"/>
                <a:cs typeface="Calibri"/>
              </a:defRPr>
            </a:lvl5pPr>
            <a:lvl6pPr algn="ctr">
              <a:defRPr sz="1800" b="1" lang="ko-KR">
                <a:solidFill>
                  <a:srgbClr val="C00000"/>
                </a:solidFill>
                <a:latin typeface="Calibri"/>
                <a:ea typeface="Calibri"/>
                <a:cs typeface="Calibri"/>
              </a:defRPr>
            </a:lvl6pPr>
            <a:lvl7pPr algn="ctr">
              <a:defRPr sz="1800" b="1" lang="ko-KR">
                <a:solidFill>
                  <a:srgbClr val="C00000"/>
                </a:solidFill>
                <a:latin typeface="Calibri"/>
                <a:ea typeface="Calibri"/>
                <a:cs typeface="Calibri"/>
              </a:defRPr>
            </a:lvl7pPr>
            <a:lvl8pPr algn="ctr">
              <a:defRPr sz="1800" b="1" lang="ko-KR">
                <a:solidFill>
                  <a:srgbClr val="C00000"/>
                </a:solidFill>
                <a:latin typeface="Calibri"/>
                <a:ea typeface="Calibri"/>
                <a:cs typeface="Calibri"/>
              </a:defRPr>
            </a:lvl8pPr>
            <a:lvl9pPr algn="ctr">
              <a:defRPr sz="1800" b="1" lang="ko-KR">
                <a:solidFill>
                  <a:srgbClr val="C00000"/>
                </a:solidFill>
                <a:latin typeface="Calibri"/>
                <a:ea typeface="Calibri"/>
                <a:cs typeface="Calibri"/>
              </a:defRPr>
            </a:lvl9pPr>
          </a:lstStyle>
          <a:p>
            <a:pPr algn="ctr">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정정 전 조건을 쓰면 안 됨</a:t>
            </a:r>
            <a:endParaRPr lang="ko-KR">
              <a:latin typeface="Calibri"/>
              <a:ea typeface="Calibri"/>
              <a:cs typeface="Calibri"/>
            </a:endParaRPr>
          </a:p>
        </p:txBody>
      </p:sp>
      <p:sp>
        <p:nvSpPr>
          <p:cNvPr id="46" name="Editable path 30">
            <a:extLst>
              <a:ext uri="{FF2B5EF4-FFF2-40B4-BE49-F238E27FC236}">
                <ns2:creationId id="{AEDA2DA1-6EE9-4500-84A2-E41CCD3380BA}"/>
              </a:ext>
            </a:extLst>
          </p:cNvPr>
          <p:cNvSpPr>
            <a:spLocks noGrp="1"/>
          </p:cNvSpPr>
          <p:nvPr/>
        </p:nvSpPr>
        <p:spPr>
          <a:xfrm>
            <a:off x="2647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47" name="Editable arrowhead 31">
            <a:extLst>
              <a:ext uri="{FF2B5EF4-FFF2-40B4-BE49-F238E27FC236}">
                <ns2:creationId id="{0285C166-0CF5-4B1B-864A-E7C79D3575E6}"/>
              </a:ext>
            </a:extLst>
          </p:cNvPr>
          <p:cNvSpPr>
            <a:spLocks noGrp="1"/>
          </p:cNvSpPr>
          <p:nvPr/>
        </p:nvSpPr>
        <p:spPr>
          <a:xfrm>
            <a:off x="2600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8" name="DP1 object 32">
            <a:extLst>
              <a:ext uri="{FF2B5EF4-FFF2-40B4-BE49-F238E27FC236}">
                <ns2:creationId id="{FE5E005F-5F88-4176-87A4-DDD62D4164A3}"/>
              </a:ext>
            </a:extLst>
          </p:cNvPr>
          <p:cNvSpPr>
            <a:spLocks noGrp="1"/>
          </p:cNvSpPr>
          <p:nvPr/>
        </p:nvSpPr>
        <p:spPr>
          <a:xfrm>
            <a:off x="2505075" y="4886325"/>
            <a:ext cx="266700" cy="276225"/>
          </a:xfrm>
          <a:prstGeom prst="roundRect">
            <a:avLst>
              <a:gd name="adj" fmla="val 28571"/>
            </a:avLst>
          </a:prstGeom>
          <a:solidFill>
            <a:srgbClr val="C9E1B3"/>
          </a:solidFill>
          <a:ln w="17145">
            <a:solidFill>
              <a:srgbClr val="70A843"/>
            </a:solidFill>
            <a:prstDash val="solid"/>
          </a:ln>
        </p:spPr>
      </p:sp>
      <p:sp>
        <p:nvSpPr>
          <p:cNvPr id="49" name="DP1 object 33">
            <a:extLst>
              <a:ext uri="{FF2B5EF4-FFF2-40B4-BE49-F238E27FC236}">
                <ns2:creationId id="{D0BE44AA-6D5C-4872-8724-2D0D2CEE673D}"/>
              </a:ext>
            </a:extLst>
          </p:cNvPr>
          <p:cNvSpPr>
            <a:spLocks noGrp="1"/>
          </p:cNvSpPr>
          <p:nvPr/>
        </p:nvSpPr>
        <p:spPr>
          <a:xfrm>
            <a:off x="2505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50" name="Editable path 34">
            <a:extLst>
              <a:ext uri="{FF2B5EF4-FFF2-40B4-BE49-F238E27FC236}">
                <ns2:creationId id="{1CD72883-C293-4BD0-967C-E75455050914}"/>
              </a:ext>
            </a:extLst>
          </p:cNvPr>
          <p:cNvSpPr>
            <a:spLocks noGrp="1"/>
          </p:cNvSpPr>
          <p:nvPr/>
        </p:nvSpPr>
        <p:spPr>
          <a:xfrm>
            <a:off x="66484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1" name="Editable arrowhead 35">
            <a:extLst>
              <a:ext uri="{FF2B5EF4-FFF2-40B4-BE49-F238E27FC236}">
                <ns2:creationId id="{B511E05D-5059-47F9-9FBE-42FB7EA0D532}"/>
              </a:ext>
            </a:extLst>
          </p:cNvPr>
          <p:cNvSpPr>
            <a:spLocks noGrp="1"/>
          </p:cNvSpPr>
          <p:nvPr/>
        </p:nvSpPr>
        <p:spPr>
          <a:xfrm>
            <a:off x="66008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2" name="DP1 object 36">
            <a:extLst>
              <a:ext uri="{FF2B5EF4-FFF2-40B4-BE49-F238E27FC236}">
                <ns2:creationId id="{E93917C4-E7F4-4E73-9D4D-207E8BDBBD0C}"/>
              </a:ext>
            </a:extLst>
          </p:cNvPr>
          <p:cNvSpPr>
            <a:spLocks noGrp="1"/>
          </p:cNvSpPr>
          <p:nvPr/>
        </p:nvSpPr>
        <p:spPr>
          <a:xfrm>
            <a:off x="6505575" y="4886325"/>
            <a:ext cx="266700" cy="276225"/>
          </a:xfrm>
          <a:prstGeom prst="roundRect">
            <a:avLst>
              <a:gd name="adj" fmla="val 28571"/>
            </a:avLst>
          </a:prstGeom>
          <a:solidFill>
            <a:srgbClr val="C9E1B3"/>
          </a:solidFill>
          <a:ln w="17145">
            <a:solidFill>
              <a:srgbClr val="70A843"/>
            </a:solidFill>
            <a:prstDash val="solid"/>
          </a:ln>
        </p:spPr>
      </p:sp>
      <p:sp>
        <p:nvSpPr>
          <p:cNvPr id="53" name="DP1 object 37">
            <a:extLst>
              <a:ext uri="{FF2B5EF4-FFF2-40B4-BE49-F238E27FC236}">
                <ns2:creationId id="{B05A27BE-9867-43F7-AE13-DF45BCCC4D84}"/>
              </a:ext>
            </a:extLst>
          </p:cNvPr>
          <p:cNvSpPr>
            <a:spLocks noGrp="1"/>
          </p:cNvSpPr>
          <p:nvPr/>
        </p:nvSpPr>
        <p:spPr>
          <a:xfrm>
            <a:off x="65055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4" name="Editable path 38">
            <a:extLst>
              <a:ext uri="{FF2B5EF4-FFF2-40B4-BE49-F238E27FC236}">
                <ns2:creationId id="{F269D6A6-84AC-4381-852D-4C6B394D3BA7}"/>
              </a:ext>
            </a:extLst>
          </p:cNvPr>
          <p:cNvSpPr>
            <a:spLocks noGrp="1"/>
          </p:cNvSpPr>
          <p:nvPr/>
        </p:nvSpPr>
        <p:spPr>
          <a:xfrm>
            <a:off x="10648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5" name="Editable arrowhead 39">
            <a:extLst>
              <a:ext uri="{FF2B5EF4-FFF2-40B4-BE49-F238E27FC236}">
                <ns2:creationId id="{D69F1D7D-CF8A-41CA-9465-32F968D416F6}"/>
              </a:ext>
            </a:extLst>
          </p:cNvPr>
          <p:cNvSpPr>
            <a:spLocks noGrp="1"/>
          </p:cNvSpPr>
          <p:nvPr/>
        </p:nvSpPr>
        <p:spPr>
          <a:xfrm>
            <a:off x="10601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6" name="DP1 object 40">
            <a:extLst>
              <a:ext uri="{FF2B5EF4-FFF2-40B4-BE49-F238E27FC236}">
                <ns2:creationId id="{0BBD5F58-8928-4D5D-BA99-0EEF94612A85}"/>
              </a:ext>
            </a:extLst>
          </p:cNvPr>
          <p:cNvSpPr>
            <a:spLocks noGrp="1"/>
          </p:cNvSpPr>
          <p:nvPr/>
        </p:nvSpPr>
        <p:spPr>
          <a:xfrm>
            <a:off x="10506075" y="4886325"/>
            <a:ext cx="266700" cy="276225"/>
          </a:xfrm>
          <a:prstGeom prst="roundRect">
            <a:avLst>
              <a:gd name="adj" fmla="val 28571"/>
            </a:avLst>
          </a:prstGeom>
          <a:solidFill>
            <a:srgbClr val="C9E1B3"/>
          </a:solidFill>
          <a:ln w="17145">
            <a:solidFill>
              <a:srgbClr val="70A843"/>
            </a:solidFill>
            <a:prstDash val="solid"/>
          </a:ln>
        </p:spPr>
      </p:sp>
      <p:sp>
        <p:nvSpPr>
          <p:cNvPr id="57" name="DP1 object 41">
            <a:extLst>
              <a:ext uri="{FF2B5EF4-FFF2-40B4-BE49-F238E27FC236}">
                <ns2:creationId id="{4AC1B14E-A7C7-44FD-ACB3-2828D616DD33}"/>
              </a:ext>
            </a:extLst>
          </p:cNvPr>
          <p:cNvSpPr>
            <a:spLocks noGrp="1"/>
          </p:cNvSpPr>
          <p:nvPr/>
        </p:nvSpPr>
        <p:spPr>
          <a:xfrm>
            <a:off x="10506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8" name="Editable path 42">
            <a:extLst>
              <a:ext uri="{FF2B5EF4-FFF2-40B4-BE49-F238E27FC236}">
                <ns2:creationId id="{7D055806-4379-4F73-AD8F-BEACE860F8E4}"/>
              </a:ext>
            </a:extLst>
          </p:cNvPr>
          <p:cNvSpPr>
            <a:spLocks noGrp="1"/>
          </p:cNvSpPr>
          <p:nvPr/>
        </p:nvSpPr>
        <p:spPr>
          <a:xfrm>
            <a:off x="12858750" y="2790825"/>
            <a:ext cx="953" cy="5295900"/>
          </a:xfrm>
          <a:custGeom>
            <a:pathLst>
              <a:path w="953" h="5295900">
                <a:moveTo>
                  <a:pt x="0" y="0"/>
                </a:moveTo>
                <a:lnTo>
                  <a:pt x="0" y="5295900"/>
                </a:lnTo>
              </a:path>
            </a:pathLst>
          </a:custGeom>
          <a:noFill/>
          <a:ln w="12383">
            <a:solidFill>
              <a:srgbClr val="4676CB"/>
            </a:solidFill>
            <a:prstDash val="solid"/>
          </a:ln>
        </p:spPr>
      </p:sp>
      <p:sp>
        <p:nvSpPr>
          <p:cNvPr id="59" name="DP1 object 43">
            <a:extLst>
              <a:ext uri="{FF2B5EF4-FFF2-40B4-BE49-F238E27FC236}">
                <ns2:creationId id="{244A02BA-1236-4AF6-BEFA-3B66F7E629A5}"/>
              </a:ext>
            </a:extLst>
          </p:cNvPr>
          <p:cNvSpPr>
            <a:spLocks noGrp="1"/>
          </p:cNvSpPr>
          <p:nvPr/>
        </p:nvSpPr>
        <p:spPr>
          <a:xfrm>
            <a:off x="13335000" y="2914650"/>
            <a:ext cx="4191000" cy="45720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60" name="DP1 object 44">
            <a:extLst>
              <a:ext uri="{FF2B5EF4-FFF2-40B4-BE49-F238E27FC236}">
                <ns2:creationId id="{AE3167CC-C0F2-4125-9ED1-11543238FE01}"/>
              </a:ext>
            </a:extLst>
          </p:cNvPr>
          <p:cNvSpPr>
            <a:spLocks noGrp="1"/>
          </p:cNvSpPr>
          <p:nvPr/>
        </p:nvSpPr>
        <p:spPr>
          <a:xfrm>
            <a:off x="13363575" y="3705225"/>
            <a:ext cx="457200" cy="457200"/>
          </a:xfrm>
          <a:prstGeom prst="ellipse">
            <a:avLst/>
          </a:prstGeom>
          <a:solidFill>
            <a:srgbClr val="C9E1B3"/>
          </a:solidFill>
          <a:ln w="0">
            <a:noFill/>
            <a:prstDash val="solid"/>
          </a:ln>
        </p:spPr>
      </p:sp>
      <p:sp>
        <p:nvSpPr>
          <p:cNvPr id="61" name="DP1 object 45">
            <a:extLst>
              <a:ext uri="{FF2B5EF4-FFF2-40B4-BE49-F238E27FC236}">
                <ns2:creationId id="{9CF90BE0-5323-4B3A-A726-AE5068435981}"/>
              </a:ext>
            </a:extLst>
          </p:cNvPr>
          <p:cNvSpPr>
            <a:spLocks noGrp="1"/>
          </p:cNvSpPr>
          <p:nvPr/>
        </p:nvSpPr>
        <p:spPr>
          <a:xfrm>
            <a:off x="13363575" y="370522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1</a:t>
            </a:r>
            <a:endParaRPr lang="ko-KR">
              <a:latin typeface="Calibri"/>
              <a:ea typeface="Calibri"/>
              <a:cs typeface="Calibri"/>
            </a:endParaRPr>
          </a:p>
        </p:txBody>
      </p:sp>
      <p:sp>
        <p:nvSpPr>
          <p:cNvPr id="62" name="DP1 object 46">
            <a:extLst>
              <a:ext uri="{FF2B5EF4-FFF2-40B4-BE49-F238E27FC236}">
                <ns2:creationId id="{72744644-2906-4F4B-9A3F-CF2A89DFFB6F}"/>
              </a:ext>
            </a:extLst>
          </p:cNvPr>
          <p:cNvSpPr>
            <a:spLocks noGrp="1"/>
          </p:cNvSpPr>
          <p:nvPr/>
        </p:nvSpPr>
        <p:spPr>
          <a:xfrm>
            <a:off x="14030325" y="370522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매번 다시 찾으면</a:t>
            </a:r>
            <a:endParaRPr lang="ko-KR">
              <a:latin typeface="Calibri"/>
              <a:ea typeface="Calibri"/>
              <a:cs typeface="Calibri"/>
            </a:endParaRPr>
          </a:p>
        </p:txBody>
      </p:sp>
      <p:sp>
        <p:nvSpPr>
          <p:cNvPr id="63" name="DP1 object 47">
            <a:extLst>
              <a:ext uri="{FF2B5EF4-FFF2-40B4-BE49-F238E27FC236}">
                <ns2:creationId id="{1738BB74-9DF4-4B0D-8E55-06683A3B9336}"/>
              </a:ext>
            </a:extLst>
          </p:cNvPr>
          <p:cNvSpPr>
            <a:spLocks noGrp="1"/>
          </p:cNvSpPr>
          <p:nvPr/>
        </p:nvSpPr>
        <p:spPr>
          <a:xfrm>
            <a:off x="13382625" y="4343400"/>
            <a:ext cx="416242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반복 탐색·구성의</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대기가 쌓임</a:t>
            </a:r>
            <a:endParaRPr lang="ko-KR">
              <a:latin typeface="Calibri"/>
              <a:ea typeface="Calibri"/>
              <a:cs typeface="Calibri"/>
            </a:endParaRPr>
          </a:p>
        </p:txBody>
      </p:sp>
      <p:sp>
        <p:nvSpPr>
          <p:cNvPr id="64" name="Editable path 48">
            <a:extLst>
              <a:ext uri="{FF2B5EF4-FFF2-40B4-BE49-F238E27FC236}">
                <ns2:creationId id="{63AE7E32-3C58-4B26-9F52-F62F6091457E}"/>
              </a:ext>
            </a:extLst>
          </p:cNvPr>
          <p:cNvSpPr>
            <a:spLocks noGrp="1"/>
          </p:cNvSpPr>
          <p:nvPr/>
        </p:nvSpPr>
        <p:spPr>
          <a:xfrm>
            <a:off x="13392150" y="5467350"/>
            <a:ext cx="4076700" cy="953"/>
          </a:xfrm>
          <a:custGeom>
            <a:pathLst>
              <a:path w="4076700" h="953">
                <a:moveTo>
                  <a:pt x="0" y="0"/>
                </a:moveTo>
                <a:lnTo>
                  <a:pt x="4076700" y="0"/>
                </a:lnTo>
              </a:path>
            </a:pathLst>
          </a:custGeom>
          <a:noFill/>
          <a:ln w="13335">
            <a:solidFill>
              <a:srgbClr val="B7B9B9"/>
            </a:solidFill>
            <a:prstDash val="solid"/>
          </a:ln>
        </p:spPr>
      </p:sp>
      <p:sp>
        <p:nvSpPr>
          <p:cNvPr id="65" name="DP1 object 49">
            <a:extLst>
              <a:ext uri="{FF2B5EF4-FFF2-40B4-BE49-F238E27FC236}">
                <ns2:creationId id="{838FFAE7-7FDC-49E7-9E1A-0653EA646F3E}"/>
              </a:ext>
            </a:extLst>
          </p:cNvPr>
          <p:cNvSpPr>
            <a:spLocks noGrp="1"/>
          </p:cNvSpPr>
          <p:nvPr/>
        </p:nvSpPr>
        <p:spPr>
          <a:xfrm>
            <a:off x="13363575" y="5857875"/>
            <a:ext cx="457200" cy="457200"/>
          </a:xfrm>
          <a:prstGeom prst="ellipse">
            <a:avLst/>
          </a:prstGeom>
          <a:solidFill>
            <a:srgbClr val="C9E1B3"/>
          </a:solidFill>
          <a:ln w="0">
            <a:noFill/>
            <a:prstDash val="solid"/>
          </a:ln>
        </p:spPr>
      </p:sp>
      <p:sp>
        <p:nvSpPr>
          <p:cNvPr id="66" name="DP1 object 50">
            <a:extLst>
              <a:ext uri="{FF2B5EF4-FFF2-40B4-BE49-F238E27FC236}">
                <ns2:creationId id="{D8B6BD10-57E0-4CF6-8151-9CB117768F83}"/>
              </a:ext>
            </a:extLst>
          </p:cNvPr>
          <p:cNvSpPr>
            <a:spLocks noGrp="1"/>
          </p:cNvSpPr>
          <p:nvPr/>
        </p:nvSpPr>
        <p:spPr>
          <a:xfrm>
            <a:off x="13363575" y="585787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2</a:t>
            </a:r>
            <a:endParaRPr lang="ko-KR">
              <a:latin typeface="Calibri"/>
              <a:ea typeface="Calibri"/>
              <a:cs typeface="Calibri"/>
            </a:endParaRPr>
          </a:p>
        </p:txBody>
      </p:sp>
      <p:sp>
        <p:nvSpPr>
          <p:cNvPr id="67" name="DP1 object 51">
            <a:extLst>
              <a:ext uri="{FF2B5EF4-FFF2-40B4-BE49-F238E27FC236}">
                <ns2:creationId id="{AE8B1A4C-7733-422D-B5D6-D68FBCE58B55}"/>
              </a:ext>
            </a:extLst>
          </p:cNvPr>
          <p:cNvSpPr>
            <a:spLocks noGrp="1"/>
          </p:cNvSpPr>
          <p:nvPr/>
        </p:nvSpPr>
        <p:spPr>
          <a:xfrm>
            <a:off x="14030325" y="585787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이전 근거를 남기면</a:t>
            </a:r>
            <a:endParaRPr lang="ko-KR">
              <a:latin typeface="Calibri"/>
              <a:ea typeface="Calibri"/>
              <a:cs typeface="Calibri"/>
            </a:endParaRPr>
          </a:p>
        </p:txBody>
      </p:sp>
      <p:sp>
        <p:nvSpPr>
          <p:cNvPr id="68" name="DP1 object 52">
            <a:extLst>
              <a:ext uri="{FF2B5EF4-FFF2-40B4-BE49-F238E27FC236}">
                <ns2:creationId id="{FCEC9922-E076-4200-B151-6B1211439507}"/>
              </a:ext>
            </a:extLst>
          </p:cNvPr>
          <p:cNvSpPr>
            <a:spLocks noGrp="1"/>
          </p:cNvSpPr>
          <p:nvPr/>
        </p:nvSpPr>
        <p:spPr>
          <a:xfrm>
            <a:off x="13382625" y="6515100"/>
            <a:ext cx="4162425" cy="866775"/>
          </a:xfrm>
          <a:prstGeom prst="rect">
            <a:avLst/>
          </a:prstGeom>
          <a:noFill/>
          <a:ln w="0">
            <a:noFill/>
            <a:prstDash val="solid"/>
          </a:ln>
        </p:spPr>
        <p:txBody>
          <a:bodyPr wrap="none" lIns="0" tIns="0" rIns="0" bIns="0" anchor="ctr">
            <a:noAutofit/>
          </a:bodyPr>
          <a:lstStyle>
            <a:defPPr algn="l">
              <a:defRPr sz="2300" b="1" lang="ko-KR">
                <a:solidFill>
                  <a:srgbClr val="C00000"/>
                </a:solidFill>
                <a:latin typeface="Calibri"/>
                <a:ea typeface="Calibri"/>
                <a:cs typeface="Calibri"/>
              </a:defRPr>
            </a:defPPr>
            <a:lvl1pPr algn="l">
              <a:defRPr sz="2300" b="1" lang="ko-KR">
                <a:solidFill>
                  <a:srgbClr val="C00000"/>
                </a:solidFill>
                <a:latin typeface="Calibri"/>
                <a:ea typeface="Calibri"/>
                <a:cs typeface="Calibri"/>
              </a:defRPr>
            </a:lvl1pPr>
            <a:lvl2pPr algn="l">
              <a:defRPr sz="2300" b="1" lang="ko-KR">
                <a:solidFill>
                  <a:srgbClr val="C00000"/>
                </a:solidFill>
                <a:latin typeface="Calibri"/>
                <a:ea typeface="Calibri"/>
                <a:cs typeface="Calibri"/>
              </a:defRPr>
            </a:lvl2pPr>
            <a:lvl3pPr algn="l">
              <a:defRPr sz="2300" b="1" lang="ko-KR">
                <a:solidFill>
                  <a:srgbClr val="C00000"/>
                </a:solidFill>
                <a:latin typeface="Calibri"/>
                <a:ea typeface="Calibri"/>
                <a:cs typeface="Calibri"/>
              </a:defRPr>
            </a:lvl3pPr>
            <a:lvl4pPr algn="l">
              <a:defRPr sz="2300" b="1" lang="ko-KR">
                <a:solidFill>
                  <a:srgbClr val="C00000"/>
                </a:solidFill>
                <a:latin typeface="Calibri"/>
                <a:ea typeface="Calibri"/>
                <a:cs typeface="Calibri"/>
              </a:defRPr>
            </a:lvl4pPr>
            <a:lvl5pPr algn="l">
              <a:defRPr sz="2300" b="1" lang="ko-KR">
                <a:solidFill>
                  <a:srgbClr val="C00000"/>
                </a:solidFill>
                <a:latin typeface="Calibri"/>
                <a:ea typeface="Calibri"/>
                <a:cs typeface="Calibri"/>
              </a:defRPr>
            </a:lvl5pPr>
            <a:lvl6pPr algn="l">
              <a:defRPr sz="2300" b="1" lang="ko-KR">
                <a:solidFill>
                  <a:srgbClr val="C00000"/>
                </a:solidFill>
                <a:latin typeface="Calibri"/>
                <a:ea typeface="Calibri"/>
                <a:cs typeface="Calibri"/>
              </a:defRPr>
            </a:lvl6pPr>
            <a:lvl7pPr algn="l">
              <a:defRPr sz="2300" b="1" lang="ko-KR">
                <a:solidFill>
                  <a:srgbClr val="C00000"/>
                </a:solidFill>
                <a:latin typeface="Calibri"/>
                <a:ea typeface="Calibri"/>
                <a:cs typeface="Calibri"/>
              </a:defRPr>
            </a:lvl7pPr>
            <a:lvl8pPr algn="l">
              <a:defRPr sz="2300" b="1" lang="ko-KR">
                <a:solidFill>
                  <a:srgbClr val="C00000"/>
                </a:solidFill>
                <a:latin typeface="Calibri"/>
                <a:ea typeface="Calibri"/>
                <a:cs typeface="Calibri"/>
              </a:defRPr>
            </a:lvl8pPr>
            <a:lvl9pPr algn="l">
              <a:defRPr sz="2300" b="1" lang="ko-KR">
                <a:solidFill>
                  <a:srgbClr val="C00000"/>
                </a:solidFill>
                <a:latin typeface="Calibri"/>
                <a:ea typeface="Calibri"/>
                <a:cs typeface="Calibri"/>
              </a:defRPr>
            </a:lvl9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불필요한 유지·입력과</a:t>
            </a:r>
            <a:endParaRPr lang="ko-KR">
              <a:latin typeface="Calibri"/>
              <a:ea typeface="Calibri"/>
              <a:cs typeface="Calibri"/>
            </a:endParaRPr>
          </a:p>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정정 갱신 비용이 생김</a:t>
            </a:r>
            <a:endParaRPr lang="ko-KR">
              <a:latin typeface="Calibri"/>
              <a:ea typeface="Calibri"/>
              <a:cs typeface="Calibri"/>
            </a:endParaRPr>
          </a:p>
        </p:txBody>
      </p:sp>
      <p:sp>
        <p:nvSpPr>
          <p:cNvPr id="69" name="Editable path 53">
            <a:extLst>
              <a:ext uri="{FF2B5EF4-FFF2-40B4-BE49-F238E27FC236}">
                <ns2:creationId id="{17B66D47-13A7-4575-B311-80B4BDFB0F3D}"/>
              </a:ext>
            </a:extLst>
          </p:cNvPr>
          <p:cNvSpPr>
            <a:spLocks noGrp="1"/>
          </p:cNvSpPr>
          <p:nvPr/>
        </p:nvSpPr>
        <p:spPr>
          <a:xfrm>
            <a:off x="590550" y="8524875"/>
            <a:ext cx="17116425" cy="953"/>
          </a:xfrm>
          <a:custGeom>
            <a:pathLst>
              <a:path w="17116425" h="953">
                <a:moveTo>
                  <a:pt x="0" y="0"/>
                </a:moveTo>
                <a:lnTo>
                  <a:pt x="17116425" y="0"/>
                </a:lnTo>
              </a:path>
            </a:pathLst>
          </a:custGeom>
          <a:noFill/>
          <a:ln w="14288">
            <a:solidFill>
              <a:srgbClr val="4676CB"/>
            </a:solidFill>
            <a:prstDash val="solid"/>
          </a:ln>
        </p:spPr>
      </p:sp>
      <p:sp>
        <p:nvSpPr>
          <p:cNvPr id="70" name="DP1 object 54">
            <a:extLst>
              <a:ext uri="{FF2B5EF4-FFF2-40B4-BE49-F238E27FC236}">
                <ns2:creationId id="{DA8EA5EA-FBAB-4C55-A5C3-4FEDFD499AAA}"/>
              </a:ext>
            </a:extLst>
          </p:cNvPr>
          <p:cNvSpPr>
            <a:spLocks noGrp="1"/>
          </p:cNvSpPr>
          <p:nvPr/>
        </p:nvSpPr>
        <p:spPr>
          <a:xfrm>
            <a:off x="628650" y="8829675"/>
            <a:ext cx="2952750" cy="51435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71" name="DP1 object 55">
            <a:extLst>
              <a:ext uri="{FF2B5EF4-FFF2-40B4-BE49-F238E27FC236}">
                <ns2:creationId id="{B1DAFD08-E7FA-4463-8D23-4CADDEA4F810}"/>
              </a:ext>
            </a:extLst>
          </p:cNvPr>
          <p:cNvSpPr>
            <a:spLocks noGrp="1"/>
          </p:cNvSpPr>
          <p:nvPr/>
        </p:nvSpPr>
        <p:spPr>
          <a:xfrm>
            <a:off x="3571875" y="8724900"/>
            <a:ext cx="14097000" cy="6096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앞서 읽은 근거를, 다음 요청에 어떻게 공급할 것인가?</a:t>
            </a:r>
            <a:endParaRPr lang="ko-KR">
              <a:latin typeface="Calibri"/>
              <a:ea typeface="Calibri"/>
              <a:cs typeface="Calibri"/>
            </a:endParaRPr>
          </a:p>
        </p:txBody>
      </p:sp>
      <p:sp>
        <p:nvSpPr>
          <p:cNvPr id="72" name="DP1 object 56">
            <a:extLst>
              <a:ext uri="{FF2B5EF4-FFF2-40B4-BE49-F238E27FC236}">
                <ns2:creationId id="{7026A7B6-AB4D-4278-A768-E9805855DFDF}"/>
              </a:ext>
            </a:extLst>
          </p:cNvPr>
          <p:cNvSpPr>
            <a:spLocks noGrp="1"/>
          </p:cNvSpPr>
          <p:nvPr/>
        </p:nvSpPr>
        <p:spPr>
          <a:xfrm>
            <a:off x="3571875" y="9391650"/>
            <a:ext cx="14097000" cy="4286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요청 사이의 근거 보존 방식과 구성 시점을 선택한다.</a:t>
            </a:r>
            <a:endParaRPr lang="ko-KR">
              <a:latin typeface="Calibri"/>
              <a:ea typeface="Calibri"/>
              <a:cs typeface="Calibri"/>
            </a:endParaRPr>
          </a:p>
        </p:txBody>
      </p:sp>
    </p:spTree>
    <p:extLst>
      <p:ext uri="{BB962C8B-B14F-4D97-AF65-F5344CB8AC3E}">
        <p14:creationId val="1461001252"/>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6" name="Unified slide title">
            <a:extLst>
              <a:ext uri="{FF2B5EF4-FFF2-40B4-BE49-F238E27FC236}">
                <ns2:creationId id="{BD0D5016-4B0A-4D3A-B41C-883985370C8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(설계 방안 비교)</a:t>
            </a:r>
            <a:endParaRPr lang="ko-KR">
              <a:latin typeface="Calibri"/>
              <a:ea typeface="Calibri"/>
              <a:cs typeface="Calibri"/>
            </a:endParaRPr>
          </a:p>
        </p:txBody>
      </p:sp>
      <p:sp>
        <p:nvSpPr>
          <p:cNvPr id="2" name="Workflow 과제 소개">
            <a:extLst>
              <a:ext uri="{FF2B5EF4-FFF2-40B4-BE49-F238E27FC236}">
                <ns2:creationId id="{5E69D412-28A8-44AA-AAA1-1DD9B9A1A51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F2B3EF4-6991-4AFB-A150-F99D6369A7C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66400DC-A1A2-4208-B2ED-6CC76E59D6F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07563F2-E849-4478-ACD9-69921CDB172A}"/>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19BD72D4-BEF9-49AE-A24B-D475E650634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E0D99B5F-9CA7-497C-978B-CF564E60D6F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B128A3C2-E5E5-4019-B102-3BF35842264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586EA2A-6FCF-42D6-B746-64E980CCCD9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94F68AC-467A-4DFC-8C25-3AF4334773A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E387452-6CCF-4136-9684-50462D3F47AF}"/>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88E491B-CA81-4CF2-8524-F498B85ED7B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81A4FE3-0CAC-4861-9626-A7DFDA4C238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2 / 16</a:t>
            </a:r>
            <a:endParaRPr lang="ko-KR">
              <a:latin typeface="Calibri"/>
              <a:ea typeface="Calibri"/>
              <a:cs typeface="Calibri"/>
            </a:endParaRPr>
          </a:p>
        </p:txBody>
      </p:sp>
      <p:sp>
        <p:nvSpPr>
          <p:cNvPr id="14" name="DP1 object 57">
            <a:extLst>
              <a:ext uri="{FF2B5EF4-FFF2-40B4-BE49-F238E27FC236}">
                <ns2:creationId id="{9020E726-F281-4658-A167-3E75CD416D0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 대화 문맥 재사용   /   B: 요청별 원본 구성   /   C: 독립 생산과 게시 근거 조회</a:t>
            </a:r>
            <a:endParaRPr lang="ko-KR">
              <a:latin typeface="Calibri"/>
              <a:ea typeface="Calibri"/>
              <a:cs typeface="Calibri"/>
            </a:endParaRPr>
          </a:p>
        </p:txBody>
      </p:sp>
      <p:graphicFrame>
        <p:nvGraphicFramePr>
          <p:cNvPr id="15" name="">
            <a:extLst>
              <a:ext uri="{FF2B5EF4-FFF2-40B4-BE49-F238E27FC236}">
                <ns2:creationId id="{830F6815-43EB-434E-AE81-01A79CA726C7}"/>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원문 정정에 따른 문맥 갱신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13.617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58">
            <a:extLst>
              <a:ext uri="{FF2B5EF4-FFF2-40B4-BE49-F238E27FC236}">
                <ns2:creationId id="{77AFF749-C31A-4F34-992B-ADA710D25021}"/>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sp>
      <p:sp>
        <p:nvSpPr>
          <p:cNvPr id="17" name="DP1 object 59">
            <a:extLst>
              <a:ext uri="{FF2B5EF4-FFF2-40B4-BE49-F238E27FC236}">
                <ns2:creationId id="{D48344E9-0DE7-48B8-8B76-641EE21A64BA}"/>
              </a:ext>
            </a:extLst>
          </p:cNvPr>
          <p:cNvSpPr>
            <a:spLocks noGrp="1"/>
          </p:cNvSpPr>
          <p:nvPr/>
        </p:nvSpPr>
        <p:spPr>
          <a:xfrm>
            <a:off x="419100" y="29051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60">
            <a:extLst>
              <a:ext uri="{FF2B5EF4-FFF2-40B4-BE49-F238E27FC236}">
                <ns2:creationId id="{322E125C-59EA-4822-8715-F3803E814F9A}"/>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sp>
      <p:sp>
        <p:nvSpPr>
          <p:cNvPr id="19" name="DP1 object 61">
            <a:extLst>
              <a:ext uri="{FF2B5EF4-FFF2-40B4-BE49-F238E27FC236}">
                <ns2:creationId id="{3A8ECC5C-2201-478F-84E8-57AF8C881E5E}"/>
              </a:ext>
            </a:extLst>
          </p:cNvPr>
          <p:cNvSpPr>
            <a:spLocks noGrp="1"/>
          </p:cNvSpPr>
          <p:nvPr/>
        </p:nvSpPr>
        <p:spPr>
          <a:xfrm>
            <a:off x="485775" y="32099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31E7D383-8DF3-4AEB-A0CB-88648F1B5CF8}"/>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sp>
      <p:sp>
        <p:nvSpPr>
          <p:cNvPr id="21" name="DP1 object 62">
            <a:extLst>
              <a:ext uri="{FF2B5EF4-FFF2-40B4-BE49-F238E27FC236}">
                <ns2:creationId id="{B96CF045-3EE4-446C-96A7-07E606455C5B}"/>
              </a:ext>
            </a:extLst>
          </p:cNvPr>
          <p:cNvSpPr>
            <a:spLocks noGrp="1"/>
          </p:cNvSpPr>
          <p:nvPr/>
        </p:nvSpPr>
        <p:spPr>
          <a:xfrm>
            <a:off x="447675" y="38862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63">
            <a:extLst>
              <a:ext uri="{FF2B5EF4-FFF2-40B4-BE49-F238E27FC236}">
                <ns2:creationId id="{D45F4647-8CE7-4014-AF13-06553F243BED}"/>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64">
            <a:extLst>
              <a:ext uri="{FF2B5EF4-FFF2-40B4-BE49-F238E27FC236}">
                <ns2:creationId id="{D0E7CFD6-C559-4094-B8DA-448162D7A5A1}"/>
              </a:ext>
            </a:extLst>
          </p:cNvPr>
          <p:cNvSpPr>
            <a:spLocks noGrp="1"/>
          </p:cNvSpPr>
          <p:nvPr/>
        </p:nvSpPr>
        <p:spPr>
          <a:xfrm>
            <a:off x="333375" y="5172075"/>
            <a:ext cx="1476375" cy="2762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선: 처리·근거 흐름</a:t>
            </a:r>
            <a:endParaRPr lang="ko-KR">
              <a:latin typeface="Calibri"/>
              <a:ea typeface="Calibri"/>
              <a:cs typeface="Calibri"/>
            </a:endParaRPr>
          </a:p>
        </p:txBody>
      </p:sp>
      <p:sp>
        <p:nvSpPr>
          <p:cNvPr id="24" name="DP1 object 65">
            <a:extLst>
              <a:ext uri="{FF2B5EF4-FFF2-40B4-BE49-F238E27FC236}">
                <ns2:creationId id="{CBE00997-82BB-4581-9B3A-161DE56AEDA0}"/>
              </a:ext>
            </a:extLst>
          </p:cNvPr>
          <p:cNvSpPr>
            <a:spLocks noGrp="1"/>
          </p:cNvSpPr>
          <p:nvPr/>
        </p:nvSpPr>
        <p:spPr>
          <a:xfrm>
            <a:off x="19621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5" name="유효 작업 문맥&#10;이전 근거 · 대화 수명">
            <a:extLst>
              <a:ext uri="{FF2B5EF4-FFF2-40B4-BE49-F238E27FC236}">
                <ns2:creationId id="{71E31203-D034-4E15-A35D-BBD892F5D7B4}"/>
              </a:ext>
            </a:extLst>
          </p:cNvPr>
          <p:cNvSpPr>
            <a:spLocks noGrp="1"/>
          </p:cNvSpPr>
          <p:nvPr/>
        </p:nvSpPr>
        <p:spPr>
          <a:xfrm>
            <a:off x="2133600" y="3114675"/>
            <a:ext cx="2143125" cy="914400"/>
          </a:xfrm>
          <a:prstGeom prst="can">
            <a:avLst>
              <a:gd name="adj" fmla="val 16000"/>
            </a:avLst>
          </a:prstGeom>
          <a:solidFill>
            <a:srgbClr val="FFF6DD"/>
          </a:solidFill>
          <a:ln w="17145">
            <a:solidFill>
              <a:srgbClr val="111111"/>
            </a:solidFill>
            <a:prstDash val="solid"/>
          </a:ln>
        </p:spPr>
      </p:sp>
      <p:sp>
        <p:nvSpPr>
          <p:cNvPr id="26" name="DP1 object 66">
            <a:extLst>
              <a:ext uri="{FF2B5EF4-FFF2-40B4-BE49-F238E27FC236}">
                <ns2:creationId id="{E369D4E6-5BCE-4805-9E2E-27AE3B7928A3}"/>
              </a:ext>
            </a:extLst>
          </p:cNvPr>
          <p:cNvSpPr>
            <a:spLocks noGrp="1"/>
          </p:cNvSpPr>
          <p:nvPr/>
        </p:nvSpPr>
        <p:spPr>
          <a:xfrm>
            <a:off x="2181225" y="321945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7" name="Request Interpreter Component">
            <a:extLst>
              <a:ext uri="{FF2B5EF4-FFF2-40B4-BE49-F238E27FC236}">
                <ns2:creationId id="{C4A516F7-5730-4160-9312-71B3FD633B4C}"/>
              </a:ext>
            </a:extLst>
          </p:cNvPr>
          <p:cNvSpPr>
            <a:spLocks noGrp="1"/>
          </p:cNvSpPr>
          <p:nvPr/>
        </p:nvSpPr>
        <p:spPr>
          <a:xfrm>
            <a:off x="4552950" y="2752725"/>
            <a:ext cx="2400300" cy="971550"/>
          </a:xfrm>
          <a:prstGeom prst="rect">
            <a:avLst/>
          </a:prstGeom>
          <a:solidFill>
            <a:srgbClr val="FFF6DD"/>
          </a:solidFill>
          <a:ln w="25718">
            <a:solidFill>
              <a:srgbClr val="111111"/>
            </a:solidFill>
            <a:prstDash val="solid"/>
          </a:ln>
        </p:spPr>
      </p:sp>
      <p:sp>
        <p:nvSpPr>
          <p:cNvPr id="28" name="DP1 object 67">
            <a:extLst>
              <a:ext uri="{FF2B5EF4-FFF2-40B4-BE49-F238E27FC236}">
                <ns2:creationId id="{386BAC60-E329-43E2-9096-20159E7D87B9}"/>
              </a:ext>
            </a:extLst>
          </p:cNvPr>
          <p:cNvSpPr>
            <a:spLocks noGrp="1"/>
          </p:cNvSpPr>
          <p:nvPr/>
        </p:nvSpPr>
        <p:spPr>
          <a:xfrm>
            <a:off x="4610100" y="27717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29" name="Editable path 68">
            <a:extLst>
              <a:ext uri="{FF2B5EF4-FFF2-40B4-BE49-F238E27FC236}">
                <ns2:creationId id="{7B5989FE-7F30-4D78-A337-24EB25B65E50}"/>
              </a:ext>
            </a:extLst>
          </p:cNvPr>
          <p:cNvSpPr>
            <a:spLocks noGrp="1"/>
          </p:cNvSpPr>
          <p:nvPr/>
        </p:nvSpPr>
        <p:spPr>
          <a:xfrm>
            <a:off x="4552950" y="3076575"/>
            <a:ext cx="2400300" cy="953"/>
          </a:xfrm>
          <a:custGeom>
            <a:pathLst>
              <a:path w="2400300" h="953">
                <a:moveTo>
                  <a:pt x="0" y="0"/>
                </a:moveTo>
                <a:lnTo>
                  <a:pt x="2400300" y="0"/>
                </a:lnTo>
              </a:path>
            </a:pathLst>
          </a:custGeom>
          <a:noFill/>
          <a:ln w="14288">
            <a:solidFill>
              <a:srgbClr val="111111"/>
            </a:solidFill>
            <a:prstDash val="solid"/>
          </a:ln>
        </p:spPr>
      </p:sp>
      <p:sp>
        <p:nvSpPr>
          <p:cNvPr id="30" name="Request Interpreter internal operation">
            <a:extLst>
              <a:ext uri="{FF2B5EF4-FFF2-40B4-BE49-F238E27FC236}">
                <ns2:creationId id="{03588CEE-3639-4EF1-AA5F-A8E9500552BC}"/>
              </a:ext>
            </a:extLst>
          </p:cNvPr>
          <p:cNvSpPr>
            <a:spLocks noGrp="1"/>
          </p:cNvSpPr>
          <p:nvPr/>
        </p:nvSpPr>
        <p:spPr>
          <a:xfrm>
            <a:off x="4648200" y="3143250"/>
            <a:ext cx="2209800" cy="504825"/>
          </a:xfrm>
          <a:prstGeom prst="rect">
            <a:avLst/>
          </a:prstGeom>
          <a:solidFill>
            <a:srgbClr val="FFFFFF"/>
          </a:solidFill>
          <a:ln w="14288">
            <a:solidFill>
              <a:srgbClr val="111111"/>
            </a:solidFill>
            <a:prstDash val="solid"/>
          </a:ln>
        </p:spPr>
      </p:sp>
      <p:sp>
        <p:nvSpPr>
          <p:cNvPr id="31" name="DP1 object 69">
            <a:extLst>
              <a:ext uri="{FF2B5EF4-FFF2-40B4-BE49-F238E27FC236}">
                <ns2:creationId id="{15F64DA2-2860-4EDA-9DDC-7D4D69FE2442}"/>
              </a:ext>
            </a:extLst>
          </p:cNvPr>
          <p:cNvSpPr>
            <a:spLocks noGrp="1"/>
          </p:cNvSpPr>
          <p:nvPr/>
        </p:nvSpPr>
        <p:spPr>
          <a:xfrm>
            <a:off x="4695825" y="316230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2" name="DP1 object 70">
            <a:extLst>
              <a:ext uri="{FF2B5EF4-FFF2-40B4-BE49-F238E27FC236}">
                <ns2:creationId id="{F3785730-29A9-4BBA-9E09-B3E42129EE06}"/>
              </a:ext>
            </a:extLst>
          </p:cNvPr>
          <p:cNvSpPr>
            <a:spLocks noGrp="1"/>
          </p:cNvSpPr>
          <p:nvPr/>
        </p:nvSpPr>
        <p:spPr>
          <a:xfrm>
            <a:off x="4772025" y="248602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3" name="Editable path 71">
            <a:extLst>
              <a:ext uri="{FF2B5EF4-FFF2-40B4-BE49-F238E27FC236}">
                <ns2:creationId id="{4343999F-D7D0-4DD1-A7F7-8D6999B6909A}"/>
              </a:ext>
            </a:extLst>
          </p:cNvPr>
          <p:cNvSpPr>
            <a:spLocks noGrp="1"/>
          </p:cNvSpPr>
          <p:nvPr/>
        </p:nvSpPr>
        <p:spPr>
          <a:xfrm>
            <a:off x="5753100" y="2724150"/>
            <a:ext cx="953" cy="28575"/>
          </a:xfrm>
          <a:custGeom>
            <a:pathLst>
              <a:path w="953" h="28575">
                <a:moveTo>
                  <a:pt x="0" y="0"/>
                </a:moveTo>
                <a:lnTo>
                  <a:pt x="0" y="28575"/>
                </a:lnTo>
              </a:path>
            </a:pathLst>
          </a:custGeom>
          <a:noFill/>
          <a:ln w="19050">
            <a:solidFill>
              <a:srgbClr val="111111"/>
            </a:solidFill>
            <a:prstDash val="solid"/>
          </a:ln>
        </p:spPr>
      </p:sp>
      <p:sp>
        <p:nvSpPr>
          <p:cNvPr id="34" name="Editable arrowhead 72">
            <a:extLst>
              <a:ext uri="{FF2B5EF4-FFF2-40B4-BE49-F238E27FC236}">
                <ns2:creationId id="{DCFB3CEF-4F41-4D9E-BCD1-BA6B6ED3B92C}"/>
              </a:ext>
            </a:extLst>
          </p:cNvPr>
          <p:cNvSpPr>
            <a:spLocks noGrp="1"/>
          </p:cNvSpPr>
          <p:nvPr/>
        </p:nvSpPr>
        <p:spPr>
          <a:xfrm>
            <a:off x="5705475" y="26574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5" name="Editable path 73">
            <a:extLst>
              <a:ext uri="{FF2B5EF4-FFF2-40B4-BE49-F238E27FC236}">
                <ns2:creationId id="{E41FBA11-DC71-43FF-8A62-AABA2631CE58}"/>
              </a:ext>
            </a:extLst>
          </p:cNvPr>
          <p:cNvSpPr>
            <a:spLocks noGrp="1"/>
          </p:cNvSpPr>
          <p:nvPr/>
        </p:nvSpPr>
        <p:spPr>
          <a:xfrm>
            <a:off x="4276725" y="3381375"/>
            <a:ext cx="276225" cy="953"/>
          </a:xfrm>
          <a:custGeom>
            <a:pathLst>
              <a:path w="276225" h="953">
                <a:moveTo>
                  <a:pt x="0" y="0"/>
                </a:moveTo>
                <a:lnTo>
                  <a:pt x="276225" y="0"/>
                </a:lnTo>
              </a:path>
            </a:pathLst>
          </a:custGeom>
          <a:noFill/>
          <a:ln w="23813">
            <a:solidFill>
              <a:srgbClr val="111111"/>
            </a:solidFill>
            <a:prstDash val="solid"/>
          </a:ln>
        </p:spPr>
      </p:sp>
      <p:sp>
        <p:nvSpPr>
          <p:cNvPr id="36" name="Editable arrowhead 74">
            <a:extLst>
              <a:ext uri="{FF2B5EF4-FFF2-40B4-BE49-F238E27FC236}">
                <ns2:creationId id="{80630898-04AA-451F-B6FA-93C9A2EAE9A1}"/>
              </a:ext>
            </a:extLst>
          </p:cNvPr>
          <p:cNvSpPr>
            <a:spLocks noGrp="1"/>
          </p:cNvSpPr>
          <p:nvPr/>
        </p:nvSpPr>
        <p:spPr>
          <a:xfrm>
            <a:off x="4457700" y="3333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7" name="Context Manager Component">
            <a:extLst>
              <a:ext uri="{FF2B5EF4-FFF2-40B4-BE49-F238E27FC236}">
                <ns2:creationId id="{F534514F-2538-430C-BA57-175195982CC4}"/>
              </a:ext>
            </a:extLst>
          </p:cNvPr>
          <p:cNvSpPr>
            <a:spLocks noGrp="1"/>
          </p:cNvSpPr>
          <p:nvPr/>
        </p:nvSpPr>
        <p:spPr>
          <a:xfrm>
            <a:off x="4552950" y="4086225"/>
            <a:ext cx="2400300" cy="1009650"/>
          </a:xfrm>
          <a:prstGeom prst="rect">
            <a:avLst/>
          </a:prstGeom>
          <a:solidFill>
            <a:srgbClr val="FFF6DD"/>
          </a:solidFill>
          <a:ln w="25718">
            <a:solidFill>
              <a:srgbClr val="111111"/>
            </a:solidFill>
            <a:prstDash val="solid"/>
          </a:ln>
        </p:spPr>
      </p:sp>
      <p:sp>
        <p:nvSpPr>
          <p:cNvPr id="38" name="DP1 object 75">
            <a:extLst>
              <a:ext uri="{FF2B5EF4-FFF2-40B4-BE49-F238E27FC236}">
                <ns2:creationId id="{0075B73F-1974-484B-9D1B-63BFD90EE36D}"/>
              </a:ext>
            </a:extLst>
          </p:cNvPr>
          <p:cNvSpPr>
            <a:spLocks noGrp="1"/>
          </p:cNvSpPr>
          <p:nvPr/>
        </p:nvSpPr>
        <p:spPr>
          <a:xfrm>
            <a:off x="4610100" y="41052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9" name="Editable path 76">
            <a:extLst>
              <a:ext uri="{FF2B5EF4-FFF2-40B4-BE49-F238E27FC236}">
                <ns2:creationId id="{4E274837-11A8-4E5E-8821-07A60B3200A9}"/>
              </a:ext>
            </a:extLst>
          </p:cNvPr>
          <p:cNvSpPr>
            <a:spLocks noGrp="1"/>
          </p:cNvSpPr>
          <p:nvPr/>
        </p:nvSpPr>
        <p:spPr>
          <a:xfrm>
            <a:off x="4552950" y="4410075"/>
            <a:ext cx="2400300" cy="953"/>
          </a:xfrm>
          <a:custGeom>
            <a:pathLst>
              <a:path w="2400300" h="953">
                <a:moveTo>
                  <a:pt x="0" y="0"/>
                </a:moveTo>
                <a:lnTo>
                  <a:pt x="2400300" y="0"/>
                </a:lnTo>
              </a:path>
            </a:pathLst>
          </a:custGeom>
          <a:noFill/>
          <a:ln w="14288">
            <a:solidFill>
              <a:srgbClr val="111111"/>
            </a:solidFill>
            <a:prstDash val="solid"/>
          </a:ln>
        </p:spPr>
      </p:sp>
      <p:sp>
        <p:nvSpPr>
          <p:cNvPr id="40" name="Context Manager internal operation">
            <a:extLst>
              <a:ext uri="{FF2B5EF4-FFF2-40B4-BE49-F238E27FC236}">
                <ns2:creationId id="{1BCDDF75-FAFB-43F9-887D-F57137AD47AF}"/>
              </a:ext>
            </a:extLst>
          </p:cNvPr>
          <p:cNvSpPr>
            <a:spLocks noGrp="1"/>
          </p:cNvSpPr>
          <p:nvPr/>
        </p:nvSpPr>
        <p:spPr>
          <a:xfrm>
            <a:off x="4648200" y="4476750"/>
            <a:ext cx="2209800" cy="542925"/>
          </a:xfrm>
          <a:prstGeom prst="rect">
            <a:avLst/>
          </a:prstGeom>
          <a:solidFill>
            <a:srgbClr val="FFFFFF"/>
          </a:solidFill>
          <a:ln w="14288">
            <a:solidFill>
              <a:srgbClr val="111111"/>
            </a:solidFill>
            <a:prstDash val="solid"/>
          </a:ln>
        </p:spPr>
      </p:sp>
      <p:sp>
        <p:nvSpPr>
          <p:cNvPr id="41" name="DP1 object 77">
            <a:extLst>
              <a:ext uri="{FF2B5EF4-FFF2-40B4-BE49-F238E27FC236}">
                <ns2:creationId id="{E7A8B9D5-DA26-4612-B4D2-DF36D956AEC4}"/>
              </a:ext>
            </a:extLst>
          </p:cNvPr>
          <p:cNvSpPr>
            <a:spLocks noGrp="1"/>
          </p:cNvSpPr>
          <p:nvPr/>
        </p:nvSpPr>
        <p:spPr>
          <a:xfrm>
            <a:off x="4695825" y="4495800"/>
            <a:ext cx="211455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원본 보완·현재성 확인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채택 후 문맥 갱신</a:t>
            </a:r>
            <a:endParaRPr lang="ko-KR">
              <a:latin typeface="Calibri"/>
              <a:ea typeface="Calibri"/>
              <a:cs typeface="Calibri"/>
            </a:endParaRPr>
          </a:p>
        </p:txBody>
      </p:sp>
      <p:sp>
        <p:nvSpPr>
          <p:cNvPr id="42" name="Editable path 78">
            <a:extLst>
              <a:ext uri="{FF2B5EF4-FFF2-40B4-BE49-F238E27FC236}">
                <ns2:creationId id="{7A40ED6D-D0A7-400E-B5BC-EBD7F0A1C6FC}"/>
              </a:ext>
            </a:extLst>
          </p:cNvPr>
          <p:cNvSpPr>
            <a:spLocks noGrp="1"/>
          </p:cNvSpPr>
          <p:nvPr/>
        </p:nvSpPr>
        <p:spPr>
          <a:xfrm>
            <a:off x="5753100" y="3724275"/>
            <a:ext cx="953" cy="361950"/>
          </a:xfrm>
          <a:custGeom>
            <a:pathLst>
              <a:path w="953" h="361950">
                <a:moveTo>
                  <a:pt x="0" y="0"/>
                </a:moveTo>
                <a:lnTo>
                  <a:pt x="0" y="361950"/>
                </a:lnTo>
              </a:path>
            </a:pathLst>
          </a:custGeom>
          <a:noFill/>
          <a:ln w="23813">
            <a:solidFill>
              <a:srgbClr val="111111"/>
            </a:solidFill>
            <a:prstDash val="solid"/>
          </a:ln>
        </p:spPr>
      </p:sp>
      <p:sp>
        <p:nvSpPr>
          <p:cNvPr id="43" name="Editable arrowhead 79">
            <a:extLst>
              <a:ext uri="{FF2B5EF4-FFF2-40B4-BE49-F238E27FC236}">
                <ns2:creationId id="{7E2820C1-3B11-48A6-A052-52C7B6B00CC4}"/>
              </a:ext>
            </a:extLst>
          </p:cNvPr>
          <p:cNvSpPr>
            <a:spLocks noGrp="1"/>
          </p:cNvSpPr>
          <p:nvPr/>
        </p:nvSpPr>
        <p:spPr>
          <a:xfrm>
            <a:off x="5705475" y="39909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80">
            <a:extLst>
              <a:ext uri="{FF2B5EF4-FFF2-40B4-BE49-F238E27FC236}">
                <ns2:creationId id="{551CD5F7-4882-462C-A672-AE193A7C9C81}"/>
              </a:ext>
            </a:extLst>
          </p:cNvPr>
          <p:cNvSpPr>
            <a:spLocks noGrp="1"/>
          </p:cNvSpPr>
          <p:nvPr/>
        </p:nvSpPr>
        <p:spPr>
          <a:xfrm>
            <a:off x="6810375" y="3724275"/>
            <a:ext cx="953" cy="361950"/>
          </a:xfrm>
          <a:custGeom>
            <a:pathLst>
              <a:path w="953" h="361950">
                <a:moveTo>
                  <a:pt x="0" y="361950"/>
                </a:moveTo>
                <a:lnTo>
                  <a:pt x="0" y="0"/>
                </a:lnTo>
              </a:path>
            </a:pathLst>
          </a:custGeom>
          <a:noFill/>
          <a:ln w="23813">
            <a:solidFill>
              <a:srgbClr val="111111"/>
            </a:solidFill>
            <a:prstDash val="solid"/>
          </a:ln>
        </p:spPr>
      </p:sp>
      <p:sp>
        <p:nvSpPr>
          <p:cNvPr id="45" name="Editable arrowhead 81">
            <a:extLst>
              <a:ext uri="{FF2B5EF4-FFF2-40B4-BE49-F238E27FC236}">
                <ns2:creationId id="{F7DD013D-016F-40E4-BAA7-AB7FC4C0859A}"/>
              </a:ext>
            </a:extLst>
          </p:cNvPr>
          <p:cNvSpPr>
            <a:spLocks noGrp="1"/>
          </p:cNvSpPr>
          <p:nvPr/>
        </p:nvSpPr>
        <p:spPr>
          <a:xfrm>
            <a:off x="6762750" y="37242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6" name="DP1 object 82">
            <a:extLst>
              <a:ext uri="{FF2B5EF4-FFF2-40B4-BE49-F238E27FC236}">
                <ns2:creationId id="{C3F0281E-4E40-48CF-B0A6-ED676450B95A}"/>
              </a:ext>
            </a:extLst>
          </p:cNvPr>
          <p:cNvSpPr>
            <a:spLocks noGrp="1"/>
          </p:cNvSpPr>
          <p:nvPr/>
        </p:nvSpPr>
        <p:spPr>
          <a:xfrm>
            <a:off x="4629150" y="377190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7" name="DP1 object 83">
            <a:extLst>
              <a:ext uri="{FF2B5EF4-FFF2-40B4-BE49-F238E27FC236}">
                <ns2:creationId id="{04AD8445-8E08-4C86-9479-E622EAE96330}"/>
              </a:ext>
            </a:extLst>
          </p:cNvPr>
          <p:cNvSpPr>
            <a:spLocks noGrp="1"/>
          </p:cNvSpPr>
          <p:nvPr/>
        </p:nvSpPr>
        <p:spPr>
          <a:xfrm>
            <a:off x="5810250" y="3771900"/>
            <a:ext cx="923925"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근거</a:t>
            </a:r>
            <a:endParaRPr lang="ko-KR">
              <a:latin typeface="Calibri"/>
              <a:ea typeface="Calibri"/>
              <a:cs typeface="Calibri"/>
            </a:endParaRPr>
          </a:p>
        </p:txBody>
      </p:sp>
      <p:sp>
        <p:nvSpPr>
          <p:cNvPr id="48" name="Editable path 84">
            <a:extLst>
              <a:ext uri="{FF2B5EF4-FFF2-40B4-BE49-F238E27FC236}">
                <ns2:creationId id="{8BE5C114-8CDE-40ED-B454-DBA4D7A0A6A6}"/>
              </a:ext>
            </a:extLst>
          </p:cNvPr>
          <p:cNvSpPr>
            <a:spLocks noGrp="1"/>
          </p:cNvSpPr>
          <p:nvPr/>
        </p:nvSpPr>
        <p:spPr>
          <a:xfrm>
            <a:off x="3200400" y="402907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49" name="Editable arrowhead 85">
            <a:extLst>
              <a:ext uri="{FF2B5EF4-FFF2-40B4-BE49-F238E27FC236}">
                <ns2:creationId id="{B67B6EFC-5E1A-4DD2-AE52-E051427C94DD}"/>
              </a:ext>
            </a:extLst>
          </p:cNvPr>
          <p:cNvSpPr>
            <a:spLocks noGrp="1"/>
          </p:cNvSpPr>
          <p:nvPr/>
        </p:nvSpPr>
        <p:spPr>
          <a:xfrm>
            <a:off x="3152775" y="40290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0" name="DP1 object 86">
            <a:extLst>
              <a:ext uri="{FF2B5EF4-FFF2-40B4-BE49-F238E27FC236}">
                <ns2:creationId id="{B2A95481-8178-4286-8C59-B8B7B817A0C8}"/>
              </a:ext>
            </a:extLst>
          </p:cNvPr>
          <p:cNvSpPr>
            <a:spLocks noGrp="1"/>
          </p:cNvSpPr>
          <p:nvPr/>
        </p:nvSpPr>
        <p:spPr>
          <a:xfrm>
            <a:off x="2085975" y="468630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1" name="허용 원본">
            <a:extLst>
              <a:ext uri="{FF2B5EF4-FFF2-40B4-BE49-F238E27FC236}">
                <ns2:creationId id="{784EE147-82E8-4A26-8418-FAAE99CE3993}"/>
              </a:ext>
            </a:extLst>
          </p:cNvPr>
          <p:cNvSpPr>
            <a:spLocks noGrp="1"/>
          </p:cNvSpPr>
          <p:nvPr/>
        </p:nvSpPr>
        <p:spPr>
          <a:xfrm>
            <a:off x="2133600" y="5124450"/>
            <a:ext cx="1638300" cy="400050"/>
          </a:xfrm>
          <a:prstGeom prst="can">
            <a:avLst>
              <a:gd name="adj" fmla="val 16000"/>
            </a:avLst>
          </a:prstGeom>
          <a:solidFill>
            <a:srgbClr val="FFFFFF"/>
          </a:solidFill>
          <a:ln w="17145">
            <a:solidFill>
              <a:srgbClr val="111111"/>
            </a:solidFill>
            <a:prstDash val="solid"/>
          </a:ln>
        </p:spPr>
      </p:sp>
      <p:sp>
        <p:nvSpPr>
          <p:cNvPr id="52" name="DP1 object 87">
            <a:extLst>
              <a:ext uri="{FF2B5EF4-FFF2-40B4-BE49-F238E27FC236}">
                <ns2:creationId id="{C2C158E2-C1C5-4D8E-B7AA-D3BBDD204B36}"/>
              </a:ext>
            </a:extLst>
          </p:cNvPr>
          <p:cNvSpPr>
            <a:spLocks noGrp="1"/>
          </p:cNvSpPr>
          <p:nvPr/>
        </p:nvSpPr>
        <p:spPr>
          <a:xfrm>
            <a:off x="2181225" y="522922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3" name="Editable path 88">
            <a:extLst>
              <a:ext uri="{FF2B5EF4-FFF2-40B4-BE49-F238E27FC236}">
                <ns2:creationId id="{92E6D878-32B0-4FD7-9B52-FE924B7F30A0}"/>
              </a:ext>
            </a:extLst>
          </p:cNvPr>
          <p:cNvSpPr>
            <a:spLocks noGrp="1"/>
          </p:cNvSpPr>
          <p:nvPr/>
        </p:nvSpPr>
        <p:spPr>
          <a:xfrm>
            <a:off x="3771900" y="5095875"/>
            <a:ext cx="1981200" cy="238125"/>
          </a:xfrm>
          <a:custGeom>
            <a:pathLst>
              <a:path w="1981200" h="238125">
                <a:moveTo>
                  <a:pt x="0" y="238125"/>
                </a:moveTo>
                <a:lnTo>
                  <a:pt x="1981200" y="238125"/>
                </a:lnTo>
                <a:lnTo>
                  <a:pt x="1981200" y="0"/>
                </a:lnTo>
              </a:path>
            </a:pathLst>
          </a:custGeom>
          <a:noFill/>
          <a:ln w="19050">
            <a:solidFill>
              <a:srgbClr val="111111"/>
            </a:solidFill>
            <a:prstDash val="dash"/>
          </a:ln>
        </p:spPr>
      </p:sp>
      <p:sp>
        <p:nvSpPr>
          <p:cNvPr id="54" name="Editable arrowhead 89">
            <a:extLst>
              <a:ext uri="{FF2B5EF4-FFF2-40B4-BE49-F238E27FC236}">
                <ns2:creationId id="{891106B3-53A4-4EC9-B61C-413B52A0D8E6}"/>
              </a:ext>
            </a:extLst>
          </p:cNvPr>
          <p:cNvSpPr>
            <a:spLocks noGrp="1"/>
          </p:cNvSpPr>
          <p:nvPr/>
        </p:nvSpPr>
        <p:spPr>
          <a:xfrm>
            <a:off x="5705475" y="50958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5" name="DP1 object 90">
            <a:extLst>
              <a:ext uri="{FF2B5EF4-FFF2-40B4-BE49-F238E27FC236}">
                <ns2:creationId id="{702C3009-7C45-45C2-B87C-D84D7F6FF780}"/>
              </a:ext>
            </a:extLst>
          </p:cNvPr>
          <p:cNvSpPr>
            <a:spLocks noGrp="1"/>
          </p:cNvSpPr>
          <p:nvPr/>
        </p:nvSpPr>
        <p:spPr>
          <a:xfrm>
            <a:off x="3838575" y="5076825"/>
            <a:ext cx="1857375" cy="2571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부족·변경 시 읽기</a:t>
            </a:r>
            <a:endParaRPr lang="ko-KR">
              <a:latin typeface="Calibri"/>
              <a:ea typeface="Calibri"/>
              <a:cs typeface="Calibri"/>
            </a:endParaRPr>
          </a:p>
        </p:txBody>
      </p:sp>
      <p:sp>
        <p:nvSpPr>
          <p:cNvPr id="56" name="DP1 object 91">
            <a:extLst>
              <a:ext uri="{FF2B5EF4-FFF2-40B4-BE49-F238E27FC236}">
                <ns2:creationId id="{F81BAA92-80E5-47DE-B5BF-F80576E535E3}"/>
              </a:ext>
            </a:extLst>
          </p:cNvPr>
          <p:cNvSpPr>
            <a:spLocks noGrp="1"/>
          </p:cNvSpPr>
          <p:nvPr/>
        </p:nvSpPr>
        <p:spPr>
          <a:xfrm>
            <a:off x="735330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7" name="DP1 object 92">
            <a:extLst>
              <a:ext uri="{FF2B5EF4-FFF2-40B4-BE49-F238E27FC236}">
                <ns2:creationId id="{BBBB18E7-ABF5-4EE8-8FDA-70471BD622FE}"/>
              </a:ext>
            </a:extLst>
          </p:cNvPr>
          <p:cNvSpPr>
            <a:spLocks noGrp="1"/>
          </p:cNvSpPr>
          <p:nvPr/>
        </p:nvSpPr>
        <p:spPr>
          <a:xfrm>
            <a:off x="9401175" y="2505075"/>
            <a:ext cx="3105150" cy="3048000"/>
          </a:xfrm>
          <a:prstGeom prst="rect">
            <a:avLst/>
          </a:prstGeom>
          <a:noFill/>
          <a:ln w="12383">
            <a:solidFill>
              <a:srgbClr val="98999B"/>
            </a:solidFill>
            <a:prstDash val="dash"/>
          </a:ln>
        </p:spPr>
      </p:sp>
      <p:sp>
        <p:nvSpPr>
          <p:cNvPr id="58" name="Request Interpreter Component">
            <a:extLst>
              <a:ext uri="{FF2B5EF4-FFF2-40B4-BE49-F238E27FC236}">
                <ns2:creationId id="{0833298D-6F4B-42D2-8AD2-924036043769}"/>
              </a:ext>
            </a:extLst>
          </p:cNvPr>
          <p:cNvSpPr>
            <a:spLocks noGrp="1"/>
          </p:cNvSpPr>
          <p:nvPr/>
        </p:nvSpPr>
        <p:spPr>
          <a:xfrm>
            <a:off x="9582150" y="2552700"/>
            <a:ext cx="2771775" cy="742950"/>
          </a:xfrm>
          <a:prstGeom prst="rect">
            <a:avLst/>
          </a:prstGeom>
          <a:solidFill>
            <a:srgbClr val="FFF6DD"/>
          </a:solidFill>
          <a:ln w="25718">
            <a:solidFill>
              <a:srgbClr val="111111"/>
            </a:solidFill>
            <a:prstDash val="solid"/>
          </a:ln>
        </p:spPr>
      </p:sp>
      <p:sp>
        <p:nvSpPr>
          <p:cNvPr id="59" name="DP1 object 93">
            <a:extLst>
              <a:ext uri="{FF2B5EF4-FFF2-40B4-BE49-F238E27FC236}">
                <ns2:creationId id="{9778468F-6D1C-459F-BB2D-7AE513E85F6E}"/>
              </a:ext>
            </a:extLst>
          </p:cNvPr>
          <p:cNvSpPr>
            <a:spLocks noGrp="1"/>
          </p:cNvSpPr>
          <p:nvPr/>
        </p:nvSpPr>
        <p:spPr>
          <a:xfrm>
            <a:off x="9639300" y="25717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0" name="Editable path 94">
            <a:extLst>
              <a:ext uri="{FF2B5EF4-FFF2-40B4-BE49-F238E27FC236}">
                <ns2:creationId id="{29B6DE4F-76EB-4058-9D04-5F67FBC2CB8E}"/>
              </a:ext>
            </a:extLst>
          </p:cNvPr>
          <p:cNvSpPr>
            <a:spLocks noGrp="1"/>
          </p:cNvSpPr>
          <p:nvPr/>
        </p:nvSpPr>
        <p:spPr>
          <a:xfrm>
            <a:off x="9582150" y="2809875"/>
            <a:ext cx="2771775" cy="953"/>
          </a:xfrm>
          <a:custGeom>
            <a:pathLst>
              <a:path w="2771775" h="953">
                <a:moveTo>
                  <a:pt x="0" y="0"/>
                </a:moveTo>
                <a:lnTo>
                  <a:pt x="2771775" y="0"/>
                </a:lnTo>
              </a:path>
            </a:pathLst>
          </a:custGeom>
          <a:noFill/>
          <a:ln w="14288">
            <a:solidFill>
              <a:srgbClr val="111111"/>
            </a:solidFill>
            <a:prstDash val="solid"/>
          </a:ln>
        </p:spPr>
      </p:sp>
      <p:sp>
        <p:nvSpPr>
          <p:cNvPr id="61" name="Request Interpreter internal operation">
            <a:extLst>
              <a:ext uri="{FF2B5EF4-FFF2-40B4-BE49-F238E27FC236}">
                <ns2:creationId id="{ABBAA1FB-330A-493A-810F-D894FEE01D8E}"/>
              </a:ext>
            </a:extLst>
          </p:cNvPr>
          <p:cNvSpPr>
            <a:spLocks noGrp="1"/>
          </p:cNvSpPr>
          <p:nvPr/>
        </p:nvSpPr>
        <p:spPr>
          <a:xfrm>
            <a:off x="9677400" y="2876550"/>
            <a:ext cx="2581275" cy="342900"/>
          </a:xfrm>
          <a:prstGeom prst="rect">
            <a:avLst/>
          </a:prstGeom>
          <a:solidFill>
            <a:srgbClr val="FFFFFF"/>
          </a:solidFill>
          <a:ln w="14288">
            <a:solidFill>
              <a:srgbClr val="111111"/>
            </a:solidFill>
            <a:prstDash val="solid"/>
          </a:ln>
        </p:spPr>
      </p:sp>
      <p:sp>
        <p:nvSpPr>
          <p:cNvPr id="62" name="DP1 object 95">
            <a:extLst>
              <a:ext uri="{FF2B5EF4-FFF2-40B4-BE49-F238E27FC236}">
                <ns2:creationId id="{D408FEE1-A02C-4E26-BC20-2E157CA1664E}"/>
              </a:ext>
            </a:extLst>
          </p:cNvPr>
          <p:cNvSpPr>
            <a:spLocks noGrp="1"/>
          </p:cNvSpPr>
          <p:nvPr/>
        </p:nvSpPr>
        <p:spPr>
          <a:xfrm>
            <a:off x="9725025" y="28956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3" name="Editable path 96">
            <a:extLst>
              <a:ext uri="{FF2B5EF4-FFF2-40B4-BE49-F238E27FC236}">
                <ns2:creationId id="{F99C6BFE-7805-42C0-BE40-FCF9B682A759}"/>
              </a:ext>
            </a:extLst>
          </p:cNvPr>
          <p:cNvSpPr>
            <a:spLocks noGrp="1"/>
          </p:cNvSpPr>
          <p:nvPr/>
        </p:nvSpPr>
        <p:spPr>
          <a:xfrm>
            <a:off x="10972800" y="3295650"/>
            <a:ext cx="953" cy="171450"/>
          </a:xfrm>
          <a:custGeom>
            <a:pathLst>
              <a:path w="953" h="171450">
                <a:moveTo>
                  <a:pt x="0" y="0"/>
                </a:moveTo>
                <a:lnTo>
                  <a:pt x="0" y="171450"/>
                </a:lnTo>
              </a:path>
            </a:pathLst>
          </a:custGeom>
          <a:noFill/>
          <a:ln w="21908">
            <a:solidFill>
              <a:srgbClr val="111111"/>
            </a:solidFill>
            <a:prstDash val="solid"/>
          </a:ln>
        </p:spPr>
      </p:sp>
      <p:sp>
        <p:nvSpPr>
          <p:cNvPr id="64" name="Editable arrowhead 97">
            <a:extLst>
              <a:ext uri="{FF2B5EF4-FFF2-40B4-BE49-F238E27FC236}">
                <ns2:creationId id="{9A32EE4D-6EBF-403F-BD12-828672CD6997}"/>
              </a:ext>
            </a:extLst>
          </p:cNvPr>
          <p:cNvSpPr>
            <a:spLocks noGrp="1"/>
          </p:cNvSpPr>
          <p:nvPr/>
        </p:nvSpPr>
        <p:spPr>
          <a:xfrm>
            <a:off x="10925175" y="3371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5" name="Context Manager Component">
            <a:extLst>
              <a:ext uri="{FF2B5EF4-FFF2-40B4-BE49-F238E27FC236}">
                <ns2:creationId id="{62D0DCB9-B71D-4EE8-9857-14659B9CC90A}"/>
              </a:ext>
            </a:extLst>
          </p:cNvPr>
          <p:cNvSpPr>
            <a:spLocks noGrp="1"/>
          </p:cNvSpPr>
          <p:nvPr/>
        </p:nvSpPr>
        <p:spPr>
          <a:xfrm>
            <a:off x="9582150" y="3467100"/>
            <a:ext cx="2771775" cy="742950"/>
          </a:xfrm>
          <a:prstGeom prst="rect">
            <a:avLst/>
          </a:prstGeom>
          <a:solidFill>
            <a:srgbClr val="FFF6DD"/>
          </a:solidFill>
          <a:ln w="25718">
            <a:solidFill>
              <a:srgbClr val="111111"/>
            </a:solidFill>
            <a:prstDash val="solid"/>
          </a:ln>
        </p:spPr>
      </p:sp>
      <p:sp>
        <p:nvSpPr>
          <p:cNvPr id="66" name="DP1 object 98">
            <a:extLst>
              <a:ext uri="{FF2B5EF4-FFF2-40B4-BE49-F238E27FC236}">
                <ns2:creationId id="{636A260F-D6E0-436B-BF88-918CCBBF161F}"/>
              </a:ext>
            </a:extLst>
          </p:cNvPr>
          <p:cNvSpPr>
            <a:spLocks noGrp="1"/>
          </p:cNvSpPr>
          <p:nvPr/>
        </p:nvSpPr>
        <p:spPr>
          <a:xfrm>
            <a:off x="9639300" y="34861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7" name="Editable path 99">
            <a:extLst>
              <a:ext uri="{FF2B5EF4-FFF2-40B4-BE49-F238E27FC236}">
                <ns2:creationId id="{D7FEB8FD-04AF-4B36-8972-9159A6C8287E}"/>
              </a:ext>
            </a:extLst>
          </p:cNvPr>
          <p:cNvSpPr>
            <a:spLocks noGrp="1"/>
          </p:cNvSpPr>
          <p:nvPr/>
        </p:nvSpPr>
        <p:spPr>
          <a:xfrm>
            <a:off x="9582150" y="3724275"/>
            <a:ext cx="2771775" cy="953"/>
          </a:xfrm>
          <a:custGeom>
            <a:pathLst>
              <a:path w="2771775" h="953">
                <a:moveTo>
                  <a:pt x="0" y="0"/>
                </a:moveTo>
                <a:lnTo>
                  <a:pt x="2771775" y="0"/>
                </a:lnTo>
              </a:path>
            </a:pathLst>
          </a:custGeom>
          <a:noFill/>
          <a:ln w="14288">
            <a:solidFill>
              <a:srgbClr val="111111"/>
            </a:solidFill>
            <a:prstDash val="solid"/>
          </a:ln>
        </p:spPr>
      </p:sp>
      <p:sp>
        <p:nvSpPr>
          <p:cNvPr id="68" name="Context Manager internal operation">
            <a:extLst>
              <a:ext uri="{FF2B5EF4-FFF2-40B4-BE49-F238E27FC236}">
                <ns2:creationId id="{5098722F-9B49-448F-AA81-7D544F12ABEB}"/>
              </a:ext>
            </a:extLst>
          </p:cNvPr>
          <p:cNvSpPr>
            <a:spLocks noGrp="1"/>
          </p:cNvSpPr>
          <p:nvPr/>
        </p:nvSpPr>
        <p:spPr>
          <a:xfrm>
            <a:off x="9677400" y="3790950"/>
            <a:ext cx="2581275" cy="342900"/>
          </a:xfrm>
          <a:prstGeom prst="rect">
            <a:avLst/>
          </a:prstGeom>
          <a:solidFill>
            <a:srgbClr val="FFFFFF"/>
          </a:solidFill>
          <a:ln w="14288">
            <a:solidFill>
              <a:srgbClr val="111111"/>
            </a:solidFill>
            <a:prstDash val="solid"/>
          </a:ln>
        </p:spPr>
      </p:sp>
      <p:sp>
        <p:nvSpPr>
          <p:cNvPr id="69" name="DP1 object 100">
            <a:extLst>
              <a:ext uri="{FF2B5EF4-FFF2-40B4-BE49-F238E27FC236}">
                <ns2:creationId id="{35278D5F-919E-4984-82C2-C4EEB64BEEBE}"/>
              </a:ext>
            </a:extLst>
          </p:cNvPr>
          <p:cNvSpPr>
            <a:spLocks noGrp="1"/>
          </p:cNvSpPr>
          <p:nvPr/>
        </p:nvSpPr>
        <p:spPr>
          <a:xfrm>
            <a:off x="9725025" y="38100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0" name="허용 원본&#10;공통 기록">
            <a:extLst>
              <a:ext uri="{FF2B5EF4-FFF2-40B4-BE49-F238E27FC236}">
                <ns2:creationId id="{BAF6908F-9CDB-4B5D-A3A6-EC9943A9271F}"/>
              </a:ext>
            </a:extLst>
          </p:cNvPr>
          <p:cNvSpPr>
            <a:spLocks noGrp="1"/>
          </p:cNvSpPr>
          <p:nvPr/>
        </p:nvSpPr>
        <p:spPr>
          <a:xfrm>
            <a:off x="7467600" y="3476625"/>
            <a:ext cx="1647825" cy="685800"/>
          </a:xfrm>
          <a:prstGeom prst="can">
            <a:avLst>
              <a:gd name="adj" fmla="val 16000"/>
            </a:avLst>
          </a:prstGeom>
          <a:solidFill>
            <a:srgbClr val="FFFFFF"/>
          </a:solidFill>
          <a:ln w="17145">
            <a:solidFill>
              <a:srgbClr val="111111"/>
            </a:solidFill>
            <a:prstDash val="solid"/>
          </a:ln>
        </p:spPr>
      </p:sp>
      <p:sp>
        <p:nvSpPr>
          <p:cNvPr id="71" name="DP1 object 101">
            <a:extLst>
              <a:ext uri="{FF2B5EF4-FFF2-40B4-BE49-F238E27FC236}">
                <ns2:creationId id="{142D77CA-63C9-4955-A37A-F5B26E81A695}"/>
              </a:ext>
            </a:extLst>
          </p:cNvPr>
          <p:cNvSpPr>
            <a:spLocks noGrp="1"/>
          </p:cNvSpPr>
          <p:nvPr/>
        </p:nvSpPr>
        <p:spPr>
          <a:xfrm>
            <a:off x="7515225" y="358140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2" name="Editable path 102">
            <a:extLst>
              <a:ext uri="{FF2B5EF4-FFF2-40B4-BE49-F238E27FC236}">
                <ns2:creationId id="{CC4CE28B-CFAA-4496-9BCF-B712A6037856}"/>
              </a:ext>
            </a:extLst>
          </p:cNvPr>
          <p:cNvSpPr>
            <a:spLocks noGrp="1"/>
          </p:cNvSpPr>
          <p:nvPr/>
        </p:nvSpPr>
        <p:spPr>
          <a:xfrm>
            <a:off x="9115425" y="3810000"/>
            <a:ext cx="466725" cy="953"/>
          </a:xfrm>
          <a:custGeom>
            <a:pathLst>
              <a:path w="466725" h="953">
                <a:moveTo>
                  <a:pt x="0" y="0"/>
                </a:moveTo>
                <a:lnTo>
                  <a:pt x="466725" y="0"/>
                </a:lnTo>
              </a:path>
            </a:pathLst>
          </a:custGeom>
          <a:noFill/>
          <a:ln w="22860">
            <a:solidFill>
              <a:srgbClr val="111111"/>
            </a:solidFill>
            <a:prstDash val="solid"/>
          </a:ln>
        </p:spPr>
      </p:sp>
      <p:sp>
        <p:nvSpPr>
          <p:cNvPr id="73" name="Editable arrowhead 103">
            <a:extLst>
              <a:ext uri="{FF2B5EF4-FFF2-40B4-BE49-F238E27FC236}">
                <ns2:creationId id="{D7BECED1-FE61-4F95-B535-85B005BD4FF7}"/>
              </a:ext>
            </a:extLst>
          </p:cNvPr>
          <p:cNvSpPr>
            <a:spLocks noGrp="1"/>
          </p:cNvSpPr>
          <p:nvPr/>
        </p:nvSpPr>
        <p:spPr>
          <a:xfrm>
            <a:off x="9486900" y="3762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4" name="Editable path 104">
            <a:extLst>
              <a:ext uri="{FF2B5EF4-FFF2-40B4-BE49-F238E27FC236}">
                <ns2:creationId id="{8620CF6D-40FB-4F79-BE4A-6D24CD3B692A}"/>
              </a:ext>
            </a:extLst>
          </p:cNvPr>
          <p:cNvSpPr>
            <a:spLocks noGrp="1"/>
          </p:cNvSpPr>
          <p:nvPr/>
        </p:nvSpPr>
        <p:spPr>
          <a:xfrm>
            <a:off x="10972800" y="4210050"/>
            <a:ext cx="953" cy="133350"/>
          </a:xfrm>
          <a:custGeom>
            <a:pathLst>
              <a:path w="953" h="133350">
                <a:moveTo>
                  <a:pt x="0" y="0"/>
                </a:moveTo>
                <a:lnTo>
                  <a:pt x="0" y="133350"/>
                </a:lnTo>
              </a:path>
            </a:pathLst>
          </a:custGeom>
          <a:noFill/>
          <a:ln w="21908">
            <a:solidFill>
              <a:srgbClr val="111111"/>
            </a:solidFill>
            <a:prstDash val="solid"/>
          </a:ln>
        </p:spPr>
      </p:sp>
      <p:sp>
        <p:nvSpPr>
          <p:cNvPr id="75" name="Editable arrowhead 105">
            <a:extLst>
              <a:ext uri="{FF2B5EF4-FFF2-40B4-BE49-F238E27FC236}">
                <ns2:creationId id="{FBD4DF44-25A3-4E42-9DCF-8B910C045CA5}"/>
              </a:ext>
            </a:extLst>
          </p:cNvPr>
          <p:cNvSpPr>
            <a:spLocks noGrp="1"/>
          </p:cNvSpPr>
          <p:nvPr/>
        </p:nvSpPr>
        <p:spPr>
          <a:xfrm>
            <a:off x="109251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임시 근거 묶음 (요청 수명)">
            <a:extLst>
              <a:ext uri="{FF2B5EF4-FFF2-40B4-BE49-F238E27FC236}">
                <ns2:creationId id="{1BC45EA9-52D6-4979-8EDA-C4B1C56B34D1}"/>
              </a:ext>
            </a:extLst>
          </p:cNvPr>
          <p:cNvSpPr>
            <a:spLocks noGrp="1"/>
          </p:cNvSpPr>
          <p:nvPr/>
        </p:nvSpPr>
        <p:spPr>
          <a:xfrm>
            <a:off x="9582150" y="4343400"/>
            <a:ext cx="2771775" cy="457200"/>
          </a:xfrm>
          <a:prstGeom prst="can">
            <a:avLst>
              <a:gd name="adj" fmla="val 16000"/>
            </a:avLst>
          </a:prstGeom>
          <a:solidFill>
            <a:srgbClr val="FFF6DD"/>
          </a:solidFill>
          <a:ln w="17145">
            <a:solidFill>
              <a:srgbClr val="111111"/>
            </a:solidFill>
            <a:prstDash val="solid"/>
          </a:ln>
        </p:spPr>
      </p:sp>
      <p:sp>
        <p:nvSpPr>
          <p:cNvPr id="77" name="DP1 object 106">
            <a:extLst>
              <a:ext uri="{FF2B5EF4-FFF2-40B4-BE49-F238E27FC236}">
                <ns2:creationId id="{B315DC7C-62F8-4CE2-A3CB-8E80E75B6A45}"/>
              </a:ext>
            </a:extLst>
          </p:cNvPr>
          <p:cNvSpPr>
            <a:spLocks noGrp="1"/>
          </p:cNvSpPr>
          <p:nvPr/>
        </p:nvSpPr>
        <p:spPr>
          <a:xfrm>
            <a:off x="9629775" y="444817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8" name="Editable path 107">
            <a:extLst>
              <a:ext uri="{FF2B5EF4-FFF2-40B4-BE49-F238E27FC236}">
                <ns2:creationId id="{E2C428D4-019F-453C-8661-CEF9DCD8833E}"/>
              </a:ext>
            </a:extLst>
          </p:cNvPr>
          <p:cNvSpPr>
            <a:spLocks noGrp="1"/>
          </p:cNvSpPr>
          <p:nvPr/>
        </p:nvSpPr>
        <p:spPr>
          <a:xfrm>
            <a:off x="10972800" y="4800600"/>
            <a:ext cx="953" cy="133350"/>
          </a:xfrm>
          <a:custGeom>
            <a:pathLst>
              <a:path w="953" h="133350">
                <a:moveTo>
                  <a:pt x="0" y="0"/>
                </a:moveTo>
                <a:lnTo>
                  <a:pt x="0" y="133350"/>
                </a:lnTo>
              </a:path>
            </a:pathLst>
          </a:custGeom>
          <a:noFill/>
          <a:ln w="21908">
            <a:solidFill>
              <a:srgbClr val="111111"/>
            </a:solidFill>
            <a:prstDash val="solid"/>
          </a:ln>
        </p:spPr>
      </p:sp>
      <p:sp>
        <p:nvSpPr>
          <p:cNvPr id="79" name="Editable arrowhead 108">
            <a:extLst>
              <a:ext uri="{FF2B5EF4-FFF2-40B4-BE49-F238E27FC236}">
                <ns2:creationId id="{83AEBD95-817F-4441-AAF1-8B6277DCB41F}"/>
              </a:ext>
            </a:extLst>
          </p:cNvPr>
          <p:cNvSpPr>
            <a:spLocks noGrp="1"/>
          </p:cNvSpPr>
          <p:nvPr/>
        </p:nvSpPr>
        <p:spPr>
          <a:xfrm>
            <a:off x="10925175"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Request Interpreter Component">
            <a:extLst>
              <a:ext uri="{FF2B5EF4-FFF2-40B4-BE49-F238E27FC236}">
                <ns2:creationId id="{AC4C6E51-ECCC-45ED-99F7-A759502CBF33}"/>
              </a:ext>
            </a:extLst>
          </p:cNvPr>
          <p:cNvSpPr>
            <a:spLocks noGrp="1"/>
          </p:cNvSpPr>
          <p:nvPr/>
        </p:nvSpPr>
        <p:spPr>
          <a:xfrm>
            <a:off x="9582150" y="4933950"/>
            <a:ext cx="2771775" cy="609600"/>
          </a:xfrm>
          <a:prstGeom prst="rect">
            <a:avLst/>
          </a:prstGeom>
          <a:solidFill>
            <a:srgbClr val="FFF6DD"/>
          </a:solidFill>
          <a:ln w="25718">
            <a:solidFill>
              <a:srgbClr val="111111"/>
            </a:solidFill>
            <a:prstDash val="solid"/>
          </a:ln>
        </p:spPr>
      </p:sp>
      <p:sp>
        <p:nvSpPr>
          <p:cNvPr id="81" name="DP1 object 109">
            <a:extLst>
              <a:ext uri="{FF2B5EF4-FFF2-40B4-BE49-F238E27FC236}">
                <ns2:creationId id="{2E27653D-A8B5-43CF-A453-BD12C239A831}"/>
              </a:ext>
            </a:extLst>
          </p:cNvPr>
          <p:cNvSpPr>
            <a:spLocks noGrp="1"/>
          </p:cNvSpPr>
          <p:nvPr/>
        </p:nvSpPr>
        <p:spPr>
          <a:xfrm>
            <a:off x="9639300" y="4953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2" name="Editable path 110">
            <a:extLst>
              <a:ext uri="{FF2B5EF4-FFF2-40B4-BE49-F238E27FC236}">
                <ns2:creationId id="{B17667FB-C119-4EFC-997B-03D37C759FB1}"/>
              </a:ext>
            </a:extLst>
          </p:cNvPr>
          <p:cNvSpPr>
            <a:spLocks noGrp="1"/>
          </p:cNvSpPr>
          <p:nvPr/>
        </p:nvSpPr>
        <p:spPr>
          <a:xfrm>
            <a:off x="9582150" y="5191125"/>
            <a:ext cx="2771775" cy="953"/>
          </a:xfrm>
          <a:custGeom>
            <a:pathLst>
              <a:path w="2771775" h="953">
                <a:moveTo>
                  <a:pt x="0" y="0"/>
                </a:moveTo>
                <a:lnTo>
                  <a:pt x="2771775" y="0"/>
                </a:lnTo>
              </a:path>
            </a:pathLst>
          </a:custGeom>
          <a:noFill/>
          <a:ln w="14288">
            <a:solidFill>
              <a:srgbClr val="111111"/>
            </a:solidFill>
            <a:prstDash val="solid"/>
          </a:ln>
        </p:spPr>
      </p:sp>
      <p:sp>
        <p:nvSpPr>
          <p:cNvPr id="83" name="Request Interpreter internal operation">
            <a:extLst>
              <a:ext uri="{FF2B5EF4-FFF2-40B4-BE49-F238E27FC236}">
                <ns2:creationId id="{4F6C25C0-3F4C-4977-8131-5927976949C3}"/>
              </a:ext>
            </a:extLst>
          </p:cNvPr>
          <p:cNvSpPr>
            <a:spLocks noGrp="1"/>
          </p:cNvSpPr>
          <p:nvPr/>
        </p:nvSpPr>
        <p:spPr>
          <a:xfrm>
            <a:off x="9677400" y="5257800"/>
            <a:ext cx="2581275" cy="209550"/>
          </a:xfrm>
          <a:prstGeom prst="rect">
            <a:avLst/>
          </a:prstGeom>
          <a:solidFill>
            <a:srgbClr val="FFFFFF"/>
          </a:solidFill>
          <a:ln w="14288">
            <a:solidFill>
              <a:srgbClr val="111111"/>
            </a:solidFill>
            <a:prstDash val="solid"/>
          </a:ln>
        </p:spPr>
      </p:sp>
      <p:sp>
        <p:nvSpPr>
          <p:cNvPr id="84" name="DP1 object 111">
            <a:extLst>
              <a:ext uri="{FF2B5EF4-FFF2-40B4-BE49-F238E27FC236}">
                <ns2:creationId id="{7F0F171B-23BB-4DC7-B9A8-D49640C1F3BC}"/>
              </a:ext>
            </a:extLst>
          </p:cNvPr>
          <p:cNvSpPr>
            <a:spLocks noGrp="1"/>
          </p:cNvSpPr>
          <p:nvPr/>
        </p:nvSpPr>
        <p:spPr>
          <a:xfrm>
            <a:off x="9725025" y="527685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5" name="Editable path 112">
            <a:extLst>
              <a:ext uri="{FF2B5EF4-FFF2-40B4-BE49-F238E27FC236}">
                <ns2:creationId id="{DE111174-EB94-4048-9F39-F2CA63BF1932}"/>
              </a:ext>
            </a:extLst>
          </p:cNvPr>
          <p:cNvSpPr>
            <a:spLocks noGrp="1"/>
          </p:cNvSpPr>
          <p:nvPr/>
        </p:nvSpPr>
        <p:spPr>
          <a:xfrm>
            <a:off x="9248775" y="292417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6" name="Editable arrowhead 113">
            <a:extLst>
              <a:ext uri="{FF2B5EF4-FFF2-40B4-BE49-F238E27FC236}">
                <ns2:creationId id="{44A41F69-473F-476C-98F3-BC4C73A8E006}"/>
              </a:ext>
            </a:extLst>
          </p:cNvPr>
          <p:cNvSpPr>
            <a:spLocks noGrp="1"/>
          </p:cNvSpPr>
          <p:nvPr/>
        </p:nvSpPr>
        <p:spPr>
          <a:xfrm>
            <a:off x="9486900" y="287655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7" name="DP1 object 114">
            <a:extLst>
              <a:ext uri="{FF2B5EF4-FFF2-40B4-BE49-F238E27FC236}">
                <ns2:creationId id="{2D830263-E92F-487D-8C25-4DAE0B75D97F}"/>
              </a:ext>
            </a:extLst>
          </p:cNvPr>
          <p:cNvSpPr>
            <a:spLocks noGrp="1"/>
          </p:cNvSpPr>
          <p:nvPr/>
        </p:nvSpPr>
        <p:spPr>
          <a:xfrm>
            <a:off x="7477125" y="433387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8" name="DP1 object 115">
            <a:extLst>
              <a:ext uri="{FF2B5EF4-FFF2-40B4-BE49-F238E27FC236}">
                <ns2:creationId id="{64638BFA-B529-480D-B3A5-E37654AED139}"/>
              </a:ext>
            </a:extLst>
          </p:cNvPr>
          <p:cNvSpPr>
            <a:spLocks noGrp="1"/>
          </p:cNvSpPr>
          <p:nvPr/>
        </p:nvSpPr>
        <p:spPr>
          <a:xfrm>
            <a:off x="7477125" y="506730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89" name="DP1 object 116">
            <a:extLst>
              <a:ext uri="{FF2B5EF4-FFF2-40B4-BE49-F238E27FC236}">
                <ns2:creationId id="{DF27F480-DAC2-4FC2-ABE4-D7E59062FF6C}"/>
              </a:ext>
            </a:extLst>
          </p:cNvPr>
          <p:cNvSpPr>
            <a:spLocks noGrp="1"/>
          </p:cNvSpPr>
          <p:nvPr/>
        </p:nvSpPr>
        <p:spPr>
          <a:xfrm>
            <a:off x="127444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0" name="허용 원본&#10;확정 변경">
            <a:extLst>
              <a:ext uri="{FF2B5EF4-FFF2-40B4-BE49-F238E27FC236}">
                <ns2:creationId id="{ED3AD7F8-A36E-4D72-B457-80013CB0B9E4}"/>
              </a:ext>
            </a:extLst>
          </p:cNvPr>
          <p:cNvSpPr>
            <a:spLocks noGrp="1"/>
          </p:cNvSpPr>
          <p:nvPr/>
        </p:nvSpPr>
        <p:spPr>
          <a:xfrm>
            <a:off x="12839700" y="2990850"/>
            <a:ext cx="1543050" cy="657225"/>
          </a:xfrm>
          <a:prstGeom prst="can">
            <a:avLst>
              <a:gd name="adj" fmla="val 16000"/>
            </a:avLst>
          </a:prstGeom>
          <a:solidFill>
            <a:srgbClr val="FFFFFF"/>
          </a:solidFill>
          <a:ln w="17145">
            <a:solidFill>
              <a:srgbClr val="111111"/>
            </a:solidFill>
            <a:prstDash val="solid"/>
          </a:ln>
        </p:spPr>
      </p:sp>
      <p:sp>
        <p:nvSpPr>
          <p:cNvPr id="91" name="DP1 object 117">
            <a:extLst>
              <a:ext uri="{FF2B5EF4-FFF2-40B4-BE49-F238E27FC236}">
                <ns2:creationId id="{1AAA9777-F9D1-4587-8F35-C65B28D3E248}"/>
              </a:ext>
            </a:extLst>
          </p:cNvPr>
          <p:cNvSpPr>
            <a:spLocks noGrp="1"/>
          </p:cNvSpPr>
          <p:nvPr/>
        </p:nvSpPr>
        <p:spPr>
          <a:xfrm>
            <a:off x="12887325" y="309562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2" name="Context Manager production Component">
            <a:extLst>
              <a:ext uri="{FF2B5EF4-FFF2-40B4-BE49-F238E27FC236}">
                <ns2:creationId id="{E8758133-6F99-4EB7-90C9-1BBB9BCFEAFB}"/>
              </a:ext>
            </a:extLst>
          </p:cNvPr>
          <p:cNvSpPr>
            <a:spLocks noGrp="1"/>
          </p:cNvSpPr>
          <p:nvPr/>
        </p:nvSpPr>
        <p:spPr>
          <a:xfrm>
            <a:off x="14658975" y="2552700"/>
            <a:ext cx="3190875" cy="1657350"/>
          </a:xfrm>
          <a:prstGeom prst="rect">
            <a:avLst/>
          </a:prstGeom>
          <a:solidFill>
            <a:srgbClr val="FFF6DD"/>
          </a:solidFill>
          <a:ln w="25718">
            <a:solidFill>
              <a:srgbClr val="111111"/>
            </a:solidFill>
            <a:prstDash val="solid"/>
          </a:ln>
        </p:spPr>
      </p:sp>
      <p:sp>
        <p:nvSpPr>
          <p:cNvPr id="93" name="DP1 object 118">
            <a:extLst>
              <a:ext uri="{FF2B5EF4-FFF2-40B4-BE49-F238E27FC236}">
                <ns2:creationId id="{D23648B4-08CC-4A45-AA8B-A06BBCF0792D}"/>
              </a:ext>
            </a:extLst>
          </p:cNvPr>
          <p:cNvSpPr>
            <a:spLocks noGrp="1"/>
          </p:cNvSpPr>
          <p:nvPr/>
        </p:nvSpPr>
        <p:spPr>
          <a:xfrm>
            <a:off x="14735175" y="259080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4" name="Editable path 119">
            <a:extLst>
              <a:ext uri="{FF2B5EF4-FFF2-40B4-BE49-F238E27FC236}">
                <ns2:creationId id="{12CC2BB5-9EBB-4FF6-B85A-19DE8AF72750}"/>
              </a:ext>
            </a:extLst>
          </p:cNvPr>
          <p:cNvSpPr>
            <a:spLocks noGrp="1"/>
          </p:cNvSpPr>
          <p:nvPr/>
        </p:nvSpPr>
        <p:spPr>
          <a:xfrm>
            <a:off x="14658975" y="2914650"/>
            <a:ext cx="3190875" cy="953"/>
          </a:xfrm>
          <a:custGeom>
            <a:pathLst>
              <a:path w="3190875" h="953">
                <a:moveTo>
                  <a:pt x="0" y="0"/>
                </a:moveTo>
                <a:lnTo>
                  <a:pt x="3190875" y="0"/>
                </a:lnTo>
              </a:path>
            </a:pathLst>
          </a:custGeom>
          <a:noFill/>
          <a:ln w="14288">
            <a:solidFill>
              <a:srgbClr val="111111"/>
            </a:solidFill>
            <a:prstDash val="solid"/>
          </a:ln>
        </p:spPr>
      </p:sp>
      <p:sp>
        <p:nvSpPr>
          <p:cNvPr id="95" name="DP1 object 120">
            <a:extLst>
              <a:ext uri="{FF2B5EF4-FFF2-40B4-BE49-F238E27FC236}">
                <ns2:creationId id="{9289B29B-8135-4E8E-A6F5-0563540038FC}"/>
              </a:ext>
            </a:extLst>
          </p:cNvPr>
          <p:cNvSpPr>
            <a:spLocks noGrp="1"/>
          </p:cNvSpPr>
          <p:nvPr/>
        </p:nvSpPr>
        <p:spPr>
          <a:xfrm>
            <a:off x="14744700" y="295275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6" name="Independent evidence production internal operation">
            <a:extLst>
              <a:ext uri="{FF2B5EF4-FFF2-40B4-BE49-F238E27FC236}">
                <ns2:creationId id="{5D5D5FDC-CDC7-4D2A-9365-14C8D81B4694}"/>
              </a:ext>
            </a:extLst>
          </p:cNvPr>
          <p:cNvSpPr>
            <a:spLocks noGrp="1"/>
          </p:cNvSpPr>
          <p:nvPr/>
        </p:nvSpPr>
        <p:spPr>
          <a:xfrm>
            <a:off x="14773275" y="3276600"/>
            <a:ext cx="1628775" cy="752475"/>
          </a:xfrm>
          <a:prstGeom prst="rect">
            <a:avLst/>
          </a:prstGeom>
          <a:solidFill>
            <a:srgbClr val="FFFFFF"/>
          </a:solidFill>
          <a:ln w="14288">
            <a:solidFill>
              <a:srgbClr val="111111"/>
            </a:solidFill>
            <a:prstDash val="solid"/>
          </a:ln>
        </p:spPr>
      </p:sp>
      <p:sp>
        <p:nvSpPr>
          <p:cNvPr id="97" name="DP1 object 121">
            <a:extLst>
              <a:ext uri="{FF2B5EF4-FFF2-40B4-BE49-F238E27FC236}">
                <ns2:creationId id="{49F0F1FF-BDD9-4D88-A8F9-4D7D7797071B}"/>
              </a:ext>
            </a:extLst>
          </p:cNvPr>
          <p:cNvSpPr>
            <a:spLocks noGrp="1"/>
          </p:cNvSpPr>
          <p:nvPr/>
        </p:nvSpPr>
        <p:spPr>
          <a:xfrm>
            <a:off x="14830425" y="334327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8" name="게시 근거">
            <a:extLst>
              <a:ext uri="{FF2B5EF4-FFF2-40B4-BE49-F238E27FC236}">
                <ns2:creationId id="{40591583-C89A-4319-95A8-F4FC3F3E66FC}"/>
              </a:ext>
            </a:extLst>
          </p:cNvPr>
          <p:cNvSpPr>
            <a:spLocks noGrp="1"/>
          </p:cNvSpPr>
          <p:nvPr/>
        </p:nvSpPr>
        <p:spPr>
          <a:xfrm>
            <a:off x="16602075" y="3333750"/>
            <a:ext cx="1133475" cy="619125"/>
          </a:xfrm>
          <a:prstGeom prst="can">
            <a:avLst>
              <a:gd name="adj" fmla="val 16000"/>
            </a:avLst>
          </a:prstGeom>
          <a:solidFill>
            <a:srgbClr val="FFFFFF"/>
          </a:solidFill>
          <a:ln w="17145">
            <a:solidFill>
              <a:srgbClr val="111111"/>
            </a:solidFill>
            <a:prstDash val="solid"/>
          </a:ln>
        </p:spPr>
      </p:sp>
      <p:sp>
        <p:nvSpPr>
          <p:cNvPr id="99" name="DP1 object 122">
            <a:extLst>
              <a:ext uri="{FF2B5EF4-FFF2-40B4-BE49-F238E27FC236}">
                <ns2:creationId id="{EA04001A-34D2-4DAD-AF63-493FFBC54FC6}"/>
              </a:ext>
            </a:extLst>
          </p:cNvPr>
          <p:cNvSpPr>
            <a:spLocks noGrp="1"/>
          </p:cNvSpPr>
          <p:nvPr/>
        </p:nvSpPr>
        <p:spPr>
          <a:xfrm>
            <a:off x="16649700" y="343852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0" name="Editable path 123">
            <a:extLst>
              <a:ext uri="{FF2B5EF4-FFF2-40B4-BE49-F238E27FC236}">
                <ns2:creationId id="{A451E588-0232-4460-BF5E-F4881E5B6B7C}"/>
              </a:ext>
            </a:extLst>
          </p:cNvPr>
          <p:cNvSpPr>
            <a:spLocks noGrp="1"/>
          </p:cNvSpPr>
          <p:nvPr/>
        </p:nvSpPr>
        <p:spPr>
          <a:xfrm>
            <a:off x="14382750" y="3324225"/>
            <a:ext cx="276225" cy="953"/>
          </a:xfrm>
          <a:custGeom>
            <a:pathLst>
              <a:path w="276225" h="953">
                <a:moveTo>
                  <a:pt x="0" y="0"/>
                </a:moveTo>
                <a:lnTo>
                  <a:pt x="276225" y="0"/>
                </a:lnTo>
              </a:path>
            </a:pathLst>
          </a:custGeom>
          <a:noFill/>
          <a:ln w="21908">
            <a:solidFill>
              <a:srgbClr val="111111"/>
            </a:solidFill>
            <a:prstDash val="solid"/>
          </a:ln>
        </p:spPr>
      </p:sp>
      <p:sp>
        <p:nvSpPr>
          <p:cNvPr id="101" name="Editable arrowhead 124">
            <a:extLst>
              <a:ext uri="{FF2B5EF4-FFF2-40B4-BE49-F238E27FC236}">
                <ns2:creationId id="{4D56DCD4-ADD4-4E03-A298-A9ECD8B05302}"/>
              </a:ext>
            </a:extLst>
          </p:cNvPr>
          <p:cNvSpPr>
            <a:spLocks noGrp="1"/>
          </p:cNvSpPr>
          <p:nvPr/>
        </p:nvSpPr>
        <p:spPr>
          <a:xfrm>
            <a:off x="14563725"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2" name="Editable path 125">
            <a:extLst>
              <a:ext uri="{FF2B5EF4-FFF2-40B4-BE49-F238E27FC236}">
                <ns2:creationId id="{3246651E-F0CC-498F-8EC7-52CB410CF35E}"/>
              </a:ext>
            </a:extLst>
          </p:cNvPr>
          <p:cNvSpPr>
            <a:spLocks noGrp="1"/>
          </p:cNvSpPr>
          <p:nvPr/>
        </p:nvSpPr>
        <p:spPr>
          <a:xfrm>
            <a:off x="16402050" y="3648075"/>
            <a:ext cx="200025" cy="953"/>
          </a:xfrm>
          <a:custGeom>
            <a:pathLst>
              <a:path w="200025" h="953">
                <a:moveTo>
                  <a:pt x="0" y="0"/>
                </a:moveTo>
                <a:lnTo>
                  <a:pt x="200025" y="0"/>
                </a:lnTo>
              </a:path>
            </a:pathLst>
          </a:custGeom>
          <a:noFill/>
          <a:ln w="21908">
            <a:solidFill>
              <a:srgbClr val="111111"/>
            </a:solidFill>
            <a:prstDash val="solid"/>
          </a:ln>
        </p:spPr>
      </p:sp>
      <p:sp>
        <p:nvSpPr>
          <p:cNvPr id="103" name="Editable arrowhead 126">
            <a:extLst>
              <a:ext uri="{FF2B5EF4-FFF2-40B4-BE49-F238E27FC236}">
                <ns2:creationId id="{1E7ECD21-D775-4F8E-AB18-5994EBE8A0B9}"/>
              </a:ext>
            </a:extLst>
          </p:cNvPr>
          <p:cNvSpPr>
            <a:spLocks noGrp="1"/>
          </p:cNvSpPr>
          <p:nvPr/>
        </p:nvSpPr>
        <p:spPr>
          <a:xfrm>
            <a:off x="16506825" y="3600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4" name="Context Manager Component">
            <a:extLst>
              <a:ext uri="{FF2B5EF4-FFF2-40B4-BE49-F238E27FC236}">
                <ns2:creationId id="{E37F0572-8B11-4BF7-8CA8-392DFD6C1BF8}"/>
              </a:ext>
            </a:extLst>
          </p:cNvPr>
          <p:cNvSpPr>
            <a:spLocks noGrp="1"/>
          </p:cNvSpPr>
          <p:nvPr/>
        </p:nvSpPr>
        <p:spPr>
          <a:xfrm>
            <a:off x="12839700" y="4591050"/>
            <a:ext cx="2333625" cy="933450"/>
          </a:xfrm>
          <a:prstGeom prst="rect">
            <a:avLst/>
          </a:prstGeom>
          <a:solidFill>
            <a:srgbClr val="FFF6DD"/>
          </a:solidFill>
          <a:ln w="25718">
            <a:solidFill>
              <a:srgbClr val="111111"/>
            </a:solidFill>
            <a:prstDash val="solid"/>
          </a:ln>
        </p:spPr>
      </p:sp>
      <p:sp>
        <p:nvSpPr>
          <p:cNvPr id="105" name="DP1 object 127">
            <a:extLst>
              <a:ext uri="{FF2B5EF4-FFF2-40B4-BE49-F238E27FC236}">
                <ns2:creationId id="{915F5C5F-FF46-4C1C-9888-8D9C92F56F52}"/>
              </a:ext>
            </a:extLst>
          </p:cNvPr>
          <p:cNvSpPr>
            <a:spLocks noGrp="1"/>
          </p:cNvSpPr>
          <p:nvPr/>
        </p:nvSpPr>
        <p:spPr>
          <a:xfrm>
            <a:off x="12896850" y="461010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6" name="Editable path 128">
            <a:extLst>
              <a:ext uri="{FF2B5EF4-FFF2-40B4-BE49-F238E27FC236}">
                <ns2:creationId id="{0B4A3B0B-D346-48FC-B5D3-6FC841FA7A89}"/>
              </a:ext>
            </a:extLst>
          </p:cNvPr>
          <p:cNvSpPr>
            <a:spLocks noGrp="1"/>
          </p:cNvSpPr>
          <p:nvPr/>
        </p:nvSpPr>
        <p:spPr>
          <a:xfrm>
            <a:off x="12839700" y="4914900"/>
            <a:ext cx="2333625" cy="953"/>
          </a:xfrm>
          <a:custGeom>
            <a:pathLst>
              <a:path w="2333625" h="953">
                <a:moveTo>
                  <a:pt x="0" y="0"/>
                </a:moveTo>
                <a:lnTo>
                  <a:pt x="2333625" y="0"/>
                </a:lnTo>
              </a:path>
            </a:pathLst>
          </a:custGeom>
          <a:noFill/>
          <a:ln w="14288">
            <a:solidFill>
              <a:srgbClr val="111111"/>
            </a:solidFill>
            <a:prstDash val="solid"/>
          </a:ln>
        </p:spPr>
      </p:sp>
      <p:sp>
        <p:nvSpPr>
          <p:cNvPr id="107" name="Context Manager internal operation">
            <a:extLst>
              <a:ext uri="{FF2B5EF4-FFF2-40B4-BE49-F238E27FC236}">
                <ns2:creationId id="{85AEF624-D210-48A6-95F4-319139C69883}"/>
              </a:ext>
            </a:extLst>
          </p:cNvPr>
          <p:cNvSpPr>
            <a:spLocks noGrp="1"/>
          </p:cNvSpPr>
          <p:nvPr/>
        </p:nvSpPr>
        <p:spPr>
          <a:xfrm>
            <a:off x="12934950" y="4981575"/>
            <a:ext cx="2143125" cy="466725"/>
          </a:xfrm>
          <a:prstGeom prst="rect">
            <a:avLst/>
          </a:prstGeom>
          <a:solidFill>
            <a:srgbClr val="FFFFFF"/>
          </a:solidFill>
          <a:ln w="14288">
            <a:solidFill>
              <a:srgbClr val="111111"/>
            </a:solidFill>
            <a:prstDash val="solid"/>
          </a:ln>
        </p:spPr>
      </p:sp>
      <p:sp>
        <p:nvSpPr>
          <p:cNvPr id="108" name="DP1 object 129">
            <a:extLst>
              <a:ext uri="{FF2B5EF4-FFF2-40B4-BE49-F238E27FC236}">
                <ns2:creationId id="{441BC9EF-3041-4BA3-B51C-D74384FA48C6}"/>
              </a:ext>
            </a:extLst>
          </p:cNvPr>
          <p:cNvSpPr>
            <a:spLocks noGrp="1"/>
          </p:cNvSpPr>
          <p:nvPr/>
        </p:nvSpPr>
        <p:spPr>
          <a:xfrm>
            <a:off x="12982575" y="500062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09" name="Request Interpreter Component">
            <a:extLst>
              <a:ext uri="{FF2B5EF4-FFF2-40B4-BE49-F238E27FC236}">
                <ns2:creationId id="{826DE4EC-0483-4A94-912C-3F9D49E5A949}"/>
              </a:ext>
            </a:extLst>
          </p:cNvPr>
          <p:cNvSpPr>
            <a:spLocks noGrp="1"/>
          </p:cNvSpPr>
          <p:nvPr/>
        </p:nvSpPr>
        <p:spPr>
          <a:xfrm>
            <a:off x="15563850" y="4591050"/>
            <a:ext cx="2286000" cy="933450"/>
          </a:xfrm>
          <a:prstGeom prst="rect">
            <a:avLst/>
          </a:prstGeom>
          <a:solidFill>
            <a:srgbClr val="FFF6DD"/>
          </a:solidFill>
          <a:ln w="25718">
            <a:solidFill>
              <a:srgbClr val="111111"/>
            </a:solidFill>
            <a:prstDash val="solid"/>
          </a:ln>
        </p:spPr>
      </p:sp>
      <p:sp>
        <p:nvSpPr>
          <p:cNvPr id="110" name="DP1 object 130">
            <a:extLst>
              <a:ext uri="{FF2B5EF4-FFF2-40B4-BE49-F238E27FC236}">
                <ns2:creationId id="{927208EE-38F8-4CAB-9E14-C1FEEB032AE7}"/>
              </a:ext>
            </a:extLst>
          </p:cNvPr>
          <p:cNvSpPr>
            <a:spLocks noGrp="1"/>
          </p:cNvSpPr>
          <p:nvPr/>
        </p:nvSpPr>
        <p:spPr>
          <a:xfrm>
            <a:off x="15621000" y="461010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1" name="Editable path 131">
            <a:extLst>
              <a:ext uri="{FF2B5EF4-FFF2-40B4-BE49-F238E27FC236}">
                <ns2:creationId id="{1FF82F46-D578-412B-82FE-3935D16F1121}"/>
              </a:ext>
            </a:extLst>
          </p:cNvPr>
          <p:cNvSpPr>
            <a:spLocks noGrp="1"/>
          </p:cNvSpPr>
          <p:nvPr/>
        </p:nvSpPr>
        <p:spPr>
          <a:xfrm>
            <a:off x="15563850" y="4914900"/>
            <a:ext cx="2286000" cy="953"/>
          </a:xfrm>
          <a:custGeom>
            <a:pathLst>
              <a:path w="2286000" h="953">
                <a:moveTo>
                  <a:pt x="0" y="0"/>
                </a:moveTo>
                <a:lnTo>
                  <a:pt x="2286000" y="0"/>
                </a:lnTo>
              </a:path>
            </a:pathLst>
          </a:custGeom>
          <a:noFill/>
          <a:ln w="14288">
            <a:solidFill>
              <a:srgbClr val="111111"/>
            </a:solidFill>
            <a:prstDash val="solid"/>
          </a:ln>
        </p:spPr>
      </p:sp>
      <p:sp>
        <p:nvSpPr>
          <p:cNvPr id="112" name="Request Interpreter internal operation">
            <a:extLst>
              <a:ext uri="{FF2B5EF4-FFF2-40B4-BE49-F238E27FC236}">
                <ns2:creationId id="{A0770515-C8CB-4395-8B31-B329F15A661B}"/>
              </a:ext>
            </a:extLst>
          </p:cNvPr>
          <p:cNvSpPr>
            <a:spLocks noGrp="1"/>
          </p:cNvSpPr>
          <p:nvPr/>
        </p:nvSpPr>
        <p:spPr>
          <a:xfrm>
            <a:off x="15659100" y="4981575"/>
            <a:ext cx="2095500" cy="466725"/>
          </a:xfrm>
          <a:prstGeom prst="rect">
            <a:avLst/>
          </a:prstGeom>
          <a:solidFill>
            <a:srgbClr val="FFFFFF"/>
          </a:solidFill>
          <a:ln w="14288">
            <a:solidFill>
              <a:srgbClr val="111111"/>
            </a:solidFill>
            <a:prstDash val="solid"/>
          </a:ln>
        </p:spPr>
      </p:sp>
      <p:sp>
        <p:nvSpPr>
          <p:cNvPr id="113" name="DP1 object 132">
            <a:extLst>
              <a:ext uri="{FF2B5EF4-FFF2-40B4-BE49-F238E27FC236}">
                <ns2:creationId id="{4854AC4E-66D2-4509-B6DD-7D6DB454DDBD}"/>
              </a:ext>
            </a:extLst>
          </p:cNvPr>
          <p:cNvSpPr>
            <a:spLocks noGrp="1"/>
          </p:cNvSpPr>
          <p:nvPr/>
        </p:nvSpPr>
        <p:spPr>
          <a:xfrm>
            <a:off x="15706725" y="500062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4" name="Editable path 133">
            <a:extLst>
              <a:ext uri="{FF2B5EF4-FFF2-40B4-BE49-F238E27FC236}">
                <ns2:creationId id="{3D97E2F2-AFC7-48FF-98B4-D227DC0AF431}"/>
              </a:ext>
            </a:extLst>
          </p:cNvPr>
          <p:cNvSpPr>
            <a:spLocks noGrp="1"/>
          </p:cNvSpPr>
          <p:nvPr/>
        </p:nvSpPr>
        <p:spPr>
          <a:xfrm>
            <a:off x="14011275" y="395287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5" name="Editable arrowhead 134">
            <a:extLst>
              <a:ext uri="{FF2B5EF4-FFF2-40B4-BE49-F238E27FC236}">
                <ns2:creationId id="{96144C5D-1367-464B-AFC5-9B96F7A788DF}"/>
              </a:ext>
            </a:extLst>
          </p:cNvPr>
          <p:cNvSpPr>
            <a:spLocks noGrp="1"/>
          </p:cNvSpPr>
          <p:nvPr/>
        </p:nvSpPr>
        <p:spPr>
          <a:xfrm>
            <a:off x="139636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6" name="Editable path 135">
            <a:extLst>
              <a:ext uri="{FF2B5EF4-FFF2-40B4-BE49-F238E27FC236}">
                <ns2:creationId id="{AE1663EF-85E4-4FB1-86EA-31B837CA6667}"/>
              </a:ext>
            </a:extLst>
          </p:cNvPr>
          <p:cNvSpPr>
            <a:spLocks noGrp="1"/>
          </p:cNvSpPr>
          <p:nvPr/>
        </p:nvSpPr>
        <p:spPr>
          <a:xfrm>
            <a:off x="15173325" y="5143500"/>
            <a:ext cx="390525" cy="953"/>
          </a:xfrm>
          <a:custGeom>
            <a:pathLst>
              <a:path w="390525" h="953">
                <a:moveTo>
                  <a:pt x="0" y="0"/>
                </a:moveTo>
                <a:lnTo>
                  <a:pt x="390525" y="0"/>
                </a:lnTo>
              </a:path>
            </a:pathLst>
          </a:custGeom>
          <a:noFill/>
          <a:ln w="21908">
            <a:solidFill>
              <a:srgbClr val="111111"/>
            </a:solidFill>
            <a:prstDash val="solid"/>
          </a:ln>
        </p:spPr>
      </p:sp>
      <p:sp>
        <p:nvSpPr>
          <p:cNvPr id="117" name="Editable arrowhead 136">
            <a:extLst>
              <a:ext uri="{FF2B5EF4-FFF2-40B4-BE49-F238E27FC236}">
                <ns2:creationId id="{F498ED6B-85F8-45D2-A4DB-4BA46C604870}"/>
              </a:ext>
            </a:extLst>
          </p:cNvPr>
          <p:cNvSpPr>
            <a:spLocks noGrp="1"/>
          </p:cNvSpPr>
          <p:nvPr/>
        </p:nvSpPr>
        <p:spPr>
          <a:xfrm>
            <a:off x="15468600" y="5095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8" name="DP1 object 137">
            <a:extLst>
              <a:ext uri="{FF2B5EF4-FFF2-40B4-BE49-F238E27FC236}">
                <ns2:creationId id="{1EA389FF-3478-4443-9988-7A8EEA2F0E7F}"/>
              </a:ext>
            </a:extLst>
          </p:cNvPr>
          <p:cNvSpPr>
            <a:spLocks noGrp="1"/>
          </p:cNvSpPr>
          <p:nvPr/>
        </p:nvSpPr>
        <p:spPr>
          <a:xfrm>
            <a:off x="15744825" y="432435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19" name="Editable path 138">
            <a:extLst>
              <a:ext uri="{FF2B5EF4-FFF2-40B4-BE49-F238E27FC236}">
                <ns2:creationId id="{F842E98C-0B10-46CF-95A8-5C5BC8139E0D}"/>
              </a:ext>
            </a:extLst>
          </p:cNvPr>
          <p:cNvSpPr>
            <a:spLocks noGrp="1"/>
          </p:cNvSpPr>
          <p:nvPr/>
        </p:nvSpPr>
        <p:spPr>
          <a:xfrm>
            <a:off x="16716375" y="4533900"/>
            <a:ext cx="953" cy="57150"/>
          </a:xfrm>
          <a:custGeom>
            <a:pathLst>
              <a:path w="953" h="57150">
                <a:moveTo>
                  <a:pt x="0" y="0"/>
                </a:moveTo>
                <a:lnTo>
                  <a:pt x="0" y="57150"/>
                </a:lnTo>
              </a:path>
            </a:pathLst>
          </a:custGeom>
          <a:noFill/>
          <a:ln w="17145">
            <a:solidFill>
              <a:srgbClr val="111111"/>
            </a:solidFill>
            <a:prstDash val="solid"/>
          </a:ln>
        </p:spPr>
      </p:sp>
      <p:sp>
        <p:nvSpPr>
          <p:cNvPr id="120" name="Editable arrowhead 139">
            <a:extLst>
              <a:ext uri="{FF2B5EF4-FFF2-40B4-BE49-F238E27FC236}">
                <ns2:creationId id="{9DBC59DE-0B2B-44E0-8043-6F1C7019690B}"/>
              </a:ext>
            </a:extLst>
          </p:cNvPr>
          <p:cNvSpPr>
            <a:spLocks noGrp="1"/>
          </p:cNvSpPr>
          <p:nvPr/>
        </p:nvSpPr>
        <p:spPr>
          <a:xfrm>
            <a:off x="166687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1" name="Editable path 140">
            <a:extLst>
              <a:ext uri="{FF2B5EF4-FFF2-40B4-BE49-F238E27FC236}">
                <ns2:creationId id="{2DAA73D9-7205-438E-B0F6-DB136D4604D7}"/>
              </a:ext>
            </a:extLst>
          </p:cNvPr>
          <p:cNvSpPr>
            <a:spLocks noGrp="1"/>
          </p:cNvSpPr>
          <p:nvPr/>
        </p:nvSpPr>
        <p:spPr>
          <a:xfrm>
            <a:off x="12715875" y="332422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2" name="Editable arrowhead 141">
            <a:extLst>
              <a:ext uri="{FF2B5EF4-FFF2-40B4-BE49-F238E27FC236}">
                <ns2:creationId id="{41990CEA-0116-44D0-B32D-C028EE100B65}"/>
              </a:ext>
            </a:extLst>
          </p:cNvPr>
          <p:cNvSpPr>
            <a:spLocks noGrp="1"/>
          </p:cNvSpPr>
          <p:nvPr/>
        </p:nvSpPr>
        <p:spPr>
          <a:xfrm>
            <a:off x="12744450"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3" name="DP1 object 142">
            <a:extLst>
              <a:ext uri="{FF2B5EF4-FFF2-40B4-BE49-F238E27FC236}">
                <ns2:creationId id="{7F38996A-A847-4D9D-B18B-A2885A13FFC8}"/>
              </a:ext>
            </a:extLst>
          </p:cNvPr>
          <p:cNvSpPr>
            <a:spLocks noGrp="1"/>
          </p:cNvSpPr>
          <p:nvPr/>
        </p:nvSpPr>
        <p:spPr>
          <a:xfrm>
            <a:off x="12849225" y="371475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4" name="DP1 object 143">
            <a:extLst>
              <a:ext uri="{FF2B5EF4-FFF2-40B4-BE49-F238E27FC236}">
                <ns2:creationId id="{AC1BF6B0-F1E8-432A-AB29-88141017BE84}"/>
              </a:ext>
            </a:extLst>
          </p:cNvPr>
          <p:cNvSpPr>
            <a:spLocks noGrp="1"/>
          </p:cNvSpPr>
          <p:nvPr/>
        </p:nvSpPr>
        <p:spPr>
          <a:xfrm>
            <a:off x="266700" y="9496425"/>
            <a:ext cx="17430750" cy="2571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근거 공급 구간 확대도. 읽기 제어와 의미 채택은 Request Controller가 담당. 동일 이름은 같은 Component의 단계별 표시.</a:t>
            </a:r>
            <a:endParaRPr lang="ko-KR">
              <a:latin typeface="Calibri"/>
              <a:ea typeface="Calibri"/>
              <a:cs typeface="Calibri"/>
            </a:endParaRPr>
          </a:p>
        </p:txBody>
      </p:sp>
      <p:sp>
        <p:nvSpPr>
          <p:cNvPr id="125" name="DP1 object 144">
            <a:extLst>
              <a:ext uri="{FF2B5EF4-FFF2-40B4-BE49-F238E27FC236}">
                <ns2:creationId id="{94F2344E-0A1B-44DA-8CD4-F662A8DC42E2}"/>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시간 괄호: 관측/예정 건수 / 기본안별 12episode / QA04 별도 4과제 / 비용은 사전 생산 포함 / RSS는 로컬 실행기 / QA01 A/B 우열 미확정</a:t>
            </a:r>
            <a:endParaRPr lang="ko-KR">
              <a:latin typeface="Calibri"/>
              <a:ea typeface="Calibri"/>
              <a:cs typeface="Calibri"/>
            </a:endParaRPr>
          </a:p>
        </p:txBody>
      </p:sp>
    </p:spTree>
    <p:extLst>
      <p:ext uri="{BB962C8B-B14F-4D97-AF65-F5344CB8AC3E}">
        <p14:creationId val="1467687415"/>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9" name="Unified slide title">
            <a:extLst>
              <a:ext uri="{FF2B5EF4-FFF2-40B4-BE49-F238E27FC236}">
                <ns2:creationId id="{95382197-D40B-4127-83CB-52B8AB3B686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(선택 및 보완)</a:t>
            </a:r>
            <a:endParaRPr lang="ko-KR">
              <a:latin typeface="Calibri"/>
              <a:ea typeface="Calibri"/>
              <a:cs typeface="Calibri"/>
            </a:endParaRPr>
          </a:p>
        </p:txBody>
      </p:sp>
      <p:sp>
        <p:nvSpPr>
          <p:cNvPr id="2" name="Workflow 과제 소개">
            <a:extLst>
              <a:ext uri="{FF2B5EF4-FFF2-40B4-BE49-F238E27FC236}">
                <ns2:creationId id="{EB8B204B-DD78-4370-A0CE-D3D20F80FDC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2A0AABE-AE21-408F-A359-86380EC79D7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2629828A-8C23-43D5-A202-396BD0142C1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A26A63A-67C3-4862-8057-64285BAB7C5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ED7F195-90F4-4D4C-8F19-3AD6109997B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4050BEB-76FB-48E6-AAA3-B0E481C9951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5BACE27-265B-4CBB-A065-A0612623F2C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A2EE934-E225-4947-8783-1973BDCE9EF0}"/>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9515834-5D0F-420B-B4D3-4173B8C40F53}"/>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41E29BEB-94D7-45E4-B5F8-DDDDEE714C15}"/>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AF4EF0F-B0BD-4B4D-BF2D-84BEE84450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52551D45-C9DA-45C5-B623-AB4C0E93D6CB}"/>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3 / 16</a:t>
            </a:r>
            <a:endParaRPr lang="ko-KR">
              <a:latin typeface="Calibri"/>
              <a:ea typeface="Calibri"/>
              <a:cs typeface="Calibri"/>
            </a:endParaRPr>
          </a:p>
        </p:txBody>
      </p:sp>
      <p:sp>
        <p:nvSpPr>
          <p:cNvPr id="14" name="DP1 object 145">
            <a:extLst>
              <a:ext uri="{FF2B5EF4-FFF2-40B4-BE49-F238E27FC236}">
                <ns2:creationId id="{AB877CB3-1D48-4E98-A467-233AD0C1DA4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같은 자료를 이어 묻는 조건에서 기본 A 선택 / A2는 재조회 감소를 확인한 보완 후보</a:t>
            </a:r>
            <a:endParaRPr lang="ko-KR">
              <a:latin typeface="Calibri"/>
              <a:ea typeface="Calibri"/>
              <a:cs typeface="Calibri"/>
            </a:endParaRPr>
          </a:p>
        </p:txBody>
      </p:sp>
      <p:graphicFrame>
        <p:nvGraphicFramePr>
          <p:cNvPr id="15" name="">
            <a:extLst>
              <a:ext uri="{FF2B5EF4-FFF2-40B4-BE49-F238E27FC236}">
                <ns2:creationId id="{68ECEE70-8115-4288-ABEB-856D3E2FC7AF}"/>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원문 정정에 따른 문맥 갱신</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[QA03 보완] A2 변경 조각 갱신 (영향 불명 시 전체 재구성)</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13.617 (36/36)</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[별도 정정 3회] 21.822 → 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146">
            <a:extLst>
              <a:ext uri="{FF2B5EF4-FFF2-40B4-BE49-F238E27FC236}">
                <ns2:creationId id="{EF344D39-D579-4DB0-A521-F13CFFD0B3ED}"/>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sp>
      <p:sp>
        <p:nvSpPr>
          <p:cNvPr id="17" name="DP1 object 147">
            <a:extLst>
              <a:ext uri="{FF2B5EF4-FFF2-40B4-BE49-F238E27FC236}">
                <ns2:creationId id="{A122C4A7-8103-45D7-9AB9-677D004F770D}"/>
              </a:ext>
            </a:extLst>
          </p:cNvPr>
          <p:cNvSpPr>
            <a:spLocks noGrp="1"/>
          </p:cNvSpPr>
          <p:nvPr/>
        </p:nvSpPr>
        <p:spPr>
          <a:xfrm>
            <a:off x="419100" y="29051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148">
            <a:extLst>
              <a:ext uri="{FF2B5EF4-FFF2-40B4-BE49-F238E27FC236}">
                <ns2:creationId id="{24B6082D-3828-42E4-B83C-97FF647D4C2F}"/>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sp>
      <p:sp>
        <p:nvSpPr>
          <p:cNvPr id="19" name="DP1 object 149">
            <a:extLst>
              <a:ext uri="{FF2B5EF4-FFF2-40B4-BE49-F238E27FC236}">
                <ns2:creationId id="{CAB4EAB8-D6A3-4285-A4B8-C2D5328D3081}"/>
              </a:ext>
            </a:extLst>
          </p:cNvPr>
          <p:cNvSpPr>
            <a:spLocks noGrp="1"/>
          </p:cNvSpPr>
          <p:nvPr/>
        </p:nvSpPr>
        <p:spPr>
          <a:xfrm>
            <a:off x="485775" y="32099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DCD1DE16-50CE-40D2-BCB7-81E18ABE9DBF}"/>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sp>
      <p:sp>
        <p:nvSpPr>
          <p:cNvPr id="21" name="DP1 object 150">
            <a:extLst>
              <a:ext uri="{FF2B5EF4-FFF2-40B4-BE49-F238E27FC236}">
                <ns2:creationId id="{82B05EC5-17C7-426D-97C5-B8B2FBAAFADE}"/>
              </a:ext>
            </a:extLst>
          </p:cNvPr>
          <p:cNvSpPr>
            <a:spLocks noGrp="1"/>
          </p:cNvSpPr>
          <p:nvPr/>
        </p:nvSpPr>
        <p:spPr>
          <a:xfrm>
            <a:off x="447675" y="38862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151">
            <a:extLst>
              <a:ext uri="{FF2B5EF4-FFF2-40B4-BE49-F238E27FC236}">
                <ns2:creationId id="{DE0E6FA2-F8F8-403F-956E-2E4791E780BA}"/>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152">
            <a:extLst>
              <a:ext uri="{FF2B5EF4-FFF2-40B4-BE49-F238E27FC236}">
                <ns2:creationId id="{0C383399-CE28-4F5C-8908-8DE7C556BC3A}"/>
              </a:ext>
            </a:extLst>
          </p:cNvPr>
          <p:cNvSpPr>
            <a:spLocks noGrp="1"/>
          </p:cNvSpPr>
          <p:nvPr/>
        </p:nvSpPr>
        <p:spPr>
          <a:xfrm>
            <a:off x="400050" y="5200650"/>
            <a:ext cx="228600" cy="209550"/>
          </a:xfrm>
          <a:prstGeom prst="rect">
            <a:avLst/>
          </a:prstGeom>
          <a:solidFill>
            <a:srgbClr val="FFFFFF"/>
          </a:solidFill>
          <a:ln w="28575">
            <a:solidFill>
              <a:srgbClr val="4676CB"/>
            </a:solidFill>
            <a:prstDash val="solid"/>
          </a:ln>
        </p:spPr>
      </p:sp>
      <p:sp>
        <p:nvSpPr>
          <p:cNvPr id="24" name="DP1 object 153">
            <a:extLst>
              <a:ext uri="{FF2B5EF4-FFF2-40B4-BE49-F238E27FC236}">
                <ns2:creationId id="{CF949C9C-AC2D-413C-A9B7-653D37D95065}"/>
              </a:ext>
            </a:extLst>
          </p:cNvPr>
          <p:cNvSpPr>
            <a:spLocks noGrp="1"/>
          </p:cNvSpPr>
          <p:nvPr/>
        </p:nvSpPr>
        <p:spPr>
          <a:xfrm>
            <a:off x="714375" y="5153025"/>
            <a:ext cx="1076325" cy="304800"/>
          </a:xfrm>
          <a:prstGeom prst="rect">
            <a:avLst/>
          </a:prstGeom>
          <a:noFill/>
          <a:ln w="0">
            <a:noFill/>
            <a:prstDash val="solid"/>
          </a:ln>
        </p:spPr>
        <p:txBody>
          <a:bodyPr wrap="none" lIns="0" tIns="0" rIns="0" bIns="0" anchor="ctr">
            <a:noAutofit/>
          </a:bodyPr>
          <a:lstStyle>
            <a:defPPr algn="l">
              <a:defRPr sz="1500" b="1" lang="ko-KR">
                <a:solidFill>
                  <a:srgbClr val="4676CB"/>
                </a:solidFill>
                <a:latin typeface="Calibri"/>
                <a:ea typeface="Calibri"/>
                <a:cs typeface="Calibri"/>
              </a:defRPr>
            </a:defPPr>
            <a:lvl1pPr algn="l">
              <a:defRPr sz="1500" b="1" lang="ko-KR">
                <a:solidFill>
                  <a:srgbClr val="4676CB"/>
                </a:solidFill>
                <a:latin typeface="Calibri"/>
                <a:ea typeface="Calibri"/>
                <a:cs typeface="Calibri"/>
              </a:defRPr>
            </a:lvl1pPr>
            <a:lvl2pPr algn="l">
              <a:defRPr sz="1500" b="1" lang="ko-KR">
                <a:solidFill>
                  <a:srgbClr val="4676CB"/>
                </a:solidFill>
                <a:latin typeface="Calibri"/>
                <a:ea typeface="Calibri"/>
                <a:cs typeface="Calibri"/>
              </a:defRPr>
            </a:lvl2pPr>
            <a:lvl3pPr algn="l">
              <a:defRPr sz="1500" b="1" lang="ko-KR">
                <a:solidFill>
                  <a:srgbClr val="4676CB"/>
                </a:solidFill>
                <a:latin typeface="Calibri"/>
                <a:ea typeface="Calibri"/>
                <a:cs typeface="Calibri"/>
              </a:defRPr>
            </a:lvl3pPr>
            <a:lvl4pPr algn="l">
              <a:defRPr sz="1500" b="1" lang="ko-KR">
                <a:solidFill>
                  <a:srgbClr val="4676CB"/>
                </a:solidFill>
                <a:latin typeface="Calibri"/>
                <a:ea typeface="Calibri"/>
                <a:cs typeface="Calibri"/>
              </a:defRPr>
            </a:lvl4pPr>
            <a:lvl5pPr algn="l">
              <a:defRPr sz="1500" b="1" lang="ko-KR">
                <a:solidFill>
                  <a:srgbClr val="4676CB"/>
                </a:solidFill>
                <a:latin typeface="Calibri"/>
                <a:ea typeface="Calibri"/>
                <a:cs typeface="Calibri"/>
              </a:defRPr>
            </a:lvl5pPr>
            <a:lvl6pPr algn="l">
              <a:defRPr sz="1500" b="1" lang="ko-KR">
                <a:solidFill>
                  <a:srgbClr val="4676CB"/>
                </a:solidFill>
                <a:latin typeface="Calibri"/>
                <a:ea typeface="Calibri"/>
                <a:cs typeface="Calibri"/>
              </a:defRPr>
            </a:lvl6pPr>
            <a:lvl7pPr algn="l">
              <a:defRPr sz="1500" b="1" lang="ko-KR">
                <a:solidFill>
                  <a:srgbClr val="4676CB"/>
                </a:solidFill>
                <a:latin typeface="Calibri"/>
                <a:ea typeface="Calibri"/>
                <a:cs typeface="Calibri"/>
              </a:defRPr>
            </a:lvl7pPr>
            <a:lvl8pPr algn="l">
              <a:defRPr sz="1500" b="1" lang="ko-KR">
                <a:solidFill>
                  <a:srgbClr val="4676CB"/>
                </a:solidFill>
                <a:latin typeface="Calibri"/>
                <a:ea typeface="Calibri"/>
                <a:cs typeface="Calibri"/>
              </a:defRPr>
            </a:lvl8pPr>
            <a:lvl9pPr algn="l">
              <a:defRPr sz="1500" b="1" lang="ko-KR">
                <a:solidFill>
                  <a:srgbClr val="4676CB"/>
                </a:solidFill>
                <a:latin typeface="Calibri"/>
                <a:ea typeface="Calibri"/>
                <a:cs typeface="Calibri"/>
              </a:defRPr>
            </a:lvl9pPr>
          </a:lstStyle>
          <a:p>
            <a:pPr algn="l">
              <a:defRPr sz="1500" b="1" lang="ko-KR">
                <a:solidFill>
                  <a:srgbClr val="4676CB"/>
                </a:solidFill>
                <a:latin typeface="Calibri"/>
                <a:ea typeface="Calibri"/>
                <a:cs typeface="Calibri"/>
              </a:defRPr>
            </a:pPr>
            <a:r>
              <a:rPr sz="1500" b="1" lang="ko-KR">
                <a:solidFill>
                  <a:srgbClr val="4676CB"/>
                </a:solidFill>
                <a:latin typeface="Calibri"/>
                <a:ea typeface="Calibri"/>
                <a:cs typeface="Calibri"/>
              </a:rPr>
              <a:t>보완 A2</a:t>
            </a:r>
            <a:endParaRPr lang="ko-KR">
              <a:latin typeface="Calibri"/>
              <a:ea typeface="Calibri"/>
              <a:cs typeface="Calibri"/>
            </a:endParaRPr>
          </a:p>
        </p:txBody>
      </p:sp>
      <p:sp>
        <p:nvSpPr>
          <p:cNvPr id="25" name="DP1 object 154">
            <a:extLst>
              <a:ext uri="{FF2B5EF4-FFF2-40B4-BE49-F238E27FC236}">
                <ns2:creationId id="{530E3A5B-5FD4-4DCC-AB4D-E189AB23529B}"/>
              </a:ext>
            </a:extLst>
          </p:cNvPr>
          <p:cNvSpPr>
            <a:spLocks noGrp="1"/>
          </p:cNvSpPr>
          <p:nvPr/>
        </p:nvSpPr>
        <p:spPr>
          <a:xfrm>
            <a:off x="19621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6" name="유효 작업 문맥&#10;이전 근거 · 대화 수명">
            <a:extLst>
              <a:ext uri="{FF2B5EF4-FFF2-40B4-BE49-F238E27FC236}">
                <ns2:creationId id="{00459F0C-0686-4A3F-9103-DA05428564D0}"/>
              </a:ext>
            </a:extLst>
          </p:cNvPr>
          <p:cNvSpPr>
            <a:spLocks noGrp="1"/>
          </p:cNvSpPr>
          <p:nvPr/>
        </p:nvSpPr>
        <p:spPr>
          <a:xfrm>
            <a:off x="2133600" y="3114675"/>
            <a:ext cx="2143125" cy="914400"/>
          </a:xfrm>
          <a:prstGeom prst="can">
            <a:avLst>
              <a:gd name="adj" fmla="val 16000"/>
            </a:avLst>
          </a:prstGeom>
          <a:solidFill>
            <a:srgbClr val="FFF6DD"/>
          </a:solidFill>
          <a:ln w="17145">
            <a:solidFill>
              <a:srgbClr val="111111"/>
            </a:solidFill>
            <a:prstDash val="solid"/>
          </a:ln>
        </p:spPr>
      </p:sp>
      <p:sp>
        <p:nvSpPr>
          <p:cNvPr id="27" name="DP1 object 155">
            <a:extLst>
              <a:ext uri="{FF2B5EF4-FFF2-40B4-BE49-F238E27FC236}">
                <ns2:creationId id="{10F6F74D-C9ED-4FD9-98A6-53BAF60CE345}"/>
              </a:ext>
            </a:extLst>
          </p:cNvPr>
          <p:cNvSpPr>
            <a:spLocks noGrp="1"/>
          </p:cNvSpPr>
          <p:nvPr/>
        </p:nvSpPr>
        <p:spPr>
          <a:xfrm>
            <a:off x="2181225" y="321945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8" name="Request Interpreter Component">
            <a:extLst>
              <a:ext uri="{FF2B5EF4-FFF2-40B4-BE49-F238E27FC236}">
                <ns2:creationId id="{AFB1A6C2-B48D-41FD-8F9C-0AC318848225}"/>
              </a:ext>
            </a:extLst>
          </p:cNvPr>
          <p:cNvSpPr>
            <a:spLocks noGrp="1"/>
          </p:cNvSpPr>
          <p:nvPr/>
        </p:nvSpPr>
        <p:spPr>
          <a:xfrm>
            <a:off x="4552950" y="2752725"/>
            <a:ext cx="2400300" cy="971550"/>
          </a:xfrm>
          <a:prstGeom prst="rect">
            <a:avLst/>
          </a:prstGeom>
          <a:solidFill>
            <a:srgbClr val="FFF6DD"/>
          </a:solidFill>
          <a:ln w="25718">
            <a:solidFill>
              <a:srgbClr val="111111"/>
            </a:solidFill>
            <a:prstDash val="solid"/>
          </a:ln>
        </p:spPr>
      </p:sp>
      <p:sp>
        <p:nvSpPr>
          <p:cNvPr id="29" name="DP1 object 156">
            <a:extLst>
              <a:ext uri="{FF2B5EF4-FFF2-40B4-BE49-F238E27FC236}">
                <ns2:creationId id="{CBD130EE-A936-4FA7-A096-882CF47D35EC}"/>
              </a:ext>
            </a:extLst>
          </p:cNvPr>
          <p:cNvSpPr>
            <a:spLocks noGrp="1"/>
          </p:cNvSpPr>
          <p:nvPr/>
        </p:nvSpPr>
        <p:spPr>
          <a:xfrm>
            <a:off x="4610100" y="27717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0" name="Editable path 157">
            <a:extLst>
              <a:ext uri="{FF2B5EF4-FFF2-40B4-BE49-F238E27FC236}">
                <ns2:creationId id="{C1EC7251-5E78-45FF-BB38-36DA3D103E36}"/>
              </a:ext>
            </a:extLst>
          </p:cNvPr>
          <p:cNvSpPr>
            <a:spLocks noGrp="1"/>
          </p:cNvSpPr>
          <p:nvPr/>
        </p:nvSpPr>
        <p:spPr>
          <a:xfrm>
            <a:off x="4552950" y="3076575"/>
            <a:ext cx="2400300" cy="953"/>
          </a:xfrm>
          <a:custGeom>
            <a:pathLst>
              <a:path w="2400300" h="953">
                <a:moveTo>
                  <a:pt x="0" y="0"/>
                </a:moveTo>
                <a:lnTo>
                  <a:pt x="2400300" y="0"/>
                </a:lnTo>
              </a:path>
            </a:pathLst>
          </a:custGeom>
          <a:noFill/>
          <a:ln w="14288">
            <a:solidFill>
              <a:srgbClr val="111111"/>
            </a:solidFill>
            <a:prstDash val="solid"/>
          </a:ln>
        </p:spPr>
      </p:sp>
      <p:sp>
        <p:nvSpPr>
          <p:cNvPr id="31" name="Request Interpreter internal operation">
            <a:extLst>
              <a:ext uri="{FF2B5EF4-FFF2-40B4-BE49-F238E27FC236}">
                <ns2:creationId id="{CB357E7C-461B-460D-B0DD-1E9E906E8267}"/>
              </a:ext>
            </a:extLst>
          </p:cNvPr>
          <p:cNvSpPr>
            <a:spLocks noGrp="1"/>
          </p:cNvSpPr>
          <p:nvPr/>
        </p:nvSpPr>
        <p:spPr>
          <a:xfrm>
            <a:off x="4648200" y="3143250"/>
            <a:ext cx="2209800" cy="504825"/>
          </a:xfrm>
          <a:prstGeom prst="rect">
            <a:avLst/>
          </a:prstGeom>
          <a:solidFill>
            <a:srgbClr val="FFFFFF"/>
          </a:solidFill>
          <a:ln w="14288">
            <a:solidFill>
              <a:srgbClr val="111111"/>
            </a:solidFill>
            <a:prstDash val="solid"/>
          </a:ln>
        </p:spPr>
      </p:sp>
      <p:sp>
        <p:nvSpPr>
          <p:cNvPr id="32" name="DP1 object 158">
            <a:extLst>
              <a:ext uri="{FF2B5EF4-FFF2-40B4-BE49-F238E27FC236}">
                <ns2:creationId id="{EC127746-2391-436F-83DE-67A7354489A9}"/>
              </a:ext>
            </a:extLst>
          </p:cNvPr>
          <p:cNvSpPr>
            <a:spLocks noGrp="1"/>
          </p:cNvSpPr>
          <p:nvPr/>
        </p:nvSpPr>
        <p:spPr>
          <a:xfrm>
            <a:off x="4695825" y="316230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3" name="DP1 object 159">
            <a:extLst>
              <a:ext uri="{FF2B5EF4-FFF2-40B4-BE49-F238E27FC236}">
                <ns2:creationId id="{7AEB788F-C4CF-451D-A1F2-3B76F33DC55C}"/>
              </a:ext>
            </a:extLst>
          </p:cNvPr>
          <p:cNvSpPr>
            <a:spLocks noGrp="1"/>
          </p:cNvSpPr>
          <p:nvPr/>
        </p:nvSpPr>
        <p:spPr>
          <a:xfrm>
            <a:off x="4772025" y="248602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4" name="Editable path 160">
            <a:extLst>
              <a:ext uri="{FF2B5EF4-FFF2-40B4-BE49-F238E27FC236}">
                <ns2:creationId id="{27FF688E-5817-48C4-94FC-DC3AB484E495}"/>
              </a:ext>
            </a:extLst>
          </p:cNvPr>
          <p:cNvSpPr>
            <a:spLocks noGrp="1"/>
          </p:cNvSpPr>
          <p:nvPr/>
        </p:nvSpPr>
        <p:spPr>
          <a:xfrm>
            <a:off x="5753100" y="2724150"/>
            <a:ext cx="953" cy="28575"/>
          </a:xfrm>
          <a:custGeom>
            <a:pathLst>
              <a:path w="953" h="28575">
                <a:moveTo>
                  <a:pt x="0" y="0"/>
                </a:moveTo>
                <a:lnTo>
                  <a:pt x="0" y="28575"/>
                </a:lnTo>
              </a:path>
            </a:pathLst>
          </a:custGeom>
          <a:noFill/>
          <a:ln w="19050">
            <a:solidFill>
              <a:srgbClr val="111111"/>
            </a:solidFill>
            <a:prstDash val="solid"/>
          </a:ln>
        </p:spPr>
      </p:sp>
      <p:sp>
        <p:nvSpPr>
          <p:cNvPr id="35" name="Editable arrowhead 161">
            <a:extLst>
              <a:ext uri="{FF2B5EF4-FFF2-40B4-BE49-F238E27FC236}">
                <ns2:creationId id="{B7B64D58-F614-4428-AD1F-2E553778B05D}"/>
              </a:ext>
            </a:extLst>
          </p:cNvPr>
          <p:cNvSpPr>
            <a:spLocks noGrp="1"/>
          </p:cNvSpPr>
          <p:nvPr/>
        </p:nvSpPr>
        <p:spPr>
          <a:xfrm>
            <a:off x="5705475" y="26574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6" name="Editable path 162">
            <a:extLst>
              <a:ext uri="{FF2B5EF4-FFF2-40B4-BE49-F238E27FC236}">
                <ns2:creationId id="{01E22E9E-DA24-4C05-85A0-9C055BC4CA62}"/>
              </a:ext>
            </a:extLst>
          </p:cNvPr>
          <p:cNvSpPr>
            <a:spLocks noGrp="1"/>
          </p:cNvSpPr>
          <p:nvPr/>
        </p:nvSpPr>
        <p:spPr>
          <a:xfrm>
            <a:off x="4276725" y="3381375"/>
            <a:ext cx="276225" cy="953"/>
          </a:xfrm>
          <a:custGeom>
            <a:pathLst>
              <a:path w="276225" h="953">
                <a:moveTo>
                  <a:pt x="0" y="0"/>
                </a:moveTo>
                <a:lnTo>
                  <a:pt x="276225" y="0"/>
                </a:lnTo>
              </a:path>
            </a:pathLst>
          </a:custGeom>
          <a:noFill/>
          <a:ln w="23813">
            <a:solidFill>
              <a:srgbClr val="111111"/>
            </a:solidFill>
            <a:prstDash val="solid"/>
          </a:ln>
        </p:spPr>
      </p:sp>
      <p:sp>
        <p:nvSpPr>
          <p:cNvPr id="37" name="Editable arrowhead 163">
            <a:extLst>
              <a:ext uri="{FF2B5EF4-FFF2-40B4-BE49-F238E27FC236}">
                <ns2:creationId id="{FD207337-01BB-4FB6-AED3-73E53733FF7C}"/>
              </a:ext>
            </a:extLst>
          </p:cNvPr>
          <p:cNvSpPr>
            <a:spLocks noGrp="1"/>
          </p:cNvSpPr>
          <p:nvPr/>
        </p:nvSpPr>
        <p:spPr>
          <a:xfrm>
            <a:off x="4457700" y="3333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8" name="Context Manager Component">
            <a:extLst>
              <a:ext uri="{FF2B5EF4-FFF2-40B4-BE49-F238E27FC236}">
                <ns2:creationId id="{CCF0DE70-5B8A-4C98-94D5-024A268D693E}"/>
              </a:ext>
            </a:extLst>
          </p:cNvPr>
          <p:cNvSpPr>
            <a:spLocks noGrp="1"/>
          </p:cNvSpPr>
          <p:nvPr/>
        </p:nvSpPr>
        <p:spPr>
          <a:xfrm>
            <a:off x="4552950" y="4086225"/>
            <a:ext cx="2400300" cy="1009650"/>
          </a:xfrm>
          <a:prstGeom prst="rect">
            <a:avLst/>
          </a:prstGeom>
          <a:solidFill>
            <a:srgbClr val="FFF6DD"/>
          </a:solidFill>
          <a:ln w="25718">
            <a:solidFill>
              <a:srgbClr val="111111"/>
            </a:solidFill>
            <a:prstDash val="solid"/>
          </a:ln>
        </p:spPr>
      </p:sp>
      <p:sp>
        <p:nvSpPr>
          <p:cNvPr id="39" name="DP1 object 164">
            <a:extLst>
              <a:ext uri="{FF2B5EF4-FFF2-40B4-BE49-F238E27FC236}">
                <ns2:creationId id="{910EB7CE-CFD7-4D75-AE50-6CEB69A0DC35}"/>
              </a:ext>
            </a:extLst>
          </p:cNvPr>
          <p:cNvSpPr>
            <a:spLocks noGrp="1"/>
          </p:cNvSpPr>
          <p:nvPr/>
        </p:nvSpPr>
        <p:spPr>
          <a:xfrm>
            <a:off x="4610100" y="41052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40" name="Editable path 165">
            <a:extLst>
              <a:ext uri="{FF2B5EF4-FFF2-40B4-BE49-F238E27FC236}">
                <ns2:creationId id="{D6D052AC-45EA-419D-88F7-A3042B926F3E}"/>
              </a:ext>
            </a:extLst>
          </p:cNvPr>
          <p:cNvSpPr>
            <a:spLocks noGrp="1"/>
          </p:cNvSpPr>
          <p:nvPr/>
        </p:nvSpPr>
        <p:spPr>
          <a:xfrm>
            <a:off x="4552950" y="4410075"/>
            <a:ext cx="2400300" cy="953"/>
          </a:xfrm>
          <a:custGeom>
            <a:pathLst>
              <a:path w="2400300" h="953">
                <a:moveTo>
                  <a:pt x="0" y="0"/>
                </a:moveTo>
                <a:lnTo>
                  <a:pt x="2400300" y="0"/>
                </a:lnTo>
              </a:path>
            </a:pathLst>
          </a:custGeom>
          <a:noFill/>
          <a:ln w="14288">
            <a:solidFill>
              <a:srgbClr val="111111"/>
            </a:solidFill>
            <a:prstDash val="solid"/>
          </a:ln>
        </p:spPr>
      </p:sp>
      <p:sp>
        <p:nvSpPr>
          <p:cNvPr id="41" name="Context Manager internal operation">
            <a:extLst>
              <a:ext uri="{FF2B5EF4-FFF2-40B4-BE49-F238E27FC236}">
                <ns2:creationId id="{66B0EED6-5DCD-4ECB-93B6-B7FBD9D6C2CE}"/>
              </a:ext>
            </a:extLst>
          </p:cNvPr>
          <p:cNvSpPr>
            <a:spLocks noGrp="1"/>
          </p:cNvSpPr>
          <p:nvPr/>
        </p:nvSpPr>
        <p:spPr>
          <a:xfrm>
            <a:off x="4648200" y="4476750"/>
            <a:ext cx="2209800" cy="542925"/>
          </a:xfrm>
          <a:prstGeom prst="rect">
            <a:avLst/>
          </a:prstGeom>
          <a:solidFill>
            <a:srgbClr val="FFFFFF"/>
          </a:solidFill>
          <a:ln w="28575">
            <a:solidFill>
              <a:srgbClr val="4676CB"/>
            </a:solidFill>
            <a:prstDash val="solid"/>
          </a:ln>
        </p:spPr>
      </p:sp>
      <p:sp>
        <p:nvSpPr>
          <p:cNvPr id="42" name="DP1 object 166">
            <a:extLst>
              <a:ext uri="{FF2B5EF4-FFF2-40B4-BE49-F238E27FC236}">
                <ns2:creationId id="{D04424BE-09C3-4956-A6E7-CA47BC9BDF63}"/>
              </a:ext>
            </a:extLst>
          </p:cNvPr>
          <p:cNvSpPr>
            <a:spLocks noGrp="1"/>
          </p:cNvSpPr>
          <p:nvPr/>
        </p:nvSpPr>
        <p:spPr>
          <a:xfrm>
            <a:off x="4695825" y="4495800"/>
            <a:ext cx="2114550" cy="504825"/>
          </a:xfrm>
          <a:prstGeom prst="rect">
            <a:avLst/>
          </a:prstGeom>
          <a:noFill/>
          <a:ln w="0">
            <a:noFill/>
            <a:prstDash val="solid"/>
          </a:ln>
        </p:spPr>
        <p:txBody>
          <a:bodyPr wrap="none" lIns="0" tIns="0" rIns="0" bIns="0" anchor="ctr">
            <a:noAutofit/>
          </a:bodyPr>
          <a:lstStyle>
            <a:defPPr algn="ctr">
              <a:defRPr sz="1400" b="1" lang="ko-KR">
                <a:solidFill>
                  <a:srgbClr val="4676CB"/>
                </a:solidFill>
                <a:latin typeface="Calibri"/>
                <a:ea typeface="Calibri"/>
                <a:cs typeface="Calibri"/>
              </a:defRPr>
            </a:defPPr>
            <a:lvl1pPr algn="ctr">
              <a:defRPr sz="1400" b="1" lang="ko-KR">
                <a:solidFill>
                  <a:srgbClr val="4676CB"/>
                </a:solidFill>
                <a:latin typeface="Calibri"/>
                <a:ea typeface="Calibri"/>
                <a:cs typeface="Calibri"/>
              </a:defRPr>
            </a:lvl1pPr>
            <a:lvl2pPr algn="ctr">
              <a:defRPr sz="1400" b="1" lang="ko-KR">
                <a:solidFill>
                  <a:srgbClr val="4676CB"/>
                </a:solidFill>
                <a:latin typeface="Calibri"/>
                <a:ea typeface="Calibri"/>
                <a:cs typeface="Calibri"/>
              </a:defRPr>
            </a:lvl2pPr>
            <a:lvl3pPr algn="ctr">
              <a:defRPr sz="1400" b="1" lang="ko-KR">
                <a:solidFill>
                  <a:srgbClr val="4676CB"/>
                </a:solidFill>
                <a:latin typeface="Calibri"/>
                <a:ea typeface="Calibri"/>
                <a:cs typeface="Calibri"/>
              </a:defRPr>
            </a:lvl3pPr>
            <a:lvl4pPr algn="ctr">
              <a:defRPr sz="1400" b="1" lang="ko-KR">
                <a:solidFill>
                  <a:srgbClr val="4676CB"/>
                </a:solidFill>
                <a:latin typeface="Calibri"/>
                <a:ea typeface="Calibri"/>
                <a:cs typeface="Calibri"/>
              </a:defRPr>
            </a:lvl4pPr>
            <a:lvl5pPr algn="ctr">
              <a:defRPr sz="1400" b="1" lang="ko-KR">
                <a:solidFill>
                  <a:srgbClr val="4676CB"/>
                </a:solidFill>
                <a:latin typeface="Calibri"/>
                <a:ea typeface="Calibri"/>
                <a:cs typeface="Calibri"/>
              </a:defRPr>
            </a:lvl5pPr>
            <a:lvl6pPr algn="ctr">
              <a:defRPr sz="1400" b="1" lang="ko-KR">
                <a:solidFill>
                  <a:srgbClr val="4676CB"/>
                </a:solidFill>
                <a:latin typeface="Calibri"/>
                <a:ea typeface="Calibri"/>
                <a:cs typeface="Calibri"/>
              </a:defRPr>
            </a:lvl6pPr>
            <a:lvl7pPr algn="ctr">
              <a:defRPr sz="1400" b="1" lang="ko-KR">
                <a:solidFill>
                  <a:srgbClr val="4676CB"/>
                </a:solidFill>
                <a:latin typeface="Calibri"/>
                <a:ea typeface="Calibri"/>
                <a:cs typeface="Calibri"/>
              </a:defRPr>
            </a:lvl7pPr>
            <a:lvl8pPr algn="ctr">
              <a:defRPr sz="1400" b="1" lang="ko-KR">
                <a:solidFill>
                  <a:srgbClr val="4676CB"/>
                </a:solidFill>
                <a:latin typeface="Calibri"/>
                <a:ea typeface="Calibri"/>
                <a:cs typeface="Calibri"/>
              </a:defRPr>
            </a:lvl8pPr>
            <a:lvl9pPr algn="ctr">
              <a:defRPr sz="1400" b="1" lang="ko-KR">
                <a:solidFill>
                  <a:srgbClr val="4676CB"/>
                </a:solidFill>
                <a:latin typeface="Calibri"/>
                <a:ea typeface="Calibri"/>
                <a:cs typeface="Calibri"/>
              </a:defRPr>
            </a:lvl9pPr>
          </a:lstStyle>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A2 변경 조각 조회·갱신</a:t>
            </a:r>
            <a:endParaRPr lang="ko-KR">
              <a:latin typeface="Calibri"/>
              <a:ea typeface="Calibri"/>
              <a:cs typeface="Calibri"/>
            </a:endParaRPr>
          </a:p>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3" name="Editable path 167">
            <a:extLst>
              <a:ext uri="{FF2B5EF4-FFF2-40B4-BE49-F238E27FC236}">
                <ns2:creationId id="{8AD757D6-A3EB-43CD-84F2-C159C7AB5B89}"/>
              </a:ext>
            </a:extLst>
          </p:cNvPr>
          <p:cNvSpPr>
            <a:spLocks noGrp="1"/>
          </p:cNvSpPr>
          <p:nvPr/>
        </p:nvSpPr>
        <p:spPr>
          <a:xfrm>
            <a:off x="5753100" y="3724275"/>
            <a:ext cx="953" cy="361950"/>
          </a:xfrm>
          <a:custGeom>
            <a:pathLst>
              <a:path w="953" h="361950">
                <a:moveTo>
                  <a:pt x="0" y="0"/>
                </a:moveTo>
                <a:lnTo>
                  <a:pt x="0" y="361950"/>
                </a:lnTo>
              </a:path>
            </a:pathLst>
          </a:custGeom>
          <a:noFill/>
          <a:ln w="23813">
            <a:solidFill>
              <a:srgbClr val="111111"/>
            </a:solidFill>
            <a:prstDash val="solid"/>
          </a:ln>
        </p:spPr>
      </p:sp>
      <p:sp>
        <p:nvSpPr>
          <p:cNvPr id="44" name="Editable arrowhead 168">
            <a:extLst>
              <a:ext uri="{FF2B5EF4-FFF2-40B4-BE49-F238E27FC236}">
                <ns2:creationId id="{2CE7C9C6-61D8-4A92-B456-E5E6B0DE26D9}"/>
              </a:ext>
            </a:extLst>
          </p:cNvPr>
          <p:cNvSpPr>
            <a:spLocks noGrp="1"/>
          </p:cNvSpPr>
          <p:nvPr/>
        </p:nvSpPr>
        <p:spPr>
          <a:xfrm>
            <a:off x="5705475" y="39909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69">
            <a:extLst>
              <a:ext uri="{FF2B5EF4-FFF2-40B4-BE49-F238E27FC236}">
                <ns2:creationId id="{59E065D6-523C-4461-9E3A-0EAC5CF74AF3}"/>
              </a:ext>
            </a:extLst>
          </p:cNvPr>
          <p:cNvSpPr>
            <a:spLocks noGrp="1"/>
          </p:cNvSpPr>
          <p:nvPr/>
        </p:nvSpPr>
        <p:spPr>
          <a:xfrm>
            <a:off x="6810375" y="3724275"/>
            <a:ext cx="953" cy="361950"/>
          </a:xfrm>
          <a:custGeom>
            <a:pathLst>
              <a:path w="953" h="361950">
                <a:moveTo>
                  <a:pt x="0" y="361950"/>
                </a:moveTo>
                <a:lnTo>
                  <a:pt x="0" y="0"/>
                </a:lnTo>
              </a:path>
            </a:pathLst>
          </a:custGeom>
          <a:noFill/>
          <a:ln w="23813">
            <a:solidFill>
              <a:srgbClr val="4676CB"/>
            </a:solidFill>
            <a:prstDash val="solid"/>
          </a:ln>
        </p:spPr>
      </p:sp>
      <p:sp>
        <p:nvSpPr>
          <p:cNvPr id="46" name="Editable arrowhead 170">
            <a:extLst>
              <a:ext uri="{FF2B5EF4-FFF2-40B4-BE49-F238E27FC236}">
                <ns2:creationId id="{D616820C-D650-4732-BB84-89F1340AB8CF}"/>
              </a:ext>
            </a:extLst>
          </p:cNvPr>
          <p:cNvSpPr>
            <a:spLocks noGrp="1"/>
          </p:cNvSpPr>
          <p:nvPr/>
        </p:nvSpPr>
        <p:spPr>
          <a:xfrm>
            <a:off x="6762750" y="372427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47" name="DP1 object 171">
            <a:extLst>
              <a:ext uri="{FF2B5EF4-FFF2-40B4-BE49-F238E27FC236}">
                <ns2:creationId id="{568CE753-E08A-4D9E-BD8E-D430590464E7}"/>
              </a:ext>
            </a:extLst>
          </p:cNvPr>
          <p:cNvSpPr>
            <a:spLocks noGrp="1"/>
          </p:cNvSpPr>
          <p:nvPr/>
        </p:nvSpPr>
        <p:spPr>
          <a:xfrm>
            <a:off x="4629150" y="377190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8" name="DP1 object 172">
            <a:extLst>
              <a:ext uri="{FF2B5EF4-FFF2-40B4-BE49-F238E27FC236}">
                <ns2:creationId id="{F11AB3D0-6DC4-428C-A487-51A1CDACA840}"/>
              </a:ext>
            </a:extLst>
          </p:cNvPr>
          <p:cNvSpPr>
            <a:spLocks noGrp="1"/>
          </p:cNvSpPr>
          <p:nvPr/>
        </p:nvSpPr>
        <p:spPr>
          <a:xfrm>
            <a:off x="5810250" y="3771900"/>
            <a:ext cx="923925" cy="26670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보완 근거</a:t>
            </a:r>
            <a:endParaRPr lang="ko-KR">
              <a:latin typeface="Calibri"/>
              <a:ea typeface="Calibri"/>
              <a:cs typeface="Calibri"/>
            </a:endParaRPr>
          </a:p>
        </p:txBody>
      </p:sp>
      <p:sp>
        <p:nvSpPr>
          <p:cNvPr id="49" name="Editable path 173">
            <a:extLst>
              <a:ext uri="{FF2B5EF4-FFF2-40B4-BE49-F238E27FC236}">
                <ns2:creationId id="{F30FBD7B-0A23-47FD-B0E1-96E8B3C6C615}"/>
              </a:ext>
            </a:extLst>
          </p:cNvPr>
          <p:cNvSpPr>
            <a:spLocks noGrp="1"/>
          </p:cNvSpPr>
          <p:nvPr/>
        </p:nvSpPr>
        <p:spPr>
          <a:xfrm>
            <a:off x="3200400" y="402907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50" name="Editable arrowhead 174">
            <a:extLst>
              <a:ext uri="{FF2B5EF4-FFF2-40B4-BE49-F238E27FC236}">
                <ns2:creationId id="{53DFEAF8-B77F-4B74-88D5-0A06EFD27869}"/>
              </a:ext>
            </a:extLst>
          </p:cNvPr>
          <p:cNvSpPr>
            <a:spLocks noGrp="1"/>
          </p:cNvSpPr>
          <p:nvPr/>
        </p:nvSpPr>
        <p:spPr>
          <a:xfrm>
            <a:off x="3152775" y="40290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1" name="DP1 object 175">
            <a:extLst>
              <a:ext uri="{FF2B5EF4-FFF2-40B4-BE49-F238E27FC236}">
                <ns2:creationId id="{FEBF75A2-7949-403E-9D6B-81166BBCE3E5}"/>
              </a:ext>
            </a:extLst>
          </p:cNvPr>
          <p:cNvSpPr>
            <a:spLocks noGrp="1"/>
          </p:cNvSpPr>
          <p:nvPr/>
        </p:nvSpPr>
        <p:spPr>
          <a:xfrm>
            <a:off x="2085975" y="468630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2" name="허용 원본">
            <a:extLst>
              <a:ext uri="{FF2B5EF4-FFF2-40B4-BE49-F238E27FC236}">
                <ns2:creationId id="{9E0C435F-7B43-4802-9318-BE3D2342D53A}"/>
              </a:ext>
            </a:extLst>
          </p:cNvPr>
          <p:cNvSpPr>
            <a:spLocks noGrp="1"/>
          </p:cNvSpPr>
          <p:nvPr/>
        </p:nvSpPr>
        <p:spPr>
          <a:xfrm>
            <a:off x="2133600" y="5124450"/>
            <a:ext cx="1638300" cy="400050"/>
          </a:xfrm>
          <a:prstGeom prst="can">
            <a:avLst>
              <a:gd name="adj" fmla="val 16000"/>
            </a:avLst>
          </a:prstGeom>
          <a:solidFill>
            <a:srgbClr val="FFFFFF"/>
          </a:solidFill>
          <a:ln w="17145">
            <a:solidFill>
              <a:srgbClr val="111111"/>
            </a:solidFill>
            <a:prstDash val="solid"/>
          </a:ln>
        </p:spPr>
      </p:sp>
      <p:sp>
        <p:nvSpPr>
          <p:cNvPr id="53" name="DP1 object 176">
            <a:extLst>
              <a:ext uri="{FF2B5EF4-FFF2-40B4-BE49-F238E27FC236}">
                <ns2:creationId id="{744374D5-44AA-41BF-B3BA-3116DB5A53C2}"/>
              </a:ext>
            </a:extLst>
          </p:cNvPr>
          <p:cNvSpPr>
            <a:spLocks noGrp="1"/>
          </p:cNvSpPr>
          <p:nvPr/>
        </p:nvSpPr>
        <p:spPr>
          <a:xfrm>
            <a:off x="2181225" y="522922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4" name="Editable path 177">
            <a:extLst>
              <a:ext uri="{FF2B5EF4-FFF2-40B4-BE49-F238E27FC236}">
                <ns2:creationId id="{B931D97A-31C1-41CF-90AB-048E227FE5C4}"/>
              </a:ext>
            </a:extLst>
          </p:cNvPr>
          <p:cNvSpPr>
            <a:spLocks noGrp="1"/>
          </p:cNvSpPr>
          <p:nvPr/>
        </p:nvSpPr>
        <p:spPr>
          <a:xfrm>
            <a:off x="3771900" y="5095875"/>
            <a:ext cx="1981200" cy="238125"/>
          </a:xfrm>
          <a:custGeom>
            <a:pathLst>
              <a:path w="1981200" h="238125">
                <a:moveTo>
                  <a:pt x="0" y="238125"/>
                </a:moveTo>
                <a:lnTo>
                  <a:pt x="1981200" y="238125"/>
                </a:lnTo>
                <a:lnTo>
                  <a:pt x="1981200" y="0"/>
                </a:lnTo>
              </a:path>
            </a:pathLst>
          </a:custGeom>
          <a:noFill/>
          <a:ln w="19050">
            <a:solidFill>
              <a:srgbClr val="4676CB"/>
            </a:solidFill>
            <a:prstDash val="dash"/>
          </a:ln>
        </p:spPr>
      </p:sp>
      <p:sp>
        <p:nvSpPr>
          <p:cNvPr id="55" name="Editable arrowhead 178">
            <a:extLst>
              <a:ext uri="{FF2B5EF4-FFF2-40B4-BE49-F238E27FC236}">
                <ns2:creationId id="{522E3D9F-91E9-4BE1-AC68-805E145794CF}"/>
              </a:ext>
            </a:extLst>
          </p:cNvPr>
          <p:cNvSpPr>
            <a:spLocks noGrp="1"/>
          </p:cNvSpPr>
          <p:nvPr/>
        </p:nvSpPr>
        <p:spPr>
          <a:xfrm>
            <a:off x="5705475" y="509587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56" name="DP1 object 179">
            <a:extLst>
              <a:ext uri="{FF2B5EF4-FFF2-40B4-BE49-F238E27FC236}">
                <ns2:creationId id="{5223D38F-030C-4272-BB4B-CEE32D6B2AC1}"/>
              </a:ext>
            </a:extLst>
          </p:cNvPr>
          <p:cNvSpPr>
            <a:spLocks noGrp="1"/>
          </p:cNvSpPr>
          <p:nvPr/>
        </p:nvSpPr>
        <p:spPr>
          <a:xfrm>
            <a:off x="3838575" y="5076825"/>
            <a:ext cx="1857375" cy="257175"/>
          </a:xfrm>
          <a:prstGeom prst="rect">
            <a:avLst/>
          </a:prstGeom>
          <a:noFill/>
          <a:ln w="0">
            <a:noFill/>
            <a:prstDash val="solid"/>
          </a:ln>
        </p:spPr>
        <p:txBody>
          <a:bodyPr wrap="none" lIns="0" tIns="0" rIns="0" bIns="0" anchor="ctr">
            <a:noAutofit/>
          </a:bodyPr>
          <a:lstStyle>
            <a:defPPr algn="ctr">
              <a:defRPr sz="1500" b="0" lang="ko-KR">
                <a:solidFill>
                  <a:srgbClr val="4676CB"/>
                </a:solidFill>
                <a:latin typeface="Calibri"/>
                <a:ea typeface="Calibri"/>
                <a:cs typeface="Calibri"/>
              </a:defRPr>
            </a:defPPr>
            <a:lvl1pPr algn="ctr">
              <a:defRPr sz="1500" b="0" lang="ko-KR">
                <a:solidFill>
                  <a:srgbClr val="4676CB"/>
                </a:solidFill>
                <a:latin typeface="Calibri"/>
                <a:ea typeface="Calibri"/>
                <a:cs typeface="Calibri"/>
              </a:defRPr>
            </a:lvl1pPr>
            <a:lvl2pPr algn="ctr">
              <a:defRPr sz="1500" b="0" lang="ko-KR">
                <a:solidFill>
                  <a:srgbClr val="4676CB"/>
                </a:solidFill>
                <a:latin typeface="Calibri"/>
                <a:ea typeface="Calibri"/>
                <a:cs typeface="Calibri"/>
              </a:defRPr>
            </a:lvl2pPr>
            <a:lvl3pPr algn="ctr">
              <a:defRPr sz="1500" b="0" lang="ko-KR">
                <a:solidFill>
                  <a:srgbClr val="4676CB"/>
                </a:solidFill>
                <a:latin typeface="Calibri"/>
                <a:ea typeface="Calibri"/>
                <a:cs typeface="Calibri"/>
              </a:defRPr>
            </a:lvl3pPr>
            <a:lvl4pPr algn="ctr">
              <a:defRPr sz="1500" b="0" lang="ko-KR">
                <a:solidFill>
                  <a:srgbClr val="4676CB"/>
                </a:solidFill>
                <a:latin typeface="Calibri"/>
                <a:ea typeface="Calibri"/>
                <a:cs typeface="Calibri"/>
              </a:defRPr>
            </a:lvl4pPr>
            <a:lvl5pPr algn="ctr">
              <a:defRPr sz="1500" b="0" lang="ko-KR">
                <a:solidFill>
                  <a:srgbClr val="4676CB"/>
                </a:solidFill>
                <a:latin typeface="Calibri"/>
                <a:ea typeface="Calibri"/>
                <a:cs typeface="Calibri"/>
              </a:defRPr>
            </a:lvl5pPr>
            <a:lvl6pPr algn="ctr">
              <a:defRPr sz="1500" b="0" lang="ko-KR">
                <a:solidFill>
                  <a:srgbClr val="4676CB"/>
                </a:solidFill>
                <a:latin typeface="Calibri"/>
                <a:ea typeface="Calibri"/>
                <a:cs typeface="Calibri"/>
              </a:defRPr>
            </a:lvl6pPr>
            <a:lvl7pPr algn="ctr">
              <a:defRPr sz="1500" b="0" lang="ko-KR">
                <a:solidFill>
                  <a:srgbClr val="4676CB"/>
                </a:solidFill>
                <a:latin typeface="Calibri"/>
                <a:ea typeface="Calibri"/>
                <a:cs typeface="Calibri"/>
              </a:defRPr>
            </a:lvl7pPr>
            <a:lvl8pPr algn="ctr">
              <a:defRPr sz="1500" b="0" lang="ko-KR">
                <a:solidFill>
                  <a:srgbClr val="4676CB"/>
                </a:solidFill>
                <a:latin typeface="Calibri"/>
                <a:ea typeface="Calibri"/>
                <a:cs typeface="Calibri"/>
              </a:defRPr>
            </a:lvl8pPr>
            <a:lvl9pPr algn="ctr">
              <a:defRPr sz="1500" b="0" lang="ko-KR">
                <a:solidFill>
                  <a:srgbClr val="4676CB"/>
                </a:solidFill>
                <a:latin typeface="Calibri"/>
                <a:ea typeface="Calibri"/>
                <a:cs typeface="Calibri"/>
              </a:defRPr>
            </a:lvl9pPr>
          </a:lstStyle>
          <a:p>
            <a:pPr algn="ctr">
              <a:defRPr sz="1500" b="0" lang="ko-KR">
                <a:solidFill>
                  <a:srgbClr val="4676CB"/>
                </a:solidFill>
                <a:latin typeface="Calibri"/>
                <a:ea typeface="Calibri"/>
                <a:cs typeface="Calibri"/>
              </a:defRPr>
            </a:pPr>
            <a:r>
              <a:rPr sz="1500" b="0" lang="ko-KR">
                <a:solidFill>
                  <a:srgbClr val="4676CB"/>
                </a:solidFill>
                <a:latin typeface="Calibri"/>
                <a:ea typeface="Calibri"/>
                <a:cs typeface="Calibri"/>
              </a:rPr>
              <a:t>A2 변경 부분 읽기</a:t>
            </a:r>
            <a:endParaRPr lang="ko-KR">
              <a:latin typeface="Calibri"/>
              <a:ea typeface="Calibri"/>
              <a:cs typeface="Calibri"/>
            </a:endParaRPr>
          </a:p>
        </p:txBody>
      </p:sp>
      <p:sp>
        <p:nvSpPr>
          <p:cNvPr id="57" name="DP1 object 180">
            <a:extLst>
              <a:ext uri="{FF2B5EF4-FFF2-40B4-BE49-F238E27FC236}">
                <ns2:creationId id="{5A604685-4940-4B0D-97DD-D9528E14F67E}"/>
              </a:ext>
            </a:extLst>
          </p:cNvPr>
          <p:cNvSpPr>
            <a:spLocks noGrp="1"/>
          </p:cNvSpPr>
          <p:nvPr/>
        </p:nvSpPr>
        <p:spPr>
          <a:xfrm>
            <a:off x="735330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8" name="DP1 object 181">
            <a:extLst>
              <a:ext uri="{FF2B5EF4-FFF2-40B4-BE49-F238E27FC236}">
                <ns2:creationId id="{C67F4123-4CA2-4A25-966C-EB087A4B5070}"/>
              </a:ext>
            </a:extLst>
          </p:cNvPr>
          <p:cNvSpPr>
            <a:spLocks noGrp="1"/>
          </p:cNvSpPr>
          <p:nvPr/>
        </p:nvSpPr>
        <p:spPr>
          <a:xfrm>
            <a:off x="9401175" y="2505075"/>
            <a:ext cx="3105150" cy="3048000"/>
          </a:xfrm>
          <a:prstGeom prst="rect">
            <a:avLst/>
          </a:prstGeom>
          <a:noFill/>
          <a:ln w="12383">
            <a:solidFill>
              <a:srgbClr val="98999B"/>
            </a:solidFill>
            <a:prstDash val="dash"/>
          </a:ln>
        </p:spPr>
      </p:sp>
      <p:sp>
        <p:nvSpPr>
          <p:cNvPr id="59" name="Request Interpreter Component">
            <a:extLst>
              <a:ext uri="{FF2B5EF4-FFF2-40B4-BE49-F238E27FC236}">
                <ns2:creationId id="{788D14F1-0663-424A-9F28-D97386A0D70C}"/>
              </a:ext>
            </a:extLst>
          </p:cNvPr>
          <p:cNvSpPr>
            <a:spLocks noGrp="1"/>
          </p:cNvSpPr>
          <p:nvPr/>
        </p:nvSpPr>
        <p:spPr>
          <a:xfrm>
            <a:off x="9582150" y="2552700"/>
            <a:ext cx="2771775" cy="742950"/>
          </a:xfrm>
          <a:prstGeom prst="rect">
            <a:avLst/>
          </a:prstGeom>
          <a:solidFill>
            <a:srgbClr val="FFF6DD"/>
          </a:solidFill>
          <a:ln w="25718">
            <a:solidFill>
              <a:srgbClr val="111111"/>
            </a:solidFill>
            <a:prstDash val="solid"/>
          </a:ln>
        </p:spPr>
      </p:sp>
      <p:sp>
        <p:nvSpPr>
          <p:cNvPr id="60" name="DP1 object 182">
            <a:extLst>
              <a:ext uri="{FF2B5EF4-FFF2-40B4-BE49-F238E27FC236}">
                <ns2:creationId id="{B0FC368A-9DDE-49E9-B299-2D2435210F18}"/>
              </a:ext>
            </a:extLst>
          </p:cNvPr>
          <p:cNvSpPr>
            <a:spLocks noGrp="1"/>
          </p:cNvSpPr>
          <p:nvPr/>
        </p:nvSpPr>
        <p:spPr>
          <a:xfrm>
            <a:off x="9639300" y="25717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1" name="Editable path 183">
            <a:extLst>
              <a:ext uri="{FF2B5EF4-FFF2-40B4-BE49-F238E27FC236}">
                <ns2:creationId id="{CBAAABF5-30CA-4F85-A444-4142399AD67F}"/>
              </a:ext>
            </a:extLst>
          </p:cNvPr>
          <p:cNvSpPr>
            <a:spLocks noGrp="1"/>
          </p:cNvSpPr>
          <p:nvPr/>
        </p:nvSpPr>
        <p:spPr>
          <a:xfrm>
            <a:off x="9582150" y="2809875"/>
            <a:ext cx="2771775" cy="953"/>
          </a:xfrm>
          <a:custGeom>
            <a:pathLst>
              <a:path w="2771775" h="953">
                <a:moveTo>
                  <a:pt x="0" y="0"/>
                </a:moveTo>
                <a:lnTo>
                  <a:pt x="2771775" y="0"/>
                </a:lnTo>
              </a:path>
            </a:pathLst>
          </a:custGeom>
          <a:noFill/>
          <a:ln w="14288">
            <a:solidFill>
              <a:srgbClr val="111111"/>
            </a:solidFill>
            <a:prstDash val="solid"/>
          </a:ln>
        </p:spPr>
      </p:sp>
      <p:sp>
        <p:nvSpPr>
          <p:cNvPr id="62" name="Request Interpreter internal operation">
            <a:extLst>
              <a:ext uri="{FF2B5EF4-FFF2-40B4-BE49-F238E27FC236}">
                <ns2:creationId id="{709CF467-060C-4726-8908-520C3146DCE5}"/>
              </a:ext>
            </a:extLst>
          </p:cNvPr>
          <p:cNvSpPr>
            <a:spLocks noGrp="1"/>
          </p:cNvSpPr>
          <p:nvPr/>
        </p:nvSpPr>
        <p:spPr>
          <a:xfrm>
            <a:off x="9677400" y="2876550"/>
            <a:ext cx="2581275" cy="342900"/>
          </a:xfrm>
          <a:prstGeom prst="rect">
            <a:avLst/>
          </a:prstGeom>
          <a:solidFill>
            <a:srgbClr val="FFFFFF"/>
          </a:solidFill>
          <a:ln w="14288">
            <a:solidFill>
              <a:srgbClr val="111111"/>
            </a:solidFill>
            <a:prstDash val="solid"/>
          </a:ln>
        </p:spPr>
      </p:sp>
      <p:sp>
        <p:nvSpPr>
          <p:cNvPr id="63" name="DP1 object 184">
            <a:extLst>
              <a:ext uri="{FF2B5EF4-FFF2-40B4-BE49-F238E27FC236}">
                <ns2:creationId id="{319E8517-4022-41C9-943E-92D2250BF3E0}"/>
              </a:ext>
            </a:extLst>
          </p:cNvPr>
          <p:cNvSpPr>
            <a:spLocks noGrp="1"/>
          </p:cNvSpPr>
          <p:nvPr/>
        </p:nvSpPr>
        <p:spPr>
          <a:xfrm>
            <a:off x="9725025" y="28956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4" name="Editable path 185">
            <a:extLst>
              <a:ext uri="{FF2B5EF4-FFF2-40B4-BE49-F238E27FC236}">
                <ns2:creationId id="{7E8F70E6-88D6-47FC-AD12-EAA65D77CC34}"/>
              </a:ext>
            </a:extLst>
          </p:cNvPr>
          <p:cNvSpPr>
            <a:spLocks noGrp="1"/>
          </p:cNvSpPr>
          <p:nvPr/>
        </p:nvSpPr>
        <p:spPr>
          <a:xfrm>
            <a:off x="10972800" y="3295650"/>
            <a:ext cx="953" cy="171450"/>
          </a:xfrm>
          <a:custGeom>
            <a:pathLst>
              <a:path w="953" h="171450">
                <a:moveTo>
                  <a:pt x="0" y="0"/>
                </a:moveTo>
                <a:lnTo>
                  <a:pt x="0" y="171450"/>
                </a:lnTo>
              </a:path>
            </a:pathLst>
          </a:custGeom>
          <a:noFill/>
          <a:ln w="21908">
            <a:solidFill>
              <a:srgbClr val="111111"/>
            </a:solidFill>
            <a:prstDash val="solid"/>
          </a:ln>
        </p:spPr>
      </p:sp>
      <p:sp>
        <p:nvSpPr>
          <p:cNvPr id="65" name="Editable arrowhead 186">
            <a:extLst>
              <a:ext uri="{FF2B5EF4-FFF2-40B4-BE49-F238E27FC236}">
                <ns2:creationId id="{FA9055B5-AECB-44B5-AC1E-B606447F95D5}"/>
              </a:ext>
            </a:extLst>
          </p:cNvPr>
          <p:cNvSpPr>
            <a:spLocks noGrp="1"/>
          </p:cNvSpPr>
          <p:nvPr/>
        </p:nvSpPr>
        <p:spPr>
          <a:xfrm>
            <a:off x="10925175" y="3371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6" name="Context Manager Component">
            <a:extLst>
              <a:ext uri="{FF2B5EF4-FFF2-40B4-BE49-F238E27FC236}">
                <ns2:creationId id="{FA98E1E0-7F2C-4A7D-97F4-2D34A325BD8A}"/>
              </a:ext>
            </a:extLst>
          </p:cNvPr>
          <p:cNvSpPr>
            <a:spLocks noGrp="1"/>
          </p:cNvSpPr>
          <p:nvPr/>
        </p:nvSpPr>
        <p:spPr>
          <a:xfrm>
            <a:off x="9582150" y="3467100"/>
            <a:ext cx="2771775" cy="742950"/>
          </a:xfrm>
          <a:prstGeom prst="rect">
            <a:avLst/>
          </a:prstGeom>
          <a:solidFill>
            <a:srgbClr val="FFF6DD"/>
          </a:solidFill>
          <a:ln w="25718">
            <a:solidFill>
              <a:srgbClr val="111111"/>
            </a:solidFill>
            <a:prstDash val="solid"/>
          </a:ln>
        </p:spPr>
      </p:sp>
      <p:sp>
        <p:nvSpPr>
          <p:cNvPr id="67" name="DP1 object 187">
            <a:extLst>
              <a:ext uri="{FF2B5EF4-FFF2-40B4-BE49-F238E27FC236}">
                <ns2:creationId id="{CFC37E58-811B-403D-BFBC-281A85E94FE1}"/>
              </a:ext>
            </a:extLst>
          </p:cNvPr>
          <p:cNvSpPr>
            <a:spLocks noGrp="1"/>
          </p:cNvSpPr>
          <p:nvPr/>
        </p:nvSpPr>
        <p:spPr>
          <a:xfrm>
            <a:off x="9639300" y="34861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8" name="Editable path 188">
            <a:extLst>
              <a:ext uri="{FF2B5EF4-FFF2-40B4-BE49-F238E27FC236}">
                <ns2:creationId id="{5EB485F0-6C62-40BC-946B-A5D8D49FA45C}"/>
              </a:ext>
            </a:extLst>
          </p:cNvPr>
          <p:cNvSpPr>
            <a:spLocks noGrp="1"/>
          </p:cNvSpPr>
          <p:nvPr/>
        </p:nvSpPr>
        <p:spPr>
          <a:xfrm>
            <a:off x="9582150" y="3724275"/>
            <a:ext cx="2771775" cy="953"/>
          </a:xfrm>
          <a:custGeom>
            <a:pathLst>
              <a:path w="2771775" h="953">
                <a:moveTo>
                  <a:pt x="0" y="0"/>
                </a:moveTo>
                <a:lnTo>
                  <a:pt x="2771775" y="0"/>
                </a:lnTo>
              </a:path>
            </a:pathLst>
          </a:custGeom>
          <a:noFill/>
          <a:ln w="14288">
            <a:solidFill>
              <a:srgbClr val="111111"/>
            </a:solidFill>
            <a:prstDash val="solid"/>
          </a:ln>
        </p:spPr>
      </p:sp>
      <p:sp>
        <p:nvSpPr>
          <p:cNvPr id="69" name="Context Manager internal operation">
            <a:extLst>
              <a:ext uri="{FF2B5EF4-FFF2-40B4-BE49-F238E27FC236}">
                <ns2:creationId id="{C9727222-95C5-4D47-A3CA-96DB9280953A}"/>
              </a:ext>
            </a:extLst>
          </p:cNvPr>
          <p:cNvSpPr>
            <a:spLocks noGrp="1"/>
          </p:cNvSpPr>
          <p:nvPr/>
        </p:nvSpPr>
        <p:spPr>
          <a:xfrm>
            <a:off x="9677400" y="3790950"/>
            <a:ext cx="2581275" cy="342900"/>
          </a:xfrm>
          <a:prstGeom prst="rect">
            <a:avLst/>
          </a:prstGeom>
          <a:solidFill>
            <a:srgbClr val="FFFFFF"/>
          </a:solidFill>
          <a:ln w="14288">
            <a:solidFill>
              <a:srgbClr val="111111"/>
            </a:solidFill>
            <a:prstDash val="solid"/>
          </a:ln>
        </p:spPr>
      </p:sp>
      <p:sp>
        <p:nvSpPr>
          <p:cNvPr id="70" name="DP1 object 189">
            <a:extLst>
              <a:ext uri="{FF2B5EF4-FFF2-40B4-BE49-F238E27FC236}">
                <ns2:creationId id="{9780EE6D-B89C-4D3F-AAF3-4C19E41D227E}"/>
              </a:ext>
            </a:extLst>
          </p:cNvPr>
          <p:cNvSpPr>
            <a:spLocks noGrp="1"/>
          </p:cNvSpPr>
          <p:nvPr/>
        </p:nvSpPr>
        <p:spPr>
          <a:xfrm>
            <a:off x="9725025" y="38100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1" name="허용 원본&#10;공통 기록">
            <a:extLst>
              <a:ext uri="{FF2B5EF4-FFF2-40B4-BE49-F238E27FC236}">
                <ns2:creationId id="{FCC94165-4C0F-4383-8B7D-270B7B08CC41}"/>
              </a:ext>
            </a:extLst>
          </p:cNvPr>
          <p:cNvSpPr>
            <a:spLocks noGrp="1"/>
          </p:cNvSpPr>
          <p:nvPr/>
        </p:nvSpPr>
        <p:spPr>
          <a:xfrm>
            <a:off x="7467600" y="3476625"/>
            <a:ext cx="1647825" cy="685800"/>
          </a:xfrm>
          <a:prstGeom prst="can">
            <a:avLst>
              <a:gd name="adj" fmla="val 16000"/>
            </a:avLst>
          </a:prstGeom>
          <a:solidFill>
            <a:srgbClr val="FFFFFF"/>
          </a:solidFill>
          <a:ln w="17145">
            <a:solidFill>
              <a:srgbClr val="111111"/>
            </a:solidFill>
            <a:prstDash val="solid"/>
          </a:ln>
        </p:spPr>
      </p:sp>
      <p:sp>
        <p:nvSpPr>
          <p:cNvPr id="72" name="DP1 object 190">
            <a:extLst>
              <a:ext uri="{FF2B5EF4-FFF2-40B4-BE49-F238E27FC236}">
                <ns2:creationId id="{26F39752-ADC5-4262-8DF2-AD431DD0A209}"/>
              </a:ext>
            </a:extLst>
          </p:cNvPr>
          <p:cNvSpPr>
            <a:spLocks noGrp="1"/>
          </p:cNvSpPr>
          <p:nvPr/>
        </p:nvSpPr>
        <p:spPr>
          <a:xfrm>
            <a:off x="7515225" y="358140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3" name="Editable path 191">
            <a:extLst>
              <a:ext uri="{FF2B5EF4-FFF2-40B4-BE49-F238E27FC236}">
                <ns2:creationId id="{5604DB0E-E41C-4ECA-A7B5-D97F1B634841}"/>
              </a:ext>
            </a:extLst>
          </p:cNvPr>
          <p:cNvSpPr>
            <a:spLocks noGrp="1"/>
          </p:cNvSpPr>
          <p:nvPr/>
        </p:nvSpPr>
        <p:spPr>
          <a:xfrm>
            <a:off x="9115425" y="3810000"/>
            <a:ext cx="466725" cy="953"/>
          </a:xfrm>
          <a:custGeom>
            <a:pathLst>
              <a:path w="466725" h="953">
                <a:moveTo>
                  <a:pt x="0" y="0"/>
                </a:moveTo>
                <a:lnTo>
                  <a:pt x="466725" y="0"/>
                </a:lnTo>
              </a:path>
            </a:pathLst>
          </a:custGeom>
          <a:noFill/>
          <a:ln w="22860">
            <a:solidFill>
              <a:srgbClr val="111111"/>
            </a:solidFill>
            <a:prstDash val="solid"/>
          </a:ln>
        </p:spPr>
      </p:sp>
      <p:sp>
        <p:nvSpPr>
          <p:cNvPr id="74" name="Editable arrowhead 192">
            <a:extLst>
              <a:ext uri="{FF2B5EF4-FFF2-40B4-BE49-F238E27FC236}">
                <ns2:creationId id="{C96EC96E-DE6E-4898-B946-CE560BF5EAB6}"/>
              </a:ext>
            </a:extLst>
          </p:cNvPr>
          <p:cNvSpPr>
            <a:spLocks noGrp="1"/>
          </p:cNvSpPr>
          <p:nvPr/>
        </p:nvSpPr>
        <p:spPr>
          <a:xfrm>
            <a:off x="9486900" y="3762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5" name="Editable path 193">
            <a:extLst>
              <a:ext uri="{FF2B5EF4-FFF2-40B4-BE49-F238E27FC236}">
                <ns2:creationId id="{1D06C567-7626-4231-8AFD-0BC0BB9C2383}"/>
              </a:ext>
            </a:extLst>
          </p:cNvPr>
          <p:cNvSpPr>
            <a:spLocks noGrp="1"/>
          </p:cNvSpPr>
          <p:nvPr/>
        </p:nvSpPr>
        <p:spPr>
          <a:xfrm>
            <a:off x="10972800" y="4210050"/>
            <a:ext cx="953" cy="133350"/>
          </a:xfrm>
          <a:custGeom>
            <a:pathLst>
              <a:path w="953" h="133350">
                <a:moveTo>
                  <a:pt x="0" y="0"/>
                </a:moveTo>
                <a:lnTo>
                  <a:pt x="0" y="133350"/>
                </a:lnTo>
              </a:path>
            </a:pathLst>
          </a:custGeom>
          <a:noFill/>
          <a:ln w="21908">
            <a:solidFill>
              <a:srgbClr val="111111"/>
            </a:solidFill>
            <a:prstDash val="solid"/>
          </a:ln>
        </p:spPr>
      </p:sp>
      <p:sp>
        <p:nvSpPr>
          <p:cNvPr id="76" name="Editable arrowhead 194">
            <a:extLst>
              <a:ext uri="{FF2B5EF4-FFF2-40B4-BE49-F238E27FC236}">
                <ns2:creationId id="{0DDF47B8-2C0F-46C8-BFD4-2B9464A184FA}"/>
              </a:ext>
            </a:extLst>
          </p:cNvPr>
          <p:cNvSpPr>
            <a:spLocks noGrp="1"/>
          </p:cNvSpPr>
          <p:nvPr/>
        </p:nvSpPr>
        <p:spPr>
          <a:xfrm>
            <a:off x="109251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임시 근거 묶음 (요청 수명)">
            <a:extLst>
              <a:ext uri="{FF2B5EF4-FFF2-40B4-BE49-F238E27FC236}">
                <ns2:creationId id="{1D75ACE7-A4F7-4110-86EC-06179EB46ECA}"/>
              </a:ext>
            </a:extLst>
          </p:cNvPr>
          <p:cNvSpPr>
            <a:spLocks noGrp="1"/>
          </p:cNvSpPr>
          <p:nvPr/>
        </p:nvSpPr>
        <p:spPr>
          <a:xfrm>
            <a:off x="9582150" y="4343400"/>
            <a:ext cx="2771775" cy="457200"/>
          </a:xfrm>
          <a:prstGeom prst="can">
            <a:avLst>
              <a:gd name="adj" fmla="val 16000"/>
            </a:avLst>
          </a:prstGeom>
          <a:solidFill>
            <a:srgbClr val="FFF6DD"/>
          </a:solidFill>
          <a:ln w="17145">
            <a:solidFill>
              <a:srgbClr val="111111"/>
            </a:solidFill>
            <a:prstDash val="solid"/>
          </a:ln>
        </p:spPr>
      </p:sp>
      <p:sp>
        <p:nvSpPr>
          <p:cNvPr id="78" name="DP1 object 195">
            <a:extLst>
              <a:ext uri="{FF2B5EF4-FFF2-40B4-BE49-F238E27FC236}">
                <ns2:creationId id="{B86244D5-7534-429A-8C21-BBF1A1DB53EC}"/>
              </a:ext>
            </a:extLst>
          </p:cNvPr>
          <p:cNvSpPr>
            <a:spLocks noGrp="1"/>
          </p:cNvSpPr>
          <p:nvPr/>
        </p:nvSpPr>
        <p:spPr>
          <a:xfrm>
            <a:off x="9629775" y="444817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9" name="Editable path 196">
            <a:extLst>
              <a:ext uri="{FF2B5EF4-FFF2-40B4-BE49-F238E27FC236}">
                <ns2:creationId id="{392FCE0D-34CB-4657-ACB7-F152BEAA0563}"/>
              </a:ext>
            </a:extLst>
          </p:cNvPr>
          <p:cNvSpPr>
            <a:spLocks noGrp="1"/>
          </p:cNvSpPr>
          <p:nvPr/>
        </p:nvSpPr>
        <p:spPr>
          <a:xfrm>
            <a:off x="10972800" y="4800600"/>
            <a:ext cx="953" cy="133350"/>
          </a:xfrm>
          <a:custGeom>
            <a:pathLst>
              <a:path w="953" h="133350">
                <a:moveTo>
                  <a:pt x="0" y="0"/>
                </a:moveTo>
                <a:lnTo>
                  <a:pt x="0" y="133350"/>
                </a:lnTo>
              </a:path>
            </a:pathLst>
          </a:custGeom>
          <a:noFill/>
          <a:ln w="21908">
            <a:solidFill>
              <a:srgbClr val="111111"/>
            </a:solidFill>
            <a:prstDash val="solid"/>
          </a:ln>
        </p:spPr>
      </p:sp>
      <p:sp>
        <p:nvSpPr>
          <p:cNvPr id="80" name="Editable arrowhead 197">
            <a:extLst>
              <a:ext uri="{FF2B5EF4-FFF2-40B4-BE49-F238E27FC236}">
                <ns2:creationId id="{257E6301-AA3B-40B2-97C7-15586FD1638D}"/>
              </a:ext>
            </a:extLst>
          </p:cNvPr>
          <p:cNvSpPr>
            <a:spLocks noGrp="1"/>
          </p:cNvSpPr>
          <p:nvPr/>
        </p:nvSpPr>
        <p:spPr>
          <a:xfrm>
            <a:off x="10925175"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1" name="Request Interpreter Component">
            <a:extLst>
              <a:ext uri="{FF2B5EF4-FFF2-40B4-BE49-F238E27FC236}">
                <ns2:creationId id="{16402DDB-2E1D-4914-B9EB-A86EE63AE8D8}"/>
              </a:ext>
            </a:extLst>
          </p:cNvPr>
          <p:cNvSpPr>
            <a:spLocks noGrp="1"/>
          </p:cNvSpPr>
          <p:nvPr/>
        </p:nvSpPr>
        <p:spPr>
          <a:xfrm>
            <a:off x="9582150" y="4933950"/>
            <a:ext cx="2771775" cy="609600"/>
          </a:xfrm>
          <a:prstGeom prst="rect">
            <a:avLst/>
          </a:prstGeom>
          <a:solidFill>
            <a:srgbClr val="FFF6DD"/>
          </a:solidFill>
          <a:ln w="25718">
            <a:solidFill>
              <a:srgbClr val="111111"/>
            </a:solidFill>
            <a:prstDash val="solid"/>
          </a:ln>
        </p:spPr>
      </p:sp>
      <p:sp>
        <p:nvSpPr>
          <p:cNvPr id="82" name="DP1 object 198">
            <a:extLst>
              <a:ext uri="{FF2B5EF4-FFF2-40B4-BE49-F238E27FC236}">
                <ns2:creationId id="{70FA212D-6022-436B-A295-2628808DC9CA}"/>
              </a:ext>
            </a:extLst>
          </p:cNvPr>
          <p:cNvSpPr>
            <a:spLocks noGrp="1"/>
          </p:cNvSpPr>
          <p:nvPr/>
        </p:nvSpPr>
        <p:spPr>
          <a:xfrm>
            <a:off x="9639300" y="4953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3" name="Editable path 199">
            <a:extLst>
              <a:ext uri="{FF2B5EF4-FFF2-40B4-BE49-F238E27FC236}">
                <ns2:creationId id="{D7A7F6EC-8BD5-408D-9367-C587387C780D}"/>
              </a:ext>
            </a:extLst>
          </p:cNvPr>
          <p:cNvSpPr>
            <a:spLocks noGrp="1"/>
          </p:cNvSpPr>
          <p:nvPr/>
        </p:nvSpPr>
        <p:spPr>
          <a:xfrm>
            <a:off x="9582150" y="5191125"/>
            <a:ext cx="2771775" cy="953"/>
          </a:xfrm>
          <a:custGeom>
            <a:pathLst>
              <a:path w="2771775" h="953">
                <a:moveTo>
                  <a:pt x="0" y="0"/>
                </a:moveTo>
                <a:lnTo>
                  <a:pt x="2771775" y="0"/>
                </a:lnTo>
              </a:path>
            </a:pathLst>
          </a:custGeom>
          <a:noFill/>
          <a:ln w="14288">
            <a:solidFill>
              <a:srgbClr val="111111"/>
            </a:solidFill>
            <a:prstDash val="solid"/>
          </a:ln>
        </p:spPr>
      </p:sp>
      <p:sp>
        <p:nvSpPr>
          <p:cNvPr id="84" name="Request Interpreter internal operation">
            <a:extLst>
              <a:ext uri="{FF2B5EF4-FFF2-40B4-BE49-F238E27FC236}">
                <ns2:creationId id="{0BC93CB4-A33F-40E7-BB23-266D3BFC7306}"/>
              </a:ext>
            </a:extLst>
          </p:cNvPr>
          <p:cNvSpPr>
            <a:spLocks noGrp="1"/>
          </p:cNvSpPr>
          <p:nvPr/>
        </p:nvSpPr>
        <p:spPr>
          <a:xfrm>
            <a:off x="9677400" y="5257800"/>
            <a:ext cx="2581275" cy="209550"/>
          </a:xfrm>
          <a:prstGeom prst="rect">
            <a:avLst/>
          </a:prstGeom>
          <a:solidFill>
            <a:srgbClr val="FFFFFF"/>
          </a:solidFill>
          <a:ln w="14288">
            <a:solidFill>
              <a:srgbClr val="111111"/>
            </a:solidFill>
            <a:prstDash val="solid"/>
          </a:ln>
        </p:spPr>
      </p:sp>
      <p:sp>
        <p:nvSpPr>
          <p:cNvPr id="85" name="DP1 object 200">
            <a:extLst>
              <a:ext uri="{FF2B5EF4-FFF2-40B4-BE49-F238E27FC236}">
                <ns2:creationId id="{102EA4B7-EA70-4BC8-B2D3-9DB25C7A028D}"/>
              </a:ext>
            </a:extLst>
          </p:cNvPr>
          <p:cNvSpPr>
            <a:spLocks noGrp="1"/>
          </p:cNvSpPr>
          <p:nvPr/>
        </p:nvSpPr>
        <p:spPr>
          <a:xfrm>
            <a:off x="9725025" y="527685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6" name="Editable path 201">
            <a:extLst>
              <a:ext uri="{FF2B5EF4-FFF2-40B4-BE49-F238E27FC236}">
                <ns2:creationId id="{7C59EDC6-DDFB-4484-97CB-9A170712522C}"/>
              </a:ext>
            </a:extLst>
          </p:cNvPr>
          <p:cNvSpPr>
            <a:spLocks noGrp="1"/>
          </p:cNvSpPr>
          <p:nvPr/>
        </p:nvSpPr>
        <p:spPr>
          <a:xfrm>
            <a:off x="9248775" y="292417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7" name="Editable arrowhead 202">
            <a:extLst>
              <a:ext uri="{FF2B5EF4-FFF2-40B4-BE49-F238E27FC236}">
                <ns2:creationId id="{7304DA44-266A-4CE4-A9B2-31A61A64E5B7}"/>
              </a:ext>
            </a:extLst>
          </p:cNvPr>
          <p:cNvSpPr>
            <a:spLocks noGrp="1"/>
          </p:cNvSpPr>
          <p:nvPr/>
        </p:nvSpPr>
        <p:spPr>
          <a:xfrm>
            <a:off x="9486900" y="287655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8" name="DP1 object 203">
            <a:extLst>
              <a:ext uri="{FF2B5EF4-FFF2-40B4-BE49-F238E27FC236}">
                <ns2:creationId id="{EE2E4454-5FE2-4EF5-9783-6D4C2FCDF172}"/>
              </a:ext>
            </a:extLst>
          </p:cNvPr>
          <p:cNvSpPr>
            <a:spLocks noGrp="1"/>
          </p:cNvSpPr>
          <p:nvPr/>
        </p:nvSpPr>
        <p:spPr>
          <a:xfrm>
            <a:off x="7477125" y="433387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9" name="DP1 object 204">
            <a:extLst>
              <a:ext uri="{FF2B5EF4-FFF2-40B4-BE49-F238E27FC236}">
                <ns2:creationId id="{37207A91-7782-43E4-B17A-2EB420661806}"/>
              </a:ext>
            </a:extLst>
          </p:cNvPr>
          <p:cNvSpPr>
            <a:spLocks noGrp="1"/>
          </p:cNvSpPr>
          <p:nvPr/>
        </p:nvSpPr>
        <p:spPr>
          <a:xfrm>
            <a:off x="7477125" y="506730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90" name="DP1 object 205">
            <a:extLst>
              <a:ext uri="{FF2B5EF4-FFF2-40B4-BE49-F238E27FC236}">
                <ns2:creationId id="{861E7E7F-73B6-437E-85A6-75226CFA1A36}"/>
              </a:ext>
            </a:extLst>
          </p:cNvPr>
          <p:cNvSpPr>
            <a:spLocks noGrp="1"/>
          </p:cNvSpPr>
          <p:nvPr/>
        </p:nvSpPr>
        <p:spPr>
          <a:xfrm>
            <a:off x="127444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1" name="허용 원본&#10;확정 변경">
            <a:extLst>
              <a:ext uri="{FF2B5EF4-FFF2-40B4-BE49-F238E27FC236}">
                <ns2:creationId id="{FDDCFF62-787F-49A7-AD4D-95BADDD0DB12}"/>
              </a:ext>
            </a:extLst>
          </p:cNvPr>
          <p:cNvSpPr>
            <a:spLocks noGrp="1"/>
          </p:cNvSpPr>
          <p:nvPr/>
        </p:nvSpPr>
        <p:spPr>
          <a:xfrm>
            <a:off x="12839700" y="2990850"/>
            <a:ext cx="1543050" cy="657225"/>
          </a:xfrm>
          <a:prstGeom prst="can">
            <a:avLst>
              <a:gd name="adj" fmla="val 16000"/>
            </a:avLst>
          </a:prstGeom>
          <a:solidFill>
            <a:srgbClr val="FFFFFF"/>
          </a:solidFill>
          <a:ln w="17145">
            <a:solidFill>
              <a:srgbClr val="111111"/>
            </a:solidFill>
            <a:prstDash val="solid"/>
          </a:ln>
        </p:spPr>
      </p:sp>
      <p:sp>
        <p:nvSpPr>
          <p:cNvPr id="92" name="DP1 object 206">
            <a:extLst>
              <a:ext uri="{FF2B5EF4-FFF2-40B4-BE49-F238E27FC236}">
                <ns2:creationId id="{5E1A262D-5DD6-4603-A1E1-D15D9C132801}"/>
              </a:ext>
            </a:extLst>
          </p:cNvPr>
          <p:cNvSpPr>
            <a:spLocks noGrp="1"/>
          </p:cNvSpPr>
          <p:nvPr/>
        </p:nvSpPr>
        <p:spPr>
          <a:xfrm>
            <a:off x="12887325" y="309562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3" name="Context Manager production Component">
            <a:extLst>
              <a:ext uri="{FF2B5EF4-FFF2-40B4-BE49-F238E27FC236}">
                <ns2:creationId id="{D494CDFC-1F8B-4A47-A486-214A51AC75BF}"/>
              </a:ext>
            </a:extLst>
          </p:cNvPr>
          <p:cNvSpPr>
            <a:spLocks noGrp="1"/>
          </p:cNvSpPr>
          <p:nvPr/>
        </p:nvSpPr>
        <p:spPr>
          <a:xfrm>
            <a:off x="14658975" y="2552700"/>
            <a:ext cx="3190875" cy="1657350"/>
          </a:xfrm>
          <a:prstGeom prst="rect">
            <a:avLst/>
          </a:prstGeom>
          <a:solidFill>
            <a:srgbClr val="FFF6DD"/>
          </a:solidFill>
          <a:ln w="25718">
            <a:solidFill>
              <a:srgbClr val="111111"/>
            </a:solidFill>
            <a:prstDash val="solid"/>
          </a:ln>
        </p:spPr>
      </p:sp>
      <p:sp>
        <p:nvSpPr>
          <p:cNvPr id="94" name="DP1 object 207">
            <a:extLst>
              <a:ext uri="{FF2B5EF4-FFF2-40B4-BE49-F238E27FC236}">
                <ns2:creationId id="{9197CE2A-17BC-4119-9CB3-9B78CE9EDE12}"/>
              </a:ext>
            </a:extLst>
          </p:cNvPr>
          <p:cNvSpPr>
            <a:spLocks noGrp="1"/>
          </p:cNvSpPr>
          <p:nvPr/>
        </p:nvSpPr>
        <p:spPr>
          <a:xfrm>
            <a:off x="14735175" y="259080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5" name="Editable path 208">
            <a:extLst>
              <a:ext uri="{FF2B5EF4-FFF2-40B4-BE49-F238E27FC236}">
                <ns2:creationId id="{C4A37A7C-113B-4FAA-8EC3-FAF01B1DD2E6}"/>
              </a:ext>
            </a:extLst>
          </p:cNvPr>
          <p:cNvSpPr>
            <a:spLocks noGrp="1"/>
          </p:cNvSpPr>
          <p:nvPr/>
        </p:nvSpPr>
        <p:spPr>
          <a:xfrm>
            <a:off x="14658975" y="2914650"/>
            <a:ext cx="3190875" cy="953"/>
          </a:xfrm>
          <a:custGeom>
            <a:pathLst>
              <a:path w="3190875" h="953">
                <a:moveTo>
                  <a:pt x="0" y="0"/>
                </a:moveTo>
                <a:lnTo>
                  <a:pt x="3190875" y="0"/>
                </a:lnTo>
              </a:path>
            </a:pathLst>
          </a:custGeom>
          <a:noFill/>
          <a:ln w="14288">
            <a:solidFill>
              <a:srgbClr val="111111"/>
            </a:solidFill>
            <a:prstDash val="solid"/>
          </a:ln>
        </p:spPr>
      </p:sp>
      <p:sp>
        <p:nvSpPr>
          <p:cNvPr id="96" name="DP1 object 209">
            <a:extLst>
              <a:ext uri="{FF2B5EF4-FFF2-40B4-BE49-F238E27FC236}">
                <ns2:creationId id="{EE2179CE-4670-4D8A-8956-089A0E5EFADB}"/>
              </a:ext>
            </a:extLst>
          </p:cNvPr>
          <p:cNvSpPr>
            <a:spLocks noGrp="1"/>
          </p:cNvSpPr>
          <p:nvPr/>
        </p:nvSpPr>
        <p:spPr>
          <a:xfrm>
            <a:off x="14744700" y="295275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7" name="Independent evidence production internal operation">
            <a:extLst>
              <a:ext uri="{FF2B5EF4-FFF2-40B4-BE49-F238E27FC236}">
                <ns2:creationId id="{E5EB2196-9F8F-4840-996C-560F76ECEAB8}"/>
              </a:ext>
            </a:extLst>
          </p:cNvPr>
          <p:cNvSpPr>
            <a:spLocks noGrp="1"/>
          </p:cNvSpPr>
          <p:nvPr/>
        </p:nvSpPr>
        <p:spPr>
          <a:xfrm>
            <a:off x="14773275" y="3276600"/>
            <a:ext cx="1628775" cy="752475"/>
          </a:xfrm>
          <a:prstGeom prst="rect">
            <a:avLst/>
          </a:prstGeom>
          <a:solidFill>
            <a:srgbClr val="FFFFFF"/>
          </a:solidFill>
          <a:ln w="14288">
            <a:solidFill>
              <a:srgbClr val="111111"/>
            </a:solidFill>
            <a:prstDash val="solid"/>
          </a:ln>
        </p:spPr>
      </p:sp>
      <p:sp>
        <p:nvSpPr>
          <p:cNvPr id="98" name="DP1 object 210">
            <a:extLst>
              <a:ext uri="{FF2B5EF4-FFF2-40B4-BE49-F238E27FC236}">
                <ns2:creationId id="{562D53E8-5114-4917-9112-253268650DE4}"/>
              </a:ext>
            </a:extLst>
          </p:cNvPr>
          <p:cNvSpPr>
            <a:spLocks noGrp="1"/>
          </p:cNvSpPr>
          <p:nvPr/>
        </p:nvSpPr>
        <p:spPr>
          <a:xfrm>
            <a:off x="14830425" y="334327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9" name="게시 근거">
            <a:extLst>
              <a:ext uri="{FF2B5EF4-FFF2-40B4-BE49-F238E27FC236}">
                <ns2:creationId id="{4434AF70-FBB1-4B88-AF4F-E7D948580F11}"/>
              </a:ext>
            </a:extLst>
          </p:cNvPr>
          <p:cNvSpPr>
            <a:spLocks noGrp="1"/>
          </p:cNvSpPr>
          <p:nvPr/>
        </p:nvSpPr>
        <p:spPr>
          <a:xfrm>
            <a:off x="16602075" y="3333750"/>
            <a:ext cx="1133475" cy="619125"/>
          </a:xfrm>
          <a:prstGeom prst="can">
            <a:avLst>
              <a:gd name="adj" fmla="val 16000"/>
            </a:avLst>
          </a:prstGeom>
          <a:solidFill>
            <a:srgbClr val="FFFFFF"/>
          </a:solidFill>
          <a:ln w="17145">
            <a:solidFill>
              <a:srgbClr val="111111"/>
            </a:solidFill>
            <a:prstDash val="solid"/>
          </a:ln>
        </p:spPr>
      </p:sp>
      <p:sp>
        <p:nvSpPr>
          <p:cNvPr id="100" name="DP1 object 211">
            <a:extLst>
              <a:ext uri="{FF2B5EF4-FFF2-40B4-BE49-F238E27FC236}">
                <ns2:creationId id="{D9E7117D-2135-4754-8700-81BA4AB7156B}"/>
              </a:ext>
            </a:extLst>
          </p:cNvPr>
          <p:cNvSpPr>
            <a:spLocks noGrp="1"/>
          </p:cNvSpPr>
          <p:nvPr/>
        </p:nvSpPr>
        <p:spPr>
          <a:xfrm>
            <a:off x="16649700" y="343852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1" name="Editable path 212">
            <a:extLst>
              <a:ext uri="{FF2B5EF4-FFF2-40B4-BE49-F238E27FC236}">
                <ns2:creationId id="{C97EC60E-0B9F-495C-9957-245978F1D3A8}"/>
              </a:ext>
            </a:extLst>
          </p:cNvPr>
          <p:cNvSpPr>
            <a:spLocks noGrp="1"/>
          </p:cNvSpPr>
          <p:nvPr/>
        </p:nvSpPr>
        <p:spPr>
          <a:xfrm>
            <a:off x="14382750" y="3324225"/>
            <a:ext cx="276225" cy="953"/>
          </a:xfrm>
          <a:custGeom>
            <a:pathLst>
              <a:path w="276225" h="953">
                <a:moveTo>
                  <a:pt x="0" y="0"/>
                </a:moveTo>
                <a:lnTo>
                  <a:pt x="276225" y="0"/>
                </a:lnTo>
              </a:path>
            </a:pathLst>
          </a:custGeom>
          <a:noFill/>
          <a:ln w="21908">
            <a:solidFill>
              <a:srgbClr val="111111"/>
            </a:solidFill>
            <a:prstDash val="solid"/>
          </a:ln>
        </p:spPr>
      </p:sp>
      <p:sp>
        <p:nvSpPr>
          <p:cNvPr id="102" name="Editable arrowhead 213">
            <a:extLst>
              <a:ext uri="{FF2B5EF4-FFF2-40B4-BE49-F238E27FC236}">
                <ns2:creationId id="{C6460C2D-65AC-458C-AEF6-A4C7E1A54770}"/>
              </a:ext>
            </a:extLst>
          </p:cNvPr>
          <p:cNvSpPr>
            <a:spLocks noGrp="1"/>
          </p:cNvSpPr>
          <p:nvPr/>
        </p:nvSpPr>
        <p:spPr>
          <a:xfrm>
            <a:off x="14563725"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3" name="Editable path 214">
            <a:extLst>
              <a:ext uri="{FF2B5EF4-FFF2-40B4-BE49-F238E27FC236}">
                <ns2:creationId id="{CCD4DE09-D9CA-4183-9DB5-F2B5F16C0F8D}"/>
              </a:ext>
            </a:extLst>
          </p:cNvPr>
          <p:cNvSpPr>
            <a:spLocks noGrp="1"/>
          </p:cNvSpPr>
          <p:nvPr/>
        </p:nvSpPr>
        <p:spPr>
          <a:xfrm>
            <a:off x="16402050" y="3648075"/>
            <a:ext cx="200025" cy="953"/>
          </a:xfrm>
          <a:custGeom>
            <a:pathLst>
              <a:path w="200025" h="953">
                <a:moveTo>
                  <a:pt x="0" y="0"/>
                </a:moveTo>
                <a:lnTo>
                  <a:pt x="200025" y="0"/>
                </a:lnTo>
              </a:path>
            </a:pathLst>
          </a:custGeom>
          <a:noFill/>
          <a:ln w="21908">
            <a:solidFill>
              <a:srgbClr val="111111"/>
            </a:solidFill>
            <a:prstDash val="solid"/>
          </a:ln>
        </p:spPr>
      </p:sp>
      <p:sp>
        <p:nvSpPr>
          <p:cNvPr id="104" name="Editable arrowhead 215">
            <a:extLst>
              <a:ext uri="{FF2B5EF4-FFF2-40B4-BE49-F238E27FC236}">
                <ns2:creationId id="{06AE2E5C-C81B-4324-AEC4-C1C1C5661162}"/>
              </a:ext>
            </a:extLst>
          </p:cNvPr>
          <p:cNvSpPr>
            <a:spLocks noGrp="1"/>
          </p:cNvSpPr>
          <p:nvPr/>
        </p:nvSpPr>
        <p:spPr>
          <a:xfrm>
            <a:off x="16506825" y="3600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5" name="Context Manager Component">
            <a:extLst>
              <a:ext uri="{FF2B5EF4-FFF2-40B4-BE49-F238E27FC236}">
                <ns2:creationId id="{B7DDE63F-346F-41BD-BF81-49B43847209F}"/>
              </a:ext>
            </a:extLst>
          </p:cNvPr>
          <p:cNvSpPr>
            <a:spLocks noGrp="1"/>
          </p:cNvSpPr>
          <p:nvPr/>
        </p:nvSpPr>
        <p:spPr>
          <a:xfrm>
            <a:off x="12839700" y="4591050"/>
            <a:ext cx="2333625" cy="933450"/>
          </a:xfrm>
          <a:prstGeom prst="rect">
            <a:avLst/>
          </a:prstGeom>
          <a:solidFill>
            <a:srgbClr val="FFF6DD"/>
          </a:solidFill>
          <a:ln w="25718">
            <a:solidFill>
              <a:srgbClr val="111111"/>
            </a:solidFill>
            <a:prstDash val="solid"/>
          </a:ln>
        </p:spPr>
      </p:sp>
      <p:sp>
        <p:nvSpPr>
          <p:cNvPr id="106" name="DP1 object 216">
            <a:extLst>
              <a:ext uri="{FF2B5EF4-FFF2-40B4-BE49-F238E27FC236}">
                <ns2:creationId id="{FBFA8ACF-7D18-4A4D-9125-73FAE586195F}"/>
              </a:ext>
            </a:extLst>
          </p:cNvPr>
          <p:cNvSpPr>
            <a:spLocks noGrp="1"/>
          </p:cNvSpPr>
          <p:nvPr/>
        </p:nvSpPr>
        <p:spPr>
          <a:xfrm>
            <a:off x="12896850" y="461010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7" name="Editable path 217">
            <a:extLst>
              <a:ext uri="{FF2B5EF4-FFF2-40B4-BE49-F238E27FC236}">
                <ns2:creationId id="{7234EDFA-904A-431E-8CE6-9B497472760B}"/>
              </a:ext>
            </a:extLst>
          </p:cNvPr>
          <p:cNvSpPr>
            <a:spLocks noGrp="1"/>
          </p:cNvSpPr>
          <p:nvPr/>
        </p:nvSpPr>
        <p:spPr>
          <a:xfrm>
            <a:off x="12839700" y="4914900"/>
            <a:ext cx="2333625" cy="953"/>
          </a:xfrm>
          <a:custGeom>
            <a:pathLst>
              <a:path w="2333625" h="953">
                <a:moveTo>
                  <a:pt x="0" y="0"/>
                </a:moveTo>
                <a:lnTo>
                  <a:pt x="2333625" y="0"/>
                </a:lnTo>
              </a:path>
            </a:pathLst>
          </a:custGeom>
          <a:noFill/>
          <a:ln w="14288">
            <a:solidFill>
              <a:srgbClr val="111111"/>
            </a:solidFill>
            <a:prstDash val="solid"/>
          </a:ln>
        </p:spPr>
      </p:sp>
      <p:sp>
        <p:nvSpPr>
          <p:cNvPr id="108" name="Context Manager internal operation">
            <a:extLst>
              <a:ext uri="{FF2B5EF4-FFF2-40B4-BE49-F238E27FC236}">
                <ns2:creationId id="{7293F887-488A-434C-BE1B-FFB598E8B1D0}"/>
              </a:ext>
            </a:extLst>
          </p:cNvPr>
          <p:cNvSpPr>
            <a:spLocks noGrp="1"/>
          </p:cNvSpPr>
          <p:nvPr/>
        </p:nvSpPr>
        <p:spPr>
          <a:xfrm>
            <a:off x="12934950" y="4981575"/>
            <a:ext cx="2143125" cy="466725"/>
          </a:xfrm>
          <a:prstGeom prst="rect">
            <a:avLst/>
          </a:prstGeom>
          <a:solidFill>
            <a:srgbClr val="FFFFFF"/>
          </a:solidFill>
          <a:ln w="14288">
            <a:solidFill>
              <a:srgbClr val="111111"/>
            </a:solidFill>
            <a:prstDash val="solid"/>
          </a:ln>
        </p:spPr>
      </p:sp>
      <p:sp>
        <p:nvSpPr>
          <p:cNvPr id="109" name="DP1 object 218">
            <a:extLst>
              <a:ext uri="{FF2B5EF4-FFF2-40B4-BE49-F238E27FC236}">
                <ns2:creationId id="{2B50C2DE-D720-4D51-BEC7-2A63D0252E80}"/>
              </a:ext>
            </a:extLst>
          </p:cNvPr>
          <p:cNvSpPr>
            <a:spLocks noGrp="1"/>
          </p:cNvSpPr>
          <p:nvPr/>
        </p:nvSpPr>
        <p:spPr>
          <a:xfrm>
            <a:off x="12982575" y="500062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10" name="Request Interpreter Component">
            <a:extLst>
              <a:ext uri="{FF2B5EF4-FFF2-40B4-BE49-F238E27FC236}">
                <ns2:creationId id="{E00CD296-07AE-4B06-9A3F-220E806FD0B6}"/>
              </a:ext>
            </a:extLst>
          </p:cNvPr>
          <p:cNvSpPr>
            <a:spLocks noGrp="1"/>
          </p:cNvSpPr>
          <p:nvPr/>
        </p:nvSpPr>
        <p:spPr>
          <a:xfrm>
            <a:off x="15563850" y="4591050"/>
            <a:ext cx="2286000" cy="933450"/>
          </a:xfrm>
          <a:prstGeom prst="rect">
            <a:avLst/>
          </a:prstGeom>
          <a:solidFill>
            <a:srgbClr val="FFF6DD"/>
          </a:solidFill>
          <a:ln w="25718">
            <a:solidFill>
              <a:srgbClr val="111111"/>
            </a:solidFill>
            <a:prstDash val="solid"/>
          </a:ln>
        </p:spPr>
      </p:sp>
      <p:sp>
        <p:nvSpPr>
          <p:cNvPr id="111" name="DP1 object 219">
            <a:extLst>
              <a:ext uri="{FF2B5EF4-FFF2-40B4-BE49-F238E27FC236}">
                <ns2:creationId id="{D06B04AD-A752-408A-8DAB-43EA06CF2310}"/>
              </a:ext>
            </a:extLst>
          </p:cNvPr>
          <p:cNvSpPr>
            <a:spLocks noGrp="1"/>
          </p:cNvSpPr>
          <p:nvPr/>
        </p:nvSpPr>
        <p:spPr>
          <a:xfrm>
            <a:off x="15621000" y="461010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2" name="Editable path 220">
            <a:extLst>
              <a:ext uri="{FF2B5EF4-FFF2-40B4-BE49-F238E27FC236}">
                <ns2:creationId id="{E520E45E-2742-42AA-A898-388078172CDC}"/>
              </a:ext>
            </a:extLst>
          </p:cNvPr>
          <p:cNvSpPr>
            <a:spLocks noGrp="1"/>
          </p:cNvSpPr>
          <p:nvPr/>
        </p:nvSpPr>
        <p:spPr>
          <a:xfrm>
            <a:off x="15563850" y="4914900"/>
            <a:ext cx="2286000" cy="953"/>
          </a:xfrm>
          <a:custGeom>
            <a:pathLst>
              <a:path w="2286000" h="953">
                <a:moveTo>
                  <a:pt x="0" y="0"/>
                </a:moveTo>
                <a:lnTo>
                  <a:pt x="2286000" y="0"/>
                </a:lnTo>
              </a:path>
            </a:pathLst>
          </a:custGeom>
          <a:noFill/>
          <a:ln w="14288">
            <a:solidFill>
              <a:srgbClr val="111111"/>
            </a:solidFill>
            <a:prstDash val="solid"/>
          </a:ln>
        </p:spPr>
      </p:sp>
      <p:sp>
        <p:nvSpPr>
          <p:cNvPr id="113" name="Request Interpreter internal operation">
            <a:extLst>
              <a:ext uri="{FF2B5EF4-FFF2-40B4-BE49-F238E27FC236}">
                <ns2:creationId id="{7027A24A-CC12-48B0-8E11-B8773A597859}"/>
              </a:ext>
            </a:extLst>
          </p:cNvPr>
          <p:cNvSpPr>
            <a:spLocks noGrp="1"/>
          </p:cNvSpPr>
          <p:nvPr/>
        </p:nvSpPr>
        <p:spPr>
          <a:xfrm>
            <a:off x="15659100" y="4981575"/>
            <a:ext cx="2095500" cy="466725"/>
          </a:xfrm>
          <a:prstGeom prst="rect">
            <a:avLst/>
          </a:prstGeom>
          <a:solidFill>
            <a:srgbClr val="FFFFFF"/>
          </a:solidFill>
          <a:ln w="14288">
            <a:solidFill>
              <a:srgbClr val="111111"/>
            </a:solidFill>
            <a:prstDash val="solid"/>
          </a:ln>
        </p:spPr>
      </p:sp>
      <p:sp>
        <p:nvSpPr>
          <p:cNvPr id="114" name="DP1 object 221">
            <a:extLst>
              <a:ext uri="{FF2B5EF4-FFF2-40B4-BE49-F238E27FC236}">
                <ns2:creationId id="{AB479874-EAAF-4C0C-9EA9-3B187C2E5920}"/>
              </a:ext>
            </a:extLst>
          </p:cNvPr>
          <p:cNvSpPr>
            <a:spLocks noGrp="1"/>
          </p:cNvSpPr>
          <p:nvPr/>
        </p:nvSpPr>
        <p:spPr>
          <a:xfrm>
            <a:off x="15706725" y="500062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5" name="Editable path 222">
            <a:extLst>
              <a:ext uri="{FF2B5EF4-FFF2-40B4-BE49-F238E27FC236}">
                <ns2:creationId id="{7DBA3366-5605-4838-9B11-072D610C5BC6}"/>
              </a:ext>
            </a:extLst>
          </p:cNvPr>
          <p:cNvSpPr>
            <a:spLocks noGrp="1"/>
          </p:cNvSpPr>
          <p:nvPr/>
        </p:nvSpPr>
        <p:spPr>
          <a:xfrm>
            <a:off x="14011275" y="395287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6" name="Editable arrowhead 223">
            <a:extLst>
              <a:ext uri="{FF2B5EF4-FFF2-40B4-BE49-F238E27FC236}">
                <ns2:creationId id="{C6574B90-0B88-4767-887F-DECD3E8802EA}"/>
              </a:ext>
            </a:extLst>
          </p:cNvPr>
          <p:cNvSpPr>
            <a:spLocks noGrp="1"/>
          </p:cNvSpPr>
          <p:nvPr/>
        </p:nvSpPr>
        <p:spPr>
          <a:xfrm>
            <a:off x="139636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7" name="Editable path 224">
            <a:extLst>
              <a:ext uri="{FF2B5EF4-FFF2-40B4-BE49-F238E27FC236}">
                <ns2:creationId id="{1EC4E347-8E3A-47EA-B220-4EA877D501FF}"/>
              </a:ext>
            </a:extLst>
          </p:cNvPr>
          <p:cNvSpPr>
            <a:spLocks noGrp="1"/>
          </p:cNvSpPr>
          <p:nvPr/>
        </p:nvSpPr>
        <p:spPr>
          <a:xfrm>
            <a:off x="15173325" y="5143500"/>
            <a:ext cx="390525" cy="953"/>
          </a:xfrm>
          <a:custGeom>
            <a:pathLst>
              <a:path w="390525" h="953">
                <a:moveTo>
                  <a:pt x="0" y="0"/>
                </a:moveTo>
                <a:lnTo>
                  <a:pt x="390525" y="0"/>
                </a:lnTo>
              </a:path>
            </a:pathLst>
          </a:custGeom>
          <a:noFill/>
          <a:ln w="21908">
            <a:solidFill>
              <a:srgbClr val="111111"/>
            </a:solidFill>
            <a:prstDash val="solid"/>
          </a:ln>
        </p:spPr>
      </p:sp>
      <p:sp>
        <p:nvSpPr>
          <p:cNvPr id="118" name="Editable arrowhead 225">
            <a:extLst>
              <a:ext uri="{FF2B5EF4-FFF2-40B4-BE49-F238E27FC236}">
                <ns2:creationId id="{03A5BD42-A1D4-4EF3-80FA-ED9A2EC6CC12}"/>
              </a:ext>
            </a:extLst>
          </p:cNvPr>
          <p:cNvSpPr>
            <a:spLocks noGrp="1"/>
          </p:cNvSpPr>
          <p:nvPr/>
        </p:nvSpPr>
        <p:spPr>
          <a:xfrm>
            <a:off x="15468600" y="5095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9" name="DP1 object 226">
            <a:extLst>
              <a:ext uri="{FF2B5EF4-FFF2-40B4-BE49-F238E27FC236}">
                <ns2:creationId id="{B0F6DA3E-0F15-4688-B9DF-0A82CAA24B51}"/>
              </a:ext>
            </a:extLst>
          </p:cNvPr>
          <p:cNvSpPr>
            <a:spLocks noGrp="1"/>
          </p:cNvSpPr>
          <p:nvPr/>
        </p:nvSpPr>
        <p:spPr>
          <a:xfrm>
            <a:off x="15744825" y="432435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20" name="Editable path 227">
            <a:extLst>
              <a:ext uri="{FF2B5EF4-FFF2-40B4-BE49-F238E27FC236}">
                <ns2:creationId id="{F0D4C1A5-85FA-47D1-B001-A2BA39FD82EA}"/>
              </a:ext>
            </a:extLst>
          </p:cNvPr>
          <p:cNvSpPr>
            <a:spLocks noGrp="1"/>
          </p:cNvSpPr>
          <p:nvPr/>
        </p:nvSpPr>
        <p:spPr>
          <a:xfrm>
            <a:off x="16716375" y="4533900"/>
            <a:ext cx="953" cy="57150"/>
          </a:xfrm>
          <a:custGeom>
            <a:pathLst>
              <a:path w="953" h="57150">
                <a:moveTo>
                  <a:pt x="0" y="0"/>
                </a:moveTo>
                <a:lnTo>
                  <a:pt x="0" y="57150"/>
                </a:lnTo>
              </a:path>
            </a:pathLst>
          </a:custGeom>
          <a:noFill/>
          <a:ln w="17145">
            <a:solidFill>
              <a:srgbClr val="111111"/>
            </a:solidFill>
            <a:prstDash val="solid"/>
          </a:ln>
        </p:spPr>
      </p:sp>
      <p:sp>
        <p:nvSpPr>
          <p:cNvPr id="121" name="Editable arrowhead 228">
            <a:extLst>
              <a:ext uri="{FF2B5EF4-FFF2-40B4-BE49-F238E27FC236}">
                <ns2:creationId id="{1302912E-72D4-43C9-AD98-6962B52A9BAB}"/>
              </a:ext>
            </a:extLst>
          </p:cNvPr>
          <p:cNvSpPr>
            <a:spLocks noGrp="1"/>
          </p:cNvSpPr>
          <p:nvPr/>
        </p:nvSpPr>
        <p:spPr>
          <a:xfrm>
            <a:off x="166687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2" name="Editable path 229">
            <a:extLst>
              <a:ext uri="{FF2B5EF4-FFF2-40B4-BE49-F238E27FC236}">
                <ns2:creationId id="{2F86044B-CD41-464F-82F7-BD3ADB5CF1BF}"/>
              </a:ext>
            </a:extLst>
          </p:cNvPr>
          <p:cNvSpPr>
            <a:spLocks noGrp="1"/>
          </p:cNvSpPr>
          <p:nvPr/>
        </p:nvSpPr>
        <p:spPr>
          <a:xfrm>
            <a:off x="12715875" y="332422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3" name="Editable arrowhead 230">
            <a:extLst>
              <a:ext uri="{FF2B5EF4-FFF2-40B4-BE49-F238E27FC236}">
                <ns2:creationId id="{AB7666E4-C208-4A0A-967A-042545BD7C02}"/>
              </a:ext>
            </a:extLst>
          </p:cNvPr>
          <p:cNvSpPr>
            <a:spLocks noGrp="1"/>
          </p:cNvSpPr>
          <p:nvPr/>
        </p:nvSpPr>
        <p:spPr>
          <a:xfrm>
            <a:off x="12744450"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4" name="DP1 object 231">
            <a:extLst>
              <a:ext uri="{FF2B5EF4-FFF2-40B4-BE49-F238E27FC236}">
                <ns2:creationId id="{77E9A5D3-B786-48A6-B254-3CB5DDAB6453}"/>
              </a:ext>
            </a:extLst>
          </p:cNvPr>
          <p:cNvSpPr>
            <a:spLocks noGrp="1"/>
          </p:cNvSpPr>
          <p:nvPr/>
        </p:nvSpPr>
        <p:spPr>
          <a:xfrm>
            <a:off x="12849225" y="371475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5" name="Selected A column">
            <a:extLst>
              <a:ext uri="{FF2B5EF4-FFF2-40B4-BE49-F238E27FC236}">
                <ns2:creationId id="{97FFC917-FEA7-43CC-BA45-E0D4D2951AA2}"/>
              </a:ext>
            </a:extLst>
          </p:cNvPr>
          <p:cNvSpPr>
            <a:spLocks noGrp="1"/>
          </p:cNvSpPr>
          <p:nvPr/>
        </p:nvSpPr>
        <p:spPr>
          <a:xfrm>
            <a:off x="1866900" y="1657350"/>
            <a:ext cx="5391150" cy="7620000"/>
          </a:xfrm>
          <a:prstGeom prst="rect">
            <a:avLst/>
          </a:prstGeom>
          <a:noFill/>
          <a:ln w="40005">
            <a:solidFill>
              <a:srgbClr val="4676CB"/>
            </a:solidFill>
            <a:prstDash val="solid"/>
          </a:ln>
        </p:spPr>
      </p:sp>
      <p:sp>
        <p:nvSpPr>
          <p:cNvPr id="126" name="DP1 object 232">
            <a:extLst>
              <a:ext uri="{FF2B5EF4-FFF2-40B4-BE49-F238E27FC236}">
                <ns2:creationId id="{84F3B5B9-86EF-4E53-A390-253F597195A8}"/>
              </a:ext>
            </a:extLst>
          </p:cNvPr>
          <p:cNvSpPr>
            <a:spLocks noGrp="1"/>
          </p:cNvSpPr>
          <p:nvPr/>
        </p:nvSpPr>
        <p:spPr>
          <a:xfrm>
            <a:off x="19240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7" name="DP1 object 233">
            <a:extLst>
              <a:ext uri="{FF2B5EF4-FFF2-40B4-BE49-F238E27FC236}">
                <ns2:creationId id="{381746CD-2BC0-46EF-A9B0-BA9BB1324C5A}"/>
              </a:ext>
            </a:extLst>
          </p:cNvPr>
          <p:cNvSpPr>
            <a:spLocks noGrp="1"/>
          </p:cNvSpPr>
          <p:nvPr/>
        </p:nvSpPr>
        <p:spPr>
          <a:xfrm>
            <a:off x="266700" y="9496425"/>
            <a:ext cx="17240250" cy="257175"/>
          </a:xfrm>
          <a:prstGeom prst="rect">
            <a:avLst/>
          </a:prstGeom>
          <a:noFill/>
          <a:ln w="0">
            <a:noFill/>
            <a:prstDash val="solid"/>
          </a:ln>
        </p:spPr>
        <p:txBody>
          <a:bodyPr wrap="none" lIns="0" tIns="0" rIns="0" bIns="0" anchor="ctr">
            <a:noAutofit/>
          </a:bodyPr>
          <a:lstStyle>
            <a:defPPr algn="l">
              <a:defRPr sz="1600" b="0" lang="ko-KR">
                <a:solidFill>
                  <a:srgbClr val="4676CB"/>
                </a:solidFill>
                <a:latin typeface="Calibri"/>
                <a:ea typeface="Calibri"/>
                <a:cs typeface="Calibri"/>
              </a:defRPr>
            </a:defPPr>
            <a:lvl1pPr algn="l">
              <a:defRPr sz="1600" b="0" lang="ko-KR">
                <a:solidFill>
                  <a:srgbClr val="4676CB"/>
                </a:solidFill>
                <a:latin typeface="Calibri"/>
                <a:ea typeface="Calibri"/>
                <a:cs typeface="Calibri"/>
              </a:defRPr>
            </a:lvl1pPr>
            <a:lvl2pPr algn="l">
              <a:defRPr sz="1600" b="0" lang="ko-KR">
                <a:solidFill>
                  <a:srgbClr val="4676CB"/>
                </a:solidFill>
                <a:latin typeface="Calibri"/>
                <a:ea typeface="Calibri"/>
                <a:cs typeface="Calibri"/>
              </a:defRPr>
            </a:lvl2pPr>
            <a:lvl3pPr algn="l">
              <a:defRPr sz="1600" b="0" lang="ko-KR">
                <a:solidFill>
                  <a:srgbClr val="4676CB"/>
                </a:solidFill>
                <a:latin typeface="Calibri"/>
                <a:ea typeface="Calibri"/>
                <a:cs typeface="Calibri"/>
              </a:defRPr>
            </a:lvl3pPr>
            <a:lvl4pPr algn="l">
              <a:defRPr sz="1600" b="0" lang="ko-KR">
                <a:solidFill>
                  <a:srgbClr val="4676CB"/>
                </a:solidFill>
                <a:latin typeface="Calibri"/>
                <a:ea typeface="Calibri"/>
                <a:cs typeface="Calibri"/>
              </a:defRPr>
            </a:lvl4pPr>
            <a:lvl5pPr algn="l">
              <a:defRPr sz="1600" b="0" lang="ko-KR">
                <a:solidFill>
                  <a:srgbClr val="4676CB"/>
                </a:solidFill>
                <a:latin typeface="Calibri"/>
                <a:ea typeface="Calibri"/>
                <a:cs typeface="Calibri"/>
              </a:defRPr>
            </a:lvl5pPr>
            <a:lvl6pPr algn="l">
              <a:defRPr sz="1600" b="0" lang="ko-KR">
                <a:solidFill>
                  <a:srgbClr val="4676CB"/>
                </a:solidFill>
                <a:latin typeface="Calibri"/>
                <a:ea typeface="Calibri"/>
                <a:cs typeface="Calibri"/>
              </a:defRPr>
            </a:lvl6pPr>
            <a:lvl7pPr algn="l">
              <a:defRPr sz="1600" b="0" lang="ko-KR">
                <a:solidFill>
                  <a:srgbClr val="4676CB"/>
                </a:solidFill>
                <a:latin typeface="Calibri"/>
                <a:ea typeface="Calibri"/>
                <a:cs typeface="Calibri"/>
              </a:defRPr>
            </a:lvl7pPr>
            <a:lvl8pPr algn="l">
              <a:defRPr sz="1600" b="0" lang="ko-KR">
                <a:solidFill>
                  <a:srgbClr val="4676CB"/>
                </a:solidFill>
                <a:latin typeface="Calibri"/>
                <a:ea typeface="Calibri"/>
                <a:cs typeface="Calibri"/>
              </a:defRPr>
            </a:lvl8pPr>
            <a:lvl9pPr algn="l">
              <a:defRPr sz="1600" b="0" lang="ko-KR">
                <a:solidFill>
                  <a:srgbClr val="4676CB"/>
                </a:solidFill>
                <a:latin typeface="Calibri"/>
                <a:ea typeface="Calibri"/>
                <a:cs typeface="Calibri"/>
              </a:defRPr>
            </a:lvl9pPr>
          </a:lstStyle>
          <a:p>
            <a:pPr algn="l">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파란색: 보완 반영 부분과 별도 관측값. A2는 읽기 12→9회, 호출 12→12회이며 전체 A/C 재비교는 미실시.</a:t>
            </a:r>
            <a:endParaRPr lang="ko-KR">
              <a:latin typeface="Calibri"/>
              <a:ea typeface="Calibri"/>
              <a:cs typeface="Calibri"/>
            </a:endParaRPr>
          </a:p>
        </p:txBody>
      </p:sp>
      <p:sp>
        <p:nvSpPr>
          <p:cNvPr id="128" name="DP1 object 234">
            <a:extLst>
              <a:ext uri="{FF2B5EF4-FFF2-40B4-BE49-F238E27FC236}">
                <ns2:creationId id="{0A50AC58-2688-43CE-8F7B-D3C495DAE951}"/>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시간 괄호: 관측/예정 건수. 기본 PoC 수치 유지. QA01 우열 미확정. 보완 효과와 비용은 4쪽에 상세 표시.</a:t>
            </a:r>
            <a:endParaRPr lang="ko-KR">
              <a:latin typeface="Calibri"/>
              <a:ea typeface="Calibri"/>
              <a:cs typeface="Calibri"/>
            </a:endParaRPr>
          </a:p>
        </p:txBody>
      </p:sp>
    </p:spTree>
    <p:extLst>
      <p:ext uri="{BB962C8B-B14F-4D97-AF65-F5344CB8AC3E}">
        <p14:creationId val="1559758008"/>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0" name="Unified slide title">
            <a:extLst>
              <a:ext uri="{FF2B5EF4-FFF2-40B4-BE49-F238E27FC236}">
                <ns2:creationId id="{E96E6465-CD50-40A1-9C41-56BF725202E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(보완 효과 상세)</a:t>
            </a:r>
            <a:endParaRPr lang="ko-KR">
              <a:latin typeface="Calibri"/>
              <a:ea typeface="Calibri"/>
              <a:cs typeface="Calibri"/>
            </a:endParaRPr>
          </a:p>
        </p:txBody>
      </p:sp>
      <p:sp>
        <p:nvSpPr>
          <p:cNvPr id="2" name="Workflow 과제 소개">
            <a:extLst>
              <a:ext uri="{FF2B5EF4-FFF2-40B4-BE49-F238E27FC236}">
                <ns2:creationId id="{F9FCEB12-EE62-4F8C-920D-E1D149AF9A3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09F7144-2CEE-4D20-9D3F-121CA66765D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B6B51D2-C2AA-43EB-A436-57EDFDA30FB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1229EAE-7928-426D-9740-6F0F30452DF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600A012-86C3-4629-B978-A008CD66BAFC}"/>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3293B3D2-E388-465C-9225-3363163508B4}"/>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23855F6-CE3D-4925-B8F8-C9DC12B9042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9961546-C291-48E5-9FBB-D889979757AB}"/>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391A6AFE-46FE-4EF2-8269-AE9521FE3F0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B15EDB7-769A-483C-8D0D-E17259BFC2D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6ECAAE61-B2AE-4187-A4EC-1B75391B3F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25FC515-0672-4FF0-B259-319BD8B10CC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4 / 16</a:t>
            </a:r>
            <a:endParaRPr lang="ko-KR">
              <a:latin typeface="Calibri"/>
              <a:ea typeface="Calibri"/>
              <a:cs typeface="Calibri"/>
            </a:endParaRPr>
          </a:p>
        </p:txBody>
      </p:sp>
      <p:sp>
        <p:nvSpPr>
          <p:cNvPr id="14" name="DP1 object 235">
            <a:extLst>
              <a:ext uri="{FF2B5EF4-FFF2-40B4-BE49-F238E27FC236}">
                <ns2:creationId id="{DB498790-ACD8-4DD5-9007-F227349AB648}"/>
              </a:ext>
            </a:extLst>
          </p:cNvPr>
          <p:cNvSpPr>
            <a:spLocks noGrp="1"/>
          </p:cNvSpPr>
          <p:nvPr/>
        </p:nvSpPr>
        <p:spPr>
          <a:xfrm>
            <a:off x="266700" y="1181100"/>
            <a:ext cx="12477750" cy="40957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같은 자료를 이어 묻는 사용에서 A 선택</a:t>
            </a:r>
            <a:endParaRPr lang="ko-KR">
              <a:latin typeface="Calibri"/>
              <a:ea typeface="Calibri"/>
              <a:cs typeface="Calibri"/>
            </a:endParaRPr>
          </a:p>
        </p:txBody>
      </p:sp>
      <p:sp>
        <p:nvSpPr>
          <p:cNvPr id="15" name="DP1 object 236">
            <a:extLst>
              <a:ext uri="{FF2B5EF4-FFF2-40B4-BE49-F238E27FC236}">
                <ns2:creationId id="{F8C108B1-8930-4D31-9636-12FF6FAD0F2D}"/>
              </a:ext>
            </a:extLst>
          </p:cNvPr>
          <p:cNvSpPr>
            <a:spLocks noGrp="1"/>
          </p:cNvSpPr>
          <p:nvPr/>
        </p:nvSpPr>
        <p:spPr>
          <a:xfrm>
            <a:off x="266700" y="1619250"/>
            <a:ext cx="17526000" cy="29527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B 대비 동일 자료 답변 호출 6회 감소  /  C의 사전 생산 포함 총 모델 비용은 A의 2.42배</a:t>
            </a:r>
            <a:endParaRPr lang="ko-KR">
              <a:latin typeface="Calibri"/>
              <a:ea typeface="Calibri"/>
              <a:cs typeface="Calibri"/>
            </a:endParaRPr>
          </a:p>
        </p:txBody>
      </p:sp>
      <p:sp>
        <p:nvSpPr>
          <p:cNvPr id="16" name="DP1 object 237">
            <a:extLst>
              <a:ext uri="{FF2B5EF4-FFF2-40B4-BE49-F238E27FC236}">
                <ns2:creationId id="{7CD6334A-E5F9-4D03-AD91-63301516B209}"/>
              </a:ext>
            </a:extLst>
          </p:cNvPr>
          <p:cNvSpPr>
            <a:spLocks noGrp="1"/>
          </p:cNvSpPr>
          <p:nvPr/>
        </p:nvSpPr>
        <p:spPr>
          <a:xfrm>
            <a:off x="228600" y="2085975"/>
            <a:ext cx="5810250" cy="7229475"/>
          </a:xfrm>
          <a:prstGeom prst="rect">
            <a:avLst/>
          </a:prstGeom>
          <a:noFill/>
          <a:ln w="36195">
            <a:solidFill>
              <a:srgbClr val="4676CB"/>
            </a:solidFill>
            <a:prstDash val="solid"/>
          </a:ln>
        </p:spPr>
      </p:sp>
      <p:sp>
        <p:nvSpPr>
          <p:cNvPr id="17" name="DP1 object 238">
            <a:extLst>
              <a:ext uri="{FF2B5EF4-FFF2-40B4-BE49-F238E27FC236}">
                <ns2:creationId id="{50C210F1-9328-45B1-AE53-9ADFBE997384}"/>
              </a:ext>
            </a:extLst>
          </p:cNvPr>
          <p:cNvSpPr>
            <a:spLocks noGrp="1"/>
          </p:cNvSpPr>
          <p:nvPr/>
        </p:nvSpPr>
        <p:spPr>
          <a:xfrm>
            <a:off x="228600" y="2085975"/>
            <a:ext cx="5810250" cy="495300"/>
          </a:xfrm>
          <a:prstGeom prst="rect">
            <a:avLst/>
          </a:prstGeom>
          <a:solidFill>
            <a:srgbClr val="C9E1B3"/>
          </a:solidFill>
          <a:ln w="0">
            <a:noFill/>
            <a:prstDash val="solid"/>
          </a:ln>
        </p:spPr>
      </p:sp>
      <p:sp>
        <p:nvSpPr>
          <p:cNvPr id="18" name="DP1 object 239">
            <a:extLst>
              <a:ext uri="{FF2B5EF4-FFF2-40B4-BE49-F238E27FC236}">
                <ns2:creationId id="{77FCF62A-7717-438E-9205-1E57B9AFFFFB}"/>
              </a:ext>
            </a:extLst>
          </p:cNvPr>
          <p:cNvSpPr>
            <a:spLocks noGrp="1"/>
          </p:cNvSpPr>
          <p:nvPr/>
        </p:nvSpPr>
        <p:spPr>
          <a:xfrm>
            <a:off x="342900" y="1971675"/>
            <a:ext cx="571500" cy="628650"/>
          </a:xfrm>
          <a:prstGeom prst="rect">
            <a:avLst/>
          </a:prstGeom>
          <a:noFill/>
          <a:ln w="0">
            <a:noFill/>
            <a:prstDash val="solid"/>
          </a:ln>
        </p:spPr>
        <p:txBody>
          <a:bodyPr wrap="none" lIns="0" tIns="0" rIns="0" bIns="0" anchor="ctr">
            <a:noAutofit/>
          </a:bodyPr>
          <a:lstStyle>
            <a:defPPr algn="l">
              <a:defRPr sz="4100" b="1" lang="ko-KR">
                <a:solidFill>
                  <a:srgbClr val="C00000"/>
                </a:solidFill>
                <a:latin typeface="Calibri"/>
                <a:ea typeface="Calibri"/>
                <a:cs typeface="Calibri"/>
              </a:defRPr>
            </a:defPPr>
            <a:lvl1pPr algn="l">
              <a:defRPr sz="4100" b="1" lang="ko-KR">
                <a:solidFill>
                  <a:srgbClr val="C00000"/>
                </a:solidFill>
                <a:latin typeface="Calibri"/>
                <a:ea typeface="Calibri"/>
                <a:cs typeface="Calibri"/>
              </a:defRPr>
            </a:lvl1pPr>
            <a:lvl2pPr algn="l">
              <a:defRPr sz="4100" b="1" lang="ko-KR">
                <a:solidFill>
                  <a:srgbClr val="C00000"/>
                </a:solidFill>
                <a:latin typeface="Calibri"/>
                <a:ea typeface="Calibri"/>
                <a:cs typeface="Calibri"/>
              </a:defRPr>
            </a:lvl2pPr>
            <a:lvl3pPr algn="l">
              <a:defRPr sz="4100" b="1" lang="ko-KR">
                <a:solidFill>
                  <a:srgbClr val="C00000"/>
                </a:solidFill>
                <a:latin typeface="Calibri"/>
                <a:ea typeface="Calibri"/>
                <a:cs typeface="Calibri"/>
              </a:defRPr>
            </a:lvl3pPr>
            <a:lvl4pPr algn="l">
              <a:defRPr sz="4100" b="1" lang="ko-KR">
                <a:solidFill>
                  <a:srgbClr val="C00000"/>
                </a:solidFill>
                <a:latin typeface="Calibri"/>
                <a:ea typeface="Calibri"/>
                <a:cs typeface="Calibri"/>
              </a:defRPr>
            </a:lvl4pPr>
            <a:lvl5pPr algn="l">
              <a:defRPr sz="4100" b="1" lang="ko-KR">
                <a:solidFill>
                  <a:srgbClr val="C00000"/>
                </a:solidFill>
                <a:latin typeface="Calibri"/>
                <a:ea typeface="Calibri"/>
                <a:cs typeface="Calibri"/>
              </a:defRPr>
            </a:lvl5pPr>
            <a:lvl6pPr algn="l">
              <a:defRPr sz="4100" b="1" lang="ko-KR">
                <a:solidFill>
                  <a:srgbClr val="C00000"/>
                </a:solidFill>
                <a:latin typeface="Calibri"/>
                <a:ea typeface="Calibri"/>
                <a:cs typeface="Calibri"/>
              </a:defRPr>
            </a:lvl6pPr>
            <a:lvl7pPr algn="l">
              <a:defRPr sz="4100" b="1" lang="ko-KR">
                <a:solidFill>
                  <a:srgbClr val="C00000"/>
                </a:solidFill>
                <a:latin typeface="Calibri"/>
                <a:ea typeface="Calibri"/>
                <a:cs typeface="Calibri"/>
              </a:defRPr>
            </a:lvl7pPr>
            <a:lvl8pPr algn="l">
              <a:defRPr sz="4100" b="1" lang="ko-KR">
                <a:solidFill>
                  <a:srgbClr val="C00000"/>
                </a:solidFill>
                <a:latin typeface="Calibri"/>
                <a:ea typeface="Calibri"/>
                <a:cs typeface="Calibri"/>
              </a:defRPr>
            </a:lvl8pPr>
            <a:lvl9pPr algn="l">
              <a:defRPr sz="4100" b="1" lang="ko-KR">
                <a:solidFill>
                  <a:srgbClr val="C00000"/>
                </a:solidFill>
                <a:latin typeface="Calibri"/>
                <a:ea typeface="Calibri"/>
                <a:cs typeface="Calibri"/>
              </a:defRPr>
            </a:lvl9pPr>
          </a:lstStyle>
          <a:p>
            <a:pPr algn="l">
              <a:defRPr sz="4100" b="1" lang="ko-KR">
                <a:solidFill>
                  <a:srgbClr val="C00000"/>
                </a:solidFill>
                <a:latin typeface="Calibri"/>
                <a:ea typeface="Calibri"/>
                <a:cs typeface="Calibri"/>
              </a:defRPr>
            </a:pPr>
            <a:r>
              <a:rPr sz="4100" b="1" lang="ko-KR">
                <a:solidFill>
                  <a:srgbClr val="C00000"/>
                </a:solidFill>
                <a:latin typeface="Calibri"/>
                <a:ea typeface="Calibri"/>
                <a:cs typeface="Calibri"/>
              </a:rPr>
              <a:t>✓</a:t>
            </a:r>
            <a:endParaRPr lang="ko-KR">
              <a:latin typeface="Calibri"/>
              <a:ea typeface="Calibri"/>
              <a:cs typeface="Calibri"/>
            </a:endParaRPr>
          </a:p>
        </p:txBody>
      </p:sp>
      <p:sp>
        <p:nvSpPr>
          <p:cNvPr id="19" name="DP1 object 240">
            <a:extLst>
              <a:ext uri="{FF2B5EF4-FFF2-40B4-BE49-F238E27FC236}">
                <ns2:creationId id="{114EACDF-7E85-4AEC-AD58-3FEBB30D2610}"/>
              </a:ext>
            </a:extLst>
          </p:cNvPr>
          <p:cNvSpPr>
            <a:spLocks noGrp="1"/>
          </p:cNvSpPr>
          <p:nvPr/>
        </p:nvSpPr>
        <p:spPr>
          <a:xfrm>
            <a:off x="1019175" y="2114550"/>
            <a:ext cx="4762500" cy="40957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유효 작업 문맥 유지</a:t>
            </a:r>
            <a:endParaRPr lang="ko-KR">
              <a:latin typeface="Calibri"/>
              <a:ea typeface="Calibri"/>
              <a:cs typeface="Calibri"/>
            </a:endParaRPr>
          </a:p>
        </p:txBody>
      </p:sp>
      <p:sp>
        <p:nvSpPr>
          <p:cNvPr id="20" name="DP1 object 241">
            <a:extLst>
              <a:ext uri="{FF2B5EF4-FFF2-40B4-BE49-F238E27FC236}">
                <ns2:creationId id="{C7ABD01B-96F4-4496-A69B-FF2804D53503}"/>
              </a:ext>
            </a:extLst>
          </p:cNvPr>
          <p:cNvSpPr>
            <a:spLocks noGrp="1"/>
          </p:cNvSpPr>
          <p:nvPr/>
        </p:nvSpPr>
        <p:spPr>
          <a:xfrm>
            <a:off x="419100" y="2705100"/>
            <a:ext cx="54292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기본 구조: 읽은 근거를 다음 요청에 유지</a:t>
            </a:r>
            <a:endParaRPr lang="ko-KR">
              <a:latin typeface="Calibri"/>
              <a:ea typeface="Calibri"/>
              <a:cs typeface="Calibri"/>
            </a:endParaRPr>
          </a:p>
        </p:txBody>
      </p:sp>
      <p:sp>
        <p:nvSpPr>
          <p:cNvPr id="21" name="유효 작업 문맥&#10;출처와 의존 판본">
            <a:extLst>
              <a:ext uri="{FF2B5EF4-FFF2-40B4-BE49-F238E27FC236}">
                <ns2:creationId id="{996572F7-C528-4A65-AA56-A733E0E3CE21}"/>
              </a:ext>
            </a:extLst>
          </p:cNvPr>
          <p:cNvSpPr>
            <a:spLocks noGrp="1"/>
          </p:cNvSpPr>
          <p:nvPr/>
        </p:nvSpPr>
        <p:spPr>
          <a:xfrm>
            <a:off x="542925" y="3409950"/>
            <a:ext cx="2266950" cy="962025"/>
          </a:xfrm>
          <a:prstGeom prst="can">
            <a:avLst>
              <a:gd name="adj" fmla="val 16000"/>
            </a:avLst>
          </a:prstGeom>
          <a:solidFill>
            <a:srgbClr val="FFF6DD"/>
          </a:solidFill>
          <a:ln w="17145">
            <a:solidFill>
              <a:srgbClr val="111111"/>
            </a:solidFill>
            <a:prstDash val="solid"/>
          </a:ln>
        </p:spPr>
      </p:sp>
      <p:sp>
        <p:nvSpPr>
          <p:cNvPr id="22" name="DP1 object 242">
            <a:extLst>
              <a:ext uri="{FF2B5EF4-FFF2-40B4-BE49-F238E27FC236}">
                <ns2:creationId id="{F1BEF6CD-A2DE-4A64-AFC4-EE4215B9DD20}"/>
              </a:ext>
            </a:extLst>
          </p:cNvPr>
          <p:cNvSpPr>
            <a:spLocks noGrp="1"/>
          </p:cNvSpPr>
          <p:nvPr/>
        </p:nvSpPr>
        <p:spPr>
          <a:xfrm>
            <a:off x="590550" y="3514725"/>
            <a:ext cx="2171700" cy="800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유효 작업 문맥</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출처와 의존 판본</a:t>
            </a:r>
            <a:endParaRPr lang="ko-KR">
              <a:latin typeface="Calibri"/>
              <a:ea typeface="Calibri"/>
              <a:cs typeface="Calibri"/>
            </a:endParaRPr>
          </a:p>
        </p:txBody>
      </p:sp>
      <p:sp>
        <p:nvSpPr>
          <p:cNvPr id="23" name="Request Interpreter&#10;현재 의미 판단">
            <a:extLst>
              <a:ext uri="{FF2B5EF4-FFF2-40B4-BE49-F238E27FC236}">
                <ns2:creationId id="{5BC7358A-23F5-43E5-A54F-614F9D0E2BB1}"/>
              </a:ext>
            </a:extLst>
          </p:cNvPr>
          <p:cNvSpPr>
            <a:spLocks noGrp="1"/>
          </p:cNvSpPr>
          <p:nvPr/>
        </p:nvSpPr>
        <p:spPr>
          <a:xfrm>
            <a:off x="3209925" y="3219450"/>
            <a:ext cx="2447925" cy="809625"/>
          </a:xfrm>
          <a:prstGeom prst="rect">
            <a:avLst/>
          </a:prstGeom>
          <a:solidFill>
            <a:srgbClr val="FFF6DD"/>
          </a:solidFill>
          <a:ln w="17145">
            <a:solidFill>
              <a:srgbClr val="111111"/>
            </a:solidFill>
            <a:prstDash val="solid"/>
          </a:ln>
        </p:spPr>
      </p:sp>
      <p:sp>
        <p:nvSpPr>
          <p:cNvPr id="24" name="DP1 object 243">
            <a:extLst>
              <a:ext uri="{FF2B5EF4-FFF2-40B4-BE49-F238E27FC236}">
                <ns2:creationId id="{9D299ED2-3CA5-4D3E-9291-019CE0413ABD}"/>
              </a:ext>
            </a:extLst>
          </p:cNvPr>
          <p:cNvSpPr>
            <a:spLocks noGrp="1"/>
          </p:cNvSpPr>
          <p:nvPr/>
        </p:nvSpPr>
        <p:spPr>
          <a:xfrm>
            <a:off x="3276600" y="3257550"/>
            <a:ext cx="2314575" cy="73342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현재 의미 판단</a:t>
            </a:r>
            <a:endParaRPr lang="ko-KR">
              <a:latin typeface="Calibri"/>
              <a:ea typeface="Calibri"/>
              <a:cs typeface="Calibri"/>
            </a:endParaRPr>
          </a:p>
        </p:txBody>
      </p:sp>
      <p:sp>
        <p:nvSpPr>
          <p:cNvPr id="25" name="DP1 object 244">
            <a:extLst>
              <a:ext uri="{FF2B5EF4-FFF2-40B4-BE49-F238E27FC236}">
                <ns2:creationId id="{DAC88C09-DAB7-4EE7-A378-2A97930FDC2A}"/>
              </a:ext>
            </a:extLst>
          </p:cNvPr>
          <p:cNvSpPr>
            <a:spLocks noGrp="1"/>
          </p:cNvSpPr>
          <p:nvPr/>
        </p:nvSpPr>
        <p:spPr>
          <a:xfrm>
            <a:off x="3400425" y="2943225"/>
            <a:ext cx="2000250" cy="2571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요청</a:t>
            </a:r>
            <a:endParaRPr lang="ko-KR">
              <a:latin typeface="Calibri"/>
              <a:ea typeface="Calibri"/>
              <a:cs typeface="Calibri"/>
            </a:endParaRPr>
          </a:p>
        </p:txBody>
      </p:sp>
      <p:sp>
        <p:nvSpPr>
          <p:cNvPr id="26" name="Editable path 245">
            <a:extLst>
              <a:ext uri="{FF2B5EF4-FFF2-40B4-BE49-F238E27FC236}">
                <ns2:creationId id="{C94B69AE-8448-4A39-B210-18225F15FCBC}"/>
              </a:ext>
            </a:extLst>
          </p:cNvPr>
          <p:cNvSpPr>
            <a:spLocks noGrp="1"/>
          </p:cNvSpPr>
          <p:nvPr/>
        </p:nvSpPr>
        <p:spPr>
          <a:xfrm>
            <a:off x="4429125" y="3200400"/>
            <a:ext cx="953" cy="19050"/>
          </a:xfrm>
          <a:custGeom>
            <a:pathLst>
              <a:path w="953" h="19050">
                <a:moveTo>
                  <a:pt x="0" y="0"/>
                </a:moveTo>
                <a:lnTo>
                  <a:pt x="0" y="19050"/>
                </a:lnTo>
              </a:path>
            </a:pathLst>
          </a:custGeom>
          <a:noFill/>
          <a:ln w="19050">
            <a:solidFill>
              <a:srgbClr val="111111"/>
            </a:solidFill>
            <a:prstDash val="solid"/>
          </a:ln>
        </p:spPr>
      </p:sp>
      <p:sp>
        <p:nvSpPr>
          <p:cNvPr id="27" name="Editable arrowhead 246">
            <a:extLst>
              <a:ext uri="{FF2B5EF4-FFF2-40B4-BE49-F238E27FC236}">
                <ns2:creationId id="{B97D6DCA-32AA-4D09-92F2-7AD1730227F1}"/>
              </a:ext>
            </a:extLst>
          </p:cNvPr>
          <p:cNvSpPr>
            <a:spLocks noGrp="1"/>
          </p:cNvSpPr>
          <p:nvPr/>
        </p:nvSpPr>
        <p:spPr>
          <a:xfrm>
            <a:off x="4381500" y="31242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8" name="Editable path 247">
            <a:extLst>
              <a:ext uri="{FF2B5EF4-FFF2-40B4-BE49-F238E27FC236}">
                <ns2:creationId id="{6351D9A4-24D8-4B7D-9169-46818745744E}"/>
              </a:ext>
            </a:extLst>
          </p:cNvPr>
          <p:cNvSpPr>
            <a:spLocks noGrp="1"/>
          </p:cNvSpPr>
          <p:nvPr/>
        </p:nvSpPr>
        <p:spPr>
          <a:xfrm>
            <a:off x="2809875" y="3705225"/>
            <a:ext cx="400050" cy="953"/>
          </a:xfrm>
          <a:custGeom>
            <a:pathLst>
              <a:path w="400050" h="953">
                <a:moveTo>
                  <a:pt x="0" y="0"/>
                </a:moveTo>
                <a:lnTo>
                  <a:pt x="400050" y="0"/>
                </a:lnTo>
              </a:path>
            </a:pathLst>
          </a:custGeom>
          <a:noFill/>
          <a:ln w="23813">
            <a:solidFill>
              <a:srgbClr val="111111"/>
            </a:solidFill>
            <a:prstDash val="solid"/>
          </a:ln>
        </p:spPr>
      </p:sp>
      <p:sp>
        <p:nvSpPr>
          <p:cNvPr id="29" name="Editable arrowhead 248">
            <a:extLst>
              <a:ext uri="{FF2B5EF4-FFF2-40B4-BE49-F238E27FC236}">
                <ns2:creationId id="{7DECCAFB-A01B-49FB-90A1-8B5DCE4BDC49}"/>
              </a:ext>
            </a:extLst>
          </p:cNvPr>
          <p:cNvSpPr>
            <a:spLocks noGrp="1"/>
          </p:cNvSpPr>
          <p:nvPr/>
        </p:nvSpPr>
        <p:spPr>
          <a:xfrm>
            <a:off x="3114675" y="3657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0" name="Context Manager&#10;유효 문맥 갱신">
            <a:extLst>
              <a:ext uri="{FF2B5EF4-FFF2-40B4-BE49-F238E27FC236}">
                <ns2:creationId id="{53A4543D-BEB5-452C-A983-5D04A15677EA}"/>
              </a:ext>
            </a:extLst>
          </p:cNvPr>
          <p:cNvSpPr>
            <a:spLocks noGrp="1"/>
          </p:cNvSpPr>
          <p:nvPr/>
        </p:nvSpPr>
        <p:spPr>
          <a:xfrm>
            <a:off x="3209925" y="4486275"/>
            <a:ext cx="2447925" cy="647700"/>
          </a:xfrm>
          <a:prstGeom prst="rect">
            <a:avLst/>
          </a:prstGeom>
          <a:solidFill>
            <a:srgbClr val="FFF6DD"/>
          </a:solidFill>
          <a:ln w="17145">
            <a:solidFill>
              <a:srgbClr val="111111"/>
            </a:solidFill>
            <a:prstDash val="solid"/>
          </a:ln>
        </p:spPr>
      </p:sp>
      <p:sp>
        <p:nvSpPr>
          <p:cNvPr id="31" name="DP1 object 249">
            <a:extLst>
              <a:ext uri="{FF2B5EF4-FFF2-40B4-BE49-F238E27FC236}">
                <ns2:creationId id="{0499A427-F254-4761-AF7A-CA1136E82881}"/>
              </a:ext>
            </a:extLst>
          </p:cNvPr>
          <p:cNvSpPr>
            <a:spLocks noGrp="1"/>
          </p:cNvSpPr>
          <p:nvPr/>
        </p:nvSpPr>
        <p:spPr>
          <a:xfrm>
            <a:off x="3276600" y="4524375"/>
            <a:ext cx="2314575" cy="5715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Context Manager</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유효 문맥 갱신</a:t>
            </a:r>
            <a:endParaRPr lang="ko-KR">
              <a:latin typeface="Calibri"/>
              <a:ea typeface="Calibri"/>
              <a:cs typeface="Calibri"/>
            </a:endParaRPr>
          </a:p>
        </p:txBody>
      </p:sp>
      <p:sp>
        <p:nvSpPr>
          <p:cNvPr id="32" name="Editable path 250">
            <a:extLst>
              <a:ext uri="{FF2B5EF4-FFF2-40B4-BE49-F238E27FC236}">
                <ns2:creationId id="{08DFDF5B-DE70-4EBA-8572-614B59DC6273}"/>
              </a:ext>
            </a:extLst>
          </p:cNvPr>
          <p:cNvSpPr>
            <a:spLocks noGrp="1"/>
          </p:cNvSpPr>
          <p:nvPr/>
        </p:nvSpPr>
        <p:spPr>
          <a:xfrm>
            <a:off x="4429125" y="4029075"/>
            <a:ext cx="953" cy="457200"/>
          </a:xfrm>
          <a:custGeom>
            <a:pathLst>
              <a:path w="953" h="457200">
                <a:moveTo>
                  <a:pt x="0" y="0"/>
                </a:moveTo>
                <a:lnTo>
                  <a:pt x="0" y="457200"/>
                </a:lnTo>
              </a:path>
            </a:pathLst>
          </a:custGeom>
          <a:noFill/>
          <a:ln w="23813">
            <a:solidFill>
              <a:srgbClr val="111111"/>
            </a:solidFill>
            <a:prstDash val="solid"/>
          </a:ln>
        </p:spPr>
      </p:sp>
      <p:sp>
        <p:nvSpPr>
          <p:cNvPr id="33" name="Editable arrowhead 251">
            <a:extLst>
              <a:ext uri="{FF2B5EF4-FFF2-40B4-BE49-F238E27FC236}">
                <ns2:creationId id="{AA6B2A00-A4D8-49F9-B2D9-8FC1EE9B6D03}"/>
              </a:ext>
            </a:extLst>
          </p:cNvPr>
          <p:cNvSpPr>
            <a:spLocks noGrp="1"/>
          </p:cNvSpPr>
          <p:nvPr/>
        </p:nvSpPr>
        <p:spPr>
          <a:xfrm>
            <a:off x="4381500" y="4391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4" name="Editable path 252">
            <a:extLst>
              <a:ext uri="{FF2B5EF4-FFF2-40B4-BE49-F238E27FC236}">
                <ns2:creationId id="{3E0F999D-2651-4897-A389-39B72CE48335}"/>
              </a:ext>
            </a:extLst>
          </p:cNvPr>
          <p:cNvSpPr>
            <a:spLocks noGrp="1"/>
          </p:cNvSpPr>
          <p:nvPr/>
        </p:nvSpPr>
        <p:spPr>
          <a:xfrm>
            <a:off x="1666875" y="4371975"/>
            <a:ext cx="1543050" cy="438150"/>
          </a:xfrm>
          <a:custGeom>
            <a:pathLst>
              <a:path w="1543050" h="438150">
                <a:moveTo>
                  <a:pt x="1543050" y="438150"/>
                </a:moveTo>
                <a:lnTo>
                  <a:pt x="0" y="438150"/>
                </a:lnTo>
                <a:lnTo>
                  <a:pt x="0" y="0"/>
                </a:lnTo>
              </a:path>
            </a:pathLst>
          </a:custGeom>
          <a:noFill/>
          <a:ln w="23813">
            <a:solidFill>
              <a:srgbClr val="111111"/>
            </a:solidFill>
            <a:prstDash val="solid"/>
          </a:ln>
        </p:spPr>
      </p:sp>
      <p:sp>
        <p:nvSpPr>
          <p:cNvPr id="35" name="Editable arrowhead 253">
            <a:extLst>
              <a:ext uri="{FF2B5EF4-FFF2-40B4-BE49-F238E27FC236}">
                <ns2:creationId id="{76EDABA7-C2C8-474D-BC3F-63163E30CACF}"/>
              </a:ext>
            </a:extLst>
          </p:cNvPr>
          <p:cNvSpPr>
            <a:spLocks noGrp="1"/>
          </p:cNvSpPr>
          <p:nvPr/>
        </p:nvSpPr>
        <p:spPr>
          <a:xfrm>
            <a:off x="1619250" y="43719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36" name="DP1 object 254">
            <a:extLst>
              <a:ext uri="{FF2B5EF4-FFF2-40B4-BE49-F238E27FC236}">
                <ns2:creationId id="{320B835F-B3E2-460B-93CD-97CBC46F1B6E}"/>
              </a:ext>
            </a:extLst>
          </p:cNvPr>
          <p:cNvSpPr>
            <a:spLocks noGrp="1"/>
          </p:cNvSpPr>
          <p:nvPr/>
        </p:nvSpPr>
        <p:spPr>
          <a:xfrm>
            <a:off x="647700" y="5172075"/>
            <a:ext cx="5010150" cy="33337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채택 후 갱신 → 다음 요청</a:t>
            </a:r>
            <a:endParaRPr lang="ko-KR">
              <a:latin typeface="Calibri"/>
              <a:ea typeface="Calibri"/>
              <a:cs typeface="Calibri"/>
            </a:endParaRPr>
          </a:p>
        </p:txBody>
      </p:sp>
      <p:sp>
        <p:nvSpPr>
          <p:cNvPr id="37" name="Editable path 255">
            <a:extLst>
              <a:ext uri="{FF2B5EF4-FFF2-40B4-BE49-F238E27FC236}">
                <ns2:creationId id="{18E0D48D-FE33-4DC5-A14D-DEBE477A541C}"/>
              </a:ext>
            </a:extLst>
          </p:cNvPr>
          <p:cNvSpPr>
            <a:spLocks noGrp="1"/>
          </p:cNvSpPr>
          <p:nvPr/>
        </p:nvSpPr>
        <p:spPr>
          <a:xfrm>
            <a:off x="447675" y="5667375"/>
            <a:ext cx="5381625" cy="953"/>
          </a:xfrm>
          <a:custGeom>
            <a:pathLst>
              <a:path w="5381625" h="953">
                <a:moveTo>
                  <a:pt x="0" y="0"/>
                </a:moveTo>
                <a:lnTo>
                  <a:pt x="5381625" y="0"/>
                </a:lnTo>
              </a:path>
            </a:pathLst>
          </a:custGeom>
          <a:noFill/>
          <a:ln w="16193">
            <a:solidFill>
              <a:srgbClr val="4676CB"/>
            </a:solidFill>
            <a:prstDash val="solid"/>
          </a:ln>
        </p:spPr>
      </p:sp>
      <p:sp>
        <p:nvSpPr>
          <p:cNvPr id="38" name="DP1 object 256">
            <a:extLst>
              <a:ext uri="{FF2B5EF4-FFF2-40B4-BE49-F238E27FC236}">
                <ns2:creationId id="{8C97EC66-EBD8-475F-B53C-1D0EA8A55D33}"/>
              </a:ext>
            </a:extLst>
          </p:cNvPr>
          <p:cNvSpPr>
            <a:spLocks noGrp="1"/>
          </p:cNvSpPr>
          <p:nvPr/>
        </p:nvSpPr>
        <p:spPr>
          <a:xfrm>
            <a:off x="504825" y="5819775"/>
            <a:ext cx="5238750" cy="40957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A2  정정 시 변경 조각 갱신</a:t>
            </a:r>
            <a:endParaRPr lang="ko-KR">
              <a:latin typeface="Calibri"/>
              <a:ea typeface="Calibri"/>
              <a:cs typeface="Calibri"/>
            </a:endParaRPr>
          </a:p>
        </p:txBody>
      </p:sp>
      <p:sp>
        <p:nvSpPr>
          <p:cNvPr id="39" name="원문 변경&#10;v1 → v2">
            <a:extLst>
              <a:ext uri="{FF2B5EF4-FFF2-40B4-BE49-F238E27FC236}">
                <ns2:creationId id="{D788741B-2520-4C54-B484-BEB9C9E710EF}"/>
              </a:ext>
            </a:extLst>
          </p:cNvPr>
          <p:cNvSpPr>
            <a:spLocks noGrp="1"/>
          </p:cNvSpPr>
          <p:nvPr/>
        </p:nvSpPr>
        <p:spPr>
          <a:xfrm>
            <a:off x="552450" y="6638925"/>
            <a:ext cx="1628775" cy="819150"/>
          </a:xfrm>
          <a:prstGeom prst="can">
            <a:avLst>
              <a:gd name="adj" fmla="val 16000"/>
            </a:avLst>
          </a:prstGeom>
          <a:solidFill>
            <a:srgbClr val="FFFFFF"/>
          </a:solidFill>
          <a:ln w="17145">
            <a:solidFill>
              <a:srgbClr val="111111"/>
            </a:solidFill>
            <a:prstDash val="solid"/>
          </a:ln>
        </p:spPr>
      </p:sp>
      <p:sp>
        <p:nvSpPr>
          <p:cNvPr id="40" name="DP1 object 257">
            <a:extLst>
              <a:ext uri="{FF2B5EF4-FFF2-40B4-BE49-F238E27FC236}">
                <ns2:creationId id="{D515D64D-FF41-4EEA-9BA3-18BEE97CDA6E}"/>
              </a:ext>
            </a:extLst>
          </p:cNvPr>
          <p:cNvSpPr>
            <a:spLocks noGrp="1"/>
          </p:cNvSpPr>
          <p:nvPr/>
        </p:nvSpPr>
        <p:spPr>
          <a:xfrm>
            <a:off x="600075" y="6743700"/>
            <a:ext cx="1533525" cy="6572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원문 변경</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v1 → v2</a:t>
            </a:r>
            <a:endParaRPr lang="ko-KR">
              <a:latin typeface="Calibri"/>
              <a:ea typeface="Calibri"/>
              <a:cs typeface="Calibri"/>
            </a:endParaRPr>
          </a:p>
        </p:txBody>
      </p:sp>
      <p:sp>
        <p:nvSpPr>
          <p:cNvPr id="41" name="영향 근거 식별&#10;변경 부분만 읽기">
            <a:extLst>
              <a:ext uri="{FF2B5EF4-FFF2-40B4-BE49-F238E27FC236}">
                <ns2:creationId id="{CB0B0149-8466-4ED6-A405-9685F704572C}"/>
              </a:ext>
            </a:extLst>
          </p:cNvPr>
          <p:cNvSpPr>
            <a:spLocks noGrp="1"/>
          </p:cNvSpPr>
          <p:nvPr/>
        </p:nvSpPr>
        <p:spPr>
          <a:xfrm>
            <a:off x="2800350" y="6467475"/>
            <a:ext cx="2857500" cy="723900"/>
          </a:xfrm>
          <a:prstGeom prst="rect">
            <a:avLst/>
          </a:prstGeom>
          <a:solidFill>
            <a:srgbClr val="FFF6DD"/>
          </a:solidFill>
          <a:ln w="28575">
            <a:solidFill>
              <a:srgbClr val="4676CB"/>
            </a:solidFill>
            <a:prstDash val="solid"/>
          </a:ln>
        </p:spPr>
      </p:sp>
      <p:sp>
        <p:nvSpPr>
          <p:cNvPr id="42" name="DP1 object 258">
            <a:extLst>
              <a:ext uri="{FF2B5EF4-FFF2-40B4-BE49-F238E27FC236}">
                <ns2:creationId id="{1A521004-E623-4C55-B2AB-651342708B95}"/>
              </a:ext>
            </a:extLst>
          </p:cNvPr>
          <p:cNvSpPr>
            <a:spLocks noGrp="1"/>
          </p:cNvSpPr>
          <p:nvPr/>
        </p:nvSpPr>
        <p:spPr>
          <a:xfrm>
            <a:off x="2867025" y="6505575"/>
            <a:ext cx="2724150" cy="647700"/>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영향 근거 식별</a:t>
            </a:r>
            <a:endParaRPr lang="ko-KR">
              <a:latin typeface="Calibri"/>
              <a:ea typeface="Calibri"/>
              <a:cs typeface="Calibri"/>
            </a:endParaRPr>
          </a:p>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변경 부분만 읽기</a:t>
            </a:r>
            <a:endParaRPr lang="ko-KR">
              <a:latin typeface="Calibri"/>
              <a:ea typeface="Calibri"/>
              <a:cs typeface="Calibri"/>
            </a:endParaRPr>
          </a:p>
        </p:txBody>
      </p:sp>
      <p:sp>
        <p:nvSpPr>
          <p:cNvPr id="43" name="전체 현재성 재검증">
            <a:extLst>
              <a:ext uri="{FF2B5EF4-FFF2-40B4-BE49-F238E27FC236}">
                <ns2:creationId id="{E0406EB7-5D15-4916-A739-98FA1E27074E}"/>
              </a:ext>
            </a:extLst>
          </p:cNvPr>
          <p:cNvSpPr>
            <a:spLocks noGrp="1"/>
          </p:cNvSpPr>
          <p:nvPr/>
        </p:nvSpPr>
        <p:spPr>
          <a:xfrm>
            <a:off x="2800350" y="7610475"/>
            <a:ext cx="2857500" cy="542925"/>
          </a:xfrm>
          <a:prstGeom prst="rect">
            <a:avLst/>
          </a:prstGeom>
          <a:solidFill>
            <a:srgbClr val="FFF6DD"/>
          </a:solidFill>
          <a:ln w="28575">
            <a:solidFill>
              <a:srgbClr val="4676CB"/>
            </a:solidFill>
            <a:prstDash val="solid"/>
          </a:ln>
        </p:spPr>
      </p:sp>
      <p:sp>
        <p:nvSpPr>
          <p:cNvPr id="44" name="DP1 object 259">
            <a:extLst>
              <a:ext uri="{FF2B5EF4-FFF2-40B4-BE49-F238E27FC236}">
                <ns2:creationId id="{6F1C904A-56DD-4FD1-83E3-D8D0A7AEB57E}"/>
              </a:ext>
            </a:extLst>
          </p:cNvPr>
          <p:cNvSpPr>
            <a:spLocks noGrp="1"/>
          </p:cNvSpPr>
          <p:nvPr/>
        </p:nvSpPr>
        <p:spPr>
          <a:xfrm>
            <a:off x="2867025" y="7648575"/>
            <a:ext cx="2724150" cy="46672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5" name="Editable path 260">
            <a:extLst>
              <a:ext uri="{FF2B5EF4-FFF2-40B4-BE49-F238E27FC236}">
                <ns2:creationId id="{8136F521-C80D-4A7B-A968-3491FB011A80}"/>
              </a:ext>
            </a:extLst>
          </p:cNvPr>
          <p:cNvSpPr>
            <a:spLocks noGrp="1"/>
          </p:cNvSpPr>
          <p:nvPr/>
        </p:nvSpPr>
        <p:spPr>
          <a:xfrm>
            <a:off x="2181225" y="6829425"/>
            <a:ext cx="619125" cy="190500"/>
          </a:xfrm>
          <a:custGeom>
            <a:pathLst>
              <a:path w="619125" h="190500">
                <a:moveTo>
                  <a:pt x="0" y="190500"/>
                </a:moveTo>
                <a:lnTo>
                  <a:pt x="619125" y="0"/>
                </a:lnTo>
              </a:path>
            </a:pathLst>
          </a:custGeom>
          <a:noFill/>
          <a:ln w="23813">
            <a:solidFill>
              <a:srgbClr val="4676CB"/>
            </a:solidFill>
            <a:prstDash val="solid"/>
          </a:ln>
        </p:spPr>
      </p:sp>
      <p:sp>
        <p:nvSpPr>
          <p:cNvPr id="46" name="Editable arrowhead 261">
            <a:extLst>
              <a:ext uri="{FF2B5EF4-FFF2-40B4-BE49-F238E27FC236}">
                <ns2:creationId id="{72683D96-FE31-4581-BBD0-1A6B1AA7127B}"/>
              </a:ext>
            </a:extLst>
          </p:cNvPr>
          <p:cNvSpPr>
            <a:spLocks noGrp="1"/>
          </p:cNvSpPr>
          <p:nvPr/>
        </p:nvSpPr>
        <p:spPr>
          <a:xfrm>
            <a:off x="2695306" y="6811918"/>
            <a:ext cx="105044" cy="91038"/>
          </a:xfrm>
          <a:custGeom>
            <a:pathLst>
              <a:path w="105044" h="91038">
                <a:moveTo>
                  <a:pt x="105044" y="17507"/>
                </a:moveTo>
                <a:lnTo>
                  <a:pt x="0" y="0"/>
                </a:lnTo>
                <a:lnTo>
                  <a:pt x="28012" y="91038"/>
                </a:lnTo>
                <a:close/>
              </a:path>
            </a:pathLst>
          </a:custGeom>
          <a:solidFill>
            <a:srgbClr val="4676CB"/>
          </a:solidFill>
          <a:ln w="5715">
            <a:solidFill>
              <a:srgbClr val="4676CB"/>
            </a:solidFill>
            <a:prstDash val="solid"/>
          </a:ln>
        </p:spPr>
      </p:sp>
      <p:sp>
        <p:nvSpPr>
          <p:cNvPr id="47" name="Editable path 262">
            <a:extLst>
              <a:ext uri="{FF2B5EF4-FFF2-40B4-BE49-F238E27FC236}">
                <ns2:creationId id="{9F245EE7-F11D-48BA-B08F-351991730FFF}"/>
              </a:ext>
            </a:extLst>
          </p:cNvPr>
          <p:cNvSpPr>
            <a:spLocks noGrp="1"/>
          </p:cNvSpPr>
          <p:nvPr/>
        </p:nvSpPr>
        <p:spPr>
          <a:xfrm>
            <a:off x="4229100" y="7191375"/>
            <a:ext cx="953" cy="419100"/>
          </a:xfrm>
          <a:custGeom>
            <a:pathLst>
              <a:path w="953" h="419100">
                <a:moveTo>
                  <a:pt x="0" y="0"/>
                </a:moveTo>
                <a:lnTo>
                  <a:pt x="0" y="419100"/>
                </a:lnTo>
              </a:path>
            </a:pathLst>
          </a:custGeom>
          <a:noFill/>
          <a:ln w="23813">
            <a:solidFill>
              <a:srgbClr val="4676CB"/>
            </a:solidFill>
            <a:prstDash val="solid"/>
          </a:ln>
        </p:spPr>
      </p:sp>
      <p:sp>
        <p:nvSpPr>
          <p:cNvPr id="48" name="Editable arrowhead 263">
            <a:extLst>
              <a:ext uri="{FF2B5EF4-FFF2-40B4-BE49-F238E27FC236}">
                <ns2:creationId id="{6336F43C-CF38-4E57-85B4-0192FBE9CD20}"/>
              </a:ext>
            </a:extLst>
          </p:cNvPr>
          <p:cNvSpPr>
            <a:spLocks noGrp="1"/>
          </p:cNvSpPr>
          <p:nvPr/>
        </p:nvSpPr>
        <p:spPr>
          <a:xfrm>
            <a:off x="4181475" y="75152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49" name="Editable path 264">
            <a:extLst>
              <a:ext uri="{FF2B5EF4-FFF2-40B4-BE49-F238E27FC236}">
                <ns2:creationId id="{C6A1A9C9-58FF-4A16-B282-7870A131D9A5}"/>
              </a:ext>
            </a:extLst>
          </p:cNvPr>
          <p:cNvSpPr>
            <a:spLocks noGrp="1"/>
          </p:cNvSpPr>
          <p:nvPr/>
        </p:nvSpPr>
        <p:spPr>
          <a:xfrm>
            <a:off x="5657850" y="4810125"/>
            <a:ext cx="200025" cy="3067050"/>
          </a:xfrm>
          <a:custGeom>
            <a:pathLst>
              <a:path w="200025" h="3067050">
                <a:moveTo>
                  <a:pt x="0" y="3067050"/>
                </a:moveTo>
                <a:lnTo>
                  <a:pt x="200025" y="3067050"/>
                </a:lnTo>
                <a:lnTo>
                  <a:pt x="200025" y="0"/>
                </a:lnTo>
                <a:lnTo>
                  <a:pt x="0" y="0"/>
                </a:lnTo>
              </a:path>
            </a:pathLst>
          </a:custGeom>
          <a:noFill/>
          <a:ln w="20955">
            <a:solidFill>
              <a:srgbClr val="4676CB"/>
            </a:solidFill>
            <a:prstDash val="solid"/>
          </a:ln>
        </p:spPr>
      </p:sp>
      <p:sp>
        <p:nvSpPr>
          <p:cNvPr id="50" name="Editable arrowhead 265">
            <a:extLst>
              <a:ext uri="{FF2B5EF4-FFF2-40B4-BE49-F238E27FC236}">
                <ns2:creationId id="{08A184DB-7B06-463E-A375-71EAFEBB3438}"/>
              </a:ext>
            </a:extLst>
          </p:cNvPr>
          <p:cNvSpPr>
            <a:spLocks noGrp="1"/>
          </p:cNvSpPr>
          <p:nvPr/>
        </p:nvSpPr>
        <p:spPr>
          <a:xfrm>
            <a:off x="5657850" y="4762500"/>
            <a:ext cx="95250" cy="95250"/>
          </a:xfrm>
          <a:custGeom>
            <a:pathLst>
              <a:path w="95250" h="95250">
                <a:moveTo>
                  <a:pt x="0" y="47625"/>
                </a:moveTo>
                <a:lnTo>
                  <a:pt x="95250" y="95250"/>
                </a:lnTo>
                <a:lnTo>
                  <a:pt x="95250" y="0"/>
                </a:lnTo>
                <a:close/>
              </a:path>
            </a:pathLst>
          </a:custGeom>
          <a:solidFill>
            <a:srgbClr val="4676CB"/>
          </a:solidFill>
          <a:ln w="5715">
            <a:solidFill>
              <a:srgbClr val="4676CB"/>
            </a:solidFill>
            <a:prstDash val="solid"/>
          </a:ln>
        </p:spPr>
      </p:sp>
      <p:sp>
        <p:nvSpPr>
          <p:cNvPr id="51" name="DP1 object 266">
            <a:extLst>
              <a:ext uri="{FF2B5EF4-FFF2-40B4-BE49-F238E27FC236}">
                <ns2:creationId id="{899D190D-B901-4C45-B63E-471B2C7D8A33}"/>
              </a:ext>
            </a:extLst>
          </p:cNvPr>
          <p:cNvSpPr>
            <a:spLocks noGrp="1"/>
          </p:cNvSpPr>
          <p:nvPr/>
        </p:nvSpPr>
        <p:spPr>
          <a:xfrm>
            <a:off x="514350" y="8362950"/>
            <a:ext cx="5191125" cy="323850"/>
          </a:xfrm>
          <a:prstGeom prst="rect">
            <a:avLst/>
          </a:prstGeom>
          <a:noFill/>
          <a:ln w="0">
            <a:noFill/>
            <a:prstDash val="solid"/>
          </a:ln>
        </p:spPr>
        <p:txBody>
          <a:bodyPr wrap="none" lIns="0" tIns="0" rIns="0" bIns="0" anchor="ctr">
            <a:noAutofit/>
          </a:bodyPr>
          <a:lstStyle>
            <a:defPPr algn="ctr">
              <a:defRPr sz="1700" b="1" lang="ko-KR">
                <a:solidFill>
                  <a:srgbClr val="4676CB"/>
                </a:solidFill>
                <a:latin typeface="Calibri"/>
                <a:ea typeface="Calibri"/>
                <a:cs typeface="Calibri"/>
              </a:defRPr>
            </a:defPPr>
            <a:lvl1pPr algn="ctr">
              <a:defRPr sz="1700" b="1" lang="ko-KR">
                <a:solidFill>
                  <a:srgbClr val="4676CB"/>
                </a:solidFill>
                <a:latin typeface="Calibri"/>
                <a:ea typeface="Calibri"/>
                <a:cs typeface="Calibri"/>
              </a:defRPr>
            </a:lvl1pPr>
            <a:lvl2pPr algn="ctr">
              <a:defRPr sz="1700" b="1" lang="ko-KR">
                <a:solidFill>
                  <a:srgbClr val="4676CB"/>
                </a:solidFill>
                <a:latin typeface="Calibri"/>
                <a:ea typeface="Calibri"/>
                <a:cs typeface="Calibri"/>
              </a:defRPr>
            </a:lvl2pPr>
            <a:lvl3pPr algn="ctr">
              <a:defRPr sz="1700" b="1" lang="ko-KR">
                <a:solidFill>
                  <a:srgbClr val="4676CB"/>
                </a:solidFill>
                <a:latin typeface="Calibri"/>
                <a:ea typeface="Calibri"/>
                <a:cs typeface="Calibri"/>
              </a:defRPr>
            </a:lvl3pPr>
            <a:lvl4pPr algn="ctr">
              <a:defRPr sz="1700" b="1" lang="ko-KR">
                <a:solidFill>
                  <a:srgbClr val="4676CB"/>
                </a:solidFill>
                <a:latin typeface="Calibri"/>
                <a:ea typeface="Calibri"/>
                <a:cs typeface="Calibri"/>
              </a:defRPr>
            </a:lvl4pPr>
            <a:lvl5pPr algn="ctr">
              <a:defRPr sz="1700" b="1" lang="ko-KR">
                <a:solidFill>
                  <a:srgbClr val="4676CB"/>
                </a:solidFill>
                <a:latin typeface="Calibri"/>
                <a:ea typeface="Calibri"/>
                <a:cs typeface="Calibri"/>
              </a:defRPr>
            </a:lvl5pPr>
            <a:lvl6pPr algn="ctr">
              <a:defRPr sz="1700" b="1" lang="ko-KR">
                <a:solidFill>
                  <a:srgbClr val="4676CB"/>
                </a:solidFill>
                <a:latin typeface="Calibri"/>
                <a:ea typeface="Calibri"/>
                <a:cs typeface="Calibri"/>
              </a:defRPr>
            </a:lvl6pPr>
            <a:lvl7pPr algn="ctr">
              <a:defRPr sz="1700" b="1" lang="ko-KR">
                <a:solidFill>
                  <a:srgbClr val="4676CB"/>
                </a:solidFill>
                <a:latin typeface="Calibri"/>
                <a:ea typeface="Calibri"/>
                <a:cs typeface="Calibri"/>
              </a:defRPr>
            </a:lvl7pPr>
            <a:lvl8pPr algn="ctr">
              <a:defRPr sz="1700" b="1" lang="ko-KR">
                <a:solidFill>
                  <a:srgbClr val="4676CB"/>
                </a:solidFill>
                <a:latin typeface="Calibri"/>
                <a:ea typeface="Calibri"/>
                <a:cs typeface="Calibri"/>
              </a:defRPr>
            </a:lvl8pPr>
            <a:lvl9pPr algn="ctr">
              <a:defRPr sz="1700" b="1" lang="ko-KR">
                <a:solidFill>
                  <a:srgbClr val="4676CB"/>
                </a:solidFill>
                <a:latin typeface="Calibri"/>
                <a:ea typeface="Calibri"/>
                <a:cs typeface="Calibri"/>
              </a:defRPr>
            </a:lvl9pPr>
          </a:lstStyle>
          <a:p>
            <a:pPr algn="ctr">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영향 범위가 불명확하면 전체 재구성</a:t>
            </a:r>
            <a:endParaRPr lang="ko-KR">
              <a:latin typeface="Calibri"/>
              <a:ea typeface="Calibri"/>
              <a:cs typeface="Calibri"/>
            </a:endParaRPr>
          </a:p>
        </p:txBody>
      </p:sp>
      <p:sp>
        <p:nvSpPr>
          <p:cNvPr id="52" name="DP1 object 267">
            <a:extLst>
              <a:ext uri="{FF2B5EF4-FFF2-40B4-BE49-F238E27FC236}">
                <ns2:creationId id="{696F1557-4B4F-458F-BD7F-52C73CE70999}"/>
              </a:ext>
            </a:extLst>
          </p:cNvPr>
          <p:cNvSpPr>
            <a:spLocks noGrp="1"/>
          </p:cNvSpPr>
          <p:nvPr/>
        </p:nvSpPr>
        <p:spPr>
          <a:xfrm>
            <a:off x="533400" y="8791575"/>
            <a:ext cx="5153025" cy="41910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파란 경로: 보완안 A2</a:t>
            </a:r>
            <a:endParaRPr lang="ko-KR">
              <a:latin typeface="Calibri"/>
              <a:ea typeface="Calibri"/>
              <a:cs typeface="Calibri"/>
            </a:endParaRPr>
          </a:p>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대규모 성능 개선으로는 채택하지 않음</a:t>
            </a:r>
            <a:endParaRPr lang="ko-KR">
              <a:latin typeface="Calibri"/>
              <a:ea typeface="Calibri"/>
              <a:cs typeface="Calibri"/>
            </a:endParaRPr>
          </a:p>
        </p:txBody>
      </p:sp>
      <p:sp>
        <p:nvSpPr>
          <p:cNvPr id="53" name="DP1 object 268">
            <a:extLst>
              <a:ext uri="{FF2B5EF4-FFF2-40B4-BE49-F238E27FC236}">
                <ns2:creationId id="{1D129381-0F73-431B-8D3D-FF614326B3EB}"/>
              </a:ext>
            </a:extLst>
          </p:cNvPr>
          <p:cNvSpPr>
            <a:spLocks noGrp="1"/>
          </p:cNvSpPr>
          <p:nvPr/>
        </p:nvSpPr>
        <p:spPr>
          <a:xfrm>
            <a:off x="6410325" y="2066925"/>
            <a:ext cx="11430000" cy="390525"/>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기본 PoC에서 관측한 A의 QA 약점</a:t>
            </a:r>
            <a:endParaRPr lang="ko-KR">
              <a:latin typeface="Calibri"/>
              <a:ea typeface="Calibri"/>
              <a:cs typeface="Calibri"/>
            </a:endParaRPr>
          </a:p>
        </p:txBody>
      </p:sp>
      <p:graphicFrame>
        <p:nvGraphicFramePr>
          <p:cNvPr id="54" name="">
            <a:extLst>
              <a:ext uri="{FF2B5EF4-FFF2-40B4-BE49-F238E27FC236}">
                <ns2:creationId id="{F30775F3-D414-4AFD-8287-086C33A6F6BC}"/>
              </a:ext>
            </a:extLst>
          </p:cNvPr>
          <p:cNvGraphicFramePr/>
          <p:nvPr/>
        </p:nvGraphicFramePr>
        <p:xfrm>
          <a:off x="6391275" y="2543175"/>
          <a:ext cx="11677650" cy="1381125"/>
        </p:xfrm>
        <a:graphic>
          <a:graphicData uri="http://schemas.openxmlformats.org/drawingml/2006/table">
            <a:tbl>
              <a:tblPr firstRow="0" bandRow="0" bandCol="0"/>
              <a:tblGrid>
                <a:gridCol w="2505075"/>
                <a:gridCol w="2047875"/>
                <a:gridCol w="2476500"/>
                <a:gridCol w="46482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비교안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13.617초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111111"/>
                          </a:solidFill>
                          <a:latin typeface="Calibri"/>
                          <a:ea typeface="Calibri"/>
                          <a:cs typeface="Calibri"/>
                        </a:rPr>
                        <a:t>C 12.364초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관측: A가 1.253초 더 걸림</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QA01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6.609초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 6.267초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0" lang="ko-KR">
                          <a:solidFill>
                            <a:srgbClr val="50555B"/>
                          </a:solidFill>
                          <a:latin typeface="Calibri"/>
                          <a:ea typeface="Calibri"/>
                          <a:cs typeface="Calibri"/>
                        </a:rPr>
                        <a:t>관측 차이 0.342초 / 우열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DP1 object 269">
            <a:extLst>
              <a:ext uri="{FF2B5EF4-FFF2-40B4-BE49-F238E27FC236}">
                <ns2:creationId id="{89792665-47D6-4BCF-A887-44BC8822318E}"/>
              </a:ext>
            </a:extLst>
          </p:cNvPr>
          <p:cNvSpPr>
            <a:spLocks noGrp="1"/>
          </p:cNvSpPr>
          <p:nvPr/>
        </p:nvSpPr>
        <p:spPr>
          <a:xfrm>
            <a:off x="6419850" y="4162425"/>
            <a:ext cx="11525250" cy="3905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보완 ①  QA03 — 변경 조각만 읽고 갱신</a:t>
            </a:r>
            <a:endParaRPr lang="ko-KR">
              <a:latin typeface="Calibri"/>
              <a:ea typeface="Calibri"/>
              <a:cs typeface="Calibri"/>
            </a:endParaRPr>
          </a:p>
        </p:txBody>
      </p:sp>
      <p:sp>
        <p:nvSpPr>
          <p:cNvPr id="56" name="DP1 object 270">
            <a:extLst>
              <a:ext uri="{FF2B5EF4-FFF2-40B4-BE49-F238E27FC236}">
                <ns2:creationId id="{9043296E-E4C2-4E9A-AFBF-7ACA881F00BF}"/>
              </a:ext>
            </a:extLst>
          </p:cNvPr>
          <p:cNvSpPr>
            <a:spLocks noGrp="1"/>
          </p:cNvSpPr>
          <p:nvPr/>
        </p:nvSpPr>
        <p:spPr>
          <a:xfrm>
            <a:off x="6419850" y="45815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3회에서 기본 A와 A+A2를 비교</a:t>
            </a:r>
            <a:endParaRPr lang="ko-KR">
              <a:latin typeface="Calibri"/>
              <a:ea typeface="Calibri"/>
              <a:cs typeface="Calibri"/>
            </a:endParaRPr>
          </a:p>
        </p:txBody>
      </p:sp>
      <p:graphicFrame>
        <p:nvGraphicFramePr>
          <p:cNvPr id="57" name="">
            <a:extLst>
              <a:ext uri="{FF2B5EF4-FFF2-40B4-BE49-F238E27FC236}">
                <ns2:creationId id="{F883DA80-E03E-473D-BB48-51A8CA096908}"/>
              </a:ext>
            </a:extLst>
          </p:cNvPr>
          <p:cNvGraphicFramePr/>
          <p:nvPr/>
        </p:nvGraphicFramePr>
        <p:xfrm>
          <a:off x="6391275" y="4953000"/>
          <a:ext cx="11677650" cy="1333500"/>
        </p:xfrm>
        <a:graphic>
          <a:graphicData uri="http://schemas.openxmlformats.org/drawingml/2006/table">
            <a:tbl>
              <a:tblPr firstRow="0" bandRow="0" bandCol="0"/>
              <a:tblGrid>
                <a:gridCol w="4229100"/>
                <a:gridCol w="3724275"/>
                <a:gridCol w="3724275"/>
              </a:tblGrid>
              <a:tr h="3810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항목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 A2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r>
              <a:tr h="54292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111111"/>
                          </a:solidFill>
                          <a:latin typeface="Calibri"/>
                          <a:ea typeface="Calibri"/>
                          <a:cs typeface="Calibri"/>
                        </a:rPr>
                        <a:t>21.822초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4676CB"/>
                          </a:solidFill>
                          <a:latin typeface="Calibri"/>
                          <a:ea typeface="Calibri"/>
                          <a:cs typeface="Calibri"/>
                        </a:rPr>
                        <a:t>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095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원본 읽기 / 모델 호출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12회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8" name="DP1 object 271">
            <a:extLst>
              <a:ext uri="{FF2B5EF4-FFF2-40B4-BE49-F238E27FC236}">
                <ns2:creationId id="{EA99DF57-A234-42DC-A90F-639D8432A629}"/>
              </a:ext>
            </a:extLst>
          </p:cNvPr>
          <p:cNvSpPr>
            <a:spLocks noGrp="1"/>
          </p:cNvSpPr>
          <p:nvPr/>
        </p:nvSpPr>
        <p:spPr>
          <a:xfrm>
            <a:off x="6419850" y="6353175"/>
            <a:ext cx="11525250" cy="295275"/>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관측: 0.389초 감소. 재조회 감소만 확인했으며 전체 A/C 재비교는 미실시.</a:t>
            </a:r>
            <a:endParaRPr lang="ko-KR">
              <a:latin typeface="Calibri"/>
              <a:ea typeface="Calibri"/>
              <a:cs typeface="Calibri"/>
            </a:endParaRPr>
          </a:p>
        </p:txBody>
      </p:sp>
      <p:sp>
        <p:nvSpPr>
          <p:cNvPr id="59" name="DP1 object 272">
            <a:extLst>
              <a:ext uri="{FF2B5EF4-FFF2-40B4-BE49-F238E27FC236}">
                <ns2:creationId id="{FBAF25BF-4D6E-4BD8-854F-D4F8CDC9547D}"/>
              </a:ext>
            </a:extLst>
          </p:cNvPr>
          <p:cNvSpPr>
            <a:spLocks noGrp="1"/>
          </p:cNvSpPr>
          <p:nvPr/>
        </p:nvSpPr>
        <p:spPr>
          <a:xfrm>
            <a:off x="6419850" y="6886575"/>
            <a:ext cx="11525250" cy="3905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보완 ②  QA01 — 채택한 근거·처리 의도를 먼저 안내</a:t>
            </a:r>
            <a:endParaRPr lang="ko-KR">
              <a:latin typeface="Calibri"/>
              <a:ea typeface="Calibri"/>
              <a:cs typeface="Calibri"/>
            </a:endParaRPr>
          </a:p>
        </p:txBody>
      </p:sp>
      <p:sp>
        <p:nvSpPr>
          <p:cNvPr id="60" name="DP1 object 273">
            <a:extLst>
              <a:ext uri="{FF2B5EF4-FFF2-40B4-BE49-F238E27FC236}">
                <ns2:creationId id="{3FD267C0-9837-451B-A6EB-B5D28C56382A}"/>
              </a:ext>
            </a:extLst>
          </p:cNvPr>
          <p:cNvSpPr>
            <a:spLocks noGrp="1"/>
          </p:cNvSpPr>
          <p:nvPr/>
        </p:nvSpPr>
        <p:spPr>
          <a:xfrm>
            <a:off x="6419850" y="72866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A/B/C 공통 보완을 A에 적용한 별도 E3 비교</a:t>
            </a:r>
            <a:endParaRPr lang="ko-KR">
              <a:latin typeface="Calibri"/>
              <a:ea typeface="Calibri"/>
              <a:cs typeface="Calibri"/>
            </a:endParaRPr>
          </a:p>
        </p:txBody>
      </p:sp>
      <p:sp>
        <p:nvSpPr>
          <p:cNvPr id="61" name="DP1 object 274">
            <a:extLst>
              <a:ext uri="{FF2B5EF4-FFF2-40B4-BE49-F238E27FC236}">
                <ns2:creationId id="{B116428A-B07C-436B-87A8-5F4A8CE75C1A}"/>
              </a:ext>
            </a:extLst>
          </p:cNvPr>
          <p:cNvSpPr>
            <a:spLocks noGrp="1"/>
          </p:cNvSpPr>
          <p:nvPr/>
        </p:nvSpPr>
        <p:spPr>
          <a:xfrm>
            <a:off x="6419850" y="7734300"/>
            <a:ext cx="2333625" cy="5048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첫 응답</a:t>
            </a:r>
            <a:endParaRPr lang="ko-KR">
              <a:latin typeface="Calibri"/>
              <a:ea typeface="Calibri"/>
              <a:cs typeface="Calibri"/>
            </a:endParaRPr>
          </a:p>
        </p:txBody>
      </p:sp>
      <p:sp>
        <p:nvSpPr>
          <p:cNvPr id="62" name="DP1 object 275">
            <a:extLst>
              <a:ext uri="{FF2B5EF4-FFF2-40B4-BE49-F238E27FC236}">
                <ns2:creationId id="{65E940E9-F75C-45B3-AF62-CC4AEED1C12B}"/>
              </a:ext>
            </a:extLst>
          </p:cNvPr>
          <p:cNvSpPr>
            <a:spLocks noGrp="1"/>
          </p:cNvSpPr>
          <p:nvPr/>
        </p:nvSpPr>
        <p:spPr>
          <a:xfrm>
            <a:off x="8801100" y="7629525"/>
            <a:ext cx="2800350" cy="628650"/>
          </a:xfrm>
          <a:prstGeom prst="rect">
            <a:avLst/>
          </a:prstGeom>
          <a:noFill/>
          <a:ln w="0">
            <a:noFill/>
            <a:prstDash val="solid"/>
          </a:ln>
        </p:spPr>
        <p:txBody>
          <a:bodyPr wrap="none" lIns="0" tIns="0" rIns="0" bIns="0" anchor="ctr">
            <a:noAutofit/>
          </a:bodyPr>
          <a:lstStyle>
            <a:defPPr algn="l">
              <a:defRPr sz="3400" b="1" lang="ko-KR">
                <a:solidFill>
                  <a:srgbClr val="111111"/>
                </a:solidFill>
                <a:latin typeface="Calibri"/>
                <a:ea typeface="Calibri"/>
                <a:cs typeface="Calibri"/>
              </a:defRPr>
            </a:defPPr>
            <a:lvl1pPr algn="l">
              <a:defRPr sz="3400" b="1" lang="ko-KR">
                <a:solidFill>
                  <a:srgbClr val="111111"/>
                </a:solidFill>
                <a:latin typeface="Calibri"/>
                <a:ea typeface="Calibri"/>
                <a:cs typeface="Calibri"/>
              </a:defRPr>
            </a:lvl1pPr>
            <a:lvl2pPr algn="l">
              <a:defRPr sz="3400" b="1" lang="ko-KR">
                <a:solidFill>
                  <a:srgbClr val="111111"/>
                </a:solidFill>
                <a:latin typeface="Calibri"/>
                <a:ea typeface="Calibri"/>
                <a:cs typeface="Calibri"/>
              </a:defRPr>
            </a:lvl2pPr>
            <a:lvl3pPr algn="l">
              <a:defRPr sz="3400" b="1" lang="ko-KR">
                <a:solidFill>
                  <a:srgbClr val="111111"/>
                </a:solidFill>
                <a:latin typeface="Calibri"/>
                <a:ea typeface="Calibri"/>
                <a:cs typeface="Calibri"/>
              </a:defRPr>
            </a:lvl3pPr>
            <a:lvl4pPr algn="l">
              <a:defRPr sz="3400" b="1" lang="ko-KR">
                <a:solidFill>
                  <a:srgbClr val="111111"/>
                </a:solidFill>
                <a:latin typeface="Calibri"/>
                <a:ea typeface="Calibri"/>
                <a:cs typeface="Calibri"/>
              </a:defRPr>
            </a:lvl4pPr>
            <a:lvl5pPr algn="l">
              <a:defRPr sz="3400" b="1" lang="ko-KR">
                <a:solidFill>
                  <a:srgbClr val="111111"/>
                </a:solidFill>
                <a:latin typeface="Calibri"/>
                <a:ea typeface="Calibri"/>
                <a:cs typeface="Calibri"/>
              </a:defRPr>
            </a:lvl5pPr>
            <a:lvl6pPr algn="l">
              <a:defRPr sz="3400" b="1" lang="ko-KR">
                <a:solidFill>
                  <a:srgbClr val="111111"/>
                </a:solidFill>
                <a:latin typeface="Calibri"/>
                <a:ea typeface="Calibri"/>
                <a:cs typeface="Calibri"/>
              </a:defRPr>
            </a:lvl6pPr>
            <a:lvl7pPr algn="l">
              <a:defRPr sz="3400" b="1" lang="ko-KR">
                <a:solidFill>
                  <a:srgbClr val="111111"/>
                </a:solidFill>
                <a:latin typeface="Calibri"/>
                <a:ea typeface="Calibri"/>
                <a:cs typeface="Calibri"/>
              </a:defRPr>
            </a:lvl7pPr>
            <a:lvl8pPr algn="l">
              <a:defRPr sz="3400" b="1" lang="ko-KR">
                <a:solidFill>
                  <a:srgbClr val="111111"/>
                </a:solidFill>
                <a:latin typeface="Calibri"/>
                <a:ea typeface="Calibri"/>
                <a:cs typeface="Calibri"/>
              </a:defRPr>
            </a:lvl8pPr>
            <a:lvl9pPr algn="l">
              <a:defRPr sz="3400" b="1" lang="ko-KR">
                <a:solidFill>
                  <a:srgbClr val="111111"/>
                </a:solidFill>
                <a:latin typeface="Calibri"/>
                <a:ea typeface="Calibri"/>
                <a:cs typeface="Calibri"/>
              </a:defRPr>
            </a:lvl9pPr>
          </a:lstStyle>
          <a:p>
            <a:pPr algn="l">
              <a:defRPr sz="3400" b="1" lang="ko-KR">
                <a:solidFill>
                  <a:srgbClr val="111111"/>
                </a:solidFill>
                <a:latin typeface="Calibri"/>
                <a:ea typeface="Calibri"/>
                <a:cs typeface="Calibri"/>
              </a:defRPr>
            </a:pPr>
            <a:r>
              <a:rPr sz="3400" b="1" lang="ko-KR">
                <a:solidFill>
                  <a:srgbClr val="111111"/>
                </a:solidFill>
                <a:latin typeface="Calibri"/>
                <a:ea typeface="Calibri"/>
                <a:cs typeface="Calibri"/>
              </a:rPr>
              <a:t>7.092초</a:t>
            </a:r>
            <a:endParaRPr lang="ko-KR">
              <a:latin typeface="Calibri"/>
              <a:ea typeface="Calibri"/>
              <a:cs typeface="Calibri"/>
            </a:endParaRPr>
          </a:p>
        </p:txBody>
      </p:sp>
      <p:sp>
        <p:nvSpPr>
          <p:cNvPr id="63" name="DP1 object 276">
            <a:extLst>
              <a:ext uri="{FF2B5EF4-FFF2-40B4-BE49-F238E27FC236}">
                <ns2:creationId id="{19E81297-74BF-446D-94F1-7CB744F330B5}"/>
              </a:ext>
            </a:extLst>
          </p:cNvPr>
          <p:cNvSpPr>
            <a:spLocks noGrp="1"/>
          </p:cNvSpPr>
          <p:nvPr/>
        </p:nvSpPr>
        <p:spPr>
          <a:xfrm>
            <a:off x="11725275" y="7629525"/>
            <a:ext cx="904875" cy="628650"/>
          </a:xfrm>
          <a:prstGeom prst="rect">
            <a:avLst/>
          </a:prstGeom>
          <a:noFill/>
          <a:ln w="0">
            <a:noFill/>
            <a:prstDash val="solid"/>
          </a:ln>
        </p:spPr>
        <p:txBody>
          <a:bodyPr wrap="none" lIns="0" tIns="0" rIns="0" bIns="0" anchor="ctr">
            <a:noAutofit/>
          </a:bodyPr>
          <a:lstStyle>
            <a:defPPr algn="ctr">
              <a:defRPr sz="3500" b="0" lang="ko-KR">
                <a:solidFill>
                  <a:srgbClr val="4676CB"/>
                </a:solidFill>
                <a:latin typeface="Calibri"/>
                <a:ea typeface="Calibri"/>
                <a:cs typeface="Calibri"/>
              </a:defRPr>
            </a:defPPr>
            <a:lvl1pPr algn="ctr">
              <a:defRPr sz="3500" b="0" lang="ko-KR">
                <a:solidFill>
                  <a:srgbClr val="4676CB"/>
                </a:solidFill>
                <a:latin typeface="Calibri"/>
                <a:ea typeface="Calibri"/>
                <a:cs typeface="Calibri"/>
              </a:defRPr>
            </a:lvl1pPr>
            <a:lvl2pPr algn="ctr">
              <a:defRPr sz="3500" b="0" lang="ko-KR">
                <a:solidFill>
                  <a:srgbClr val="4676CB"/>
                </a:solidFill>
                <a:latin typeface="Calibri"/>
                <a:ea typeface="Calibri"/>
                <a:cs typeface="Calibri"/>
              </a:defRPr>
            </a:lvl2pPr>
            <a:lvl3pPr algn="ctr">
              <a:defRPr sz="3500" b="0" lang="ko-KR">
                <a:solidFill>
                  <a:srgbClr val="4676CB"/>
                </a:solidFill>
                <a:latin typeface="Calibri"/>
                <a:ea typeface="Calibri"/>
                <a:cs typeface="Calibri"/>
              </a:defRPr>
            </a:lvl3pPr>
            <a:lvl4pPr algn="ctr">
              <a:defRPr sz="3500" b="0" lang="ko-KR">
                <a:solidFill>
                  <a:srgbClr val="4676CB"/>
                </a:solidFill>
                <a:latin typeface="Calibri"/>
                <a:ea typeface="Calibri"/>
                <a:cs typeface="Calibri"/>
              </a:defRPr>
            </a:lvl4pPr>
            <a:lvl5pPr algn="ctr">
              <a:defRPr sz="3500" b="0" lang="ko-KR">
                <a:solidFill>
                  <a:srgbClr val="4676CB"/>
                </a:solidFill>
                <a:latin typeface="Calibri"/>
                <a:ea typeface="Calibri"/>
                <a:cs typeface="Calibri"/>
              </a:defRPr>
            </a:lvl5pPr>
            <a:lvl6pPr algn="ctr">
              <a:defRPr sz="3500" b="0" lang="ko-KR">
                <a:solidFill>
                  <a:srgbClr val="4676CB"/>
                </a:solidFill>
                <a:latin typeface="Calibri"/>
                <a:ea typeface="Calibri"/>
                <a:cs typeface="Calibri"/>
              </a:defRPr>
            </a:lvl6pPr>
            <a:lvl7pPr algn="ctr">
              <a:defRPr sz="3500" b="0" lang="ko-KR">
                <a:solidFill>
                  <a:srgbClr val="4676CB"/>
                </a:solidFill>
                <a:latin typeface="Calibri"/>
                <a:ea typeface="Calibri"/>
                <a:cs typeface="Calibri"/>
              </a:defRPr>
            </a:lvl7pPr>
            <a:lvl8pPr algn="ctr">
              <a:defRPr sz="3500" b="0" lang="ko-KR">
                <a:solidFill>
                  <a:srgbClr val="4676CB"/>
                </a:solidFill>
                <a:latin typeface="Calibri"/>
                <a:ea typeface="Calibri"/>
                <a:cs typeface="Calibri"/>
              </a:defRPr>
            </a:lvl8pPr>
            <a:lvl9pPr algn="ctr">
              <a:defRPr sz="3500" b="0" lang="ko-KR">
                <a:solidFill>
                  <a:srgbClr val="4676CB"/>
                </a:solidFill>
                <a:latin typeface="Calibri"/>
                <a:ea typeface="Calibri"/>
                <a:cs typeface="Calibri"/>
              </a:defRPr>
            </a:lvl9pPr>
          </a:lstStyle>
          <a:p>
            <a:pPr algn="ctr">
              <a:defRPr sz="3500" b="0" lang="ko-KR">
                <a:solidFill>
                  <a:srgbClr val="4676CB"/>
                </a:solidFill>
                <a:latin typeface="Calibri"/>
                <a:ea typeface="Calibri"/>
                <a:cs typeface="Calibri"/>
              </a:defRPr>
            </a:pPr>
            <a:r>
              <a:rPr sz="3500" b="0" lang="ko-KR">
                <a:solidFill>
                  <a:srgbClr val="4676CB"/>
                </a:solidFill>
                <a:latin typeface="Calibri"/>
                <a:ea typeface="Calibri"/>
                <a:cs typeface="Calibri"/>
              </a:rPr>
              <a:t>→</a:t>
            </a:r>
            <a:endParaRPr lang="ko-KR">
              <a:latin typeface="Calibri"/>
              <a:ea typeface="Calibri"/>
              <a:cs typeface="Calibri"/>
            </a:endParaRPr>
          </a:p>
        </p:txBody>
      </p:sp>
      <p:sp>
        <p:nvSpPr>
          <p:cNvPr id="64" name="DP1 object 277">
            <a:extLst>
              <a:ext uri="{FF2B5EF4-FFF2-40B4-BE49-F238E27FC236}">
                <ns2:creationId id="{76924648-2E38-4AD0-90A5-B6918F1CC1AC}"/>
              </a:ext>
            </a:extLst>
          </p:cNvPr>
          <p:cNvSpPr>
            <a:spLocks noGrp="1"/>
          </p:cNvSpPr>
          <p:nvPr/>
        </p:nvSpPr>
        <p:spPr>
          <a:xfrm>
            <a:off x="12858750" y="7629525"/>
            <a:ext cx="4162425" cy="628650"/>
          </a:xfrm>
          <a:prstGeom prst="rect">
            <a:avLst/>
          </a:prstGeom>
          <a:noFill/>
          <a:ln w="0">
            <a:noFill/>
            <a:prstDash val="solid"/>
          </a:ln>
        </p:spPr>
        <p:txBody>
          <a:bodyPr wrap="none" lIns="0" tIns="0" rIns="0" bIns="0" anchor="ctr">
            <a:noAutofit/>
          </a:bodyPr>
          <a:lstStyle>
            <a:defPPr algn="l">
              <a:defRPr sz="3600" b="1" lang="ko-KR">
                <a:solidFill>
                  <a:srgbClr val="4676CB"/>
                </a:solidFill>
                <a:latin typeface="Calibri"/>
                <a:ea typeface="Calibri"/>
                <a:cs typeface="Calibri"/>
              </a:defRPr>
            </a:defPPr>
            <a:lvl1pPr algn="l">
              <a:defRPr sz="3600" b="1" lang="ko-KR">
                <a:solidFill>
                  <a:srgbClr val="4676CB"/>
                </a:solidFill>
                <a:latin typeface="Calibri"/>
                <a:ea typeface="Calibri"/>
                <a:cs typeface="Calibri"/>
              </a:defRPr>
            </a:lvl1pPr>
            <a:lvl2pPr algn="l">
              <a:defRPr sz="3600" b="1" lang="ko-KR">
                <a:solidFill>
                  <a:srgbClr val="4676CB"/>
                </a:solidFill>
                <a:latin typeface="Calibri"/>
                <a:ea typeface="Calibri"/>
                <a:cs typeface="Calibri"/>
              </a:defRPr>
            </a:lvl2pPr>
            <a:lvl3pPr algn="l">
              <a:defRPr sz="3600" b="1" lang="ko-KR">
                <a:solidFill>
                  <a:srgbClr val="4676CB"/>
                </a:solidFill>
                <a:latin typeface="Calibri"/>
                <a:ea typeface="Calibri"/>
                <a:cs typeface="Calibri"/>
              </a:defRPr>
            </a:lvl3pPr>
            <a:lvl4pPr algn="l">
              <a:defRPr sz="3600" b="1" lang="ko-KR">
                <a:solidFill>
                  <a:srgbClr val="4676CB"/>
                </a:solidFill>
                <a:latin typeface="Calibri"/>
                <a:ea typeface="Calibri"/>
                <a:cs typeface="Calibri"/>
              </a:defRPr>
            </a:lvl4pPr>
            <a:lvl5pPr algn="l">
              <a:defRPr sz="3600" b="1" lang="ko-KR">
                <a:solidFill>
                  <a:srgbClr val="4676CB"/>
                </a:solidFill>
                <a:latin typeface="Calibri"/>
                <a:ea typeface="Calibri"/>
                <a:cs typeface="Calibri"/>
              </a:defRPr>
            </a:lvl5pPr>
            <a:lvl6pPr algn="l">
              <a:defRPr sz="3600" b="1" lang="ko-KR">
                <a:solidFill>
                  <a:srgbClr val="4676CB"/>
                </a:solidFill>
                <a:latin typeface="Calibri"/>
                <a:ea typeface="Calibri"/>
                <a:cs typeface="Calibri"/>
              </a:defRPr>
            </a:lvl6pPr>
            <a:lvl7pPr algn="l">
              <a:defRPr sz="3600" b="1" lang="ko-KR">
                <a:solidFill>
                  <a:srgbClr val="4676CB"/>
                </a:solidFill>
                <a:latin typeface="Calibri"/>
                <a:ea typeface="Calibri"/>
                <a:cs typeface="Calibri"/>
              </a:defRPr>
            </a:lvl7pPr>
            <a:lvl8pPr algn="l">
              <a:defRPr sz="3600" b="1" lang="ko-KR">
                <a:solidFill>
                  <a:srgbClr val="4676CB"/>
                </a:solidFill>
                <a:latin typeface="Calibri"/>
                <a:ea typeface="Calibri"/>
                <a:cs typeface="Calibri"/>
              </a:defRPr>
            </a:lvl8pPr>
            <a:lvl9pPr algn="l">
              <a:defRPr sz="3600" b="1" lang="ko-KR">
                <a:solidFill>
                  <a:srgbClr val="4676CB"/>
                </a:solidFill>
                <a:latin typeface="Calibri"/>
                <a:ea typeface="Calibri"/>
                <a:cs typeface="Calibri"/>
              </a:defRPr>
            </a:lvl9pPr>
          </a:lstStyle>
          <a:p>
            <a:pPr algn="l">
              <a:defRPr sz="3600" b="1" lang="ko-KR">
                <a:solidFill>
                  <a:srgbClr val="4676CB"/>
                </a:solidFill>
                <a:latin typeface="Calibri"/>
                <a:ea typeface="Calibri"/>
                <a:cs typeface="Calibri"/>
              </a:defRPr>
            </a:pPr>
            <a:r>
              <a:rPr sz="3600" b="1" lang="ko-KR">
                <a:solidFill>
                  <a:srgbClr val="4676CB"/>
                </a:solidFill>
                <a:latin typeface="Calibri"/>
                <a:ea typeface="Calibri"/>
                <a:cs typeface="Calibri"/>
              </a:rPr>
              <a:t>1.905초</a:t>
            </a:r>
            <a:endParaRPr lang="ko-KR">
              <a:latin typeface="Calibri"/>
              <a:ea typeface="Calibri"/>
              <a:cs typeface="Calibri"/>
            </a:endParaRPr>
          </a:p>
        </p:txBody>
      </p:sp>
      <p:sp>
        <p:nvSpPr>
          <p:cNvPr id="65" name="DP1 object 278">
            <a:extLst>
              <a:ext uri="{FF2B5EF4-FFF2-40B4-BE49-F238E27FC236}">
                <ns2:creationId id="{C1E2E2AB-D181-40BC-8B3F-5A3FD1E20FFD}"/>
              </a:ext>
            </a:extLst>
          </p:cNvPr>
          <p:cNvSpPr>
            <a:spLocks noGrp="1"/>
          </p:cNvSpPr>
          <p:nvPr/>
        </p:nvSpPr>
        <p:spPr>
          <a:xfrm>
            <a:off x="6419850" y="8391525"/>
            <a:ext cx="11525250" cy="33337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대가  QA03 21.508 → 23.118초   /   모델 호출 12 → 18회</a:t>
            </a:r>
            <a:endParaRPr lang="ko-KR">
              <a:latin typeface="Calibri"/>
              <a:ea typeface="Calibri"/>
              <a:cs typeface="Calibri"/>
            </a:endParaRPr>
          </a:p>
        </p:txBody>
      </p:sp>
      <p:sp>
        <p:nvSpPr>
          <p:cNvPr id="66" name="DP1 object 279">
            <a:extLst>
              <a:ext uri="{FF2B5EF4-FFF2-40B4-BE49-F238E27FC236}">
                <ns2:creationId id="{D96CA970-CFBD-4D1C-A57B-92B73B25464B}"/>
              </a:ext>
            </a:extLst>
          </p:cNvPr>
          <p:cNvSpPr>
            <a:spLocks noGrp="1"/>
          </p:cNvSpPr>
          <p:nvPr/>
        </p:nvSpPr>
        <p:spPr>
          <a:xfrm>
            <a:off x="6419850" y="8791575"/>
            <a:ext cx="1152525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모델 비용 $0.0146552 → $0.0157364. 본문 조건 충족 3/6은 그대로.</a:t>
            </a:r>
            <a:endParaRPr lang="ko-KR">
              <a:latin typeface="Calibri"/>
              <a:ea typeface="Calibri"/>
              <a:cs typeface="Calibri"/>
            </a:endParaRPr>
          </a:p>
        </p:txBody>
      </p:sp>
      <p:sp>
        <p:nvSpPr>
          <p:cNvPr id="67" name="Editable path 280">
            <a:extLst>
              <a:ext uri="{FF2B5EF4-FFF2-40B4-BE49-F238E27FC236}">
                <ns2:creationId id="{6FC41CC5-2A5D-4DCE-8CD5-14C503DAAD3D}"/>
              </a:ext>
            </a:extLst>
          </p:cNvPr>
          <p:cNvSpPr>
            <a:spLocks noGrp="1"/>
          </p:cNvSpPr>
          <p:nvPr/>
        </p:nvSpPr>
        <p:spPr>
          <a:xfrm>
            <a:off x="257175" y="9496425"/>
            <a:ext cx="17783175" cy="953"/>
          </a:xfrm>
          <a:custGeom>
            <a:pathLst>
              <a:path w="17783175" h="953">
                <a:moveTo>
                  <a:pt x="0" y="0"/>
                </a:moveTo>
                <a:lnTo>
                  <a:pt x="17783175" y="0"/>
                </a:lnTo>
              </a:path>
            </a:pathLst>
          </a:custGeom>
          <a:noFill/>
          <a:ln w="14288">
            <a:solidFill>
              <a:srgbClr val="4676CB"/>
            </a:solidFill>
            <a:prstDash val="solid"/>
          </a:ln>
        </p:spPr>
      </p:sp>
      <p:sp>
        <p:nvSpPr>
          <p:cNvPr id="68" name="DP1 object 281">
            <a:extLst>
              <a:ext uri="{FF2B5EF4-FFF2-40B4-BE49-F238E27FC236}">
                <ns2:creationId id="{4A44111D-5772-4D18-837A-79C12A8E5F6D}"/>
              </a:ext>
            </a:extLst>
          </p:cNvPr>
          <p:cNvSpPr>
            <a:spLocks noGrp="1"/>
          </p:cNvSpPr>
          <p:nvPr/>
        </p:nvSpPr>
        <p:spPr>
          <a:xfrm>
            <a:off x="266700" y="9620250"/>
            <a:ext cx="17287875" cy="2952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보완 전후는 각각 동일 조건의 별도 비교값이며 기본 비교표의 A 수치를 교체하지 않는다. 두 보완의 결합 효과는 미측정.</a:t>
            </a:r>
            <a:endParaRPr lang="ko-KR">
              <a:latin typeface="Calibri"/>
              <a:ea typeface="Calibri"/>
              <a:cs typeface="Calibri"/>
            </a:endParaRPr>
          </a:p>
        </p:txBody>
      </p:sp>
      <p:sp>
        <p:nvSpPr>
          <p:cNvPr id="69" name="DP1 object 282">
            <a:extLst>
              <a:ext uri="{FF2B5EF4-FFF2-40B4-BE49-F238E27FC236}">
                <ns2:creationId id="{33CE796A-6C63-41D2-8F18-D06D0A0F3E7F}"/>
              </a:ext>
            </a:extLst>
          </p:cNvPr>
          <p:cNvSpPr>
            <a:spLocks noGrp="1"/>
          </p:cNvSpPr>
          <p:nvPr/>
        </p:nvSpPr>
        <p:spPr>
          <a:xfrm>
            <a:off x="266700" y="9963150"/>
            <a:ext cx="16954500" cy="23812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원격 모델 PoC의 제한된 관측값. 첫 안내는 callback proxy 기준이며 제품 UI 끝단 성능을 뜻하지 않는다.</a:t>
            </a:r>
            <a:endParaRPr lang="ko-KR">
              <a:latin typeface="Calibri"/>
              <a:ea typeface="Calibri"/>
              <a:cs typeface="Calibri"/>
            </a:endParaRPr>
          </a:p>
        </p:txBody>
      </p:sp>
    </p:spTree>
    <p:extLst>
      <p:ext uri="{BB962C8B-B14F-4D97-AF65-F5344CB8AC3E}">
        <p14:creationId val="782380873"/>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6" name="Unified slide title">
            <a:extLst>
              <a:ext uri="{FF2B5EF4-FFF2-40B4-BE49-F238E27FC236}">
                <ns2:creationId id="{43C914E2-7AFF-4647-B21B-1B19B2D55835}"/>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(배경)</a:t>
            </a:r>
            <a:endParaRPr lang="ko-KR">
              <a:latin typeface="Calibri"/>
              <a:ea typeface="Calibri"/>
              <a:cs typeface="Calibri"/>
            </a:endParaRPr>
          </a:p>
        </p:txBody>
      </p:sp>
      <p:sp>
        <p:nvSpPr>
          <p:cNvPr id="2" name="Workflow 과제 소개">
            <a:extLst>
              <a:ext uri="{FF2B5EF4-FFF2-40B4-BE49-F238E27FC236}">
                <ns2:creationId id="{E4DFA940-4C86-41C9-998C-459541FE47F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52E873B3-5BB9-467C-B508-BCEE925BAA3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DED9DBD7-C466-4570-88A1-318500F79C2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2584FCBC-BDD5-43F9-B383-3EE62BB811F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723751D5-D17A-46D8-89DC-D5052C83B50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76FCD22-1BF3-4984-88DA-091FBC3A647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3462CDD3-D884-4110-A036-057539D3A32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83F8859B-59B5-4D18-877E-B47555B18458}"/>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7DFCE4D1-AFAE-4DEE-AC36-1EB8AD7772C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53E1776-5524-47C2-B409-9A6E5C024BE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E5CCE10-8F33-429C-9956-6CE0039C959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3A543C-0218-4E70-976B-021D90D2FEBC}"/>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5 / 16</a:t>
            </a:r>
            <a:endParaRPr lang="ko-KR">
              <a:latin typeface="Calibri"/>
              <a:ea typeface="Calibri"/>
              <a:cs typeface="Calibri"/>
            </a:endParaRPr>
          </a:p>
        </p:txBody>
      </p:sp>
      <p:sp>
        <p:nvSpPr>
          <p:cNvPr id="14" name="DP2 object 1">
            <a:extLst>
              <a:ext uri="{FF2B5EF4-FFF2-40B4-BE49-F238E27FC236}">
                <ns2:creationId id="{B3E79C47-1B89-4954-8131-736A30DB81F6}"/>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앞선 판단이 끝나기 전에 새 질문이 들어온다</a:t>
            </a:r>
            <a:endParaRPr lang="ko-KR">
              <a:latin typeface="Calibri"/>
              <a:ea typeface="Calibri"/>
              <a:cs typeface="Calibri"/>
            </a:endParaRPr>
          </a:p>
        </p:txBody>
      </p:sp>
      <p:sp>
        <p:nvSpPr>
          <p:cNvPr id="15" name="DP2 object 2">
            <a:extLst>
              <a:ext uri="{FF2B5EF4-FFF2-40B4-BE49-F238E27FC236}">
                <ns2:creationId id="{7B0F9D1B-AA45-49BC-AD3E-F771219949DF}"/>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입력을 계속 받으면서 원래 목표와 새 요청을 함께 이어가야 한다.</a:t>
            </a:r>
            <a:endParaRPr lang="ko-KR">
              <a:latin typeface="Calibri"/>
              <a:ea typeface="Calibri"/>
              <a:cs typeface="Calibri"/>
            </a:endParaRPr>
          </a:p>
        </p:txBody>
      </p:sp>
      <p:sp>
        <p:nvSpPr>
          <p:cNvPr id="16" name="Editable path 3">
            <a:extLst>
              <a:ext uri="{FF2B5EF4-FFF2-40B4-BE49-F238E27FC236}">
                <ns2:creationId id="{94867351-6A3D-427E-8AC3-024AB19BA833}"/>
              </a:ext>
            </a:extLst>
          </p:cNvPr>
          <p:cNvSpPr>
            <a:spLocks noGrp="1"/>
          </p:cNvSpPr>
          <p:nvPr/>
        </p:nvSpPr>
        <p:spPr>
          <a:xfrm>
            <a:off x="12858750" y="2781300"/>
            <a:ext cx="953" cy="5314950"/>
          </a:xfrm>
          <a:custGeom>
            <a:pathLst>
              <a:path w="953" h="5314950">
                <a:moveTo>
                  <a:pt x="0" y="0"/>
                </a:moveTo>
                <a:lnTo>
                  <a:pt x="0" y="5314950"/>
                </a:lnTo>
              </a:path>
            </a:pathLst>
          </a:custGeom>
          <a:noFill/>
          <a:ln w="12383">
            <a:solidFill>
              <a:srgbClr val="4676CB"/>
            </a:solidFill>
            <a:prstDash val="solid"/>
          </a:ln>
        </p:spPr>
      </p:sp>
      <p:sp>
        <p:nvSpPr>
          <p:cNvPr id="17" name="“문서 D1과 D2를 비교해줘.”">
            <a:extLst>
              <a:ext uri="{FF2B5EF4-FFF2-40B4-BE49-F238E27FC236}">
                <ns2:creationId id="{D8056BEA-2CC6-490E-BD7D-D6EA90E6AEB5}"/>
              </a:ext>
            </a:extLst>
          </p:cNvPr>
          <p:cNvSpPr>
            <a:spLocks noGrp="1"/>
          </p:cNvSpPr>
          <p:nvPr/>
        </p:nvSpPr>
        <p:spPr>
          <a:xfrm>
            <a:off x="876300" y="2895600"/>
            <a:ext cx="4667250" cy="866775"/>
          </a:xfrm>
          <a:prstGeom prst="rect">
            <a:avLst/>
          </a:prstGeom>
          <a:solidFill>
            <a:srgbClr val="FFFFFF"/>
          </a:solidFill>
          <a:ln w="17145">
            <a:solidFill>
              <a:srgbClr val="111111"/>
            </a:solidFill>
            <a:prstDash val="solid"/>
          </a:ln>
        </p:spPr>
      </p:sp>
      <p:sp>
        <p:nvSpPr>
          <p:cNvPr id="18" name="DP2 object 4">
            <a:extLst>
              <a:ext uri="{FF2B5EF4-FFF2-40B4-BE49-F238E27FC236}">
                <ns2:creationId id="{C8A37E70-9B69-47E5-AE4A-0724AAADB29A}"/>
              </a:ext>
            </a:extLst>
          </p:cNvPr>
          <p:cNvSpPr>
            <a:spLocks noGrp="1"/>
          </p:cNvSpPr>
          <p:nvPr/>
        </p:nvSpPr>
        <p:spPr>
          <a:xfrm>
            <a:off x="942975" y="2933700"/>
            <a:ext cx="4533900" cy="79057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D1과 D2를 비교해줘.”</a:t>
            </a:r>
            <a:endParaRPr lang="ko-KR">
              <a:latin typeface="Calibri"/>
              <a:ea typeface="Calibri"/>
              <a:cs typeface="Calibri"/>
            </a:endParaRPr>
          </a:p>
        </p:txBody>
      </p:sp>
      <p:sp>
        <p:nvSpPr>
          <p:cNvPr id="19" name="DP2 object 5">
            <a:extLst>
              <a:ext uri="{FF2B5EF4-FFF2-40B4-BE49-F238E27FC236}">
                <ns2:creationId id="{30D0AC86-8D6D-43BE-BECF-F75DFCD56C33}"/>
              </a:ext>
            </a:extLst>
          </p:cNvPr>
          <p:cNvSpPr>
            <a:spLocks noGrp="1"/>
          </p:cNvSpPr>
          <p:nvPr/>
        </p:nvSpPr>
        <p:spPr>
          <a:xfrm>
            <a:off x="6324600" y="2886075"/>
            <a:ext cx="5867400" cy="1209675"/>
          </a:xfrm>
          <a:prstGeom prst="roundRect">
            <a:avLst>
              <a:gd name="adj" fmla="val 6299"/>
            </a:avLst>
          </a:prstGeom>
          <a:solidFill>
            <a:srgbClr val="F1F6FC"/>
          </a:solidFill>
          <a:ln w="21908">
            <a:solidFill>
              <a:srgbClr val="4676CB"/>
            </a:solidFill>
            <a:prstDash val="solid"/>
          </a:ln>
        </p:spPr>
      </p:sp>
      <p:sp>
        <p:nvSpPr>
          <p:cNvPr id="20" name="DP2 object 6">
            <a:extLst>
              <a:ext uri="{FF2B5EF4-FFF2-40B4-BE49-F238E27FC236}">
                <ns2:creationId id="{D5F19E55-E9D7-42C7-A4F7-538514160549}"/>
              </a:ext>
            </a:extLst>
          </p:cNvPr>
          <p:cNvSpPr>
            <a:spLocks noGrp="1"/>
          </p:cNvSpPr>
          <p:nvPr/>
        </p:nvSpPr>
        <p:spPr>
          <a:xfrm>
            <a:off x="6543675" y="3000375"/>
            <a:ext cx="5314950" cy="285750"/>
          </a:xfrm>
          <a:prstGeom prst="rect">
            <a:avLst/>
          </a:prstGeom>
          <a:noFill/>
          <a:ln w="0">
            <a:noFill/>
            <a:prstDash val="solid"/>
          </a:ln>
        </p:spPr>
        <p:txBody>
          <a:bodyPr wrap="none" lIns="0" tIns="0" rIns="0" bIns="0" anchor="ctr">
            <a:noAutofit/>
          </a:bodyPr>
          <a:lstStyle>
            <a:defPPr algn="l">
              <a:defRPr sz="1700" b="1" lang="ko-KR">
                <a:solidFill>
                  <a:srgbClr val="4676CB"/>
                </a:solidFill>
                <a:latin typeface="Calibri"/>
                <a:ea typeface="Calibri"/>
                <a:cs typeface="Calibri"/>
              </a:defRPr>
            </a:defPPr>
            <a:lvl1pPr algn="l">
              <a:defRPr sz="1700" b="1" lang="ko-KR">
                <a:solidFill>
                  <a:srgbClr val="4676CB"/>
                </a:solidFill>
                <a:latin typeface="Calibri"/>
                <a:ea typeface="Calibri"/>
                <a:cs typeface="Calibri"/>
              </a:defRPr>
            </a:lvl1pPr>
            <a:lvl2pPr algn="l">
              <a:defRPr sz="1700" b="1" lang="ko-KR">
                <a:solidFill>
                  <a:srgbClr val="4676CB"/>
                </a:solidFill>
                <a:latin typeface="Calibri"/>
                <a:ea typeface="Calibri"/>
                <a:cs typeface="Calibri"/>
              </a:defRPr>
            </a:lvl2pPr>
            <a:lvl3pPr algn="l">
              <a:defRPr sz="1700" b="1" lang="ko-KR">
                <a:solidFill>
                  <a:srgbClr val="4676CB"/>
                </a:solidFill>
                <a:latin typeface="Calibri"/>
                <a:ea typeface="Calibri"/>
                <a:cs typeface="Calibri"/>
              </a:defRPr>
            </a:lvl3pPr>
            <a:lvl4pPr algn="l">
              <a:defRPr sz="1700" b="1" lang="ko-KR">
                <a:solidFill>
                  <a:srgbClr val="4676CB"/>
                </a:solidFill>
                <a:latin typeface="Calibri"/>
                <a:ea typeface="Calibri"/>
                <a:cs typeface="Calibri"/>
              </a:defRPr>
            </a:lvl4pPr>
            <a:lvl5pPr algn="l">
              <a:defRPr sz="1700" b="1" lang="ko-KR">
                <a:solidFill>
                  <a:srgbClr val="4676CB"/>
                </a:solidFill>
                <a:latin typeface="Calibri"/>
                <a:ea typeface="Calibri"/>
                <a:cs typeface="Calibri"/>
              </a:defRPr>
            </a:lvl5pPr>
            <a:lvl6pPr algn="l">
              <a:defRPr sz="1700" b="1" lang="ko-KR">
                <a:solidFill>
                  <a:srgbClr val="4676CB"/>
                </a:solidFill>
                <a:latin typeface="Calibri"/>
                <a:ea typeface="Calibri"/>
                <a:cs typeface="Calibri"/>
              </a:defRPr>
            </a:lvl6pPr>
            <a:lvl7pPr algn="l">
              <a:defRPr sz="1700" b="1" lang="ko-KR">
                <a:solidFill>
                  <a:srgbClr val="4676CB"/>
                </a:solidFill>
                <a:latin typeface="Calibri"/>
                <a:ea typeface="Calibri"/>
                <a:cs typeface="Calibri"/>
              </a:defRPr>
            </a:lvl7pPr>
            <a:lvl8pPr algn="l">
              <a:defRPr sz="1700" b="1" lang="ko-KR">
                <a:solidFill>
                  <a:srgbClr val="4676CB"/>
                </a:solidFill>
                <a:latin typeface="Calibri"/>
                <a:ea typeface="Calibri"/>
                <a:cs typeface="Calibri"/>
              </a:defRPr>
            </a:lvl8pPr>
            <a:lvl9pPr algn="l">
              <a:defRPr sz="1700" b="1" lang="ko-KR">
                <a:solidFill>
                  <a:srgbClr val="4676CB"/>
                </a:solidFill>
                <a:latin typeface="Calibri"/>
                <a:ea typeface="Calibri"/>
                <a:cs typeface="Calibri"/>
              </a:defRPr>
            </a:lvl9pPr>
          </a:lstStyle>
          <a:p>
            <a:pPr algn="l">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새 독립 질문</a:t>
            </a:r>
            <a:endParaRPr lang="ko-KR">
              <a:latin typeface="Calibri"/>
              <a:ea typeface="Calibri"/>
              <a:cs typeface="Calibri"/>
            </a:endParaRPr>
          </a:p>
        </p:txBody>
      </p:sp>
      <p:sp>
        <p:nvSpPr>
          <p:cNvPr id="21" name="DP2 object 7">
            <a:extLst>
              <a:ext uri="{FF2B5EF4-FFF2-40B4-BE49-F238E27FC236}">
                <ns2:creationId id="{0A59EB63-8201-4630-8EDD-1F1AFE120BAB}"/>
              </a:ext>
            </a:extLst>
          </p:cNvPr>
          <p:cNvSpPr>
            <a:spLocks noGrp="1"/>
          </p:cNvSpPr>
          <p:nvPr/>
        </p:nvSpPr>
        <p:spPr>
          <a:xfrm>
            <a:off x="6543675" y="3333750"/>
            <a:ext cx="5314950" cy="6191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“그건 계속하고,</a:t>
            </a:r>
            <a:endParaRPr lang="ko-KR">
              <a:latin typeface="Calibri"/>
              <a:ea typeface="Calibri"/>
              <a:cs typeface="Calibri"/>
            </a:endParaRPr>
          </a:p>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TCP와 UDP 차이도 알려줘.”</a:t>
            </a:r>
            <a:endParaRPr lang="ko-KR">
              <a:latin typeface="Calibri"/>
              <a:ea typeface="Calibri"/>
              <a:cs typeface="Calibri"/>
            </a:endParaRPr>
          </a:p>
        </p:txBody>
      </p:sp>
      <p:sp>
        <p:nvSpPr>
          <p:cNvPr id="22" name="Editable path 8">
            <a:extLst>
              <a:ext uri="{FF2B5EF4-FFF2-40B4-BE49-F238E27FC236}">
                <ns2:creationId id="{8AE5F717-D667-471B-A396-1EB47BF6A617}"/>
              </a:ext>
            </a:extLst>
          </p:cNvPr>
          <p:cNvSpPr>
            <a:spLocks noGrp="1"/>
          </p:cNvSpPr>
          <p:nvPr/>
        </p:nvSpPr>
        <p:spPr>
          <a:xfrm>
            <a:off x="3200400" y="3762375"/>
            <a:ext cx="953" cy="904875"/>
          </a:xfrm>
          <a:custGeom>
            <a:pathLst>
              <a:path w="953" h="904875">
                <a:moveTo>
                  <a:pt x="0" y="0"/>
                </a:moveTo>
                <a:lnTo>
                  <a:pt x="0" y="904875"/>
                </a:lnTo>
              </a:path>
            </a:pathLst>
          </a:custGeom>
          <a:noFill/>
          <a:ln w="20955">
            <a:solidFill>
              <a:srgbClr val="111111"/>
            </a:solidFill>
            <a:prstDash val="solid"/>
          </a:ln>
        </p:spPr>
      </p:sp>
      <p:sp>
        <p:nvSpPr>
          <p:cNvPr id="23" name="Editable arrowhead 9">
            <a:extLst>
              <a:ext uri="{FF2B5EF4-FFF2-40B4-BE49-F238E27FC236}">
                <ns2:creationId id="{399D3E02-D0B3-4171-8510-35E975555501}"/>
              </a:ext>
            </a:extLst>
          </p:cNvPr>
          <p:cNvSpPr>
            <a:spLocks noGrp="1"/>
          </p:cNvSpPr>
          <p:nvPr/>
        </p:nvSpPr>
        <p:spPr>
          <a:xfrm>
            <a:off x="3152775" y="45720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4" name="Editable path 10">
            <a:extLst>
              <a:ext uri="{FF2B5EF4-FFF2-40B4-BE49-F238E27FC236}">
                <ns2:creationId id="{FEA252FF-D22A-4F9E-8031-5279077A6026}"/>
              </a:ext>
            </a:extLst>
          </p:cNvPr>
          <p:cNvSpPr>
            <a:spLocks noGrp="1"/>
          </p:cNvSpPr>
          <p:nvPr/>
        </p:nvSpPr>
        <p:spPr>
          <a:xfrm>
            <a:off x="7334250" y="4095750"/>
            <a:ext cx="953" cy="2390775"/>
          </a:xfrm>
          <a:custGeom>
            <a:pathLst>
              <a:path w="953" h="2390775">
                <a:moveTo>
                  <a:pt x="0" y="0"/>
                </a:moveTo>
                <a:lnTo>
                  <a:pt x="0" y="2390775"/>
                </a:lnTo>
              </a:path>
            </a:pathLst>
          </a:custGeom>
          <a:noFill/>
          <a:ln w="20003">
            <a:solidFill>
              <a:srgbClr val="4676CB"/>
            </a:solidFill>
            <a:prstDash val="dash"/>
          </a:ln>
        </p:spPr>
      </p:sp>
      <p:sp>
        <p:nvSpPr>
          <p:cNvPr id="25" name="Editable arrowhead 11">
            <a:extLst>
              <a:ext uri="{FF2B5EF4-FFF2-40B4-BE49-F238E27FC236}">
                <ns2:creationId id="{4A1B1057-5034-416C-B309-3900F6C2B8D0}"/>
              </a:ext>
            </a:extLst>
          </p:cNvPr>
          <p:cNvSpPr>
            <a:spLocks noGrp="1"/>
          </p:cNvSpPr>
          <p:nvPr/>
        </p:nvSpPr>
        <p:spPr>
          <a:xfrm>
            <a:off x="7286625" y="63912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6" name="DP2 object 12">
            <a:extLst>
              <a:ext uri="{FF2B5EF4-FFF2-40B4-BE49-F238E27FC236}">
                <ns2:creationId id="{D4260986-6E19-48D4-ADB4-BE7A8E8D1E40}"/>
              </a:ext>
            </a:extLst>
          </p:cNvPr>
          <p:cNvSpPr>
            <a:spLocks noGrp="1"/>
          </p:cNvSpPr>
          <p:nvPr/>
        </p:nvSpPr>
        <p:spPr>
          <a:xfrm>
            <a:off x="857250" y="4276725"/>
            <a:ext cx="2333625"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VIA의 처리</a:t>
            </a:r>
            <a:endParaRPr lang="ko-KR">
              <a:latin typeface="Calibri"/>
              <a:ea typeface="Calibri"/>
              <a:cs typeface="Calibri"/>
            </a:endParaRPr>
          </a:p>
        </p:txBody>
      </p:sp>
      <p:sp>
        <p:nvSpPr>
          <p:cNvPr id="27" name="DP2 object 13">
            <a:extLst>
              <a:ext uri="{FF2B5EF4-FFF2-40B4-BE49-F238E27FC236}">
                <ns2:creationId id="{6F5DAB58-2D44-4B98-A70D-9492C3E48B9E}"/>
              </a:ext>
            </a:extLst>
          </p:cNvPr>
          <p:cNvSpPr>
            <a:spLocks noGrp="1"/>
          </p:cNvSpPr>
          <p:nvPr/>
        </p:nvSpPr>
        <p:spPr>
          <a:xfrm>
            <a:off x="2019300" y="4667250"/>
            <a:ext cx="10191750" cy="914400"/>
          </a:xfrm>
          <a:prstGeom prst="rect">
            <a:avLst/>
          </a:prstGeom>
          <a:solidFill>
            <a:srgbClr val="FFF6DD"/>
          </a:solidFill>
          <a:ln w="19050">
            <a:solidFill>
              <a:srgbClr val="111111"/>
            </a:solidFill>
            <a:prstDash val="solid"/>
          </a:ln>
        </p:spPr>
      </p:sp>
      <p:sp>
        <p:nvSpPr>
          <p:cNvPr id="28" name="DP2 object 14">
            <a:extLst>
              <a:ext uri="{FF2B5EF4-FFF2-40B4-BE49-F238E27FC236}">
                <ns2:creationId id="{A10E6513-4F4E-4A29-BC95-1A7AF9E7F4AF}"/>
              </a:ext>
            </a:extLst>
          </p:cNvPr>
          <p:cNvSpPr>
            <a:spLocks noGrp="1"/>
          </p:cNvSpPr>
          <p:nvPr/>
        </p:nvSpPr>
        <p:spPr>
          <a:xfrm>
            <a:off x="2238375" y="4829175"/>
            <a:ext cx="97631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읽기와 진행 중 의미 판단</a:t>
            </a:r>
            <a:endParaRPr lang="ko-KR">
              <a:latin typeface="Calibri"/>
              <a:ea typeface="Calibri"/>
              <a:cs typeface="Calibri"/>
            </a:endParaRPr>
          </a:p>
        </p:txBody>
      </p:sp>
      <p:sp>
        <p:nvSpPr>
          <p:cNvPr id="29" name="DP2 object 15">
            <a:extLst>
              <a:ext uri="{FF2B5EF4-FFF2-40B4-BE49-F238E27FC236}">
                <ns2:creationId id="{133E1109-4B70-482C-AEB0-D67C8B06813E}"/>
              </a:ext>
            </a:extLst>
          </p:cNvPr>
          <p:cNvSpPr>
            <a:spLocks noGrp="1"/>
          </p:cNvSpPr>
          <p:nvPr/>
        </p:nvSpPr>
        <p:spPr>
          <a:xfrm>
            <a:off x="2238375" y="5229225"/>
            <a:ext cx="9763125" cy="257175"/>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현재 모델 / 읽기 step</a:t>
            </a:r>
            <a:endParaRPr lang="ko-KR">
              <a:latin typeface="Calibri"/>
              <a:ea typeface="Calibri"/>
              <a:cs typeface="Calibri"/>
            </a:endParaRPr>
          </a:p>
        </p:txBody>
      </p:sp>
      <p:sp>
        <p:nvSpPr>
          <p:cNvPr id="30" name="Editable path 16">
            <a:extLst>
              <a:ext uri="{FF2B5EF4-FFF2-40B4-BE49-F238E27FC236}">
                <ns2:creationId id="{8B3F29DA-8397-4A94-8E20-4BA3F94897B6}"/>
              </a:ext>
            </a:extLst>
          </p:cNvPr>
          <p:cNvSpPr>
            <a:spLocks noGrp="1"/>
          </p:cNvSpPr>
          <p:nvPr/>
        </p:nvSpPr>
        <p:spPr>
          <a:xfrm>
            <a:off x="12211050" y="4667250"/>
            <a:ext cx="953" cy="2466975"/>
          </a:xfrm>
          <a:custGeom>
            <a:pathLst>
              <a:path w="953" h="2466975">
                <a:moveTo>
                  <a:pt x="0" y="0"/>
                </a:moveTo>
                <a:lnTo>
                  <a:pt x="0" y="2466975"/>
                </a:lnTo>
              </a:path>
            </a:pathLst>
          </a:custGeom>
          <a:noFill/>
          <a:ln w="16193">
            <a:solidFill>
              <a:srgbClr val="98999B"/>
            </a:solidFill>
            <a:prstDash val="dash"/>
          </a:ln>
        </p:spPr>
      </p:sp>
      <p:sp>
        <p:nvSpPr>
          <p:cNvPr id="31" name="DP2 object 17">
            <a:extLst>
              <a:ext uri="{FF2B5EF4-FFF2-40B4-BE49-F238E27FC236}">
                <ns2:creationId id="{AB8AAF07-4C34-4F7A-8D4D-D8C496867073}"/>
              </a:ext>
            </a:extLst>
          </p:cNvPr>
          <p:cNvSpPr>
            <a:spLocks noGrp="1"/>
          </p:cNvSpPr>
          <p:nvPr/>
        </p:nvSpPr>
        <p:spPr>
          <a:xfrm>
            <a:off x="10382250" y="5715000"/>
            <a:ext cx="2143125"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step 경계</a:t>
            </a:r>
            <a:endParaRPr lang="ko-KR">
              <a:latin typeface="Calibri"/>
              <a:ea typeface="Calibri"/>
              <a:cs typeface="Calibri"/>
            </a:endParaRPr>
          </a:p>
        </p:txBody>
      </p:sp>
      <p:sp>
        <p:nvSpPr>
          <p:cNvPr id="32" name="DP2 object 18">
            <a:extLst>
              <a:ext uri="{FF2B5EF4-FFF2-40B4-BE49-F238E27FC236}">
                <ns2:creationId id="{0BFD78B9-2FC4-4CAF-9433-3A0B79779E4E}"/>
              </a:ext>
            </a:extLst>
          </p:cNvPr>
          <p:cNvSpPr>
            <a:spLocks noGrp="1"/>
          </p:cNvSpPr>
          <p:nvPr/>
        </p:nvSpPr>
        <p:spPr>
          <a:xfrm>
            <a:off x="857250" y="6372225"/>
            <a:ext cx="2095500" cy="3619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입력 수신</a:t>
            </a:r>
            <a:endParaRPr lang="ko-KR">
              <a:latin typeface="Calibri"/>
              <a:ea typeface="Calibri"/>
              <a:cs typeface="Calibri"/>
            </a:endParaRPr>
          </a:p>
        </p:txBody>
      </p:sp>
      <p:sp>
        <p:nvSpPr>
          <p:cNvPr id="33" name="새 입력은 즉시 보존">
            <a:extLst>
              <a:ext uri="{FF2B5EF4-FFF2-40B4-BE49-F238E27FC236}">
                <ns2:creationId id="{0D20FC1D-034B-48D4-9037-5F815190E9D0}"/>
              </a:ext>
            </a:extLst>
          </p:cNvPr>
          <p:cNvSpPr>
            <a:spLocks noGrp="1"/>
          </p:cNvSpPr>
          <p:nvPr/>
        </p:nvSpPr>
        <p:spPr>
          <a:xfrm>
            <a:off x="6115050" y="6496050"/>
            <a:ext cx="2619375" cy="581025"/>
          </a:xfrm>
          <a:prstGeom prst="rect">
            <a:avLst/>
          </a:prstGeom>
          <a:solidFill>
            <a:srgbClr val="F1F6FC"/>
          </a:solidFill>
          <a:ln w="28575">
            <a:solidFill>
              <a:srgbClr val="4676CB"/>
            </a:solidFill>
            <a:prstDash val="solid"/>
          </a:ln>
        </p:spPr>
      </p:sp>
      <p:sp>
        <p:nvSpPr>
          <p:cNvPr id="34" name="DP2 object 19">
            <a:extLst>
              <a:ext uri="{FF2B5EF4-FFF2-40B4-BE49-F238E27FC236}">
                <ns2:creationId id="{B0B1982C-71DF-4EFE-B95B-9B7EDC1B3453}"/>
              </a:ext>
            </a:extLst>
          </p:cNvPr>
          <p:cNvSpPr>
            <a:spLocks noGrp="1"/>
          </p:cNvSpPr>
          <p:nvPr/>
        </p:nvSpPr>
        <p:spPr>
          <a:xfrm>
            <a:off x="6181725" y="6534150"/>
            <a:ext cx="2486025" cy="504825"/>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새 입력은 즉시 보존</a:t>
            </a:r>
            <a:endParaRPr lang="ko-KR">
              <a:latin typeface="Calibri"/>
              <a:ea typeface="Calibri"/>
              <a:cs typeface="Calibri"/>
            </a:endParaRPr>
          </a:p>
        </p:txBody>
      </p:sp>
      <p:sp>
        <p:nvSpPr>
          <p:cNvPr id="35" name="Editable path 20">
            <a:extLst>
              <a:ext uri="{FF2B5EF4-FFF2-40B4-BE49-F238E27FC236}">
                <ns2:creationId id="{4DC6276A-047E-4FD4-B31E-832500148B34}"/>
              </a:ext>
            </a:extLst>
          </p:cNvPr>
          <p:cNvSpPr>
            <a:spLocks noGrp="1"/>
          </p:cNvSpPr>
          <p:nvPr/>
        </p:nvSpPr>
        <p:spPr>
          <a:xfrm>
            <a:off x="8734425" y="6781800"/>
            <a:ext cx="3476625" cy="953"/>
          </a:xfrm>
          <a:custGeom>
            <a:pathLst>
              <a:path w="3476625" h="953">
                <a:moveTo>
                  <a:pt x="0" y="0"/>
                </a:moveTo>
                <a:lnTo>
                  <a:pt x="3476625" y="0"/>
                </a:lnTo>
              </a:path>
            </a:pathLst>
          </a:custGeom>
          <a:noFill/>
          <a:ln w="28575">
            <a:solidFill>
              <a:srgbClr val="C00000"/>
            </a:solidFill>
            <a:prstDash val="dash"/>
          </a:ln>
        </p:spPr>
      </p:sp>
      <p:sp>
        <p:nvSpPr>
          <p:cNvPr id="36" name="Editable arrowhead 21">
            <a:extLst>
              <a:ext uri="{FF2B5EF4-FFF2-40B4-BE49-F238E27FC236}">
                <ns2:creationId id="{F7A035A6-2834-4C4B-9A73-999EB193A86F}"/>
              </a:ext>
            </a:extLst>
          </p:cNvPr>
          <p:cNvSpPr>
            <a:spLocks noGrp="1"/>
          </p:cNvSpPr>
          <p:nvPr/>
        </p:nvSpPr>
        <p:spPr>
          <a:xfrm>
            <a:off x="12115800" y="6734175"/>
            <a:ext cx="95250" cy="95250"/>
          </a:xfrm>
          <a:custGeom>
            <a:pathLst>
              <a:path w="95250" h="95250">
                <a:moveTo>
                  <a:pt x="95250" y="47625"/>
                </a:moveTo>
                <a:lnTo>
                  <a:pt x="0" y="0"/>
                </a:lnTo>
                <a:lnTo>
                  <a:pt x="0" y="95250"/>
                </a:lnTo>
                <a:close/>
              </a:path>
            </a:pathLst>
          </a:custGeom>
          <a:solidFill>
            <a:srgbClr val="C00000"/>
          </a:solidFill>
          <a:ln w="5715">
            <a:solidFill>
              <a:srgbClr val="C00000"/>
            </a:solidFill>
            <a:prstDash val="solid"/>
          </a:ln>
        </p:spPr>
      </p:sp>
      <p:sp>
        <p:nvSpPr>
          <p:cNvPr id="37" name="DP2 object 22">
            <a:extLst>
              <a:ext uri="{FF2B5EF4-FFF2-40B4-BE49-F238E27FC236}">
                <ns2:creationId id="{F0F2C74D-3B7E-48AB-BF67-91D499080813}"/>
              </a:ext>
            </a:extLst>
          </p:cNvPr>
          <p:cNvSpPr>
            <a:spLocks noGrp="1"/>
          </p:cNvSpPr>
          <p:nvPr/>
        </p:nvSpPr>
        <p:spPr>
          <a:xfrm>
            <a:off x="8905875" y="6334125"/>
            <a:ext cx="3286125" cy="323850"/>
          </a:xfrm>
          <a:prstGeom prst="rect">
            <a:avLst/>
          </a:prstGeom>
          <a:noFill/>
          <a:ln w="0">
            <a:noFill/>
            <a:prstDash val="solid"/>
          </a:ln>
        </p:spPr>
        <p:txBody>
          <a:bodyPr wrap="none" lIns="0" tIns="0" rIns="0" bIns="0" anchor="ctr">
            <a:noAutofit/>
          </a:bodyPr>
          <a:lstStyle>
            <a:defPPr algn="ctr">
              <a:defRPr sz="1900" b="1" lang="ko-KR">
                <a:solidFill>
                  <a:srgbClr val="C00000"/>
                </a:solidFill>
                <a:latin typeface="Calibri"/>
                <a:ea typeface="Calibri"/>
                <a:cs typeface="Calibri"/>
              </a:defRPr>
            </a:defPPr>
            <a:lvl1pPr algn="ctr">
              <a:defRPr sz="1900" b="1" lang="ko-KR">
                <a:solidFill>
                  <a:srgbClr val="C00000"/>
                </a:solidFill>
                <a:latin typeface="Calibri"/>
                <a:ea typeface="Calibri"/>
                <a:cs typeface="Calibri"/>
              </a:defRPr>
            </a:lvl1pPr>
            <a:lvl2pPr algn="ctr">
              <a:defRPr sz="1900" b="1" lang="ko-KR">
                <a:solidFill>
                  <a:srgbClr val="C00000"/>
                </a:solidFill>
                <a:latin typeface="Calibri"/>
                <a:ea typeface="Calibri"/>
                <a:cs typeface="Calibri"/>
              </a:defRPr>
            </a:lvl2pPr>
            <a:lvl3pPr algn="ctr">
              <a:defRPr sz="1900" b="1" lang="ko-KR">
                <a:solidFill>
                  <a:srgbClr val="C00000"/>
                </a:solidFill>
                <a:latin typeface="Calibri"/>
                <a:ea typeface="Calibri"/>
                <a:cs typeface="Calibri"/>
              </a:defRPr>
            </a:lvl3pPr>
            <a:lvl4pPr algn="ctr">
              <a:defRPr sz="1900" b="1" lang="ko-KR">
                <a:solidFill>
                  <a:srgbClr val="C00000"/>
                </a:solidFill>
                <a:latin typeface="Calibri"/>
                <a:ea typeface="Calibri"/>
                <a:cs typeface="Calibri"/>
              </a:defRPr>
            </a:lvl4pPr>
            <a:lvl5pPr algn="ctr">
              <a:defRPr sz="1900" b="1" lang="ko-KR">
                <a:solidFill>
                  <a:srgbClr val="C00000"/>
                </a:solidFill>
                <a:latin typeface="Calibri"/>
                <a:ea typeface="Calibri"/>
                <a:cs typeface="Calibri"/>
              </a:defRPr>
            </a:lvl5pPr>
            <a:lvl6pPr algn="ctr">
              <a:defRPr sz="1900" b="1" lang="ko-KR">
                <a:solidFill>
                  <a:srgbClr val="C00000"/>
                </a:solidFill>
                <a:latin typeface="Calibri"/>
                <a:ea typeface="Calibri"/>
                <a:cs typeface="Calibri"/>
              </a:defRPr>
            </a:lvl6pPr>
            <a:lvl7pPr algn="ctr">
              <a:defRPr sz="1900" b="1" lang="ko-KR">
                <a:solidFill>
                  <a:srgbClr val="C00000"/>
                </a:solidFill>
                <a:latin typeface="Calibri"/>
                <a:ea typeface="Calibri"/>
                <a:cs typeface="Calibri"/>
              </a:defRPr>
            </a:lvl7pPr>
            <a:lvl8pPr algn="ctr">
              <a:defRPr sz="1900" b="1" lang="ko-KR">
                <a:solidFill>
                  <a:srgbClr val="C00000"/>
                </a:solidFill>
                <a:latin typeface="Calibri"/>
                <a:ea typeface="Calibri"/>
                <a:cs typeface="Calibri"/>
              </a:defRPr>
            </a:lvl8pPr>
            <a:lvl9pPr algn="ctr">
              <a:defRPr sz="1900" b="1" lang="ko-KR">
                <a:solidFill>
                  <a:srgbClr val="C00000"/>
                </a:solidFill>
                <a:latin typeface="Calibri"/>
                <a:ea typeface="Calibri"/>
                <a:cs typeface="Calibri"/>
              </a:defRPr>
            </a:lvl9pPr>
          </a:lstStyle>
          <a:p>
            <a:pPr algn="ctr">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이 대기를 줄일 수 있는가?</a:t>
            </a:r>
            <a:endParaRPr lang="ko-KR">
              <a:latin typeface="Calibri"/>
              <a:ea typeface="Calibri"/>
              <a:cs typeface="Calibri"/>
            </a:endParaRPr>
          </a:p>
        </p:txBody>
      </p:sp>
      <p:sp>
        <p:nvSpPr>
          <p:cNvPr id="38" name="Editable path 23">
            <a:extLst>
              <a:ext uri="{FF2B5EF4-FFF2-40B4-BE49-F238E27FC236}">
                <ns2:creationId id="{47B38334-51D9-46AA-AE4C-9675C78CF6F8}"/>
              </a:ext>
            </a:extLst>
          </p:cNvPr>
          <p:cNvSpPr>
            <a:spLocks noGrp="1"/>
          </p:cNvSpPr>
          <p:nvPr/>
        </p:nvSpPr>
        <p:spPr>
          <a:xfrm>
            <a:off x="2028825" y="7629525"/>
            <a:ext cx="10258425" cy="953"/>
          </a:xfrm>
          <a:custGeom>
            <a:pathLst>
              <a:path w="10258425" h="953">
                <a:moveTo>
                  <a:pt x="0" y="0"/>
                </a:moveTo>
                <a:lnTo>
                  <a:pt x="10258425" y="0"/>
                </a:lnTo>
              </a:path>
            </a:pathLst>
          </a:custGeom>
          <a:noFill/>
          <a:ln w="16193">
            <a:solidFill>
              <a:srgbClr val="111111"/>
            </a:solidFill>
            <a:prstDash val="solid"/>
          </a:ln>
        </p:spPr>
      </p:sp>
      <p:sp>
        <p:nvSpPr>
          <p:cNvPr id="39" name="Editable arrowhead 24">
            <a:extLst>
              <a:ext uri="{FF2B5EF4-FFF2-40B4-BE49-F238E27FC236}">
                <ns2:creationId id="{949216AA-77FB-4807-B7B7-99E55DEE706F}"/>
              </a:ext>
            </a:extLst>
          </p:cNvPr>
          <p:cNvSpPr>
            <a:spLocks noGrp="1"/>
          </p:cNvSpPr>
          <p:nvPr/>
        </p:nvSpPr>
        <p:spPr>
          <a:xfrm>
            <a:off x="12192000" y="7581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DP2 object 25">
            <a:extLst>
              <a:ext uri="{FF2B5EF4-FFF2-40B4-BE49-F238E27FC236}">
                <ns2:creationId id="{B39A39C3-36E3-42A2-AB0A-C958DA5636AC}"/>
              </a:ext>
            </a:extLst>
          </p:cNvPr>
          <p:cNvSpPr>
            <a:spLocks noGrp="1"/>
          </p:cNvSpPr>
          <p:nvPr/>
        </p:nvSpPr>
        <p:spPr>
          <a:xfrm>
            <a:off x="11753850" y="7743825"/>
            <a:ext cx="714375" cy="276225"/>
          </a:xfrm>
          <a:prstGeom prst="rect">
            <a:avLst/>
          </a:prstGeom>
          <a:noFill/>
          <a:ln w="0">
            <a:noFill/>
            <a:prstDash val="solid"/>
          </a:ln>
        </p:spPr>
        <p:txBody>
          <a:bodyPr wrap="none" lIns="0" tIns="0" rIns="0" bIns="0" anchor="ctr">
            <a:noAutofit/>
          </a:bodyPr>
          <a:lstStyle>
            <a:defPPr algn="r">
              <a:defRPr sz="1700" b="0" lang="ko-KR">
                <a:solidFill>
                  <a:srgbClr val="111111"/>
                </a:solidFill>
                <a:latin typeface="Calibri"/>
                <a:ea typeface="Calibri"/>
                <a:cs typeface="Calibri"/>
              </a:defRPr>
            </a:defPPr>
            <a:lvl1pPr algn="r">
              <a:defRPr sz="1700" b="0" lang="ko-KR">
                <a:solidFill>
                  <a:srgbClr val="111111"/>
                </a:solidFill>
                <a:latin typeface="Calibri"/>
                <a:ea typeface="Calibri"/>
                <a:cs typeface="Calibri"/>
              </a:defRPr>
            </a:lvl1pPr>
            <a:lvl2pPr algn="r">
              <a:defRPr sz="1700" b="0" lang="ko-KR">
                <a:solidFill>
                  <a:srgbClr val="111111"/>
                </a:solidFill>
                <a:latin typeface="Calibri"/>
                <a:ea typeface="Calibri"/>
                <a:cs typeface="Calibri"/>
              </a:defRPr>
            </a:lvl2pPr>
            <a:lvl3pPr algn="r">
              <a:defRPr sz="1700" b="0" lang="ko-KR">
                <a:solidFill>
                  <a:srgbClr val="111111"/>
                </a:solidFill>
                <a:latin typeface="Calibri"/>
                <a:ea typeface="Calibri"/>
                <a:cs typeface="Calibri"/>
              </a:defRPr>
            </a:lvl3pPr>
            <a:lvl4pPr algn="r">
              <a:defRPr sz="1700" b="0" lang="ko-KR">
                <a:solidFill>
                  <a:srgbClr val="111111"/>
                </a:solidFill>
                <a:latin typeface="Calibri"/>
                <a:ea typeface="Calibri"/>
                <a:cs typeface="Calibri"/>
              </a:defRPr>
            </a:lvl4pPr>
            <a:lvl5pPr algn="r">
              <a:defRPr sz="1700" b="0" lang="ko-KR">
                <a:solidFill>
                  <a:srgbClr val="111111"/>
                </a:solidFill>
                <a:latin typeface="Calibri"/>
                <a:ea typeface="Calibri"/>
                <a:cs typeface="Calibri"/>
              </a:defRPr>
            </a:lvl5pPr>
            <a:lvl6pPr algn="r">
              <a:defRPr sz="1700" b="0" lang="ko-KR">
                <a:solidFill>
                  <a:srgbClr val="111111"/>
                </a:solidFill>
                <a:latin typeface="Calibri"/>
                <a:ea typeface="Calibri"/>
                <a:cs typeface="Calibri"/>
              </a:defRPr>
            </a:lvl6pPr>
            <a:lvl7pPr algn="r">
              <a:defRPr sz="1700" b="0" lang="ko-KR">
                <a:solidFill>
                  <a:srgbClr val="111111"/>
                </a:solidFill>
                <a:latin typeface="Calibri"/>
                <a:ea typeface="Calibri"/>
                <a:cs typeface="Calibri"/>
              </a:defRPr>
            </a:lvl7pPr>
            <a:lvl8pPr algn="r">
              <a:defRPr sz="1700" b="0" lang="ko-KR">
                <a:solidFill>
                  <a:srgbClr val="111111"/>
                </a:solidFill>
                <a:latin typeface="Calibri"/>
                <a:ea typeface="Calibri"/>
                <a:cs typeface="Calibri"/>
              </a:defRPr>
            </a:lvl8pPr>
            <a:lvl9pPr algn="r">
              <a:defRPr sz="1700" b="0" lang="ko-KR">
                <a:solidFill>
                  <a:srgbClr val="111111"/>
                </a:solidFill>
                <a:latin typeface="Calibri"/>
                <a:ea typeface="Calibri"/>
                <a:cs typeface="Calibri"/>
              </a:defRPr>
            </a:lvl9pPr>
          </a:lstStyle>
          <a:p>
            <a:pPr algn="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시간</a:t>
            </a:r>
            <a:endParaRPr lang="ko-KR">
              <a:latin typeface="Calibri"/>
              <a:ea typeface="Calibri"/>
              <a:cs typeface="Calibri"/>
            </a:endParaRPr>
          </a:p>
        </p:txBody>
      </p:sp>
      <p:sp>
        <p:nvSpPr>
          <p:cNvPr id="41" name="DP2 object 26">
            <a:extLst>
              <a:ext uri="{FF2B5EF4-FFF2-40B4-BE49-F238E27FC236}">
                <ns2:creationId id="{75851CBB-4AE3-4F9A-AD7B-4B8DC946509C}"/>
              </a:ext>
            </a:extLst>
          </p:cNvPr>
          <p:cNvSpPr>
            <a:spLocks noGrp="1"/>
          </p:cNvSpPr>
          <p:nvPr/>
        </p:nvSpPr>
        <p:spPr>
          <a:xfrm>
            <a:off x="2057400" y="7839075"/>
            <a:ext cx="8905875" cy="3333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수신과 의미 판단 시작은 다른 사건</a:t>
            </a:r>
            <a:endParaRPr lang="ko-KR">
              <a:latin typeface="Calibri"/>
              <a:ea typeface="Calibri"/>
              <a:cs typeface="Calibri"/>
            </a:endParaRPr>
          </a:p>
        </p:txBody>
      </p:sp>
      <p:sp>
        <p:nvSpPr>
          <p:cNvPr id="42" name="DP2 object 27">
            <a:extLst>
              <a:ext uri="{FF2B5EF4-FFF2-40B4-BE49-F238E27FC236}">
                <ns2:creationId id="{DDDC784D-F52A-444F-87D2-8C23D750A7B6}"/>
              </a:ext>
            </a:extLst>
          </p:cNvPr>
          <p:cNvSpPr>
            <a:spLocks noGrp="1"/>
          </p:cNvSpPr>
          <p:nvPr/>
        </p:nvSpPr>
        <p:spPr>
          <a:xfrm>
            <a:off x="13315950" y="2952750"/>
            <a:ext cx="4191000" cy="4762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43" name="DP2 object 28">
            <a:extLst>
              <a:ext uri="{FF2B5EF4-FFF2-40B4-BE49-F238E27FC236}">
                <ns2:creationId id="{807E3E51-5E7E-46C6-A55F-B4FA0864BB4B}"/>
              </a:ext>
            </a:extLst>
          </p:cNvPr>
          <p:cNvSpPr>
            <a:spLocks noGrp="1"/>
          </p:cNvSpPr>
          <p:nvPr/>
        </p:nvSpPr>
        <p:spPr>
          <a:xfrm>
            <a:off x="13373100" y="3867150"/>
            <a:ext cx="266700" cy="276225"/>
          </a:xfrm>
          <a:prstGeom prst="roundRect">
            <a:avLst>
              <a:gd name="adj" fmla="val 28571"/>
            </a:avLst>
          </a:prstGeom>
          <a:solidFill>
            <a:srgbClr val="C9E1B3"/>
          </a:solidFill>
          <a:ln w="17145">
            <a:solidFill>
              <a:srgbClr val="70A843"/>
            </a:solidFill>
            <a:prstDash val="solid"/>
          </a:ln>
        </p:spPr>
      </p:sp>
      <p:sp>
        <p:nvSpPr>
          <p:cNvPr id="44" name="DP2 object 29">
            <a:extLst>
              <a:ext uri="{FF2B5EF4-FFF2-40B4-BE49-F238E27FC236}">
                <ns2:creationId id="{A1EE9FCD-DA3C-4926-9E31-D7067E6305EA}"/>
              </a:ext>
            </a:extLst>
          </p:cNvPr>
          <p:cNvSpPr>
            <a:spLocks noGrp="1"/>
          </p:cNvSpPr>
          <p:nvPr/>
        </p:nvSpPr>
        <p:spPr>
          <a:xfrm>
            <a:off x="13373100"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5" name="DP2 object 30">
            <a:extLst>
              <a:ext uri="{FF2B5EF4-FFF2-40B4-BE49-F238E27FC236}">
                <ns2:creationId id="{5085DBDA-CCD9-4CEF-8B4C-3FC6CA91E80F}"/>
              </a:ext>
            </a:extLst>
          </p:cNvPr>
          <p:cNvSpPr>
            <a:spLocks noGrp="1"/>
          </p:cNvSpPr>
          <p:nvPr/>
        </p:nvSpPr>
        <p:spPr>
          <a:xfrm>
            <a:off x="13830300" y="3800475"/>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실행에서 기다리면</a:t>
            </a:r>
            <a:endParaRPr lang="ko-KR">
              <a:latin typeface="Calibri"/>
              <a:ea typeface="Calibri"/>
              <a:cs typeface="Calibri"/>
            </a:endParaRPr>
          </a:p>
        </p:txBody>
      </p:sp>
      <p:sp>
        <p:nvSpPr>
          <p:cNvPr id="46" name="DP2 object 31">
            <a:extLst>
              <a:ext uri="{FF2B5EF4-FFF2-40B4-BE49-F238E27FC236}">
                <ns2:creationId id="{D375D465-03CA-4CF0-9020-022C11604F0E}"/>
              </a:ext>
            </a:extLst>
          </p:cNvPr>
          <p:cNvSpPr>
            <a:spLocks noGrp="1"/>
          </p:cNvSpPr>
          <p:nvPr/>
        </p:nvSpPr>
        <p:spPr>
          <a:xfrm>
            <a:off x="13392150" y="444817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새 질문의 응답이</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현재 판단에 묶인다</a:t>
            </a:r>
            <a:endParaRPr lang="ko-KR">
              <a:latin typeface="Calibri"/>
              <a:ea typeface="Calibri"/>
              <a:cs typeface="Calibri"/>
            </a:endParaRPr>
          </a:p>
        </p:txBody>
      </p:sp>
      <p:sp>
        <p:nvSpPr>
          <p:cNvPr id="47" name="Editable path 32">
            <a:extLst>
              <a:ext uri="{FF2B5EF4-FFF2-40B4-BE49-F238E27FC236}">
                <ns2:creationId id="{5A10F143-9733-4C6D-A3AE-BF032ECDD727}"/>
              </a:ext>
            </a:extLst>
          </p:cNvPr>
          <p:cNvSpPr>
            <a:spLocks noGrp="1"/>
          </p:cNvSpPr>
          <p:nvPr/>
        </p:nvSpPr>
        <p:spPr>
          <a:xfrm>
            <a:off x="13392150" y="5572125"/>
            <a:ext cx="4076700" cy="953"/>
          </a:xfrm>
          <a:custGeom>
            <a:pathLst>
              <a:path w="4076700" h="953">
                <a:moveTo>
                  <a:pt x="0" y="0"/>
                </a:moveTo>
                <a:lnTo>
                  <a:pt x="4076700" y="0"/>
                </a:lnTo>
              </a:path>
            </a:pathLst>
          </a:custGeom>
          <a:noFill/>
          <a:ln w="14288">
            <a:solidFill>
              <a:srgbClr val="B7B9B9"/>
            </a:solidFill>
            <a:prstDash val="solid"/>
          </a:ln>
        </p:spPr>
      </p:sp>
      <p:sp>
        <p:nvSpPr>
          <p:cNvPr id="48" name="DP2 object 33">
            <a:extLst>
              <a:ext uri="{FF2B5EF4-FFF2-40B4-BE49-F238E27FC236}">
                <ns2:creationId id="{35A6D6F2-CACE-4C9F-B27D-2E8A9C3E7DE1}"/>
              </a:ext>
            </a:extLst>
          </p:cNvPr>
          <p:cNvSpPr>
            <a:spLocks noGrp="1"/>
          </p:cNvSpPr>
          <p:nvPr/>
        </p:nvSpPr>
        <p:spPr>
          <a:xfrm>
            <a:off x="13373100" y="6010275"/>
            <a:ext cx="266700" cy="276225"/>
          </a:xfrm>
          <a:prstGeom prst="roundRect">
            <a:avLst>
              <a:gd name="adj" fmla="val 28571"/>
            </a:avLst>
          </a:prstGeom>
          <a:solidFill>
            <a:srgbClr val="C9E1B3"/>
          </a:solidFill>
          <a:ln w="17145">
            <a:solidFill>
              <a:srgbClr val="70A843"/>
            </a:solidFill>
            <a:prstDash val="solid"/>
          </a:ln>
        </p:spPr>
      </p:sp>
      <p:sp>
        <p:nvSpPr>
          <p:cNvPr id="49" name="DP2 object 34">
            <a:extLst>
              <a:ext uri="{FF2B5EF4-FFF2-40B4-BE49-F238E27FC236}">
                <ns2:creationId id="{B5E7D073-0149-4A64-8F46-5F43343476EE}"/>
              </a:ext>
            </a:extLst>
          </p:cNvPr>
          <p:cNvSpPr>
            <a:spLocks noGrp="1"/>
          </p:cNvSpPr>
          <p:nvPr/>
        </p:nvSpPr>
        <p:spPr>
          <a:xfrm>
            <a:off x="13373100" y="6010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0" name="DP2 object 35">
            <a:extLst>
              <a:ext uri="{FF2B5EF4-FFF2-40B4-BE49-F238E27FC236}">
                <ns2:creationId id="{DD36C6E9-5184-4844-B55C-DD7A038ACE9C}"/>
              </a:ext>
            </a:extLst>
          </p:cNvPr>
          <p:cNvSpPr>
            <a:spLocks noGrp="1"/>
          </p:cNvSpPr>
          <p:nvPr/>
        </p:nvSpPr>
        <p:spPr>
          <a:xfrm>
            <a:off x="13830300" y="5943600"/>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실행을 나누면</a:t>
            </a:r>
            <a:endParaRPr lang="ko-KR">
              <a:latin typeface="Calibri"/>
              <a:ea typeface="Calibri"/>
              <a:cs typeface="Calibri"/>
            </a:endParaRPr>
          </a:p>
        </p:txBody>
      </p:sp>
      <p:sp>
        <p:nvSpPr>
          <p:cNvPr id="51" name="DP2 object 36">
            <a:extLst>
              <a:ext uri="{FF2B5EF4-FFF2-40B4-BE49-F238E27FC236}">
                <ns2:creationId id="{779B5A7D-3FF4-4100-8BF6-8685CB105707}"/>
              </a:ext>
            </a:extLst>
          </p:cNvPr>
          <p:cNvSpPr>
            <a:spLocks noGrp="1"/>
          </p:cNvSpPr>
          <p:nvPr/>
        </p:nvSpPr>
        <p:spPr>
          <a:xfrm>
            <a:off x="13392150" y="660082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요청별 문맥과</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반환 상태가 늘어난다</a:t>
            </a:r>
            <a:endParaRPr lang="ko-KR">
              <a:latin typeface="Calibri"/>
              <a:ea typeface="Calibri"/>
              <a:cs typeface="Calibri"/>
            </a:endParaRPr>
          </a:p>
        </p:txBody>
      </p:sp>
      <p:sp>
        <p:nvSpPr>
          <p:cNvPr id="52" name="Editable path 37">
            <a:extLst>
              <a:ext uri="{FF2B5EF4-FFF2-40B4-BE49-F238E27FC236}">
                <ns2:creationId id="{736CFCD1-0E10-49C1-8360-C86759646FD8}"/>
              </a:ext>
            </a:extLst>
          </p:cNvPr>
          <p:cNvSpPr>
            <a:spLocks noGrp="1"/>
          </p:cNvSpPr>
          <p:nvPr/>
        </p:nvSpPr>
        <p:spPr>
          <a:xfrm>
            <a:off x="600075" y="8524875"/>
            <a:ext cx="16497300" cy="953"/>
          </a:xfrm>
          <a:custGeom>
            <a:pathLst>
              <a:path w="16497300" h="953">
                <a:moveTo>
                  <a:pt x="0" y="0"/>
                </a:moveTo>
                <a:lnTo>
                  <a:pt x="16497300" y="0"/>
                </a:lnTo>
              </a:path>
            </a:pathLst>
          </a:custGeom>
          <a:noFill/>
          <a:ln w="14288">
            <a:solidFill>
              <a:srgbClr val="4676CB"/>
            </a:solidFill>
            <a:prstDash val="solid"/>
          </a:ln>
        </p:spPr>
      </p:sp>
      <p:sp>
        <p:nvSpPr>
          <p:cNvPr id="53" name="DP2 object 38">
            <a:extLst>
              <a:ext uri="{FF2B5EF4-FFF2-40B4-BE49-F238E27FC236}">
                <ns2:creationId id="{410D02A6-4547-4838-B012-37AC768AD8E2}"/>
              </a:ext>
            </a:extLst>
          </p:cNvPr>
          <p:cNvSpPr>
            <a:spLocks noGrp="1"/>
          </p:cNvSpPr>
          <p:nvPr/>
        </p:nvSpPr>
        <p:spPr>
          <a:xfrm>
            <a:off x="628650" y="8858250"/>
            <a:ext cx="2714625" cy="523875"/>
          </a:xfrm>
          <a:prstGeom prst="rect">
            <a:avLst/>
          </a:prstGeom>
          <a:noFill/>
          <a:ln w="0">
            <a:noFill/>
            <a:prstDash val="solid"/>
          </a:ln>
        </p:spPr>
        <p:txBody>
          <a:bodyPr wrap="none" lIns="0" tIns="0" rIns="0" bIns="0" anchor="ctr">
            <a:noAutofit/>
          </a:bodyPr>
          <a:lstStyle>
            <a:defPPr algn="l">
              <a:defRPr sz="2500" b="1" lang="ko-KR">
                <a:solidFill>
                  <a:srgbClr val="C00000"/>
                </a:solidFill>
                <a:latin typeface="Calibri"/>
                <a:ea typeface="Calibri"/>
                <a:cs typeface="Calibri"/>
              </a:defRPr>
            </a:defPPr>
            <a:lvl1pPr algn="l">
              <a:defRPr sz="2500" b="1" lang="ko-KR">
                <a:solidFill>
                  <a:srgbClr val="C00000"/>
                </a:solidFill>
                <a:latin typeface="Calibri"/>
                <a:ea typeface="Calibri"/>
                <a:cs typeface="Calibri"/>
              </a:defRPr>
            </a:lvl1pPr>
            <a:lvl2pPr algn="l">
              <a:defRPr sz="2500" b="1" lang="ko-KR">
                <a:solidFill>
                  <a:srgbClr val="C00000"/>
                </a:solidFill>
                <a:latin typeface="Calibri"/>
                <a:ea typeface="Calibri"/>
                <a:cs typeface="Calibri"/>
              </a:defRPr>
            </a:lvl2pPr>
            <a:lvl3pPr algn="l">
              <a:defRPr sz="2500" b="1" lang="ko-KR">
                <a:solidFill>
                  <a:srgbClr val="C00000"/>
                </a:solidFill>
                <a:latin typeface="Calibri"/>
                <a:ea typeface="Calibri"/>
                <a:cs typeface="Calibri"/>
              </a:defRPr>
            </a:lvl3pPr>
            <a:lvl4pPr algn="l">
              <a:defRPr sz="2500" b="1" lang="ko-KR">
                <a:solidFill>
                  <a:srgbClr val="C00000"/>
                </a:solidFill>
                <a:latin typeface="Calibri"/>
                <a:ea typeface="Calibri"/>
                <a:cs typeface="Calibri"/>
              </a:defRPr>
            </a:lvl4pPr>
            <a:lvl5pPr algn="l">
              <a:defRPr sz="2500" b="1" lang="ko-KR">
                <a:solidFill>
                  <a:srgbClr val="C00000"/>
                </a:solidFill>
                <a:latin typeface="Calibri"/>
                <a:ea typeface="Calibri"/>
                <a:cs typeface="Calibri"/>
              </a:defRPr>
            </a:lvl5pPr>
            <a:lvl6pPr algn="l">
              <a:defRPr sz="2500" b="1" lang="ko-KR">
                <a:solidFill>
                  <a:srgbClr val="C00000"/>
                </a:solidFill>
                <a:latin typeface="Calibri"/>
                <a:ea typeface="Calibri"/>
                <a:cs typeface="Calibri"/>
              </a:defRPr>
            </a:lvl6pPr>
            <a:lvl7pPr algn="l">
              <a:defRPr sz="2500" b="1" lang="ko-KR">
                <a:solidFill>
                  <a:srgbClr val="C00000"/>
                </a:solidFill>
                <a:latin typeface="Calibri"/>
                <a:ea typeface="Calibri"/>
                <a:cs typeface="Calibri"/>
              </a:defRPr>
            </a:lvl7pPr>
            <a:lvl8pPr algn="l">
              <a:defRPr sz="2500" b="1" lang="ko-KR">
                <a:solidFill>
                  <a:srgbClr val="C00000"/>
                </a:solidFill>
                <a:latin typeface="Calibri"/>
                <a:ea typeface="Calibri"/>
                <a:cs typeface="Calibri"/>
              </a:defRPr>
            </a:lvl8pPr>
            <a:lvl9pPr algn="l">
              <a:defRPr sz="2500" b="1" lang="ko-KR">
                <a:solidFill>
                  <a:srgbClr val="C00000"/>
                </a:solidFill>
                <a:latin typeface="Calibri"/>
                <a:ea typeface="Calibri"/>
                <a:cs typeface="Calibri"/>
              </a:defRPr>
            </a:lvl9pPr>
          </a:lstStyle>
          <a:p>
            <a:pPr algn="l">
              <a:defRPr sz="2500" b="1" lang="ko-KR">
                <a:solidFill>
                  <a:srgbClr val="C00000"/>
                </a:solidFill>
                <a:latin typeface="Calibri"/>
                <a:ea typeface="Calibri"/>
                <a:cs typeface="Calibri"/>
              </a:defRPr>
            </a:pPr>
            <a:r>
              <a:rPr sz="25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4" name="DP2 object 39">
            <a:extLst>
              <a:ext uri="{FF2B5EF4-FFF2-40B4-BE49-F238E27FC236}">
                <ns2:creationId id="{9207F634-8F44-4B96-B4D2-2412D2AC5CA7}"/>
              </a:ext>
            </a:extLst>
          </p:cNvPr>
          <p:cNvSpPr>
            <a:spLocks noGrp="1"/>
          </p:cNvSpPr>
          <p:nvPr/>
        </p:nvSpPr>
        <p:spPr>
          <a:xfrm>
            <a:off x="3581400" y="8801100"/>
            <a:ext cx="13620750" cy="59055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새 입력을 같은 해석 실행에 넣을까, 요청별로 나눌까?</a:t>
            </a:r>
            <a:endParaRPr lang="ko-KR">
              <a:latin typeface="Calibri"/>
              <a:ea typeface="Calibri"/>
              <a:cs typeface="Calibri"/>
            </a:endParaRPr>
          </a:p>
        </p:txBody>
      </p:sp>
      <p:sp>
        <p:nvSpPr>
          <p:cNvPr id="55" name="DP2 object 40">
            <a:extLst>
              <a:ext uri="{FF2B5EF4-FFF2-40B4-BE49-F238E27FC236}">
                <ns2:creationId id="{D598E557-5DB8-421D-A468-86837F825D40}"/>
              </a:ext>
            </a:extLst>
          </p:cNvPr>
          <p:cNvSpPr>
            <a:spLocks noGrp="1"/>
          </p:cNvSpPr>
          <p:nvPr/>
        </p:nvSpPr>
        <p:spPr>
          <a:xfrm>
            <a:off x="3581400" y="9448800"/>
            <a:ext cx="1381125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원래 목표를 보존하며, 새 입력의 판단을 시작하는 실행 구조를 선택한다.</a:t>
            </a:r>
            <a:endParaRPr lang="ko-KR">
              <a:latin typeface="Calibri"/>
              <a:ea typeface="Calibri"/>
              <a:cs typeface="Calibri"/>
            </a:endParaRPr>
          </a:p>
        </p:txBody>
      </p:sp>
    </p:spTree>
    <p:extLst>
      <p:ext uri="{BB962C8B-B14F-4D97-AF65-F5344CB8AC3E}">
        <p14:creationId val="406459604"/>
      </p:ext>
    </p:extLst>
  </p:cSld>
</p:sld>
</file>

<file path=ppt/slides/slide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19D103B5-6CA7-413D-B885-48B1766CA53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(설계 방안 비교)</a:t>
            </a:r>
            <a:endParaRPr lang="ko-KR">
              <a:latin typeface="Calibri"/>
              <a:ea typeface="Calibri"/>
              <a:cs typeface="Calibri"/>
            </a:endParaRPr>
          </a:p>
        </p:txBody>
      </p:sp>
      <p:sp>
        <p:nvSpPr>
          <p:cNvPr id="2" name="Workflow 과제 소개">
            <a:extLst>
              <a:ext uri="{FF2B5EF4-FFF2-40B4-BE49-F238E27FC236}">
                <ns2:creationId id="{108C827F-BBB5-4313-AEBA-6BEAB14CF4E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24DDA89-B91E-4E8A-908A-E53AC33E9CB0}"/>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A36AA18-2E71-4F3A-A804-29861208A26E}"/>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5D19F3C8-038B-40FA-9EC8-5CF75B9236D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5A4D133-7E78-4036-BD8F-C833BA538FF7}"/>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840D553B-109A-4BCB-BDF8-F6F25D93FD8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FB15FFE2-76DF-4F4C-892D-64A746E9544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DE6575C-1967-4493-AB50-BBEF6DE5F65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086CF378-302A-4282-934F-930263622D78}"/>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57D55259-AECF-4A86-B56D-24919EAE581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26C1F6D-24BB-4D0F-9E1A-9220B5D64AE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D95D884-E63B-43F8-8FEB-0DA1A6BAFD8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6 / 16</a:t>
            </a:r>
            <a:endParaRPr lang="ko-KR">
              <a:latin typeface="Calibri"/>
              <a:ea typeface="Calibri"/>
              <a:cs typeface="Calibri"/>
            </a:endParaRPr>
          </a:p>
        </p:txBody>
      </p:sp>
      <p:sp>
        <p:nvSpPr>
          <p:cNvPr id="14" name="DP2 object 41">
            <a:extLst>
              <a:ext uri="{FF2B5EF4-FFF2-40B4-BE49-F238E27FC236}">
                <ns2:creationId id="{98483D9A-E0EF-4B33-B896-29E3DE9C00B3}"/>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하나의 대화 해석 실행   /   B: 공통 대화 해석과 요청별 실행</a:t>
            </a:r>
            <a:endParaRPr lang="ko-KR">
              <a:latin typeface="Calibri"/>
              <a:ea typeface="Calibri"/>
              <a:cs typeface="Calibri"/>
            </a:endParaRPr>
          </a:p>
        </p:txBody>
      </p:sp>
      <p:graphicFrame>
        <p:nvGraphicFramePr>
          <p:cNvPr id="15" name="">
            <a:extLst>
              <a:ext uri="{FF2B5EF4-FFF2-40B4-BE49-F238E27FC236}">
                <ns2:creationId id="{312E0D7E-7169-4674-AEEF-8C20558CDEB2}"/>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호출 한도가 차면 병행 이익이 줄어듦</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46.170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42">
            <a:extLst>
              <a:ext uri="{FF2B5EF4-FFF2-40B4-BE49-F238E27FC236}">
                <ns2:creationId id="{5FACA562-3D7B-4917-9805-1D92FB9A06E4}"/>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43">
            <a:extLst>
              <a:ext uri="{FF2B5EF4-FFF2-40B4-BE49-F238E27FC236}">
                <ns2:creationId id="{7E430257-1921-40F1-B6BD-162EF98495DA}"/>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44">
            <a:extLst>
              <a:ext uri="{FF2B5EF4-FFF2-40B4-BE49-F238E27FC236}">
                <ns2:creationId id="{DEEDA84F-0FE9-4C96-9DF7-7880F3217CE1}"/>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45">
            <a:extLst>
              <a:ext uri="{FF2B5EF4-FFF2-40B4-BE49-F238E27FC236}">
                <ns2:creationId id="{FC3C8F0A-5BB4-47C9-8F50-4144DD9C6002}"/>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46">
            <a:extLst>
              <a:ext uri="{FF2B5EF4-FFF2-40B4-BE49-F238E27FC236}">
                <ns2:creationId id="{7D95B5FD-E933-4CCC-922C-7D31E15C79A9}"/>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47">
            <a:extLst>
              <a:ext uri="{FF2B5EF4-FFF2-40B4-BE49-F238E27FC236}">
                <ns2:creationId id="{80381CDF-2077-4F71-90B8-C5E33AF497CF}"/>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2A4345BA-95B6-4E1E-BF49-972741EE7D9D}"/>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48">
            <a:extLst>
              <a:ext uri="{FF2B5EF4-FFF2-40B4-BE49-F238E27FC236}">
                <ns2:creationId id="{361240EF-1398-47B7-9C73-486E246F19A9}"/>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49">
            <a:extLst>
              <a:ext uri="{FF2B5EF4-FFF2-40B4-BE49-F238E27FC236}">
                <ns2:creationId id="{7FE8201A-8A2A-49B4-A12F-D646AF0AE7BD}"/>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50">
            <a:extLst>
              <a:ext uri="{FF2B5EF4-FFF2-40B4-BE49-F238E27FC236}">
                <ns2:creationId id="{D73A0681-8362-4357-92B5-8CAA42F6B02C}"/>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51">
            <a:extLst>
              <a:ext uri="{FF2B5EF4-FFF2-40B4-BE49-F238E27FC236}">
                <ns2:creationId id="{0D69AE57-3F6A-4FF3-9296-68E3A35B2E8F}"/>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7" name="A Request Controller Component">
            <a:extLst>
              <a:ext uri="{FF2B5EF4-FFF2-40B4-BE49-F238E27FC236}">
                <ns2:creationId id="{F83578C6-7D3D-4AF0-8E72-96A311DD8456}"/>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28" name="DP2 object 52">
            <a:extLst>
              <a:ext uri="{FF2B5EF4-FFF2-40B4-BE49-F238E27FC236}">
                <ns2:creationId id="{2B54E1EC-EA3F-43B6-8A80-53C1CA9A2724}"/>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29" name="Editable path 53">
            <a:extLst>
              <a:ext uri="{FF2B5EF4-FFF2-40B4-BE49-F238E27FC236}">
                <ns2:creationId id="{0D4FC061-E3E1-4C7B-B9EF-CF94ED5A364B}"/>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0" name="입력 보존 / 경계에 해석 요청">
            <a:extLst>
              <a:ext uri="{FF2B5EF4-FFF2-40B4-BE49-F238E27FC236}">
                <ns2:creationId id="{88C23232-B9A6-48FC-BAA9-EC4003C60E87}"/>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1" name="DP2 object 54">
            <a:extLst>
              <a:ext uri="{FF2B5EF4-FFF2-40B4-BE49-F238E27FC236}">
                <ns2:creationId id="{AA096C88-CF0A-4794-AFA0-85138DFB8765}"/>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2" name="채택 목표 / revision">
            <a:extLst>
              <a:ext uri="{FF2B5EF4-FFF2-40B4-BE49-F238E27FC236}">
                <ns2:creationId id="{C5A5FCE9-7512-4F1B-B751-4AC98FA187CA}"/>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3" name="DP2 object 55">
            <a:extLst>
              <a:ext uri="{FF2B5EF4-FFF2-40B4-BE49-F238E27FC236}">
                <ns2:creationId id="{7B3CB90E-87E6-4D8B-968A-A812E3D5A0E4}"/>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4" name="현재성 확인·채택">
            <a:extLst>
              <a:ext uri="{FF2B5EF4-FFF2-40B4-BE49-F238E27FC236}">
                <ns2:creationId id="{2E4669D5-6203-4B8A-9700-69F984CA821D}"/>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5" name="DP2 object 56">
            <a:extLst>
              <a:ext uri="{FF2B5EF4-FFF2-40B4-BE49-F238E27FC236}">
                <ns2:creationId id="{51113FB1-5D58-4E94-AC12-7A515423BF0D}"/>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6" name="Editable path 57">
            <a:extLst>
              <a:ext uri="{FF2B5EF4-FFF2-40B4-BE49-F238E27FC236}">
                <ns2:creationId id="{3DCF9BD4-DC95-4B12-B899-4DCB2DE00C49}"/>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7" name="Editable arrowhead 58">
            <a:extLst>
              <a:ext uri="{FF2B5EF4-FFF2-40B4-BE49-F238E27FC236}">
                <ns2:creationId id="{691C5163-5E83-49FA-B855-C20F7A6E0FB1}"/>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Editable path 59">
            <a:extLst>
              <a:ext uri="{FF2B5EF4-FFF2-40B4-BE49-F238E27FC236}">
                <ns2:creationId id="{135773F3-1794-4E37-98A9-3BE350B59C79}"/>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39" name="Editable arrowhead 60">
            <a:extLst>
              <a:ext uri="{FF2B5EF4-FFF2-40B4-BE49-F238E27FC236}">
                <ns2:creationId id="{992EB70C-A24B-4062-BBB5-6783C648E833}"/>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0" name="DP2 object 61">
            <a:extLst>
              <a:ext uri="{FF2B5EF4-FFF2-40B4-BE49-F238E27FC236}">
                <ns2:creationId id="{D43891C2-7CC3-455B-B2F1-4F47A91F0012}"/>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1" name="DP2 object 62">
            <a:extLst>
              <a:ext uri="{FF2B5EF4-FFF2-40B4-BE49-F238E27FC236}">
                <ns2:creationId id="{240971D0-549A-4D4E-ACF2-E09BDF38C89C}"/>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2" name="A Request Interpreter Component">
            <a:extLst>
              <a:ext uri="{FF2B5EF4-FFF2-40B4-BE49-F238E27FC236}">
                <ns2:creationId id="{43990213-E01A-4E8C-B814-686A4D287234}"/>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3" name="DP2 object 63">
            <a:extLst>
              <a:ext uri="{FF2B5EF4-FFF2-40B4-BE49-F238E27FC236}">
                <ns2:creationId id="{D1FB4FB6-D631-4938-9A4B-C1A7AB81EAA2}"/>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4" name="Editable path 64">
            <a:extLst>
              <a:ext uri="{FF2B5EF4-FFF2-40B4-BE49-F238E27FC236}">
                <ns2:creationId id="{9AD1AC6A-D7F0-43A4-BABD-94839E381822}"/>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5" name="A single conversation execution">
            <a:extLst>
              <a:ext uri="{FF2B5EF4-FFF2-40B4-BE49-F238E27FC236}">
                <ns2:creationId id="{195FA9F0-B2EF-43CE-98D8-8A4DAEB2BC34}"/>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6" name="DP2 object 65">
            <a:extLst>
              <a:ext uri="{FF2B5EF4-FFF2-40B4-BE49-F238E27FC236}">
                <ns2:creationId id="{4E1BB8A8-185D-46AA-9A63-654A4D7D257E}"/>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7" name="현재 step 종료 뒤&#10;새 입력의 관계·내용 판단">
            <a:extLst>
              <a:ext uri="{FF2B5EF4-FFF2-40B4-BE49-F238E27FC236}">
                <ns2:creationId id="{4BC462A8-86E4-4F93-B9A7-7FF998AF66BD}"/>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48" name="DP2 object 66">
            <a:extLst>
              <a:ext uri="{FF2B5EF4-FFF2-40B4-BE49-F238E27FC236}">
                <ns2:creationId id="{970197FC-EB1B-4527-9847-C28C5F767D81}"/>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49" name="한 대화의 근거와&#10;R1·R2 잠정 판단">
            <a:extLst>
              <a:ext uri="{FF2B5EF4-FFF2-40B4-BE49-F238E27FC236}">
                <ns2:creationId id="{A0289406-C7F9-418D-8DE7-C2E6EA80A516}"/>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0" name="DP2 object 67">
            <a:extLst>
              <a:ext uri="{FF2B5EF4-FFF2-40B4-BE49-F238E27FC236}">
                <ns2:creationId id="{32E1094D-7ABE-41D5-B998-1F86192BDC91}"/>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1" name="Editable path 68">
            <a:extLst>
              <a:ext uri="{FF2B5EF4-FFF2-40B4-BE49-F238E27FC236}">
                <ns2:creationId id="{D390DFC9-7376-453B-98BC-940A9158C03B}"/>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2" name="Editable arrowhead 69">
            <a:extLst>
              <a:ext uri="{FF2B5EF4-FFF2-40B4-BE49-F238E27FC236}">
                <ns2:creationId id="{B503F179-8820-45B7-BBF2-52F010979D8C}"/>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3" name="Editable path 70">
            <a:extLst>
              <a:ext uri="{FF2B5EF4-FFF2-40B4-BE49-F238E27FC236}">
                <ns2:creationId id="{EBD76304-7835-4924-9B17-822A19F86836}"/>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4" name="Editable arrowhead 71">
            <a:extLst>
              <a:ext uri="{FF2B5EF4-FFF2-40B4-BE49-F238E27FC236}">
                <ns2:creationId id="{A8A1791B-D139-43EE-B838-899C235FA816}"/>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2 object 72">
            <a:extLst>
              <a:ext uri="{FF2B5EF4-FFF2-40B4-BE49-F238E27FC236}">
                <ns2:creationId id="{EFC0A6D0-1FF9-496A-A3E5-864BFAA9F214}"/>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6" name="DP2 object 73">
            <a:extLst>
              <a:ext uri="{FF2B5EF4-FFF2-40B4-BE49-F238E27FC236}">
                <ns2:creationId id="{E9215404-1ED1-4F9E-AFF3-8F63775D5246}"/>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7" name="Editable path 74">
            <a:extLst>
              <a:ext uri="{FF2B5EF4-FFF2-40B4-BE49-F238E27FC236}">
                <ns2:creationId id="{9D77661E-27BA-42CA-8D85-40A994114CA3}"/>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58" name="Editable arrowhead 75">
            <a:extLst>
              <a:ext uri="{FF2B5EF4-FFF2-40B4-BE49-F238E27FC236}">
                <ns2:creationId id="{C06CB787-7E1F-47D8-BCB2-B8CAFCBE1E64}"/>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9" name="DP2 object 76">
            <a:extLst>
              <a:ext uri="{FF2B5EF4-FFF2-40B4-BE49-F238E27FC236}">
                <ns2:creationId id="{FD86BF16-82D4-425B-94C2-D91850AB1742}"/>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0" name="DP2 object 77">
            <a:extLst>
              <a:ext uri="{FF2B5EF4-FFF2-40B4-BE49-F238E27FC236}">
                <ns2:creationId id="{6B2959B8-301F-41C0-9CCC-DC3F2CEBD149}"/>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1" name="B Request Controller Component">
            <a:extLst>
              <a:ext uri="{FF2B5EF4-FFF2-40B4-BE49-F238E27FC236}">
                <ns2:creationId id="{8E490EC8-B87B-45A7-AA28-A50DEA4C1CFE}"/>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2" name="DP2 object 78">
            <a:extLst>
              <a:ext uri="{FF2B5EF4-FFF2-40B4-BE49-F238E27FC236}">
                <ns2:creationId id="{9E702EA8-F3E5-421A-9710-55038B685ADB}"/>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3" name="Editable path 79">
            <a:extLst>
              <a:ext uri="{FF2B5EF4-FFF2-40B4-BE49-F238E27FC236}">
                <ns2:creationId id="{7F50A8DB-D339-457D-AF16-3CD1BFBD9E26}"/>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4" name="입력 보존 / 실행 요청">
            <a:extLst>
              <a:ext uri="{FF2B5EF4-FFF2-40B4-BE49-F238E27FC236}">
                <ns2:creationId id="{D6F398E7-1089-4C09-BF8C-7F0EA7A50B16}"/>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5" name="DP2 object 80">
            <a:extLst>
              <a:ext uri="{FF2B5EF4-FFF2-40B4-BE49-F238E27FC236}">
                <ns2:creationId id="{8AF43472-FE22-434D-BFB6-4AABB228D0F4}"/>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6" name="입력 / 실행 ID 대응&#10;목표·revision&#10;변경·완료 상태">
            <a:extLst>
              <a:ext uri="{FF2B5EF4-FFF2-40B4-BE49-F238E27FC236}">
                <ns2:creationId id="{5B7483F9-4F83-40CF-B3DC-603B86DD66CB}"/>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7" name="DP2 object 81">
            <a:extLst>
              <a:ext uri="{FF2B5EF4-FFF2-40B4-BE49-F238E27FC236}">
                <ns2:creationId id="{CC065C2B-225A-40FC-BA07-168D75907CF1}"/>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68" name="개별 반환 검증·채택&#10;필요한 재결합 요청">
            <a:extLst>
              <a:ext uri="{FF2B5EF4-FFF2-40B4-BE49-F238E27FC236}">
                <ns2:creationId id="{5A9988E6-250B-4EB8-AFDB-879AB6F5B00D}"/>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69" name="DP2 object 82">
            <a:extLst>
              <a:ext uri="{FF2B5EF4-FFF2-40B4-BE49-F238E27FC236}">
                <ns2:creationId id="{54601C0F-2A83-4465-9DB1-A22E46980AE8}"/>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0" name="Editable path 83">
            <a:extLst>
              <a:ext uri="{FF2B5EF4-FFF2-40B4-BE49-F238E27FC236}">
                <ns2:creationId id="{B9540F8A-4CA3-4A90-B247-04BDED0E20FF}"/>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1" name="Editable arrowhead 84">
            <a:extLst>
              <a:ext uri="{FF2B5EF4-FFF2-40B4-BE49-F238E27FC236}">
                <ns2:creationId id="{BB922B2A-0829-4AFD-AE32-29A4A75FE55D}"/>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2" name="Editable path 85">
            <a:extLst>
              <a:ext uri="{FF2B5EF4-FFF2-40B4-BE49-F238E27FC236}">
                <ns2:creationId id="{ABC34C55-9B7E-423E-B580-0CF9053BCF2B}"/>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3" name="Editable arrowhead 86">
            <a:extLst>
              <a:ext uri="{FF2B5EF4-FFF2-40B4-BE49-F238E27FC236}">
                <ns2:creationId id="{88D9AFF4-90E2-4402-97C9-CD3B010615C6}"/>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B Request Interpreter Component">
            <a:extLst>
              <a:ext uri="{FF2B5EF4-FFF2-40B4-BE49-F238E27FC236}">
                <ns2:creationId id="{6E022291-A83C-4AA9-9B25-1DA6D86F6FFD}"/>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5" name="DP2 object 87">
            <a:extLst>
              <a:ext uri="{FF2B5EF4-FFF2-40B4-BE49-F238E27FC236}">
                <ns2:creationId id="{9B94554C-B5A3-4DED-85C6-7E0A970E64BF}"/>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6" name="Editable path 88">
            <a:extLst>
              <a:ext uri="{FF2B5EF4-FFF2-40B4-BE49-F238E27FC236}">
                <ns2:creationId id="{51F0E634-D1BD-4FE2-819D-7418C7483D96}"/>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7" name="공통 대화 해석&#10;관계 판단·확인 질문&#10;짧은 답은 직접 반환">
            <a:extLst>
              <a:ext uri="{FF2B5EF4-FFF2-40B4-BE49-F238E27FC236}">
                <ns2:creationId id="{BA3DE6C9-AE4B-4C8A-94F3-85FF50F0C718}"/>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78" name="DP2 object 89">
            <a:extLst>
              <a:ext uri="{FF2B5EF4-FFF2-40B4-BE49-F238E27FC236}">
                <ns2:creationId id="{341F1E33-062B-479E-ACD9-C86CF0610DDA}"/>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79" name="최근 문맥&#10;요청 참조">
            <a:extLst>
              <a:ext uri="{FF2B5EF4-FFF2-40B4-BE49-F238E27FC236}">
                <ns2:creationId id="{C6568BB3-365B-459B-97F5-39610D62B2DE}"/>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0" name="DP2 object 90">
            <a:extLst>
              <a:ext uri="{FF2B5EF4-FFF2-40B4-BE49-F238E27FC236}">
                <ns2:creationId id="{6C7066B4-6ADB-4175-A27A-0D84A2D46FBB}"/>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1" name="Editable path 91">
            <a:extLst>
              <a:ext uri="{FF2B5EF4-FFF2-40B4-BE49-F238E27FC236}">
                <ns2:creationId id="{8D7DC549-940A-4781-892F-31A93E32B72C}"/>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2" name="Editable arrowhead 92">
            <a:extLst>
              <a:ext uri="{FF2B5EF4-FFF2-40B4-BE49-F238E27FC236}">
                <ns2:creationId id="{FEC05FB4-E546-44F3-8419-AF8E4F502A01}"/>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3" name="Editable path 93">
            <a:extLst>
              <a:ext uri="{FF2B5EF4-FFF2-40B4-BE49-F238E27FC236}">
                <ns2:creationId id="{3AAE18AB-C824-45EF-B8C1-3622BCBE1406}"/>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4" name="Editable arrowhead 94">
            <a:extLst>
              <a:ext uri="{FF2B5EF4-FFF2-40B4-BE49-F238E27FC236}">
                <ns2:creationId id="{FC232E32-C099-495F-A108-AA8CAC77583F}"/>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5" name="Editable path 95">
            <a:extLst>
              <a:ext uri="{FF2B5EF4-FFF2-40B4-BE49-F238E27FC236}">
                <ns2:creationId id="{EF92C8AD-0027-43FD-BAA4-8E3770B7391B}"/>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6" name="Editable arrowhead 96">
            <a:extLst>
              <a:ext uri="{FF2B5EF4-FFF2-40B4-BE49-F238E27FC236}">
                <ns2:creationId id="{C5DB4E02-0653-4C4D-884C-0DDE53FBFD73}"/>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7" name="Editable path 97">
            <a:extLst>
              <a:ext uri="{FF2B5EF4-FFF2-40B4-BE49-F238E27FC236}">
                <ns2:creationId id="{F07C14EA-F30F-482B-A476-0022AC700312}"/>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88" name="Editable arrowhead 98">
            <a:extLst>
              <a:ext uri="{FF2B5EF4-FFF2-40B4-BE49-F238E27FC236}">
                <ns2:creationId id="{A98C3F52-4307-4EF8-A71B-2CBA8CB07B89}"/>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9" name="Editable path 99">
            <a:extLst>
              <a:ext uri="{FF2B5EF4-FFF2-40B4-BE49-F238E27FC236}">
                <ns2:creationId id="{C556E9A8-3132-4013-85AC-C8DAF33EA9DF}"/>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0" name="Editable arrowhead 100">
            <a:extLst>
              <a:ext uri="{FF2B5EF4-FFF2-40B4-BE49-F238E27FC236}">
                <ns2:creationId id="{51D09A77-3D60-40CC-9819-49097B8EF896}"/>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B R1 logical execution">
            <a:extLst>
              <a:ext uri="{FF2B5EF4-FFF2-40B4-BE49-F238E27FC236}">
                <ns2:creationId id="{B10BF70A-B53F-42DC-9AA7-423E71FF43F5}"/>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2" name="B R2 logical execution">
            <a:extLst>
              <a:ext uri="{FF2B5EF4-FFF2-40B4-BE49-F238E27FC236}">
                <ns2:creationId id="{51170BC7-C19A-4E42-8C48-3330B68FC5B0}"/>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3" name="DP2 object 101">
            <a:extLst>
              <a:ext uri="{FF2B5EF4-FFF2-40B4-BE49-F238E27FC236}">
                <ns2:creationId id="{FE1330E9-7123-4F54-BDFD-11A41AE2FD44}"/>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4" name="DP2 object 102">
            <a:extLst>
              <a:ext uri="{FF2B5EF4-FFF2-40B4-BE49-F238E27FC236}">
                <ns2:creationId id="{204F55F5-E952-4E55-AFB3-F95AEB61A227}"/>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5" name="근거 읽기·긴 판단">
            <a:extLst>
              <a:ext uri="{FF2B5EF4-FFF2-40B4-BE49-F238E27FC236}">
                <ns2:creationId id="{DB28B99B-AB4A-4B9D-A481-AAB39F3C9D61}"/>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6" name="DP2 object 103">
            <a:extLst>
              <a:ext uri="{FF2B5EF4-FFF2-40B4-BE49-F238E27FC236}">
                <ns2:creationId id="{6DA36D13-B293-46D5-989D-A769F39527A6}"/>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7" name="근거 읽기·긴 판단">
            <a:extLst>
              <a:ext uri="{FF2B5EF4-FFF2-40B4-BE49-F238E27FC236}">
                <ns2:creationId id="{CC9D36A4-2778-4B1C-A3E3-52588A4CFE9D}"/>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98" name="DP2 object 104">
            <a:extLst>
              <a:ext uri="{FF2B5EF4-FFF2-40B4-BE49-F238E27FC236}">
                <ns2:creationId id="{B814F8F0-DD27-40D2-9DAE-8447DCD87203}"/>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R1 문맥·잠정 상태&#10;대기 / revision">
            <a:extLst>
              <a:ext uri="{FF2B5EF4-FFF2-40B4-BE49-F238E27FC236}">
                <ns2:creationId id="{00D5565B-162B-4FA2-BB0A-DBB753D60921}"/>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0" name="DP2 object 105">
            <a:extLst>
              <a:ext uri="{FF2B5EF4-FFF2-40B4-BE49-F238E27FC236}">
                <ns2:creationId id="{C7916B6A-65C7-4A96-A2D7-33D635B99B96}"/>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1" name="R2 문맥·잠정 상태&#10;대기 / revision">
            <a:extLst>
              <a:ext uri="{FF2B5EF4-FFF2-40B4-BE49-F238E27FC236}">
                <ns2:creationId id="{A69052C8-5901-43B3-B9D5-219E4C4D2088}"/>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2" name="DP2 object 106">
            <a:extLst>
              <a:ext uri="{FF2B5EF4-FFF2-40B4-BE49-F238E27FC236}">
                <ns2:creationId id="{B1707223-67D2-4E84-89AB-7FA18523F024}"/>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Editable path 107">
            <a:extLst>
              <a:ext uri="{FF2B5EF4-FFF2-40B4-BE49-F238E27FC236}">
                <ns2:creationId id="{79AA7104-9F81-4D45-B9D0-0D362E3CBECA}"/>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4" name="Editable arrowhead 108">
            <a:extLst>
              <a:ext uri="{FF2B5EF4-FFF2-40B4-BE49-F238E27FC236}">
                <ns2:creationId id="{292B97CE-B7F3-422A-B48F-63D4DBE3DC9E}"/>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5" name="Editable path 109">
            <a:extLst>
              <a:ext uri="{FF2B5EF4-FFF2-40B4-BE49-F238E27FC236}">
                <ns2:creationId id="{576A2FDB-8E86-46D0-B0C2-BDE70AC61C4A}"/>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6" name="Editable arrowhead 110">
            <a:extLst>
              <a:ext uri="{FF2B5EF4-FFF2-40B4-BE49-F238E27FC236}">
                <ns2:creationId id="{08619C7E-B411-4716-9F25-4E496037BA79}"/>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불변 입력 복사①">
            <a:extLst>
              <a:ext uri="{FF2B5EF4-FFF2-40B4-BE49-F238E27FC236}">
                <ns2:creationId id="{21B153D8-69B2-46F9-B4DC-D302924E6340}"/>
              </a:ext>
            </a:extLst>
          </p:cNvPr>
          <p:cNvSpPr>
            <a:spLocks noGrp="1"/>
          </p:cNvSpPr>
          <p:nvPr/>
        </p:nvSpPr>
        <p:spPr>
          <a:xfrm>
            <a:off x="13201650" y="5610225"/>
            <a:ext cx="1943100" cy="333375"/>
          </a:xfrm>
          <a:prstGeom prst="can">
            <a:avLst>
              <a:gd name="adj" fmla="val 16000"/>
            </a:avLst>
          </a:prstGeom>
          <a:solidFill>
            <a:srgbClr val="FFFFFF"/>
          </a:solidFill>
          <a:ln w="17145">
            <a:solidFill>
              <a:srgbClr val="111111"/>
            </a:solidFill>
            <a:prstDash val="solid"/>
          </a:ln>
        </p:spPr>
      </p:sp>
      <p:sp>
        <p:nvSpPr>
          <p:cNvPr id="108" name="DP2 object 111">
            <a:extLst>
              <a:ext uri="{FF2B5EF4-FFF2-40B4-BE49-F238E27FC236}">
                <ns2:creationId id="{CE1695AB-EA9A-4D08-AF3E-38EC36279D37}"/>
              </a:ext>
            </a:extLst>
          </p:cNvPr>
          <p:cNvSpPr>
            <a:spLocks noGrp="1"/>
          </p:cNvSpPr>
          <p:nvPr/>
        </p:nvSpPr>
        <p:spPr>
          <a:xfrm>
            <a:off x="132492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복사①</a:t>
            </a:r>
            <a:endParaRPr lang="ko-KR">
              <a:latin typeface="Calibri"/>
              <a:ea typeface="Calibri"/>
              <a:cs typeface="Calibri"/>
            </a:endParaRPr>
          </a:p>
        </p:txBody>
      </p:sp>
      <p:sp>
        <p:nvSpPr>
          <p:cNvPr id="109" name="불변 입력 복사②">
            <a:extLst>
              <a:ext uri="{FF2B5EF4-FFF2-40B4-BE49-F238E27FC236}">
                <ns2:creationId id="{5891C812-FA2C-4E69-8816-ACDEEDD37B58}"/>
              </a:ext>
            </a:extLst>
          </p:cNvPr>
          <p:cNvSpPr>
            <a:spLocks noGrp="1"/>
          </p:cNvSpPr>
          <p:nvPr/>
        </p:nvSpPr>
        <p:spPr>
          <a:xfrm>
            <a:off x="15601950" y="5610225"/>
            <a:ext cx="1943100" cy="333375"/>
          </a:xfrm>
          <a:prstGeom prst="can">
            <a:avLst>
              <a:gd name="adj" fmla="val 16000"/>
            </a:avLst>
          </a:prstGeom>
          <a:solidFill>
            <a:srgbClr val="FFFFFF"/>
          </a:solidFill>
          <a:ln w="17145">
            <a:solidFill>
              <a:srgbClr val="111111"/>
            </a:solidFill>
            <a:prstDash val="solid"/>
          </a:ln>
        </p:spPr>
      </p:sp>
      <p:sp>
        <p:nvSpPr>
          <p:cNvPr id="110" name="DP2 object 112">
            <a:extLst>
              <a:ext uri="{FF2B5EF4-FFF2-40B4-BE49-F238E27FC236}">
                <ns2:creationId id="{15168A18-A20F-4B4A-9402-339BF60A39DE}"/>
              </a:ext>
            </a:extLst>
          </p:cNvPr>
          <p:cNvSpPr>
            <a:spLocks noGrp="1"/>
          </p:cNvSpPr>
          <p:nvPr/>
        </p:nvSpPr>
        <p:spPr>
          <a:xfrm>
            <a:off x="156495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복사②</a:t>
            </a:r>
            <a:endParaRPr lang="ko-KR">
              <a:latin typeface="Calibri"/>
              <a:ea typeface="Calibri"/>
              <a:cs typeface="Calibri"/>
            </a:endParaRPr>
          </a:p>
        </p:txBody>
      </p:sp>
      <p:sp>
        <p:nvSpPr>
          <p:cNvPr id="111" name="Editable path 113">
            <a:extLst>
              <a:ext uri="{FF2B5EF4-FFF2-40B4-BE49-F238E27FC236}">
                <ns2:creationId id="{00D6D26E-012E-4E73-8A3F-26DCD7078B72}"/>
              </a:ext>
            </a:extLst>
          </p:cNvPr>
          <p:cNvSpPr>
            <a:spLocks noGrp="1"/>
          </p:cNvSpPr>
          <p:nvPr/>
        </p:nvSpPr>
        <p:spPr>
          <a:xfrm>
            <a:off x="14173200" y="5486400"/>
            <a:ext cx="953" cy="123825"/>
          </a:xfrm>
          <a:custGeom>
            <a:pathLst>
              <a:path w="953" h="123825">
                <a:moveTo>
                  <a:pt x="0" y="123825"/>
                </a:moveTo>
                <a:lnTo>
                  <a:pt x="0" y="0"/>
                </a:lnTo>
              </a:path>
            </a:pathLst>
          </a:custGeom>
          <a:noFill/>
          <a:ln w="20003">
            <a:solidFill>
              <a:srgbClr val="111111"/>
            </a:solidFill>
            <a:prstDash val="solid"/>
          </a:ln>
        </p:spPr>
      </p:sp>
      <p:sp>
        <p:nvSpPr>
          <p:cNvPr id="112" name="Editable arrowhead 114">
            <a:extLst>
              <a:ext uri="{FF2B5EF4-FFF2-40B4-BE49-F238E27FC236}">
                <ns2:creationId id="{6F2481D1-966C-4C79-AF20-CF8F265B0DA3}"/>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3" name="Editable path 115">
            <a:extLst>
              <a:ext uri="{FF2B5EF4-FFF2-40B4-BE49-F238E27FC236}">
                <ns2:creationId id="{2F3C18EF-05FC-4EAA-A312-3262F97984B2}"/>
              </a:ext>
            </a:extLst>
          </p:cNvPr>
          <p:cNvSpPr>
            <a:spLocks noGrp="1"/>
          </p:cNvSpPr>
          <p:nvPr/>
        </p:nvSpPr>
        <p:spPr>
          <a:xfrm>
            <a:off x="16573500" y="5486400"/>
            <a:ext cx="953" cy="123825"/>
          </a:xfrm>
          <a:custGeom>
            <a:pathLst>
              <a:path w="953" h="123825">
                <a:moveTo>
                  <a:pt x="0" y="123825"/>
                </a:moveTo>
                <a:lnTo>
                  <a:pt x="0" y="0"/>
                </a:lnTo>
              </a:path>
            </a:pathLst>
          </a:custGeom>
          <a:noFill/>
          <a:ln w="20003">
            <a:solidFill>
              <a:srgbClr val="111111"/>
            </a:solidFill>
            <a:prstDash val="solid"/>
          </a:ln>
        </p:spPr>
      </p:sp>
      <p:sp>
        <p:nvSpPr>
          <p:cNvPr id="114" name="Editable arrowhead 116">
            <a:extLst>
              <a:ext uri="{FF2B5EF4-FFF2-40B4-BE49-F238E27FC236}">
                <ns2:creationId id="{99C72A30-E983-4C03-801C-8F2BB68F78DA}"/>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5" name="DP2 object 117">
            <a:extLst>
              <a:ext uri="{FF2B5EF4-FFF2-40B4-BE49-F238E27FC236}">
                <ns2:creationId id="{DD679F84-F065-4EB7-8112-E64DCC1BC9C0}"/>
              </a:ext>
            </a:extLst>
          </p:cNvPr>
          <p:cNvSpPr>
            <a:spLocks noGrp="1"/>
          </p:cNvSpPr>
          <p:nvPr/>
        </p:nvSpPr>
        <p:spPr>
          <a:xfrm>
            <a:off x="266700" y="9744075"/>
            <a:ext cx="17430750" cy="228600"/>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모든 해석 실행은 동일 Model Access 호출 한도 K를 공유. 입력 수신은 계속되며 외부 Agent 업무 대기는 비교 대상이 아님.</a:t>
            </a:r>
            <a:endParaRPr lang="ko-KR">
              <a:latin typeface="Calibri"/>
              <a:ea typeface="Calibri"/>
              <a:cs typeface="Calibri"/>
            </a:endParaRPr>
          </a:p>
        </p:txBody>
      </p:sp>
      <p:sp>
        <p:nvSpPr>
          <p:cNvPr id="116" name="DP2 object 118">
            <a:extLst>
              <a:ext uri="{FF2B5EF4-FFF2-40B4-BE49-F238E27FC236}">
                <ns2:creationId id="{6DFD069B-EB2B-47CE-9921-B6F279CE3FF8}"/>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기존 발표 PoC: 안별 12episode / 시간 괄호: 관측/예정 / QA04 별도 4과제 / 비용은 합계 / RSS는 로컬 실행기</a:t>
            </a:r>
            <a:endParaRPr lang="ko-KR">
              <a:latin typeface="Calibri"/>
              <a:ea typeface="Calibri"/>
              <a:cs typeface="Calibri"/>
            </a:endParaRPr>
          </a:p>
        </p:txBody>
      </p:sp>
    </p:spTree>
    <p:extLst>
      <p:ext uri="{BB962C8B-B14F-4D97-AF65-F5344CB8AC3E}">
        <p14:creationId val="1814650548"/>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9" name="Unified slide title">
            <a:extLst>
              <a:ext uri="{FF2B5EF4-FFF2-40B4-BE49-F238E27FC236}">
                <ns2:creationId id="{2B60A6EA-AE64-47BF-A226-A61636A2BC1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(선택 및 보완)</a:t>
            </a:r>
            <a:endParaRPr lang="ko-KR">
              <a:latin typeface="Calibri"/>
              <a:ea typeface="Calibri"/>
              <a:cs typeface="Calibri"/>
            </a:endParaRPr>
          </a:p>
        </p:txBody>
      </p:sp>
      <p:sp>
        <p:nvSpPr>
          <p:cNvPr id="2" name="Workflow 과제 소개">
            <a:extLst>
              <a:ext uri="{FF2B5EF4-FFF2-40B4-BE49-F238E27FC236}">
                <ns2:creationId id="{0E659FE2-B76A-42FB-8868-94EBEB6D8AB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DFCD9AB0-9ADA-4119-BB7A-B17081B0B0FA}"/>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5154DCA-435C-4636-8C69-47D74110291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E4D4E4F-DCF5-4CAF-8AB0-A8BDD76FDF1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018EE015-0944-4BBF-A086-41D3605B783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91568188-E50A-4DA4-8282-96FCD5FCAE2E}"/>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D6DC6826-4EDE-4FBC-9485-F9BAA48CC02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D39FFF2-7050-4083-9EBB-99133E1F14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27DCA5A1-1403-476D-9BFB-020A10D46C4D}"/>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D794E05-AE85-4118-A481-DBF45F13617B}"/>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E6D669B0-CF72-4E9C-9A26-74969F7344D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6E045EF-6AB2-4231-A944-1ED1957EBD8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7 / 16</a:t>
            </a:r>
            <a:endParaRPr lang="ko-KR">
              <a:latin typeface="Calibri"/>
              <a:ea typeface="Calibri"/>
              <a:cs typeface="Calibri"/>
            </a:endParaRPr>
          </a:p>
        </p:txBody>
      </p:sp>
      <p:sp>
        <p:nvSpPr>
          <p:cNvPr id="14" name="DP2 object 119">
            <a:extLst>
              <a:ext uri="{FF2B5EF4-FFF2-40B4-BE49-F238E27FC236}">
                <ns2:creationId id="{9908B855-1269-4F17-8E75-9F205FAFF5EC}"/>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독립 입력이 앞선 VIA 판단과 겹치고 호출 여유가 있는 조건에서 B 선택</a:t>
            </a:r>
            <a:endParaRPr lang="ko-KR">
              <a:latin typeface="Calibri"/>
              <a:ea typeface="Calibri"/>
              <a:cs typeface="Calibri"/>
            </a:endParaRPr>
          </a:p>
        </p:txBody>
      </p:sp>
      <p:graphicFrame>
        <p:nvGraphicFramePr>
          <p:cNvPr id="15" name="">
            <a:extLst>
              <a:ext uri="{FF2B5EF4-FFF2-40B4-BE49-F238E27FC236}">
                <ns2:creationId id="{1EDC8EBC-63EC-41CB-83EA-5DBC818A6354}"/>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호출 한도가 차면 병행 이익이 줄어듦</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[QA06 보완] B1 불변 입력 공유 / 개별 변경 상태는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46.170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재생 N=4] 32.326 → 31.867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120">
            <a:extLst>
              <a:ext uri="{FF2B5EF4-FFF2-40B4-BE49-F238E27FC236}">
                <ns2:creationId id="{E68601FE-C10C-4B0F-A97E-EB8E4B2C658B}"/>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121">
            <a:extLst>
              <a:ext uri="{FF2B5EF4-FFF2-40B4-BE49-F238E27FC236}">
                <ns2:creationId id="{5717F1C9-532C-4375-B5FD-1C1C17A0A046}"/>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122">
            <a:extLst>
              <a:ext uri="{FF2B5EF4-FFF2-40B4-BE49-F238E27FC236}">
                <ns2:creationId id="{AFB2FC4F-7AE5-4BBD-BFD9-92EF9F2B243D}"/>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123">
            <a:extLst>
              <a:ext uri="{FF2B5EF4-FFF2-40B4-BE49-F238E27FC236}">
                <ns2:creationId id="{A2B876BD-F6B3-4191-8F2F-F3CAB4AB7A8F}"/>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124">
            <a:extLst>
              <a:ext uri="{FF2B5EF4-FFF2-40B4-BE49-F238E27FC236}">
                <ns2:creationId id="{2A80CFB7-6694-4286-9C2E-43314A523BC9}"/>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125">
            <a:extLst>
              <a:ext uri="{FF2B5EF4-FFF2-40B4-BE49-F238E27FC236}">
                <ns2:creationId id="{CF70C43C-268D-4966-AFF1-5A01C02FF111}"/>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A525FD79-B909-4B58-BE10-34AC8C2910D3}"/>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126">
            <a:extLst>
              <a:ext uri="{FF2B5EF4-FFF2-40B4-BE49-F238E27FC236}">
                <ns2:creationId id="{820E2A26-2CE0-44C8-9CE9-98B685B1EA32}"/>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127">
            <a:extLst>
              <a:ext uri="{FF2B5EF4-FFF2-40B4-BE49-F238E27FC236}">
                <ns2:creationId id="{A5379CB5-6373-4254-B3DD-B54981BC9014}"/>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128">
            <a:extLst>
              <a:ext uri="{FF2B5EF4-FFF2-40B4-BE49-F238E27FC236}">
                <ns2:creationId id="{CCE72C49-AF14-4ABD-85F1-1A72B2B0C04D}"/>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129">
            <a:extLst>
              <a:ext uri="{FF2B5EF4-FFF2-40B4-BE49-F238E27FC236}">
                <ns2:creationId id="{05815112-7898-4ED4-AA4D-34110DC5A340}"/>
              </a:ext>
            </a:extLst>
          </p:cNvPr>
          <p:cNvSpPr>
            <a:spLocks noGrp="1"/>
          </p:cNvSpPr>
          <p:nvPr/>
        </p:nvSpPr>
        <p:spPr>
          <a:xfrm>
            <a:off x="400050" y="5915025"/>
            <a:ext cx="209550" cy="171450"/>
          </a:xfrm>
          <a:prstGeom prst="rect">
            <a:avLst/>
          </a:prstGeom>
          <a:solidFill>
            <a:srgbClr val="FFFFFF"/>
          </a:solidFill>
          <a:ln w="25718">
            <a:solidFill>
              <a:srgbClr val="4676CB"/>
            </a:solidFill>
            <a:prstDash val="solid"/>
          </a:ln>
        </p:spPr>
      </p:sp>
      <p:sp>
        <p:nvSpPr>
          <p:cNvPr id="27" name="DP2 object 130">
            <a:extLst>
              <a:ext uri="{FF2B5EF4-FFF2-40B4-BE49-F238E27FC236}">
                <ns2:creationId id="{047C00B0-28A1-48BC-96ED-4592F97BDA62}"/>
              </a:ext>
            </a:extLst>
          </p:cNvPr>
          <p:cNvSpPr>
            <a:spLocks noGrp="1"/>
          </p:cNvSpPr>
          <p:nvPr/>
        </p:nvSpPr>
        <p:spPr>
          <a:xfrm>
            <a:off x="695325" y="5876925"/>
            <a:ext cx="1076325" cy="25717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보완 B1</a:t>
            </a:r>
            <a:endParaRPr lang="ko-KR">
              <a:latin typeface="Calibri"/>
              <a:ea typeface="Calibri"/>
              <a:cs typeface="Calibri"/>
            </a:endParaRPr>
          </a:p>
        </p:txBody>
      </p:sp>
      <p:sp>
        <p:nvSpPr>
          <p:cNvPr id="28" name="DP2 object 131">
            <a:extLst>
              <a:ext uri="{FF2B5EF4-FFF2-40B4-BE49-F238E27FC236}">
                <ns2:creationId id="{5BE23FC2-AC43-43D2-9BE2-E22BDACC75CA}"/>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9" name="A Request Controller Component">
            <a:extLst>
              <a:ext uri="{FF2B5EF4-FFF2-40B4-BE49-F238E27FC236}">
                <ns2:creationId id="{31AD3D6B-DF9D-4C55-9409-2818DAD2E652}"/>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30" name="DP2 object 132">
            <a:extLst>
              <a:ext uri="{FF2B5EF4-FFF2-40B4-BE49-F238E27FC236}">
                <ns2:creationId id="{EFB45D66-EC8F-4404-9380-EEFC47A19958}"/>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31" name="Editable path 133">
            <a:extLst>
              <a:ext uri="{FF2B5EF4-FFF2-40B4-BE49-F238E27FC236}">
                <ns2:creationId id="{4B438E79-5E80-4F2C-8516-95964987AD0B}"/>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2" name="입력 보존 / 경계에 해석 요청">
            <a:extLst>
              <a:ext uri="{FF2B5EF4-FFF2-40B4-BE49-F238E27FC236}">
                <ns2:creationId id="{B6624CB3-936D-452A-A2F4-20E514F176E2}"/>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3" name="DP2 object 134">
            <a:extLst>
              <a:ext uri="{FF2B5EF4-FFF2-40B4-BE49-F238E27FC236}">
                <ns2:creationId id="{7309005B-A1F9-46A9-AE86-A09D878BE9D1}"/>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4" name="채택 목표 / revision">
            <a:extLst>
              <a:ext uri="{FF2B5EF4-FFF2-40B4-BE49-F238E27FC236}">
                <ns2:creationId id="{9D160F7A-FD22-40E2-A07A-7B05C472408B}"/>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5" name="DP2 object 135">
            <a:extLst>
              <a:ext uri="{FF2B5EF4-FFF2-40B4-BE49-F238E27FC236}">
                <ns2:creationId id="{1591688F-EB35-4912-B253-0F6D92BEFE49}"/>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6" name="현재성 확인·채택">
            <a:extLst>
              <a:ext uri="{FF2B5EF4-FFF2-40B4-BE49-F238E27FC236}">
                <ns2:creationId id="{870F6BD6-3F01-45DD-81A5-DDB5410E0CDD}"/>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7" name="DP2 object 136">
            <a:extLst>
              <a:ext uri="{FF2B5EF4-FFF2-40B4-BE49-F238E27FC236}">
                <ns2:creationId id="{7D2DA098-315B-4A0A-BF2F-DCD8DF7260F3}"/>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8" name="Editable path 137">
            <a:extLst>
              <a:ext uri="{FF2B5EF4-FFF2-40B4-BE49-F238E27FC236}">
                <ns2:creationId id="{C9C5719A-BBD4-46E0-A398-EC67D211F61A}"/>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9" name="Editable arrowhead 138">
            <a:extLst>
              <a:ext uri="{FF2B5EF4-FFF2-40B4-BE49-F238E27FC236}">
                <ns2:creationId id="{956F6EE1-0D98-4E1B-9733-8DC434EDAA8C}"/>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0" name="Editable path 139">
            <a:extLst>
              <a:ext uri="{FF2B5EF4-FFF2-40B4-BE49-F238E27FC236}">
                <ns2:creationId id="{33FCFEC3-E02A-40F3-AE01-5424E1DC5BA2}"/>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41" name="Editable arrowhead 140">
            <a:extLst>
              <a:ext uri="{FF2B5EF4-FFF2-40B4-BE49-F238E27FC236}">
                <ns2:creationId id="{8AA56F0A-4701-4E11-A458-CC7C3291840B}"/>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2" name="DP2 object 141">
            <a:extLst>
              <a:ext uri="{FF2B5EF4-FFF2-40B4-BE49-F238E27FC236}">
                <ns2:creationId id="{20ADCB8D-427C-4E0F-B79C-E0A87508571F}"/>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3" name="DP2 object 142">
            <a:extLst>
              <a:ext uri="{FF2B5EF4-FFF2-40B4-BE49-F238E27FC236}">
                <ns2:creationId id="{6FBD201D-4AF5-469A-BD09-B0F59AD43AE6}"/>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4" name="A Request Interpreter Component">
            <a:extLst>
              <a:ext uri="{FF2B5EF4-FFF2-40B4-BE49-F238E27FC236}">
                <ns2:creationId id="{8270E4D1-453B-4CA6-89A5-ABAF04A1F7BA}"/>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5" name="DP2 object 143">
            <a:extLst>
              <a:ext uri="{FF2B5EF4-FFF2-40B4-BE49-F238E27FC236}">
                <ns2:creationId id="{244D48C8-9A24-4B44-982D-7A3D93641E74}"/>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6" name="Editable path 144">
            <a:extLst>
              <a:ext uri="{FF2B5EF4-FFF2-40B4-BE49-F238E27FC236}">
                <ns2:creationId id="{DBDD8404-3D01-4329-9D40-B54DBA3F97F9}"/>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7" name="A single conversation execution">
            <a:extLst>
              <a:ext uri="{FF2B5EF4-FFF2-40B4-BE49-F238E27FC236}">
                <ns2:creationId id="{9CE4CD8E-8346-428A-8CB2-6783B3838E7D}"/>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8" name="DP2 object 145">
            <a:extLst>
              <a:ext uri="{FF2B5EF4-FFF2-40B4-BE49-F238E27FC236}">
                <ns2:creationId id="{CFB91A1D-E2C7-48E4-B919-53833519F986}"/>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9" name="현재 step 종료 뒤&#10;새 입력의 관계·내용 판단">
            <a:extLst>
              <a:ext uri="{FF2B5EF4-FFF2-40B4-BE49-F238E27FC236}">
                <ns2:creationId id="{39C37755-6E91-4E4B-8A0B-319466FB818C}"/>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50" name="DP2 object 146">
            <a:extLst>
              <a:ext uri="{FF2B5EF4-FFF2-40B4-BE49-F238E27FC236}">
                <ns2:creationId id="{32544E82-29DF-420C-A8FA-BDF811C178C6}"/>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51" name="한 대화의 근거와&#10;R1·R2 잠정 판단">
            <a:extLst>
              <a:ext uri="{FF2B5EF4-FFF2-40B4-BE49-F238E27FC236}">
                <ns2:creationId id="{91D7CD5C-5A9C-4F95-B884-6ABC0B691815}"/>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2" name="DP2 object 147">
            <a:extLst>
              <a:ext uri="{FF2B5EF4-FFF2-40B4-BE49-F238E27FC236}">
                <ns2:creationId id="{C61816B7-5487-46F2-829E-069C31503335}"/>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3" name="Editable path 148">
            <a:extLst>
              <a:ext uri="{FF2B5EF4-FFF2-40B4-BE49-F238E27FC236}">
                <ns2:creationId id="{E732EC78-80D2-4160-94D4-C441D10AA8C9}"/>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4" name="Editable arrowhead 149">
            <a:extLst>
              <a:ext uri="{FF2B5EF4-FFF2-40B4-BE49-F238E27FC236}">
                <ns2:creationId id="{D8720DA6-75EA-4396-8369-D56FA38848A1}"/>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5" name="Editable path 150">
            <a:extLst>
              <a:ext uri="{FF2B5EF4-FFF2-40B4-BE49-F238E27FC236}">
                <ns2:creationId id="{7D5F38BE-ADC5-4C1C-ABD0-05ACD9B18DEA}"/>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6" name="Editable arrowhead 151">
            <a:extLst>
              <a:ext uri="{FF2B5EF4-FFF2-40B4-BE49-F238E27FC236}">
                <ns2:creationId id="{8DF74D97-4546-4C8A-881D-F2A1ECF2AF5E}"/>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7" name="DP2 object 152">
            <a:extLst>
              <a:ext uri="{FF2B5EF4-FFF2-40B4-BE49-F238E27FC236}">
                <ns2:creationId id="{8F998E4D-832C-40CA-8D5C-0165E2A13CD0}"/>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8" name="DP2 object 153">
            <a:extLst>
              <a:ext uri="{FF2B5EF4-FFF2-40B4-BE49-F238E27FC236}">
                <ns2:creationId id="{B647EA65-D5C1-4811-8ADA-5F0D2170BE36}"/>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9" name="Editable path 154">
            <a:extLst>
              <a:ext uri="{FF2B5EF4-FFF2-40B4-BE49-F238E27FC236}">
                <ns2:creationId id="{DE1B43C2-5F37-41C3-97AD-3A17970383DC}"/>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60" name="Editable arrowhead 155">
            <a:extLst>
              <a:ext uri="{FF2B5EF4-FFF2-40B4-BE49-F238E27FC236}">
                <ns2:creationId id="{E4101BF0-FE4C-4364-9490-3755C49F7D9F}"/>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1" name="DP2 object 156">
            <a:extLst>
              <a:ext uri="{FF2B5EF4-FFF2-40B4-BE49-F238E27FC236}">
                <ns2:creationId id="{BDC74B94-C160-46B7-BF82-B761B38185E3}"/>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2" name="DP2 object 157">
            <a:extLst>
              <a:ext uri="{FF2B5EF4-FFF2-40B4-BE49-F238E27FC236}">
                <ns2:creationId id="{CC89B4FF-6A7C-4877-BBFA-EC3409723AAD}"/>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3" name="B Request Controller Component">
            <a:extLst>
              <a:ext uri="{FF2B5EF4-FFF2-40B4-BE49-F238E27FC236}">
                <ns2:creationId id="{39EEE26E-DD9D-4FE5-8F11-A85295BC8DF8}"/>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4" name="DP2 object 158">
            <a:extLst>
              <a:ext uri="{FF2B5EF4-FFF2-40B4-BE49-F238E27FC236}">
                <ns2:creationId id="{E4A84FB6-3092-40AE-AA02-B31B6D8E7602}"/>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5" name="Editable path 159">
            <a:extLst>
              <a:ext uri="{FF2B5EF4-FFF2-40B4-BE49-F238E27FC236}">
                <ns2:creationId id="{DFE1F1B4-3E61-41B2-9C2C-515A3917BCF6}"/>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6" name="입력 보존 / 실행 요청">
            <a:extLst>
              <a:ext uri="{FF2B5EF4-FFF2-40B4-BE49-F238E27FC236}">
                <ns2:creationId id="{9FD36BC4-DA99-498B-8DEE-29847F6C2256}"/>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7" name="DP2 object 160">
            <a:extLst>
              <a:ext uri="{FF2B5EF4-FFF2-40B4-BE49-F238E27FC236}">
                <ns2:creationId id="{E7977720-DCF1-44BC-82AC-10CA99C97BC2}"/>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8" name="입력 / 실행 ID 대응&#10;목표·revision&#10;변경·완료 상태">
            <a:extLst>
              <a:ext uri="{FF2B5EF4-FFF2-40B4-BE49-F238E27FC236}">
                <ns2:creationId id="{71ADFCE1-61AC-4C6F-82BD-7E4E132CEE77}"/>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9" name="DP2 object 161">
            <a:extLst>
              <a:ext uri="{FF2B5EF4-FFF2-40B4-BE49-F238E27FC236}">
                <ns2:creationId id="{FBDD7A03-1010-4851-968B-384407761F9D}"/>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70" name="개별 반환 검증·채택&#10;필요한 재결합 요청">
            <a:extLst>
              <a:ext uri="{FF2B5EF4-FFF2-40B4-BE49-F238E27FC236}">
                <ns2:creationId id="{61672715-4D68-4A23-BF2D-CDABACA96278}"/>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71" name="DP2 object 162">
            <a:extLst>
              <a:ext uri="{FF2B5EF4-FFF2-40B4-BE49-F238E27FC236}">
                <ns2:creationId id="{7BC0AA2C-E5B0-49FE-BEE6-1DEEEB01E1AD}"/>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2" name="Editable path 163">
            <a:extLst>
              <a:ext uri="{FF2B5EF4-FFF2-40B4-BE49-F238E27FC236}">
                <ns2:creationId id="{C729E700-F60D-470D-9D41-04818D4E5111}"/>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3" name="Editable arrowhead 164">
            <a:extLst>
              <a:ext uri="{FF2B5EF4-FFF2-40B4-BE49-F238E27FC236}">
                <ns2:creationId id="{83C0D546-64D7-4B0D-99E6-0231BBA4E7BE}"/>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Editable path 165">
            <a:extLst>
              <a:ext uri="{FF2B5EF4-FFF2-40B4-BE49-F238E27FC236}">
                <ns2:creationId id="{60123ED1-D5EE-4151-964D-406A1079316B}"/>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5" name="Editable arrowhead 166">
            <a:extLst>
              <a:ext uri="{FF2B5EF4-FFF2-40B4-BE49-F238E27FC236}">
                <ns2:creationId id="{6D87DE85-4449-47C7-AD45-9057F3A36EA5}"/>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B Request Interpreter Component">
            <a:extLst>
              <a:ext uri="{FF2B5EF4-FFF2-40B4-BE49-F238E27FC236}">
                <ns2:creationId id="{3F0C0D2F-36F0-45AB-9709-C9730A16FED9}"/>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7" name="DP2 object 167">
            <a:extLst>
              <a:ext uri="{FF2B5EF4-FFF2-40B4-BE49-F238E27FC236}">
                <ns2:creationId id="{165DF52A-365A-4BFA-9710-ABF5F450DCBB}"/>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8" name="Editable path 168">
            <a:extLst>
              <a:ext uri="{FF2B5EF4-FFF2-40B4-BE49-F238E27FC236}">
                <ns2:creationId id="{1FD2240C-C75D-4D2B-8DF9-39BEDF09DF3A}"/>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9" name="공통 대화 해석&#10;관계 판단·확인 질문&#10;짧은 답은 직접 반환">
            <a:extLst>
              <a:ext uri="{FF2B5EF4-FFF2-40B4-BE49-F238E27FC236}">
                <ns2:creationId id="{8451C4B9-99D0-41D3-99D0-1D305234F2AF}"/>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80" name="DP2 object 169">
            <a:extLst>
              <a:ext uri="{FF2B5EF4-FFF2-40B4-BE49-F238E27FC236}">
                <ns2:creationId id="{63ACB13C-3602-4AC4-994C-67D56B0759C4}"/>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81" name="최근 문맥&#10;요청 참조">
            <a:extLst>
              <a:ext uri="{FF2B5EF4-FFF2-40B4-BE49-F238E27FC236}">
                <ns2:creationId id="{0C7B6897-2FC4-420A-9CE2-FD1D4A15FFDA}"/>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2" name="DP2 object 170">
            <a:extLst>
              <a:ext uri="{FF2B5EF4-FFF2-40B4-BE49-F238E27FC236}">
                <ns2:creationId id="{64DAEBDA-387F-4A00-9727-9553B71D0B27}"/>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3" name="Editable path 171">
            <a:extLst>
              <a:ext uri="{FF2B5EF4-FFF2-40B4-BE49-F238E27FC236}">
                <ns2:creationId id="{4ED815F3-5CF1-4B49-A753-05E36833E249}"/>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4" name="Editable arrowhead 172">
            <a:extLst>
              <a:ext uri="{FF2B5EF4-FFF2-40B4-BE49-F238E27FC236}">
                <ns2:creationId id="{45D02F42-9D94-4525-9C0C-0C50A7B0E88C}"/>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5" name="Editable path 173">
            <a:extLst>
              <a:ext uri="{FF2B5EF4-FFF2-40B4-BE49-F238E27FC236}">
                <ns2:creationId id="{D8D8B31B-3EA1-44E5-AA8C-0E8DD9557F2A}"/>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6" name="Editable arrowhead 174">
            <a:extLst>
              <a:ext uri="{FF2B5EF4-FFF2-40B4-BE49-F238E27FC236}">
                <ns2:creationId id="{F9375084-E266-4AEB-B897-D31B3A5C9664}"/>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7" name="Editable path 175">
            <a:extLst>
              <a:ext uri="{FF2B5EF4-FFF2-40B4-BE49-F238E27FC236}">
                <ns2:creationId id="{990915EE-4275-43C8-AB0C-F49F81EB6E76}"/>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8" name="Editable arrowhead 176">
            <a:extLst>
              <a:ext uri="{FF2B5EF4-FFF2-40B4-BE49-F238E27FC236}">
                <ns2:creationId id="{17E1BD05-82B9-4A98-AA87-71BF4F748A03}"/>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9" name="Editable path 177">
            <a:extLst>
              <a:ext uri="{FF2B5EF4-FFF2-40B4-BE49-F238E27FC236}">
                <ns2:creationId id="{75EE2796-574F-4E1B-9A10-F34656AD6FE1}"/>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90" name="Editable arrowhead 178">
            <a:extLst>
              <a:ext uri="{FF2B5EF4-FFF2-40B4-BE49-F238E27FC236}">
                <ns2:creationId id="{CFC8C1DB-0E71-454F-85A8-9CAD25039C60}"/>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Editable path 179">
            <a:extLst>
              <a:ext uri="{FF2B5EF4-FFF2-40B4-BE49-F238E27FC236}">
                <ns2:creationId id="{0776E53F-BBC5-4560-871C-5C2EE3B87578}"/>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2" name="Editable arrowhead 180">
            <a:extLst>
              <a:ext uri="{FF2B5EF4-FFF2-40B4-BE49-F238E27FC236}">
                <ns2:creationId id="{810D92C8-91BD-4098-A141-D55664148B5E}"/>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B R1 logical execution">
            <a:extLst>
              <a:ext uri="{FF2B5EF4-FFF2-40B4-BE49-F238E27FC236}">
                <ns2:creationId id="{B4E17945-CD27-48DE-AE3B-46209322A3E6}"/>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4" name="B R2 logical execution">
            <a:extLst>
              <a:ext uri="{FF2B5EF4-FFF2-40B4-BE49-F238E27FC236}">
                <ns2:creationId id="{3015777F-1CF9-4374-AE1F-4656A1F4EE73}"/>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5" name="DP2 object 181">
            <a:extLst>
              <a:ext uri="{FF2B5EF4-FFF2-40B4-BE49-F238E27FC236}">
                <ns2:creationId id="{A29CC151-40D0-476D-8DA5-C20E527E2057}"/>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6" name="DP2 object 182">
            <a:extLst>
              <a:ext uri="{FF2B5EF4-FFF2-40B4-BE49-F238E27FC236}">
                <ns2:creationId id="{B3D8F747-657D-480D-98AE-60B4B70A05A7}"/>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7" name="근거 읽기·긴 판단">
            <a:extLst>
              <a:ext uri="{FF2B5EF4-FFF2-40B4-BE49-F238E27FC236}">
                <ns2:creationId id="{4FD5182A-3AA9-45BB-A286-2EDF24B91CA2}"/>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8" name="DP2 object 183">
            <a:extLst>
              <a:ext uri="{FF2B5EF4-FFF2-40B4-BE49-F238E27FC236}">
                <ns2:creationId id="{CFD246C2-FEE4-4E51-A4CD-C82E793F5AA6}"/>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근거 읽기·긴 판단">
            <a:extLst>
              <a:ext uri="{FF2B5EF4-FFF2-40B4-BE49-F238E27FC236}">
                <ns2:creationId id="{BC8EED40-A927-4624-958E-A8CFA6217549}"/>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100" name="DP2 object 184">
            <a:extLst>
              <a:ext uri="{FF2B5EF4-FFF2-40B4-BE49-F238E27FC236}">
                <ns2:creationId id="{54013BDB-074A-4501-B057-A83E51BFDFBA}"/>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101" name="R1 문맥·잠정 상태&#10;대기 / revision">
            <a:extLst>
              <a:ext uri="{FF2B5EF4-FFF2-40B4-BE49-F238E27FC236}">
                <ns2:creationId id="{AAE89276-EEAD-41B6-9514-3FAED219F0B6}"/>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2" name="DP2 object 185">
            <a:extLst>
              <a:ext uri="{FF2B5EF4-FFF2-40B4-BE49-F238E27FC236}">
                <ns2:creationId id="{B76B465C-75A1-4002-BC09-7FE6FDF677DD}"/>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R2 문맥·잠정 상태&#10;대기 / revision">
            <a:extLst>
              <a:ext uri="{FF2B5EF4-FFF2-40B4-BE49-F238E27FC236}">
                <ns2:creationId id="{722EBFBF-93E6-4302-AE16-26F4B97EB0BD}"/>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4" name="DP2 object 186">
            <a:extLst>
              <a:ext uri="{FF2B5EF4-FFF2-40B4-BE49-F238E27FC236}">
                <ns2:creationId id="{9D0900C6-C258-4EE1-AA63-D22890B32711}"/>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5" name="Editable path 187">
            <a:extLst>
              <a:ext uri="{FF2B5EF4-FFF2-40B4-BE49-F238E27FC236}">
                <ns2:creationId id="{51D9278A-00D7-4B25-ACF1-663D0973E553}"/>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6" name="Editable arrowhead 188">
            <a:extLst>
              <a:ext uri="{FF2B5EF4-FFF2-40B4-BE49-F238E27FC236}">
                <ns2:creationId id="{CF1019A1-6CDC-40FF-9006-9D56FCC3A763}"/>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Editable path 189">
            <a:extLst>
              <a:ext uri="{FF2B5EF4-FFF2-40B4-BE49-F238E27FC236}">
                <ns2:creationId id="{7B73ADB0-A4B4-43BD-B1F4-8FDC6B372F24}"/>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8" name="Editable arrowhead 190">
            <a:extLst>
              <a:ext uri="{FF2B5EF4-FFF2-40B4-BE49-F238E27FC236}">
                <ns2:creationId id="{38A1BFF5-36DC-4E5D-9A21-AEB4343A45F3}"/>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9" name="B1 공유 불변 입력·원본">
            <a:extLst>
              <a:ext uri="{FF2B5EF4-FFF2-40B4-BE49-F238E27FC236}">
                <ns2:creationId id="{E9A43886-2EFC-4B27-B58C-C4B080D47D73}"/>
              </a:ext>
            </a:extLst>
          </p:cNvPr>
          <p:cNvSpPr>
            <a:spLocks noGrp="1"/>
          </p:cNvSpPr>
          <p:nvPr/>
        </p:nvSpPr>
        <p:spPr>
          <a:xfrm>
            <a:off x="13430250" y="5610225"/>
            <a:ext cx="4000500" cy="333375"/>
          </a:xfrm>
          <a:prstGeom prst="can">
            <a:avLst>
              <a:gd name="adj" fmla="val 16000"/>
            </a:avLst>
          </a:prstGeom>
          <a:solidFill>
            <a:srgbClr val="FFF6DD"/>
          </a:solidFill>
          <a:ln w="17145">
            <a:solidFill>
              <a:srgbClr val="4676CB"/>
            </a:solidFill>
            <a:prstDash val="solid"/>
          </a:ln>
        </p:spPr>
      </p:sp>
      <p:sp>
        <p:nvSpPr>
          <p:cNvPr id="110" name="DP2 object 191">
            <a:extLst>
              <a:ext uri="{FF2B5EF4-FFF2-40B4-BE49-F238E27FC236}">
                <ns2:creationId id="{FCF0FB60-1FFE-4628-BAEA-599C1C015596}"/>
              </a:ext>
            </a:extLst>
          </p:cNvPr>
          <p:cNvSpPr>
            <a:spLocks noGrp="1"/>
          </p:cNvSpPr>
          <p:nvPr/>
        </p:nvSpPr>
        <p:spPr>
          <a:xfrm>
            <a:off x="13477875" y="5715000"/>
            <a:ext cx="3905250" cy="17145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111" name="Editable path 192">
            <a:extLst>
              <a:ext uri="{FF2B5EF4-FFF2-40B4-BE49-F238E27FC236}">
                <ns2:creationId id="{C7E516B6-4D19-4350-A8C5-A899785334EE}"/>
              </a:ext>
            </a:extLst>
          </p:cNvPr>
          <p:cNvSpPr>
            <a:spLocks noGrp="1"/>
          </p:cNvSpPr>
          <p:nvPr/>
        </p:nvSpPr>
        <p:spPr>
          <a:xfrm>
            <a:off x="14173200" y="5486400"/>
            <a:ext cx="953" cy="123825"/>
          </a:xfrm>
          <a:custGeom>
            <a:pathLst>
              <a:path w="953" h="123825">
                <a:moveTo>
                  <a:pt x="0" y="123825"/>
                </a:moveTo>
                <a:lnTo>
                  <a:pt x="0" y="0"/>
                </a:lnTo>
              </a:path>
            </a:pathLst>
          </a:custGeom>
          <a:noFill/>
          <a:ln w="21908">
            <a:solidFill>
              <a:srgbClr val="4676CB"/>
            </a:solidFill>
            <a:prstDash val="solid"/>
          </a:ln>
        </p:spPr>
      </p:sp>
      <p:sp>
        <p:nvSpPr>
          <p:cNvPr id="112" name="Editable arrowhead 193">
            <a:extLst>
              <a:ext uri="{FF2B5EF4-FFF2-40B4-BE49-F238E27FC236}">
                <ns2:creationId id="{91990C64-0B2F-4C24-9BBB-13FC9EF45275}"/>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3" name="Editable path 194">
            <a:extLst>
              <a:ext uri="{FF2B5EF4-FFF2-40B4-BE49-F238E27FC236}">
                <ns2:creationId id="{13B4BC61-065D-4004-BA0A-4099536896D3}"/>
              </a:ext>
            </a:extLst>
          </p:cNvPr>
          <p:cNvSpPr>
            <a:spLocks noGrp="1"/>
          </p:cNvSpPr>
          <p:nvPr/>
        </p:nvSpPr>
        <p:spPr>
          <a:xfrm>
            <a:off x="16573500" y="5486400"/>
            <a:ext cx="953" cy="123825"/>
          </a:xfrm>
          <a:custGeom>
            <a:pathLst>
              <a:path w="953" h="123825">
                <a:moveTo>
                  <a:pt x="0" y="123825"/>
                </a:moveTo>
                <a:lnTo>
                  <a:pt x="0" y="0"/>
                </a:lnTo>
              </a:path>
            </a:pathLst>
          </a:custGeom>
          <a:noFill/>
          <a:ln w="21908">
            <a:solidFill>
              <a:srgbClr val="4676CB"/>
            </a:solidFill>
            <a:prstDash val="solid"/>
          </a:ln>
        </p:spPr>
      </p:sp>
      <p:sp>
        <p:nvSpPr>
          <p:cNvPr id="114" name="Editable arrowhead 195">
            <a:extLst>
              <a:ext uri="{FF2B5EF4-FFF2-40B4-BE49-F238E27FC236}">
                <ns2:creationId id="{0635C692-49B6-4C07-A95D-B72A4E5A0C49}"/>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5" name="Selected B column">
            <a:extLst>
              <a:ext uri="{FF2B5EF4-FFF2-40B4-BE49-F238E27FC236}">
                <ns2:creationId id="{3DE93BA7-1EA0-414D-94A1-092A069A2F1B}"/>
              </a:ext>
            </a:extLst>
          </p:cNvPr>
          <p:cNvSpPr>
            <a:spLocks noGrp="1"/>
          </p:cNvSpPr>
          <p:nvPr/>
        </p:nvSpPr>
        <p:spPr>
          <a:xfrm>
            <a:off x="9963150" y="1657350"/>
            <a:ext cx="8096250" cy="8020050"/>
          </a:xfrm>
          <a:prstGeom prst="rect">
            <a:avLst/>
          </a:prstGeom>
          <a:noFill/>
          <a:ln w="40005">
            <a:solidFill>
              <a:srgbClr val="4676CB"/>
            </a:solidFill>
            <a:prstDash val="solid"/>
          </a:ln>
        </p:spPr>
      </p:sp>
      <p:sp>
        <p:nvSpPr>
          <p:cNvPr id="116" name="DP2 object 196">
            <a:extLst>
              <a:ext uri="{FF2B5EF4-FFF2-40B4-BE49-F238E27FC236}">
                <ns2:creationId id="{DF6E5D3B-2F1E-48A3-81A4-FD1FE895D6F4}"/>
              </a:ext>
            </a:extLst>
          </p:cNvPr>
          <p:cNvSpPr>
            <a:spLocks noGrp="1"/>
          </p:cNvSpPr>
          <p:nvPr/>
        </p:nvSpPr>
        <p:spPr>
          <a:xfrm>
            <a:off x="100393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17" name="DP2 object 197">
            <a:extLst>
              <a:ext uri="{FF2B5EF4-FFF2-40B4-BE49-F238E27FC236}">
                <ns2:creationId id="{394EB86C-837C-4552-BD62-F8135BD13501}"/>
              </a:ext>
            </a:extLst>
          </p:cNvPr>
          <p:cNvSpPr>
            <a:spLocks noGrp="1"/>
          </p:cNvSpPr>
          <p:nvPr/>
        </p:nvSpPr>
        <p:spPr>
          <a:xfrm>
            <a:off x="266700" y="9744075"/>
            <a:ext cx="17240250" cy="228600"/>
          </a:xfrm>
          <a:prstGeom prst="rect">
            <a:avLst/>
          </a:prstGeom>
          <a:noFill/>
          <a:ln w="0">
            <a:noFill/>
            <a:prstDash val="solid"/>
          </a:ln>
        </p:spPr>
        <p:txBody>
          <a:bodyPr wrap="none" lIns="0" tIns="0" rIns="0" bIns="0" anchor="ctr">
            <a:noAutofit/>
          </a:bodyPr>
          <a:lstStyle>
            <a:defPPr algn="l">
              <a:defRPr sz="1400" b="0" lang="ko-KR">
                <a:solidFill>
                  <a:srgbClr val="4676CB"/>
                </a:solidFill>
                <a:latin typeface="Calibri"/>
                <a:ea typeface="Calibri"/>
                <a:cs typeface="Calibri"/>
              </a:defRPr>
            </a:defPPr>
            <a:lvl1pPr algn="l">
              <a:defRPr sz="1400" b="0" lang="ko-KR">
                <a:solidFill>
                  <a:srgbClr val="4676CB"/>
                </a:solidFill>
                <a:latin typeface="Calibri"/>
                <a:ea typeface="Calibri"/>
                <a:cs typeface="Calibri"/>
              </a:defRPr>
            </a:lvl1pPr>
            <a:lvl2pPr algn="l">
              <a:defRPr sz="1400" b="0" lang="ko-KR">
                <a:solidFill>
                  <a:srgbClr val="4676CB"/>
                </a:solidFill>
                <a:latin typeface="Calibri"/>
                <a:ea typeface="Calibri"/>
                <a:cs typeface="Calibri"/>
              </a:defRPr>
            </a:lvl2pPr>
            <a:lvl3pPr algn="l">
              <a:defRPr sz="1400" b="0" lang="ko-KR">
                <a:solidFill>
                  <a:srgbClr val="4676CB"/>
                </a:solidFill>
                <a:latin typeface="Calibri"/>
                <a:ea typeface="Calibri"/>
                <a:cs typeface="Calibri"/>
              </a:defRPr>
            </a:lvl3pPr>
            <a:lvl4pPr algn="l">
              <a:defRPr sz="1400" b="0" lang="ko-KR">
                <a:solidFill>
                  <a:srgbClr val="4676CB"/>
                </a:solidFill>
                <a:latin typeface="Calibri"/>
                <a:ea typeface="Calibri"/>
                <a:cs typeface="Calibri"/>
              </a:defRPr>
            </a:lvl4pPr>
            <a:lvl5pPr algn="l">
              <a:defRPr sz="1400" b="0" lang="ko-KR">
                <a:solidFill>
                  <a:srgbClr val="4676CB"/>
                </a:solidFill>
                <a:latin typeface="Calibri"/>
                <a:ea typeface="Calibri"/>
                <a:cs typeface="Calibri"/>
              </a:defRPr>
            </a:lvl5pPr>
            <a:lvl6pPr algn="l">
              <a:defRPr sz="1400" b="0" lang="ko-KR">
                <a:solidFill>
                  <a:srgbClr val="4676CB"/>
                </a:solidFill>
                <a:latin typeface="Calibri"/>
                <a:ea typeface="Calibri"/>
                <a:cs typeface="Calibri"/>
              </a:defRPr>
            </a:lvl6pPr>
            <a:lvl7pPr algn="l">
              <a:defRPr sz="1400" b="0" lang="ko-KR">
                <a:solidFill>
                  <a:srgbClr val="4676CB"/>
                </a:solidFill>
                <a:latin typeface="Calibri"/>
                <a:ea typeface="Calibri"/>
                <a:cs typeface="Calibri"/>
              </a:defRPr>
            </a:lvl7pPr>
            <a:lvl8pPr algn="l">
              <a:defRPr sz="1400" b="0" lang="ko-KR">
                <a:solidFill>
                  <a:srgbClr val="4676CB"/>
                </a:solidFill>
                <a:latin typeface="Calibri"/>
                <a:ea typeface="Calibri"/>
                <a:cs typeface="Calibri"/>
              </a:defRPr>
            </a:lvl8pPr>
            <a:lvl9pPr algn="l">
              <a:defRPr sz="1400" b="0" lang="ko-KR">
                <a:solidFill>
                  <a:srgbClr val="4676CB"/>
                </a:solidFill>
                <a:latin typeface="Calibri"/>
                <a:ea typeface="Calibri"/>
                <a:cs typeface="Calibri"/>
              </a:defRPr>
            </a:lvl9pPr>
          </a:lstStyle>
          <a:p>
            <a:pPr algn="l">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B1은 작은 로컬 복제 부담 보완. N=1 최고 RSS는 증가. 전체 A/B 재비교와 새 QA01·QA03 측정은 미실시.</a:t>
            </a:r>
            <a:endParaRPr lang="ko-KR">
              <a:latin typeface="Calibri"/>
              <a:ea typeface="Calibri"/>
              <a:cs typeface="Calibri"/>
            </a:endParaRPr>
          </a:p>
        </p:txBody>
      </p:sp>
      <p:sp>
        <p:nvSpPr>
          <p:cNvPr id="118" name="DP2 object 198">
            <a:extLst>
              <a:ext uri="{FF2B5EF4-FFF2-40B4-BE49-F238E27FC236}">
                <ns2:creationId id="{4D540132-C776-44E3-AAC4-73360BBA4203}"/>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기본값과 재생값은 다른 실행기. 시간 괄호: 관측/예정. N별 전체 전후 수치와 남은 관계 오류는 8쪽에 표시.</a:t>
            </a:r>
            <a:endParaRPr lang="ko-KR">
              <a:latin typeface="Calibri"/>
              <a:ea typeface="Calibri"/>
              <a:cs typeface="Calibri"/>
            </a:endParaRPr>
          </a:p>
        </p:txBody>
      </p:sp>
    </p:spTree>
    <p:extLst>
      <p:ext uri="{BB962C8B-B14F-4D97-AF65-F5344CB8AC3E}">
        <p14:creationId val="1957043968"/>
      </p:ext>
    </p:extLst>
  </p:cSld>
</p:sld>
</file>

<file path=ppt/slides/slide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7" name="Unified slide title">
            <a:extLst>
              <a:ext uri="{FF2B5EF4-FFF2-40B4-BE49-F238E27FC236}">
                <ns2:creationId id="{BC421DB8-85B0-45D9-B2F4-AD37E9342AC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(보완 효과 상세)</a:t>
            </a:r>
            <a:endParaRPr lang="ko-KR">
              <a:latin typeface="Calibri"/>
              <a:ea typeface="Calibri"/>
              <a:cs typeface="Calibri"/>
            </a:endParaRPr>
          </a:p>
        </p:txBody>
      </p:sp>
      <p:sp>
        <p:nvSpPr>
          <p:cNvPr id="2" name="Workflow 과제 소개">
            <a:extLst>
              <a:ext uri="{FF2B5EF4-FFF2-40B4-BE49-F238E27FC236}">
                <ns2:creationId id="{5431C6EF-42B3-4786-A1E3-208E5698E8D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89927604-05E8-43B7-8E41-75355FA214B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6446C5B0-7B11-4DC3-A9B3-A8E6EDD0F55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F66570C-EFD2-4A8B-99A2-D53FC1A386D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80F7158C-ACEA-4C91-A665-4000FB34655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A6879F6-AD46-4F42-8195-742460A66B0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6963F7AC-612C-4A8E-A4FA-A91A7B4323B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1E79D50A-3E76-45E3-B784-825DC118A6F6}"/>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FF875DB-52A7-4105-9604-68B72A32E16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7CD153E0-8F75-4626-A8E4-5216A0E5E5E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76DB340-2E77-49AD-90C8-5D6CA949900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C707EB06-418D-43EE-85DC-874515421E82}"/>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8 / 16</a:t>
            </a:r>
            <a:endParaRPr lang="ko-KR">
              <a:latin typeface="Calibri"/>
              <a:ea typeface="Calibri"/>
              <a:cs typeface="Calibri"/>
            </a:endParaRPr>
          </a:p>
        </p:txBody>
      </p:sp>
      <p:sp>
        <p:nvSpPr>
          <p:cNvPr id="14" name="DP2 object 199">
            <a:extLst>
              <a:ext uri="{FF2B5EF4-FFF2-40B4-BE49-F238E27FC236}">
                <ns2:creationId id="{3AC11ECF-D7B3-4569-A8EF-79360331F284}"/>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병행 이익은 호출 여유에서, B1의 효과는 입력 복제 감소에서 나온다</a:t>
            </a:r>
            <a:endParaRPr lang="ko-KR">
              <a:latin typeface="Calibri"/>
              <a:ea typeface="Calibri"/>
              <a:cs typeface="Calibri"/>
            </a:endParaRPr>
          </a:p>
        </p:txBody>
      </p:sp>
      <p:sp>
        <p:nvSpPr>
          <p:cNvPr id="15" name="DP2 object 200">
            <a:extLst>
              <a:ext uri="{FF2B5EF4-FFF2-40B4-BE49-F238E27FC236}">
                <ns2:creationId id="{06981194-2165-4DCF-BB15-21616FA07FB2}"/>
              </a:ext>
            </a:extLst>
          </p:cNvPr>
          <p:cNvSpPr>
            <a:spLocks noGrp="1"/>
          </p:cNvSpPr>
          <p:nvPr/>
        </p:nvSpPr>
        <p:spPr>
          <a:xfrm>
            <a:off x="266700" y="1666875"/>
            <a:ext cx="17335500" cy="3048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기본 구조 선택의 실제 모델 관측과 보완의 응답 재생을 구분한다.</a:t>
            </a:r>
            <a:endParaRPr lang="ko-KR">
              <a:latin typeface="Calibri"/>
              <a:ea typeface="Calibri"/>
              <a:cs typeface="Calibri"/>
            </a:endParaRPr>
          </a:p>
        </p:txBody>
      </p:sp>
      <p:sp>
        <p:nvSpPr>
          <p:cNvPr id="16" name="DP2 object 201">
            <a:extLst>
              <a:ext uri="{FF2B5EF4-FFF2-40B4-BE49-F238E27FC236}">
                <ns2:creationId id="{E087B610-523F-49D3-B8AB-D2B3DD197CB6}"/>
              </a:ext>
            </a:extLst>
          </p:cNvPr>
          <p:cNvSpPr>
            <a:spLocks noGrp="1"/>
          </p:cNvSpPr>
          <p:nvPr/>
        </p:nvSpPr>
        <p:spPr>
          <a:xfrm>
            <a:off x="228600" y="2076450"/>
            <a:ext cx="5829300" cy="7258050"/>
          </a:xfrm>
          <a:prstGeom prst="rect">
            <a:avLst/>
          </a:prstGeom>
          <a:noFill/>
          <a:ln w="28575">
            <a:solidFill>
              <a:srgbClr val="4676CB"/>
            </a:solidFill>
            <a:prstDash val="solid"/>
          </a:ln>
        </p:spPr>
      </p:sp>
      <p:sp>
        <p:nvSpPr>
          <p:cNvPr id="17" name="DP2 object 202">
            <a:extLst>
              <a:ext uri="{FF2B5EF4-FFF2-40B4-BE49-F238E27FC236}">
                <ns2:creationId id="{0CC0A196-34B9-4F17-81D5-F811D051E38A}"/>
              </a:ext>
            </a:extLst>
          </p:cNvPr>
          <p:cNvSpPr>
            <a:spLocks noGrp="1"/>
          </p:cNvSpPr>
          <p:nvPr/>
        </p:nvSpPr>
        <p:spPr>
          <a:xfrm>
            <a:off x="228600" y="2076450"/>
            <a:ext cx="5829300" cy="485775"/>
          </a:xfrm>
          <a:prstGeom prst="rect">
            <a:avLst/>
          </a:prstGeom>
          <a:solidFill>
            <a:srgbClr val="C9E1B3"/>
          </a:solidFill>
          <a:ln w="0">
            <a:noFill/>
            <a:prstDash val="solid"/>
          </a:ln>
        </p:spPr>
      </p:sp>
      <p:sp>
        <p:nvSpPr>
          <p:cNvPr id="18" name="DP2 object 203">
            <a:extLst>
              <a:ext uri="{FF2B5EF4-FFF2-40B4-BE49-F238E27FC236}">
                <ns2:creationId id="{15AD2DF2-AA81-4E1D-B393-A966758B4D5C}"/>
              </a:ext>
            </a:extLst>
          </p:cNvPr>
          <p:cNvSpPr>
            <a:spLocks noGrp="1"/>
          </p:cNvSpPr>
          <p:nvPr/>
        </p:nvSpPr>
        <p:spPr>
          <a:xfrm>
            <a:off x="419100" y="2114550"/>
            <a:ext cx="5448300"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B1. 불변 input/source 공유</a:t>
            </a:r>
            <a:endParaRPr lang="ko-KR">
              <a:latin typeface="Calibri"/>
              <a:ea typeface="Calibri"/>
              <a:cs typeface="Calibri"/>
            </a:endParaRPr>
          </a:p>
        </p:txBody>
      </p:sp>
      <p:sp>
        <p:nvSpPr>
          <p:cNvPr id="19" name="DP2 object 204">
            <a:extLst>
              <a:ext uri="{FF2B5EF4-FFF2-40B4-BE49-F238E27FC236}">
                <ns2:creationId id="{6A292322-CA8D-435F-AD94-18631BE89824}"/>
              </a:ext>
            </a:extLst>
          </p:cNvPr>
          <p:cNvSpPr>
            <a:spLocks noGrp="1"/>
          </p:cNvSpPr>
          <p:nvPr/>
        </p:nvSpPr>
        <p:spPr>
          <a:xfrm>
            <a:off x="419100" y="2714625"/>
            <a:ext cx="5448300" cy="3619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기본 B: 실행마다 불변 입력을 복사</a:t>
            </a:r>
            <a:endParaRPr lang="ko-KR">
              <a:latin typeface="Calibri"/>
              <a:ea typeface="Calibri"/>
              <a:cs typeface="Calibri"/>
            </a:endParaRPr>
          </a:p>
        </p:txBody>
      </p:sp>
      <p:sp>
        <p:nvSpPr>
          <p:cNvPr id="20" name="R1 logical execution">
            <a:extLst>
              <a:ext uri="{FF2B5EF4-FFF2-40B4-BE49-F238E27FC236}">
                <ns2:creationId id="{6B236B49-0930-4C61-A6EA-83BF6A3474E7}"/>
              </a:ext>
            </a:extLst>
          </p:cNvPr>
          <p:cNvSpPr>
            <a:spLocks noGrp="1"/>
          </p:cNvSpPr>
          <p:nvPr/>
        </p:nvSpPr>
        <p:spPr>
          <a:xfrm>
            <a:off x="495300" y="3248025"/>
            <a:ext cx="2400300" cy="1352550"/>
          </a:xfrm>
          <a:prstGeom prst="rect">
            <a:avLst/>
          </a:prstGeom>
          <a:solidFill>
            <a:srgbClr val="FFFFFF"/>
          </a:solidFill>
          <a:ln w="19050">
            <a:solidFill>
              <a:srgbClr val="111111"/>
            </a:solidFill>
            <a:prstDash val="solid"/>
          </a:ln>
        </p:spPr>
      </p:sp>
      <p:sp>
        <p:nvSpPr>
          <p:cNvPr id="21" name="R2 logical execution">
            <a:extLst>
              <a:ext uri="{FF2B5EF4-FFF2-40B4-BE49-F238E27FC236}">
                <ns2:creationId id="{BDDEC11C-26A6-4A4B-83BB-E43D7D6818B8}"/>
              </a:ext>
            </a:extLst>
          </p:cNvPr>
          <p:cNvSpPr>
            <a:spLocks noGrp="1"/>
          </p:cNvSpPr>
          <p:nvPr/>
        </p:nvSpPr>
        <p:spPr>
          <a:xfrm>
            <a:off x="3371850" y="3248025"/>
            <a:ext cx="2400300" cy="1352550"/>
          </a:xfrm>
          <a:prstGeom prst="rect">
            <a:avLst/>
          </a:prstGeom>
          <a:solidFill>
            <a:srgbClr val="FFFFFF"/>
          </a:solidFill>
          <a:ln w="19050">
            <a:solidFill>
              <a:srgbClr val="111111"/>
            </a:solidFill>
            <a:prstDash val="solid"/>
          </a:ln>
        </p:spPr>
      </p:sp>
      <p:sp>
        <p:nvSpPr>
          <p:cNvPr id="22" name="DP2 object 205">
            <a:extLst>
              <a:ext uri="{FF2B5EF4-FFF2-40B4-BE49-F238E27FC236}">
                <ns2:creationId id="{4C36DD39-55ED-4C28-A11A-0E2FE3F2F51A}"/>
              </a:ext>
            </a:extLst>
          </p:cNvPr>
          <p:cNvSpPr>
            <a:spLocks noGrp="1"/>
          </p:cNvSpPr>
          <p:nvPr/>
        </p:nvSpPr>
        <p:spPr>
          <a:xfrm>
            <a:off x="58102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23" name="DP2 object 206">
            <a:extLst>
              <a:ext uri="{FF2B5EF4-FFF2-40B4-BE49-F238E27FC236}">
                <ns2:creationId id="{ACA4907B-7EF7-4E07-9307-8A34388C8A6B}"/>
              </a:ext>
            </a:extLst>
          </p:cNvPr>
          <p:cNvSpPr>
            <a:spLocks noGrp="1"/>
          </p:cNvSpPr>
          <p:nvPr/>
        </p:nvSpPr>
        <p:spPr>
          <a:xfrm>
            <a:off x="345757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24" name="입력·원본 복사①">
            <a:extLst>
              <a:ext uri="{FF2B5EF4-FFF2-40B4-BE49-F238E27FC236}">
                <ns2:creationId id="{6F5B0971-5EE4-43A8-A4F6-7959A86327C9}"/>
              </a:ext>
            </a:extLst>
          </p:cNvPr>
          <p:cNvSpPr>
            <a:spLocks noGrp="1"/>
          </p:cNvSpPr>
          <p:nvPr/>
        </p:nvSpPr>
        <p:spPr>
          <a:xfrm>
            <a:off x="619125" y="3781425"/>
            <a:ext cx="2152650" cy="666750"/>
          </a:xfrm>
          <a:prstGeom prst="can">
            <a:avLst>
              <a:gd name="adj" fmla="val 16000"/>
            </a:avLst>
          </a:prstGeom>
          <a:solidFill>
            <a:srgbClr val="FFF6DD"/>
          </a:solidFill>
          <a:ln w="17145">
            <a:solidFill>
              <a:srgbClr val="111111"/>
            </a:solidFill>
            <a:prstDash val="solid"/>
          </a:ln>
        </p:spPr>
      </p:sp>
      <p:sp>
        <p:nvSpPr>
          <p:cNvPr id="25" name="DP2 object 207">
            <a:extLst>
              <a:ext uri="{FF2B5EF4-FFF2-40B4-BE49-F238E27FC236}">
                <ns2:creationId id="{2A55DDF5-0FA5-47BE-9286-13625014FAF2}"/>
              </a:ext>
            </a:extLst>
          </p:cNvPr>
          <p:cNvSpPr>
            <a:spLocks noGrp="1"/>
          </p:cNvSpPr>
          <p:nvPr/>
        </p:nvSpPr>
        <p:spPr>
          <a:xfrm>
            <a:off x="66675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복사①</a:t>
            </a:r>
            <a:endParaRPr lang="ko-KR">
              <a:latin typeface="Calibri"/>
              <a:ea typeface="Calibri"/>
              <a:cs typeface="Calibri"/>
            </a:endParaRPr>
          </a:p>
        </p:txBody>
      </p:sp>
      <p:sp>
        <p:nvSpPr>
          <p:cNvPr id="26" name="입력·원본 복사②">
            <a:extLst>
              <a:ext uri="{FF2B5EF4-FFF2-40B4-BE49-F238E27FC236}">
                <ns2:creationId id="{13EEFF10-416B-47A3-9CCD-50A5390547E1}"/>
              </a:ext>
            </a:extLst>
          </p:cNvPr>
          <p:cNvSpPr>
            <a:spLocks noGrp="1"/>
          </p:cNvSpPr>
          <p:nvPr/>
        </p:nvSpPr>
        <p:spPr>
          <a:xfrm>
            <a:off x="3495675" y="3781425"/>
            <a:ext cx="2152650" cy="666750"/>
          </a:xfrm>
          <a:prstGeom prst="can">
            <a:avLst>
              <a:gd name="adj" fmla="val 16000"/>
            </a:avLst>
          </a:prstGeom>
          <a:solidFill>
            <a:srgbClr val="FFF6DD"/>
          </a:solidFill>
          <a:ln w="17145">
            <a:solidFill>
              <a:srgbClr val="111111"/>
            </a:solidFill>
            <a:prstDash val="solid"/>
          </a:ln>
        </p:spPr>
      </p:sp>
      <p:sp>
        <p:nvSpPr>
          <p:cNvPr id="27" name="DP2 object 208">
            <a:extLst>
              <a:ext uri="{FF2B5EF4-FFF2-40B4-BE49-F238E27FC236}">
                <ns2:creationId id="{A2EAFB74-26CE-4268-91FE-F2BFFF2E30BC}"/>
              </a:ext>
            </a:extLst>
          </p:cNvPr>
          <p:cNvSpPr>
            <a:spLocks noGrp="1"/>
          </p:cNvSpPr>
          <p:nvPr/>
        </p:nvSpPr>
        <p:spPr>
          <a:xfrm>
            <a:off x="354330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복사②</a:t>
            </a:r>
            <a:endParaRPr lang="ko-KR">
              <a:latin typeface="Calibri"/>
              <a:ea typeface="Calibri"/>
              <a:cs typeface="Calibri"/>
            </a:endParaRPr>
          </a:p>
        </p:txBody>
      </p:sp>
      <p:sp>
        <p:nvSpPr>
          <p:cNvPr id="28" name="Editable path 209">
            <a:extLst>
              <a:ext uri="{FF2B5EF4-FFF2-40B4-BE49-F238E27FC236}">
                <ns2:creationId id="{93543BB3-8977-4410-8246-DB11830A0B77}"/>
              </a:ext>
            </a:extLst>
          </p:cNvPr>
          <p:cNvSpPr>
            <a:spLocks noGrp="1"/>
          </p:cNvSpPr>
          <p:nvPr/>
        </p:nvSpPr>
        <p:spPr>
          <a:xfrm>
            <a:off x="3143250" y="4695825"/>
            <a:ext cx="953" cy="685800"/>
          </a:xfrm>
          <a:custGeom>
            <a:pathLst>
              <a:path w="953" h="685800">
                <a:moveTo>
                  <a:pt x="0" y="0"/>
                </a:moveTo>
                <a:lnTo>
                  <a:pt x="0" y="685800"/>
                </a:lnTo>
              </a:path>
            </a:pathLst>
          </a:custGeom>
          <a:noFill/>
          <a:ln w="28575">
            <a:solidFill>
              <a:srgbClr val="4676CB"/>
            </a:solidFill>
            <a:prstDash val="solid"/>
          </a:ln>
        </p:spPr>
      </p:sp>
      <p:sp>
        <p:nvSpPr>
          <p:cNvPr id="29" name="Editable arrowhead 210">
            <a:extLst>
              <a:ext uri="{FF2B5EF4-FFF2-40B4-BE49-F238E27FC236}">
                <ns2:creationId id="{9549CA47-F906-4C3B-953E-C035BEC6B788}"/>
              </a:ext>
            </a:extLst>
          </p:cNvPr>
          <p:cNvSpPr>
            <a:spLocks noGrp="1"/>
          </p:cNvSpPr>
          <p:nvPr/>
        </p:nvSpPr>
        <p:spPr>
          <a:xfrm>
            <a:off x="3095625" y="52863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0" name="DP2 object 211">
            <a:extLst>
              <a:ext uri="{FF2B5EF4-FFF2-40B4-BE49-F238E27FC236}">
                <ns2:creationId id="{618B27DF-70E7-4CC3-BFB9-569BA2F02DD6}"/>
              </a:ext>
            </a:extLst>
          </p:cNvPr>
          <p:cNvSpPr>
            <a:spLocks noGrp="1"/>
          </p:cNvSpPr>
          <p:nvPr/>
        </p:nvSpPr>
        <p:spPr>
          <a:xfrm>
            <a:off x="542925" y="4886325"/>
            <a:ext cx="2371725"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불변 자료를 한 번 보존</a:t>
            </a:r>
            <a:endParaRPr lang="ko-KR">
              <a:latin typeface="Calibri"/>
              <a:ea typeface="Calibri"/>
              <a:cs typeface="Calibri"/>
            </a:endParaRPr>
          </a:p>
        </p:txBody>
      </p:sp>
      <p:sp>
        <p:nvSpPr>
          <p:cNvPr id="31" name="B1 공유 불변 입력·원본">
            <a:extLst>
              <a:ext uri="{FF2B5EF4-FFF2-40B4-BE49-F238E27FC236}">
                <ns2:creationId id="{29799DF3-F834-4056-9461-DDE3CA0BEE65}"/>
              </a:ext>
            </a:extLst>
          </p:cNvPr>
          <p:cNvSpPr>
            <a:spLocks noGrp="1"/>
          </p:cNvSpPr>
          <p:nvPr/>
        </p:nvSpPr>
        <p:spPr>
          <a:xfrm>
            <a:off x="1276350" y="5505450"/>
            <a:ext cx="3733800" cy="771525"/>
          </a:xfrm>
          <a:prstGeom prst="can">
            <a:avLst>
              <a:gd name="adj" fmla="val 16000"/>
            </a:avLst>
          </a:prstGeom>
          <a:solidFill>
            <a:srgbClr val="FFF6DD"/>
          </a:solidFill>
          <a:ln w="17145">
            <a:solidFill>
              <a:srgbClr val="4676CB"/>
            </a:solidFill>
            <a:prstDash val="solid"/>
          </a:ln>
        </p:spPr>
      </p:sp>
      <p:sp>
        <p:nvSpPr>
          <p:cNvPr id="32" name="DP2 object 212">
            <a:extLst>
              <a:ext uri="{FF2B5EF4-FFF2-40B4-BE49-F238E27FC236}">
                <ns2:creationId id="{E3F98591-FF5E-4514-9F74-63BF9EFD1032}"/>
              </a:ext>
            </a:extLst>
          </p:cNvPr>
          <p:cNvSpPr>
            <a:spLocks noGrp="1"/>
          </p:cNvSpPr>
          <p:nvPr/>
        </p:nvSpPr>
        <p:spPr>
          <a:xfrm>
            <a:off x="1323975" y="5610225"/>
            <a:ext cx="3638550" cy="60960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33" name="Editable path 213">
            <a:extLst>
              <a:ext uri="{FF2B5EF4-FFF2-40B4-BE49-F238E27FC236}">
                <ns2:creationId id="{830C7EBF-78C1-42E2-84E1-371616109382}"/>
              </a:ext>
            </a:extLst>
          </p:cNvPr>
          <p:cNvSpPr>
            <a:spLocks noGrp="1"/>
          </p:cNvSpPr>
          <p:nvPr/>
        </p:nvSpPr>
        <p:spPr>
          <a:xfrm>
            <a:off x="1695450" y="6276975"/>
            <a:ext cx="590550" cy="742950"/>
          </a:xfrm>
          <a:custGeom>
            <a:pathLst>
              <a:path w="590550" h="742950">
                <a:moveTo>
                  <a:pt x="590550" y="0"/>
                </a:moveTo>
                <a:lnTo>
                  <a:pt x="590550" y="400050"/>
                </a:lnTo>
                <a:lnTo>
                  <a:pt x="0" y="400050"/>
                </a:lnTo>
                <a:lnTo>
                  <a:pt x="0" y="742950"/>
                </a:lnTo>
              </a:path>
            </a:pathLst>
          </a:custGeom>
          <a:noFill/>
          <a:ln w="24765">
            <a:solidFill>
              <a:srgbClr val="4676CB"/>
            </a:solidFill>
            <a:prstDash val="solid"/>
          </a:ln>
        </p:spPr>
      </p:sp>
      <p:sp>
        <p:nvSpPr>
          <p:cNvPr id="34" name="Editable arrowhead 214">
            <a:extLst>
              <a:ext uri="{FF2B5EF4-FFF2-40B4-BE49-F238E27FC236}">
                <ns2:creationId id="{C217A80B-0D7C-4F5C-9C51-067F3E52B1C0}"/>
              </a:ext>
            </a:extLst>
          </p:cNvPr>
          <p:cNvSpPr>
            <a:spLocks noGrp="1"/>
          </p:cNvSpPr>
          <p:nvPr/>
        </p:nvSpPr>
        <p:spPr>
          <a:xfrm>
            <a:off x="164782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5" name="Editable path 215">
            <a:extLst>
              <a:ext uri="{FF2B5EF4-FFF2-40B4-BE49-F238E27FC236}">
                <ns2:creationId id="{A6D859C2-4DE8-4B17-86B3-8B972DCDB035}"/>
              </a:ext>
            </a:extLst>
          </p:cNvPr>
          <p:cNvSpPr>
            <a:spLocks noGrp="1"/>
          </p:cNvSpPr>
          <p:nvPr/>
        </p:nvSpPr>
        <p:spPr>
          <a:xfrm>
            <a:off x="4000500" y="6276975"/>
            <a:ext cx="571500" cy="742950"/>
          </a:xfrm>
          <a:custGeom>
            <a:pathLst>
              <a:path w="571500" h="742950">
                <a:moveTo>
                  <a:pt x="0" y="0"/>
                </a:moveTo>
                <a:lnTo>
                  <a:pt x="0" y="400050"/>
                </a:lnTo>
                <a:lnTo>
                  <a:pt x="571500" y="400050"/>
                </a:lnTo>
                <a:lnTo>
                  <a:pt x="571500" y="742950"/>
                </a:lnTo>
              </a:path>
            </a:pathLst>
          </a:custGeom>
          <a:noFill/>
          <a:ln w="24765">
            <a:solidFill>
              <a:srgbClr val="4676CB"/>
            </a:solidFill>
            <a:prstDash val="solid"/>
          </a:ln>
        </p:spPr>
      </p:sp>
      <p:sp>
        <p:nvSpPr>
          <p:cNvPr id="36" name="Editable arrowhead 216">
            <a:extLst>
              <a:ext uri="{FF2B5EF4-FFF2-40B4-BE49-F238E27FC236}">
                <ns2:creationId id="{23B59CB6-3492-4D6F-A071-C4FE84E242B5}"/>
              </a:ext>
            </a:extLst>
          </p:cNvPr>
          <p:cNvSpPr>
            <a:spLocks noGrp="1"/>
          </p:cNvSpPr>
          <p:nvPr/>
        </p:nvSpPr>
        <p:spPr>
          <a:xfrm>
            <a:off x="452437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7" name="DP2 object 217">
            <a:extLst>
              <a:ext uri="{FF2B5EF4-FFF2-40B4-BE49-F238E27FC236}">
                <ns2:creationId id="{3D296F5A-AA65-4E09-B9A5-CA1AB98D2FF1}"/>
              </a:ext>
            </a:extLst>
          </p:cNvPr>
          <p:cNvSpPr>
            <a:spLocks noGrp="1"/>
          </p:cNvSpPr>
          <p:nvPr/>
        </p:nvSpPr>
        <p:spPr>
          <a:xfrm>
            <a:off x="876300"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8" name="DP2 object 218">
            <a:extLst>
              <a:ext uri="{FF2B5EF4-FFF2-40B4-BE49-F238E27FC236}">
                <ns2:creationId id="{1141A735-7F30-4055-8FD2-10BC836530DB}"/>
              </a:ext>
            </a:extLst>
          </p:cNvPr>
          <p:cNvSpPr>
            <a:spLocks noGrp="1"/>
          </p:cNvSpPr>
          <p:nvPr/>
        </p:nvSpPr>
        <p:spPr>
          <a:xfrm>
            <a:off x="4695825"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9" name="R1 개별 상태&#10;revision·snapshot">
            <a:extLst>
              <a:ext uri="{FF2B5EF4-FFF2-40B4-BE49-F238E27FC236}">
                <ns2:creationId id="{64F43927-D32A-4EC6-A28B-268AEFA68517}"/>
              </a:ext>
            </a:extLst>
          </p:cNvPr>
          <p:cNvSpPr>
            <a:spLocks noGrp="1"/>
          </p:cNvSpPr>
          <p:nvPr/>
        </p:nvSpPr>
        <p:spPr>
          <a:xfrm>
            <a:off x="495300" y="7019925"/>
            <a:ext cx="2400300" cy="1057275"/>
          </a:xfrm>
          <a:prstGeom prst="rect">
            <a:avLst/>
          </a:prstGeom>
          <a:solidFill>
            <a:srgbClr val="FFFFFF"/>
          </a:solidFill>
          <a:ln w="17145">
            <a:solidFill>
              <a:srgbClr val="111111"/>
            </a:solidFill>
            <a:prstDash val="solid"/>
          </a:ln>
        </p:spPr>
      </p:sp>
      <p:sp>
        <p:nvSpPr>
          <p:cNvPr id="40" name="DP2 object 219">
            <a:extLst>
              <a:ext uri="{FF2B5EF4-FFF2-40B4-BE49-F238E27FC236}">
                <ns2:creationId id="{22BC6214-04AE-4B0B-934D-6DE29C4D7F68}"/>
              </a:ext>
            </a:extLst>
          </p:cNvPr>
          <p:cNvSpPr>
            <a:spLocks noGrp="1"/>
          </p:cNvSpPr>
          <p:nvPr/>
        </p:nvSpPr>
        <p:spPr>
          <a:xfrm>
            <a:off x="56197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R1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1" name="R2 개별 상태&#10;revision·snapshot">
            <a:extLst>
              <a:ext uri="{FF2B5EF4-FFF2-40B4-BE49-F238E27FC236}">
                <ns2:creationId id="{E63D5FE8-1894-46EA-AA4B-5EF91B47D3A7}"/>
              </a:ext>
            </a:extLst>
          </p:cNvPr>
          <p:cNvSpPr>
            <a:spLocks noGrp="1"/>
          </p:cNvSpPr>
          <p:nvPr/>
        </p:nvSpPr>
        <p:spPr>
          <a:xfrm>
            <a:off x="3371850" y="7019925"/>
            <a:ext cx="2400300" cy="1057275"/>
          </a:xfrm>
          <a:prstGeom prst="rect">
            <a:avLst/>
          </a:prstGeom>
          <a:solidFill>
            <a:srgbClr val="FFFFFF"/>
          </a:solidFill>
          <a:ln w="17145">
            <a:solidFill>
              <a:srgbClr val="111111"/>
            </a:solidFill>
            <a:prstDash val="solid"/>
          </a:ln>
        </p:spPr>
      </p:sp>
      <p:sp>
        <p:nvSpPr>
          <p:cNvPr id="42" name="DP2 object 220">
            <a:extLst>
              <a:ext uri="{FF2B5EF4-FFF2-40B4-BE49-F238E27FC236}">
                <ns2:creationId id="{A2859A32-4542-473D-AC17-047B8D876669}"/>
              </a:ext>
            </a:extLst>
          </p:cNvPr>
          <p:cNvSpPr>
            <a:spLocks noGrp="1"/>
          </p:cNvSpPr>
          <p:nvPr/>
        </p:nvSpPr>
        <p:spPr>
          <a:xfrm>
            <a:off x="343852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R2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3" name="DP2 object 221">
            <a:extLst>
              <a:ext uri="{FF2B5EF4-FFF2-40B4-BE49-F238E27FC236}">
                <ns2:creationId id="{3C3E7800-704E-4021-B715-37716B06E8AA}"/>
              </a:ext>
            </a:extLst>
          </p:cNvPr>
          <p:cNvSpPr>
            <a:spLocks noGrp="1"/>
          </p:cNvSpPr>
          <p:nvPr/>
        </p:nvSpPr>
        <p:spPr>
          <a:xfrm>
            <a:off x="409575" y="8391525"/>
            <a:ext cx="5476875" cy="3524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변경 가능한 상태와 복구 규칙은 유지</a:t>
            </a:r>
            <a:endParaRPr lang="ko-KR">
              <a:latin typeface="Calibri"/>
              <a:ea typeface="Calibri"/>
              <a:cs typeface="Calibri"/>
            </a:endParaRPr>
          </a:p>
        </p:txBody>
      </p:sp>
      <p:sp>
        <p:nvSpPr>
          <p:cNvPr id="44" name="DP2 object 222">
            <a:extLst>
              <a:ext uri="{FF2B5EF4-FFF2-40B4-BE49-F238E27FC236}">
                <ns2:creationId id="{BA31EC3B-DF32-4501-8570-F68BB77C5B4D}"/>
              </a:ext>
            </a:extLst>
          </p:cNvPr>
          <p:cNvSpPr>
            <a:spLocks noGrp="1"/>
          </p:cNvSpPr>
          <p:nvPr/>
        </p:nvSpPr>
        <p:spPr>
          <a:xfrm>
            <a:off x="409575" y="8867775"/>
            <a:ext cx="547687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공유 입력을 빌려 payload 직렬화</a:t>
            </a:r>
            <a:endParaRPr lang="ko-KR">
              <a:latin typeface="Calibri"/>
              <a:ea typeface="Calibri"/>
              <a:cs typeface="Calibri"/>
            </a:endParaRPr>
          </a:p>
        </p:txBody>
      </p:sp>
      <p:sp>
        <p:nvSpPr>
          <p:cNvPr id="45" name="DP2 object 223">
            <a:extLst>
              <a:ext uri="{FF2B5EF4-FFF2-40B4-BE49-F238E27FC236}">
                <ns2:creationId id="{EE6C39BC-D0CF-4C64-8781-1932B808E998}"/>
              </a:ext>
            </a:extLst>
          </p:cNvPr>
          <p:cNvSpPr>
            <a:spLocks noGrp="1"/>
          </p:cNvSpPr>
          <p:nvPr/>
        </p:nvSpPr>
        <p:spPr>
          <a:xfrm>
            <a:off x="6391275" y="2076450"/>
            <a:ext cx="115824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 선택이 성립하는 조건</a:t>
            </a:r>
            <a:endParaRPr lang="ko-KR">
              <a:latin typeface="Calibri"/>
              <a:ea typeface="Calibri"/>
              <a:cs typeface="Calibri"/>
            </a:endParaRPr>
          </a:p>
        </p:txBody>
      </p:sp>
      <p:graphicFrame>
        <p:nvGraphicFramePr>
          <p:cNvPr id="46" name="">
            <a:extLst>
              <a:ext uri="{FF2B5EF4-FFF2-40B4-BE49-F238E27FC236}">
                <ns2:creationId id="{04F5DDDE-DD75-4498-A915-1A94FC2494FE}"/>
              </a:ext>
            </a:extLst>
          </p:cNvPr>
          <p:cNvGraphicFramePr/>
          <p:nvPr/>
        </p:nvGraphicFramePr>
        <p:xfrm>
          <a:off x="6391275" y="2562225"/>
          <a:ext cx="11658600" cy="1438275"/>
        </p:xfrm>
        <a:graphic>
          <a:graphicData uri="http://schemas.openxmlformats.org/drawingml/2006/table">
            <a:tbl>
              <a:tblPr firstRow="0" bandRow="0" bandCol="0"/>
              <a:tblGrid>
                <a:gridCol w="3810000"/>
                <a:gridCol w="1809750"/>
                <a:gridCol w="1809750"/>
                <a:gridCol w="42291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조건과 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확인한 실행 경로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K=2 독립 질문 /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13.388초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6.270초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API 구간 6.261초 중첩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K=1 독립 질문 / 후속 완료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13.429초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13.087초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호출 중첩 0 / 병행 이익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7" name="DP2 object 224">
            <a:extLst>
              <a:ext uri="{FF2B5EF4-FFF2-40B4-BE49-F238E27FC236}">
                <ns2:creationId id="{34A580C5-647B-455B-A5B9-C27FD105FE6E}"/>
              </a:ext>
            </a:extLst>
          </p:cNvPr>
          <p:cNvSpPr>
            <a:spLocks noGrp="1"/>
          </p:cNvSpPr>
          <p:nvPr/>
        </p:nvSpPr>
        <p:spPr>
          <a:xfrm>
            <a:off x="6391275" y="4191000"/>
            <a:ext cx="11582400" cy="4286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QA06 보완: 별도 순서 제어 재생의 최고 동시 RSS</a:t>
            </a:r>
            <a:endParaRPr lang="ko-KR">
              <a:latin typeface="Calibri"/>
              <a:ea typeface="Calibri"/>
              <a:cs typeface="Calibri"/>
            </a:endParaRPr>
          </a:p>
        </p:txBody>
      </p:sp>
      <p:graphicFrame>
        <p:nvGraphicFramePr>
          <p:cNvPr id="48" name="">
            <a:extLst>
              <a:ext uri="{FF2B5EF4-FFF2-40B4-BE49-F238E27FC236}">
                <ns2:creationId id="{346FCC4A-5EF2-4D5E-A727-7151C0A24BC1}"/>
              </a:ext>
            </a:extLst>
          </p:cNvPr>
          <p:cNvGraphicFramePr/>
          <p:nvPr/>
        </p:nvGraphicFramePr>
        <p:xfrm>
          <a:off x="6391275" y="4743450"/>
          <a:ext cx="11658600" cy="2047875"/>
        </p:xfrm>
        <a:graphic>
          <a:graphicData uri="http://schemas.openxmlformats.org/drawingml/2006/table">
            <a:tbl>
              <a:tblPr firstRow="0" bandRow="0" bandCol="0"/>
              <a:tblGrid>
                <a:gridCol w="2190750"/>
                <a:gridCol w="3048000"/>
                <a:gridCol w="3048000"/>
                <a:gridCol w="3371850"/>
              </a:tblGrid>
              <a:tr h="4191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동시 문맥 N</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B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 B1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변화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30.097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30.294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+0.197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30.802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30.507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−0.295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32.326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31.867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−0.459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9" name="DP2 object 225">
            <a:extLst>
              <a:ext uri="{FF2B5EF4-FFF2-40B4-BE49-F238E27FC236}">
                <ns2:creationId id="{A4096256-C838-4B36-9223-327BEBFD474A}"/>
              </a:ext>
            </a:extLst>
          </p:cNvPr>
          <p:cNvSpPr>
            <a:spLocks noGrp="1"/>
          </p:cNvSpPr>
          <p:nvPr/>
        </p:nvSpPr>
        <p:spPr>
          <a:xfrm>
            <a:off x="6419850" y="6953250"/>
            <a:ext cx="11525250"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N=4 요청 할당 peak 평균: 573,372 → 365,413 byte</a:t>
            </a:r>
            <a:endParaRPr lang="ko-KR">
              <a:latin typeface="Calibri"/>
              <a:ea typeface="Calibri"/>
              <a:cs typeface="Calibri"/>
            </a:endParaRPr>
          </a:p>
        </p:txBody>
      </p:sp>
      <p:sp>
        <p:nvSpPr>
          <p:cNvPr id="50" name="DP2 object 226">
            <a:extLst>
              <a:ext uri="{FF2B5EF4-FFF2-40B4-BE49-F238E27FC236}">
                <ns2:creationId id="{C0BED520-0258-4B3D-A49D-A5CE006120A9}"/>
              </a:ext>
            </a:extLst>
          </p:cNvPr>
          <p:cNvSpPr>
            <a:spLocks noGrp="1"/>
          </p:cNvSpPr>
          <p:nvPr/>
        </p:nvSpPr>
        <p:spPr>
          <a:xfrm>
            <a:off x="6419850" y="7467600"/>
            <a:ext cx="1152525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결과·callback 72/72 동일 / 모델 입력 snapshot 168/168 session 동일</a:t>
            </a:r>
            <a:endParaRPr lang="ko-KR">
              <a:latin typeface="Calibri"/>
              <a:ea typeface="Calibri"/>
              <a:cs typeface="Calibri"/>
            </a:endParaRPr>
          </a:p>
        </p:txBody>
      </p:sp>
      <p:sp>
        <p:nvSpPr>
          <p:cNvPr id="51" name="DP2 object 227">
            <a:extLst>
              <a:ext uri="{FF2B5EF4-FFF2-40B4-BE49-F238E27FC236}">
                <ns2:creationId id="{FB66E911-2C7E-44BB-82CC-7DACC3C75902}"/>
              </a:ext>
            </a:extLst>
          </p:cNvPr>
          <p:cNvSpPr>
            <a:spLocks noGrp="1"/>
          </p:cNvSpPr>
          <p:nvPr/>
        </p:nvSpPr>
        <p:spPr>
          <a:xfrm>
            <a:off x="6419850" y="79152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N별·안별 12회, 전체 72회. 새 API 0회, 기존 응답 686개 재생.</a:t>
            </a:r>
            <a:endParaRPr lang="ko-KR">
              <a:latin typeface="Calibri"/>
              <a:ea typeface="Calibri"/>
              <a:cs typeface="Calibri"/>
            </a:endParaRPr>
          </a:p>
        </p:txBody>
      </p:sp>
      <p:sp>
        <p:nvSpPr>
          <p:cNvPr id="52" name="DP2 object 228">
            <a:extLst>
              <a:ext uri="{FF2B5EF4-FFF2-40B4-BE49-F238E27FC236}">
                <ns2:creationId id="{40DC6AA6-A1EA-4CAA-BC09-D5631412C3DB}"/>
              </a:ext>
            </a:extLst>
          </p:cNvPr>
          <p:cNvSpPr>
            <a:spLocks noGrp="1"/>
          </p:cNvSpPr>
          <p:nvPr/>
        </p:nvSpPr>
        <p:spPr>
          <a:xfrm>
            <a:off x="6419850" y="8372475"/>
            <a:ext cx="11525250" cy="323850"/>
          </a:xfrm>
          <a:prstGeom prst="rect">
            <a:avLst/>
          </a:prstGeom>
          <a:noFill/>
          <a:ln w="0">
            <a:noFill/>
            <a:prstDash val="solid"/>
          </a:ln>
        </p:spPr>
        <p:txBody>
          <a:bodyPr wrap="none" lIns="0" tIns="0" rIns="0" bIns="0" anchor="ctr">
            <a:noAutofit/>
          </a:bodyPr>
          <a:lstStyle>
            <a:defPPr algn="l">
              <a:defRPr sz="1800" b="0" lang="ko-KR">
                <a:solidFill>
                  <a:srgbClr val="C00000"/>
                </a:solidFill>
                <a:latin typeface="Calibri"/>
                <a:ea typeface="Calibri"/>
                <a:cs typeface="Calibri"/>
              </a:defRPr>
            </a:defPPr>
            <a:lvl1pPr algn="l">
              <a:defRPr sz="1800" b="0" lang="ko-KR">
                <a:solidFill>
                  <a:srgbClr val="C00000"/>
                </a:solidFill>
                <a:latin typeface="Calibri"/>
                <a:ea typeface="Calibri"/>
                <a:cs typeface="Calibri"/>
              </a:defRPr>
            </a:lvl1pPr>
            <a:lvl2pPr algn="l">
              <a:defRPr sz="1800" b="0" lang="ko-KR">
                <a:solidFill>
                  <a:srgbClr val="C00000"/>
                </a:solidFill>
                <a:latin typeface="Calibri"/>
                <a:ea typeface="Calibri"/>
                <a:cs typeface="Calibri"/>
              </a:defRPr>
            </a:lvl2pPr>
            <a:lvl3pPr algn="l">
              <a:defRPr sz="1800" b="0" lang="ko-KR">
                <a:solidFill>
                  <a:srgbClr val="C00000"/>
                </a:solidFill>
                <a:latin typeface="Calibri"/>
                <a:ea typeface="Calibri"/>
                <a:cs typeface="Calibri"/>
              </a:defRPr>
            </a:lvl3pPr>
            <a:lvl4pPr algn="l">
              <a:defRPr sz="1800" b="0" lang="ko-KR">
                <a:solidFill>
                  <a:srgbClr val="C00000"/>
                </a:solidFill>
                <a:latin typeface="Calibri"/>
                <a:ea typeface="Calibri"/>
                <a:cs typeface="Calibri"/>
              </a:defRPr>
            </a:lvl4pPr>
            <a:lvl5pPr algn="l">
              <a:defRPr sz="1800" b="0" lang="ko-KR">
                <a:solidFill>
                  <a:srgbClr val="C00000"/>
                </a:solidFill>
                <a:latin typeface="Calibri"/>
                <a:ea typeface="Calibri"/>
                <a:cs typeface="Calibri"/>
              </a:defRPr>
            </a:lvl5pPr>
            <a:lvl6pPr algn="l">
              <a:defRPr sz="1800" b="0" lang="ko-KR">
                <a:solidFill>
                  <a:srgbClr val="C00000"/>
                </a:solidFill>
                <a:latin typeface="Calibri"/>
                <a:ea typeface="Calibri"/>
                <a:cs typeface="Calibri"/>
              </a:defRPr>
            </a:lvl6pPr>
            <a:lvl7pPr algn="l">
              <a:defRPr sz="1800" b="0" lang="ko-KR">
                <a:solidFill>
                  <a:srgbClr val="C00000"/>
                </a:solidFill>
                <a:latin typeface="Calibri"/>
                <a:ea typeface="Calibri"/>
                <a:cs typeface="Calibri"/>
              </a:defRPr>
            </a:lvl7pPr>
            <a:lvl8pPr algn="l">
              <a:defRPr sz="1800" b="0" lang="ko-KR">
                <a:solidFill>
                  <a:srgbClr val="C00000"/>
                </a:solidFill>
                <a:latin typeface="Calibri"/>
                <a:ea typeface="Calibri"/>
                <a:cs typeface="Calibri"/>
              </a:defRPr>
            </a:lvl8pPr>
            <a:lvl9pPr algn="l">
              <a:defRPr sz="1800" b="0" lang="ko-KR">
                <a:solidFill>
                  <a:srgbClr val="C00000"/>
                </a:solidFill>
                <a:latin typeface="Calibri"/>
                <a:ea typeface="Calibri"/>
                <a:cs typeface="Calibri"/>
              </a:defRPr>
            </a:lvl9pPr>
          </a:lstStyle>
          <a:p>
            <a:pPr algn="l">
              <a:defRPr sz="1800" b="0" lang="ko-KR">
                <a:solidFill>
                  <a:srgbClr val="C00000"/>
                </a:solidFill>
                <a:latin typeface="Calibri"/>
                <a:ea typeface="Calibri"/>
                <a:cs typeface="Calibri"/>
              </a:defRPr>
            </a:pPr>
            <a:r>
              <a:rPr sz="1800" b="0" lang="ko-KR">
                <a:solidFill>
                  <a:srgbClr val="C00000"/>
                </a:solidFill>
                <a:latin typeface="Calibri"/>
                <a:ea typeface="Calibri"/>
                <a:cs typeface="Calibri"/>
              </a:rPr>
              <a:t>N=1 최고 RSS는 증가. 새 QA01·QA03와 모델 비용 개선은 미측정.</a:t>
            </a:r>
            <a:endParaRPr lang="ko-KR">
              <a:latin typeface="Calibri"/>
              <a:ea typeface="Calibri"/>
              <a:cs typeface="Calibri"/>
            </a:endParaRPr>
          </a:p>
        </p:txBody>
      </p:sp>
      <p:sp>
        <p:nvSpPr>
          <p:cNvPr id="53" name="DP2 object 229">
            <a:extLst>
              <a:ext uri="{FF2B5EF4-FFF2-40B4-BE49-F238E27FC236}">
                <ns2:creationId id="{0BA2B24B-F8E1-47C4-A12C-54BDE7341380}"/>
              </a:ext>
            </a:extLst>
          </p:cNvPr>
          <p:cNvSpPr>
            <a:spLocks noGrp="1"/>
          </p:cNvSpPr>
          <p:nvPr/>
        </p:nvSpPr>
        <p:spPr>
          <a:xfrm>
            <a:off x="6419850" y="8829675"/>
            <a:ext cx="11525250" cy="3238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별도 요청 관계 진단 N-R: A 27/27, B 26/27. B1에서도 B의 오류는 그대로.</a:t>
            </a:r>
            <a:endParaRPr lang="ko-KR">
              <a:latin typeface="Calibri"/>
              <a:ea typeface="Calibri"/>
              <a:cs typeface="Calibri"/>
            </a:endParaRPr>
          </a:p>
        </p:txBody>
      </p:sp>
      <p:sp>
        <p:nvSpPr>
          <p:cNvPr id="54" name="Editable path 230">
            <a:extLst>
              <a:ext uri="{FF2B5EF4-FFF2-40B4-BE49-F238E27FC236}">
                <ns2:creationId id="{19A88ED8-6F64-4928-982A-4A5288B99F67}"/>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55" name="DP2 object 231">
            <a:extLst>
              <a:ext uri="{FF2B5EF4-FFF2-40B4-BE49-F238E27FC236}">
                <ns2:creationId id="{E3A8F378-8959-4409-A680-DC4E641B3870}"/>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기본 실측 46.170MB와 재생 31.867MB는 전후값이 아님. 제품 전체 RAM, 원격 모델 weights/KV와 새 지연을 측정한 결과가 아님.</a:t>
            </a:r>
            <a:endParaRPr lang="ko-KR">
              <a:latin typeface="Calibri"/>
              <a:ea typeface="Calibri"/>
              <a:cs typeface="Calibri"/>
            </a:endParaRPr>
          </a:p>
        </p:txBody>
      </p:sp>
      <p:sp>
        <p:nvSpPr>
          <p:cNvPr id="56" name="DP2 object 232">
            <a:extLst>
              <a:ext uri="{FF2B5EF4-FFF2-40B4-BE49-F238E27FC236}">
                <ns2:creationId id="{1ECE0FA6-D537-4E9C-9441-A398B97AE888}"/>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발표 캠페인과 strict-control-v2 재생 근거. 새로운 공통 대표 평가의 정식 결과와 구분한다.</a:t>
            </a:r>
            <a:endParaRPr lang="ko-KR">
              <a:latin typeface="Calibri"/>
              <a:ea typeface="Calibri"/>
              <a:cs typeface="Calibri"/>
            </a:endParaRPr>
          </a:p>
        </p:txBody>
      </p:sp>
    </p:spTree>
    <p:extLst>
      <p:ext uri="{BB962C8B-B14F-4D97-AF65-F5344CB8AC3E}">
        <p14:creationId val="1190274236"/>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7" name="Unified slide title">
            <a:extLst>
              <a:ext uri="{FF2B5EF4-FFF2-40B4-BE49-F238E27FC236}">
                <ns2:creationId id="{594FC48C-B167-4BA5-82FD-CC6B607BBE7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a:t>
            </a:r>
            <a:endParaRPr lang="ko-KR">
              <a:latin typeface="Calibri"/>
              <a:ea typeface="Calibri"/>
              <a:cs typeface="Calibri"/>
            </a:endParaRPr>
          </a:p>
        </p:txBody>
      </p:sp>
      <p:sp>
        <p:nvSpPr>
          <p:cNvPr id="2" name="Workflow 과제 소개">
            <a:extLst>
              <a:ext uri="{FF2B5EF4-FFF2-40B4-BE49-F238E27FC236}">
                <ns2:creationId id="{28D223F2-1900-48C0-B749-2CC556183CE9}"/>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F93BAF-9331-430E-B861-BF35CD25F55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3D823FD0-6C9A-42BE-9024-00DFB66951A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99F92B4-55C3-4AEA-B491-3F604BCC022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33257ACE-BB96-484F-AED6-6738A7F0DC2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64C57F-8236-4D36-AF9E-96812D8632A3}"/>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65DD269-6208-433A-A3A2-FBC871AC56E5}"/>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918D675-D906-4277-8F2A-7248D1E5A44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FA5552C-ABBF-49EE-9EE1-DD61A70A608F}"/>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9F788A5C-397E-4458-81BF-9B5F8F15C8E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A7AD48E-F59B-4778-98D9-293299327BD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108F73E-2784-4D3B-AE63-C36218753F1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9 / 16</a:t>
            </a:r>
            <a:endParaRPr lang="ko-KR">
              <a:latin typeface="Calibri"/>
              <a:ea typeface="Calibri"/>
              <a:cs typeface="Calibri"/>
            </a:endParaRPr>
          </a:p>
        </p:txBody>
      </p:sp>
      <p:sp>
        <p:nvSpPr>
          <p:cNvPr id="14" name="DP3 object 1">
            <a:extLst>
              <a:ext uri="{FF2B5EF4-FFF2-40B4-BE49-F238E27FC236}">
                <ns2:creationId id="{76C9C568-8EE5-455B-B9D2-AE01155FD2FC}"/>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2">
            <a:extLst>
              <a:ext uri="{FF2B5EF4-FFF2-40B4-BE49-F238E27FC236}">
                <ns2:creationId id="{9209D8D8-0B92-4044-B804-DC413E8199F9}"/>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VIA는 발화, 당시 화면, 포인터와 선택 범위를 연결해 실제 대상을 정해야 한다.</a:t>
            </a:r>
            <a:endParaRPr lang="ko-KR">
              <a:latin typeface="Calibri"/>
              <a:ea typeface="Calibri"/>
              <a:cs typeface="Calibri"/>
            </a:endParaRPr>
          </a:p>
        </p:txBody>
      </p:sp>
      <p:sp>
        <p:nvSpPr>
          <p:cNvPr id="16" name="DP3 object 3">
            <a:extLst>
              <a:ext uri="{FF2B5EF4-FFF2-40B4-BE49-F238E27FC236}">
                <ns2:creationId id="{4F5E9185-35F1-4635-B22A-EE92E2F2C55F}"/>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4">
            <a:extLst>
              <a:ext uri="{FF2B5EF4-FFF2-40B4-BE49-F238E27FC236}">
                <ns2:creationId id="{346B2A0A-FB09-493F-A79E-BA1D5E9AACDB}"/>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5">
            <a:extLst>
              <a:ext uri="{FF2B5EF4-FFF2-40B4-BE49-F238E27FC236}">
                <ns2:creationId id="{B5F48380-E6F1-4AE6-974E-65BD38714356}"/>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sp>
      <p:sp>
        <p:nvSpPr>
          <p:cNvPr id="19" name="DP3 object 6">
            <a:extLst>
              <a:ext uri="{FF2B5EF4-FFF2-40B4-BE49-F238E27FC236}">
                <ns2:creationId id="{DBD922ED-088D-4530-835A-83B8373CF9E2}"/>
              </a:ext>
            </a:extLst>
          </p:cNvPr>
          <p:cNvSpPr>
            <a:spLocks noGrp="1"/>
          </p:cNvSpPr>
          <p:nvPr/>
        </p:nvSpPr>
        <p:spPr>
          <a:xfrm>
            <a:off x="962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7">
            <a:extLst>
              <a:ext uri="{FF2B5EF4-FFF2-40B4-BE49-F238E27FC236}">
                <ns2:creationId id="{498528CF-0E00-4389-8E8E-051993BD2A89}"/>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그래프 두 개 지정</a:t>
            </a:r>
            <a:endParaRPr lang="ko-KR">
              <a:latin typeface="Calibri"/>
              <a:ea typeface="Calibri"/>
              <a:cs typeface="Calibri"/>
            </a:endParaRPr>
          </a:p>
        </p:txBody>
      </p:sp>
      <p:sp>
        <p:nvSpPr>
          <p:cNvPr id="21" name="DP3 object 8">
            <a:extLst>
              <a:ext uri="{FF2B5EF4-FFF2-40B4-BE49-F238E27FC236}">
                <ns2:creationId id="{B8457B5D-0E0E-4B0C-9C1E-27404531AEF9}"/>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9">
            <a:extLst>
              <a:ext uri="{FF2B5EF4-FFF2-40B4-BE49-F238E27FC236}">
                <ns2:creationId id="{F18C063C-DFDD-496A-A72E-693080C61D21}"/>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sp>
      <p:sp>
        <p:nvSpPr>
          <p:cNvPr id="23" name="DP3 object 10">
            <a:extLst>
              <a:ext uri="{FF2B5EF4-FFF2-40B4-BE49-F238E27FC236}">
                <ns2:creationId id="{4E612574-02B2-4D30-A3B1-3398F029ABC5}"/>
              </a:ext>
            </a:extLst>
          </p:cNvPr>
          <p:cNvSpPr>
            <a:spLocks noGrp="1"/>
          </p:cNvSpPr>
          <p:nvPr/>
        </p:nvSpPr>
        <p:spPr>
          <a:xfrm>
            <a:off x="64865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11">
            <a:extLst>
              <a:ext uri="{FF2B5EF4-FFF2-40B4-BE49-F238E27FC236}">
                <ns2:creationId id="{02364C96-3DEB-4038-914A-C0FE18904AB8}"/>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12">
            <a:extLst>
              <a:ext uri="{FF2B5EF4-FFF2-40B4-BE49-F238E27FC236}">
                <ns2:creationId id="{C5249185-5891-4811-AEA4-AFF78243B367}"/>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13">
            <a:extLst>
              <a:ext uri="{FF2B5EF4-FFF2-40B4-BE49-F238E27FC236}">
                <ns2:creationId id="{0C48165A-4602-450C-B352-37F9794A0376}"/>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sp>
      <p:sp>
        <p:nvSpPr>
          <p:cNvPr id="27" name="DP3 object 14">
            <a:extLst>
              <a:ext uri="{FF2B5EF4-FFF2-40B4-BE49-F238E27FC236}">
                <ns2:creationId id="{64486586-93C7-4DDD-9E20-517A4764484B}"/>
              </a:ext>
            </a:extLst>
          </p:cNvPr>
          <p:cNvSpPr>
            <a:spLocks noGrp="1"/>
          </p:cNvSpPr>
          <p:nvPr/>
        </p:nvSpPr>
        <p:spPr>
          <a:xfrm>
            <a:off x="12011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62008390-30D1-4A1B-8756-6CD931EEB77D}"/>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15">
            <a:extLst>
              <a:ext uri="{FF2B5EF4-FFF2-40B4-BE49-F238E27FC236}">
                <ns2:creationId id="{5C3A92E0-06A3-4592-8084-825A407146E9}"/>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16">
            <a:extLst>
              <a:ext uri="{FF2B5EF4-FFF2-40B4-BE49-F238E27FC236}">
                <ns2:creationId id="{B3CAE1BE-67D2-4186-BB7B-1DDA7D2415A3}"/>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17">
            <a:extLst>
              <a:ext uri="{FF2B5EF4-FFF2-40B4-BE49-F238E27FC236}">
                <ns2:creationId id="{01DC7EEC-01D1-44BD-B7B7-CACFDD9FACFE}"/>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sp>
      <p:sp>
        <p:nvSpPr>
          <p:cNvPr id="32" name="DP3 object 18">
            <a:extLst>
              <a:ext uri="{FF2B5EF4-FFF2-40B4-BE49-F238E27FC236}">
                <ns2:creationId id="{D229508E-6808-4645-9845-E4F84C963C30}"/>
              </a:ext>
            </a:extLst>
          </p:cNvPr>
          <p:cNvSpPr>
            <a:spLocks noGrp="1"/>
          </p:cNvSpPr>
          <p:nvPr/>
        </p:nvSpPr>
        <p:spPr>
          <a:xfrm>
            <a:off x="66294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19">
            <a:extLst>
              <a:ext uri="{FF2B5EF4-FFF2-40B4-BE49-F238E27FC236}">
                <ns2:creationId id="{6D88D9E7-83A1-4EE2-AF5F-56F328DCB546}"/>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20">
            <a:extLst>
              <a:ext uri="{FF2B5EF4-FFF2-40B4-BE49-F238E27FC236}">
                <ns2:creationId id="{409DF47C-EA67-42DE-8E45-7E3559978266}"/>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21">
            <a:extLst>
              <a:ext uri="{FF2B5EF4-FFF2-40B4-BE49-F238E27FC236}">
                <ns2:creationId id="{43B535F1-36CA-4D88-8616-002908A230ED}"/>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22">
            <a:extLst>
              <a:ext uri="{FF2B5EF4-FFF2-40B4-BE49-F238E27FC236}">
                <ns2:creationId id="{AA649C9C-F9D0-4A3E-B2FE-92A7FA30A46E}"/>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sp>
      <p:sp>
        <p:nvSpPr>
          <p:cNvPr id="37" name="DP3 object 23">
            <a:extLst>
              <a:ext uri="{FF2B5EF4-FFF2-40B4-BE49-F238E27FC236}">
                <ns2:creationId id="{635660C0-2FF8-4963-B374-B9EAFEEF649B}"/>
              </a:ext>
            </a:extLst>
          </p:cNvPr>
          <p:cNvSpPr>
            <a:spLocks noGrp="1"/>
          </p:cNvSpPr>
          <p:nvPr/>
        </p:nvSpPr>
        <p:spPr>
          <a:xfrm>
            <a:off x="88392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24">
            <a:extLst>
              <a:ext uri="{FF2B5EF4-FFF2-40B4-BE49-F238E27FC236}">
                <ns2:creationId id="{96680A5E-A011-4E10-A840-49AE89E1C56D}"/>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25">
            <a:extLst>
              <a:ext uri="{FF2B5EF4-FFF2-40B4-BE49-F238E27FC236}">
                <ns2:creationId id="{81357AF3-F156-492A-BA16-CEF8C7BF65B2}"/>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26">
            <a:extLst>
              <a:ext uri="{FF2B5EF4-FFF2-40B4-BE49-F238E27FC236}">
                <ns2:creationId id="{FDDBD8B6-A4CB-41FE-A45D-0A19CD161F54}"/>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27">
            <a:extLst>
              <a:ext uri="{FF2B5EF4-FFF2-40B4-BE49-F238E27FC236}">
                <ns2:creationId id="{487639A2-E6F2-4432-9E45-F987B490A9F0}"/>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28">
            <a:extLst>
              <a:ext uri="{FF2B5EF4-FFF2-40B4-BE49-F238E27FC236}">
                <ns2:creationId id="{3953F24C-67ED-4177-B621-4BE4423FD33C}"/>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29">
            <a:extLst>
              <a:ext uri="{FF2B5EF4-FFF2-40B4-BE49-F238E27FC236}">
                <ns2:creationId id="{520C33D9-1887-4098-A18E-2F5B76138031}"/>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30">
            <a:extLst>
              <a:ext uri="{FF2B5EF4-FFF2-40B4-BE49-F238E27FC236}">
                <ns2:creationId id="{282B27B2-F6D4-4785-97AE-ADEB24035632}"/>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31">
            <a:extLst>
              <a:ext uri="{FF2B5EF4-FFF2-40B4-BE49-F238E27FC236}">
                <ns2:creationId id="{66250EC1-9B4B-4CA1-AB48-57AFB7FD1283}"/>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32">
            <a:extLst>
              <a:ext uri="{FF2B5EF4-FFF2-40B4-BE49-F238E27FC236}">
                <ns2:creationId id="{ABCF564F-7E33-4F25-B10A-B6E0E4195B07}"/>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33">
            <a:extLst>
              <a:ext uri="{FF2B5EF4-FFF2-40B4-BE49-F238E27FC236}">
                <ns2:creationId id="{379841FB-39B6-487A-AC42-11AA97CD0D05}"/>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34">
            <a:extLst>
              <a:ext uri="{FF2B5EF4-FFF2-40B4-BE49-F238E27FC236}">
                <ns2:creationId id="{7E24D29A-AEC8-4F2F-97A5-C8FE754C24AA}"/>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35">
            <a:extLst>
              <a:ext uri="{FF2B5EF4-FFF2-40B4-BE49-F238E27FC236}">
                <ns2:creationId id="{1899045A-E6D0-4AA9-A92F-C8AC6DEAFA22}"/>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36">
            <a:extLst>
              <a:ext uri="{FF2B5EF4-FFF2-40B4-BE49-F238E27FC236}">
                <ns2:creationId id="{EFA0C112-9C29-4F32-8A96-54F3D1AA6EA9}"/>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37">
            <a:extLst>
              <a:ext uri="{FF2B5EF4-FFF2-40B4-BE49-F238E27FC236}">
                <ns2:creationId id="{27DF50AD-71BF-4B33-A33C-52004F1D0385}"/>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38">
            <a:extLst>
              <a:ext uri="{FF2B5EF4-FFF2-40B4-BE49-F238E27FC236}">
                <ns2:creationId id="{F9C334B3-4945-46D1-947E-9035E25825DB}"/>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39">
            <a:extLst>
              <a:ext uri="{FF2B5EF4-FFF2-40B4-BE49-F238E27FC236}">
                <ns2:creationId id="{92A7C666-B189-4C50-9C10-CE0146F6DE45}"/>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AB2EA6F4-7292-4529-BB4F-8064CF7791E1}"/>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sp>
      <p:sp>
        <p:nvSpPr>
          <p:cNvPr id="55" name="DP3 object 40">
            <a:extLst>
              <a:ext uri="{FF2B5EF4-FFF2-40B4-BE49-F238E27FC236}">
                <ns2:creationId id="{18741C71-EA84-4DB1-BF97-68E54D2A8B96}"/>
              </a:ext>
            </a:extLst>
          </p:cNvPr>
          <p:cNvSpPr>
            <a:spLocks noGrp="1"/>
          </p:cNvSpPr>
          <p:nvPr/>
        </p:nvSpPr>
        <p:spPr>
          <a:xfrm>
            <a:off x="876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F03FDBAD-FBD4-415C-B53A-CA3EFB391B78}"/>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sp>
      <p:sp>
        <p:nvSpPr>
          <p:cNvPr id="57" name="DP3 object 41">
            <a:extLst>
              <a:ext uri="{FF2B5EF4-FFF2-40B4-BE49-F238E27FC236}">
                <ns2:creationId id="{76AFB0D0-6E00-435B-830C-DEC4F2D58F3F}"/>
              </a:ext>
            </a:extLst>
          </p:cNvPr>
          <p:cNvSpPr>
            <a:spLocks noGrp="1"/>
          </p:cNvSpPr>
          <p:nvPr/>
        </p:nvSpPr>
        <p:spPr>
          <a:xfrm>
            <a:off x="6400800" y="6153150"/>
            <a:ext cx="4533900" cy="5905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5AF695F8-1A7B-4E57-B073-A23E3DB3AAEC}"/>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sp>
      <p:sp>
        <p:nvSpPr>
          <p:cNvPr id="59" name="DP3 object 42">
            <a:extLst>
              <a:ext uri="{FF2B5EF4-FFF2-40B4-BE49-F238E27FC236}">
                <ns2:creationId id="{FD53B5B5-2207-4DB6-8DB4-71F0EC8287F0}"/>
              </a:ext>
            </a:extLst>
          </p:cNvPr>
          <p:cNvSpPr>
            <a:spLocks noGrp="1"/>
          </p:cNvSpPr>
          <p:nvPr/>
        </p:nvSpPr>
        <p:spPr>
          <a:xfrm>
            <a:off x="11925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43">
            <a:extLst>
              <a:ext uri="{FF2B5EF4-FFF2-40B4-BE49-F238E27FC236}">
                <ns2:creationId id="{5C847B21-D1CA-4ED3-8FF3-03317478A339}"/>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44">
            <a:extLst>
              <a:ext uri="{FF2B5EF4-FFF2-40B4-BE49-F238E27FC236}">
                <ns2:creationId id="{392DF7E5-1DF3-473A-A77D-1146EF08F1AB}"/>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45">
            <a:extLst>
              <a:ext uri="{FF2B5EF4-FFF2-40B4-BE49-F238E27FC236}">
                <ns2:creationId id="{C0F083A7-113B-4A9E-94FF-9409671E8DFA}"/>
              </a:ext>
            </a:extLst>
          </p:cNvPr>
          <p:cNvSpPr>
            <a:spLocks noGrp="1"/>
          </p:cNvSpPr>
          <p:nvPr/>
        </p:nvSpPr>
        <p:spPr>
          <a:xfrm>
            <a:off x="2667000" y="7553325"/>
            <a:ext cx="13049250" cy="447675"/>
          </a:xfrm>
          <a:prstGeom prst="rect">
            <a:avLst/>
          </a:prstGeom>
          <a:noFill/>
          <a:ln w="0">
            <a:noFill/>
            <a:prstDash val="solid"/>
          </a:ln>
        </p:spPr>
        <p:txBody>
          <a:bodyPr wrap="none" lIns="0" tIns="0" rIns="0" bIns="0" anchor="ctr">
            <a:noAutofit/>
          </a:bodyPr>
          <a:lstStyle>
            <a:defPPr algn="ctr">
              <a:defRPr sz="2600" b="1" lang="ko-KR">
                <a:solidFill>
                  <a:srgbClr val="C00000"/>
                </a:solidFill>
                <a:latin typeface="Calibri"/>
                <a:ea typeface="Calibri"/>
                <a:cs typeface="Calibri"/>
              </a:defRPr>
            </a:defPPr>
            <a:lvl1pPr algn="ctr">
              <a:defRPr sz="2600" b="1" lang="ko-KR">
                <a:solidFill>
                  <a:srgbClr val="C00000"/>
                </a:solidFill>
                <a:latin typeface="Calibri"/>
                <a:ea typeface="Calibri"/>
                <a:cs typeface="Calibri"/>
              </a:defRPr>
            </a:lvl1pPr>
            <a:lvl2pPr algn="ctr">
              <a:defRPr sz="2600" b="1" lang="ko-KR">
                <a:solidFill>
                  <a:srgbClr val="C00000"/>
                </a:solidFill>
                <a:latin typeface="Calibri"/>
                <a:ea typeface="Calibri"/>
                <a:cs typeface="Calibri"/>
              </a:defRPr>
            </a:lvl2pPr>
            <a:lvl3pPr algn="ctr">
              <a:defRPr sz="2600" b="1" lang="ko-KR">
                <a:solidFill>
                  <a:srgbClr val="C00000"/>
                </a:solidFill>
                <a:latin typeface="Calibri"/>
                <a:ea typeface="Calibri"/>
                <a:cs typeface="Calibri"/>
              </a:defRPr>
            </a:lvl3pPr>
            <a:lvl4pPr algn="ctr">
              <a:defRPr sz="2600" b="1" lang="ko-KR">
                <a:solidFill>
                  <a:srgbClr val="C00000"/>
                </a:solidFill>
                <a:latin typeface="Calibri"/>
                <a:ea typeface="Calibri"/>
                <a:cs typeface="Calibri"/>
              </a:defRPr>
            </a:lvl4pPr>
            <a:lvl5pPr algn="ctr">
              <a:defRPr sz="2600" b="1" lang="ko-KR">
                <a:solidFill>
                  <a:srgbClr val="C00000"/>
                </a:solidFill>
                <a:latin typeface="Calibri"/>
                <a:ea typeface="Calibri"/>
                <a:cs typeface="Calibri"/>
              </a:defRPr>
            </a:lvl5pPr>
            <a:lvl6pPr algn="ctr">
              <a:defRPr sz="2600" b="1" lang="ko-KR">
                <a:solidFill>
                  <a:srgbClr val="C00000"/>
                </a:solidFill>
                <a:latin typeface="Calibri"/>
                <a:ea typeface="Calibri"/>
                <a:cs typeface="Calibri"/>
              </a:defRPr>
            </a:lvl6pPr>
            <a:lvl7pPr algn="ctr">
              <a:defRPr sz="2600" b="1" lang="ko-KR">
                <a:solidFill>
                  <a:srgbClr val="C00000"/>
                </a:solidFill>
                <a:latin typeface="Calibri"/>
                <a:ea typeface="Calibri"/>
                <a:cs typeface="Calibri"/>
              </a:defRPr>
            </a:lvl7pPr>
            <a:lvl8pPr algn="ctr">
              <a:defRPr sz="2600" b="1" lang="ko-KR">
                <a:solidFill>
                  <a:srgbClr val="C00000"/>
                </a:solidFill>
                <a:latin typeface="Calibri"/>
                <a:ea typeface="Calibri"/>
                <a:cs typeface="Calibri"/>
              </a:defRPr>
            </a:lvl8pPr>
            <a:lvl9pPr algn="ctr">
              <a:defRPr sz="2600" b="1" lang="ko-KR">
                <a:solidFill>
                  <a:srgbClr val="C00000"/>
                </a:solidFill>
                <a:latin typeface="Calibri"/>
                <a:ea typeface="Calibri"/>
                <a:cs typeface="Calibri"/>
              </a:defRPr>
            </a:lvl9pPr>
          </a:lstStyle>
          <a:p>
            <a:pPr algn="ctr">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정정은 현재 메일이 아니라 앞선 그래프를 가리킨다</a:t>
            </a:r>
            <a:endParaRPr lang="ko-KR">
              <a:latin typeface="Calibri"/>
              <a:ea typeface="Calibri"/>
              <a:cs typeface="Calibri"/>
            </a:endParaRPr>
          </a:p>
        </p:txBody>
      </p:sp>
      <p:sp>
        <p:nvSpPr>
          <p:cNvPr id="63" name="Editable path 46">
            <a:extLst>
              <a:ext uri="{FF2B5EF4-FFF2-40B4-BE49-F238E27FC236}">
                <ns2:creationId id="{6F6D2CE6-61AA-4558-9941-465B1AA7E4CA}"/>
              </a:ext>
            </a:extLst>
          </p:cNvPr>
          <p:cNvSpPr>
            <a:spLocks noGrp="1"/>
          </p:cNvSpPr>
          <p:nvPr/>
        </p:nvSpPr>
        <p:spPr>
          <a:xfrm>
            <a:off x="619125" y="8391525"/>
            <a:ext cx="16811625" cy="953"/>
          </a:xfrm>
          <a:custGeom>
            <a:pathLst>
              <a:path w="16811625" h="953">
                <a:moveTo>
                  <a:pt x="0" y="0"/>
                </a:moveTo>
                <a:lnTo>
                  <a:pt x="16811625" y="0"/>
                </a:lnTo>
              </a:path>
            </a:pathLst>
          </a:custGeom>
          <a:noFill/>
          <a:ln w="14288">
            <a:solidFill>
              <a:srgbClr val="4676CB"/>
            </a:solidFill>
            <a:prstDash val="solid"/>
          </a:ln>
        </p:spPr>
      </p:sp>
      <p:sp>
        <p:nvSpPr>
          <p:cNvPr id="64" name="DP3 object 47">
            <a:extLst>
              <a:ext uri="{FF2B5EF4-FFF2-40B4-BE49-F238E27FC236}">
                <ns2:creationId id="{B81CFA0E-73E3-4205-8F76-E0AD27D01F65}"/>
              </a:ext>
            </a:extLst>
          </p:cNvPr>
          <p:cNvSpPr>
            <a:spLocks noGrp="1"/>
          </p:cNvSpPr>
          <p:nvPr/>
        </p:nvSpPr>
        <p:spPr>
          <a:xfrm>
            <a:off x="628650" y="8743950"/>
            <a:ext cx="2667000" cy="5334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65" name="DP3 object 48">
            <a:extLst>
              <a:ext uri="{FF2B5EF4-FFF2-40B4-BE49-F238E27FC236}">
                <ns2:creationId id="{7E15B6F7-23FD-4AF0-85CE-F213CFC53C3A}"/>
              </a:ext>
            </a:extLst>
          </p:cNvPr>
          <p:cNvSpPr>
            <a:spLocks noGrp="1"/>
          </p:cNvSpPr>
          <p:nvPr/>
        </p:nvSpPr>
        <p:spPr>
          <a:xfrm>
            <a:off x="3476625" y="8696325"/>
            <a:ext cx="14049375" cy="590550"/>
          </a:xfrm>
          <a:prstGeom prst="rect">
            <a:avLst/>
          </a:prstGeom>
          <a:noFill/>
          <a:ln w="0">
            <a:noFill/>
            <a:prstDash val="solid"/>
          </a:ln>
        </p:spPr>
        <p:txBody>
          <a:bodyPr wrap="none" lIns="0" tIns="0" rIns="0" bIns="0" anchor="ctr">
            <a:noAutofit/>
          </a:bodyPr>
          <a:lstStyle>
            <a:defPPr algn="l">
              <a:defRPr sz="2600" b="1" lang="ko-KR">
                <a:solidFill>
                  <a:srgbClr val="111111"/>
                </a:solidFill>
                <a:latin typeface="Calibri"/>
                <a:ea typeface="Calibri"/>
                <a:cs typeface="Calibri"/>
              </a:defRPr>
            </a:defPPr>
            <a:lvl1pPr algn="l">
              <a:defRPr sz="2600" b="1" lang="ko-KR">
                <a:solidFill>
                  <a:srgbClr val="111111"/>
                </a:solidFill>
                <a:latin typeface="Calibri"/>
                <a:ea typeface="Calibri"/>
                <a:cs typeface="Calibri"/>
              </a:defRPr>
            </a:lvl1pPr>
            <a:lvl2pPr algn="l">
              <a:defRPr sz="2600" b="1" lang="ko-KR">
                <a:solidFill>
                  <a:srgbClr val="111111"/>
                </a:solidFill>
                <a:latin typeface="Calibri"/>
                <a:ea typeface="Calibri"/>
                <a:cs typeface="Calibri"/>
              </a:defRPr>
            </a:lvl2pPr>
            <a:lvl3pPr algn="l">
              <a:defRPr sz="2600" b="1" lang="ko-KR">
                <a:solidFill>
                  <a:srgbClr val="111111"/>
                </a:solidFill>
                <a:latin typeface="Calibri"/>
                <a:ea typeface="Calibri"/>
                <a:cs typeface="Calibri"/>
              </a:defRPr>
            </a:lvl3pPr>
            <a:lvl4pPr algn="l">
              <a:defRPr sz="2600" b="1" lang="ko-KR">
                <a:solidFill>
                  <a:srgbClr val="111111"/>
                </a:solidFill>
                <a:latin typeface="Calibri"/>
                <a:ea typeface="Calibri"/>
                <a:cs typeface="Calibri"/>
              </a:defRPr>
            </a:lvl4pPr>
            <a:lvl5pPr algn="l">
              <a:defRPr sz="2600" b="1" lang="ko-KR">
                <a:solidFill>
                  <a:srgbClr val="111111"/>
                </a:solidFill>
                <a:latin typeface="Calibri"/>
                <a:ea typeface="Calibri"/>
                <a:cs typeface="Calibri"/>
              </a:defRPr>
            </a:lvl5pPr>
            <a:lvl6pPr algn="l">
              <a:defRPr sz="2600" b="1" lang="ko-KR">
                <a:solidFill>
                  <a:srgbClr val="111111"/>
                </a:solidFill>
                <a:latin typeface="Calibri"/>
                <a:ea typeface="Calibri"/>
                <a:cs typeface="Calibri"/>
              </a:defRPr>
            </a:lvl6pPr>
            <a:lvl7pPr algn="l">
              <a:defRPr sz="2600" b="1" lang="ko-KR">
                <a:solidFill>
                  <a:srgbClr val="111111"/>
                </a:solidFill>
                <a:latin typeface="Calibri"/>
                <a:ea typeface="Calibri"/>
                <a:cs typeface="Calibri"/>
              </a:defRPr>
            </a:lvl7pPr>
            <a:lvl8pPr algn="l">
              <a:defRPr sz="2600" b="1" lang="ko-KR">
                <a:solidFill>
                  <a:srgbClr val="111111"/>
                </a:solidFill>
                <a:latin typeface="Calibri"/>
                <a:ea typeface="Calibri"/>
                <a:cs typeface="Calibri"/>
              </a:defRPr>
            </a:lvl8pPr>
            <a:lvl9pPr algn="l">
              <a:defRPr sz="2600" b="1" lang="ko-KR">
                <a:solidFill>
                  <a:srgbClr val="111111"/>
                </a:solidFill>
                <a:latin typeface="Calibri"/>
                <a:ea typeface="Calibri"/>
                <a:cs typeface="Calibri"/>
              </a:defRPr>
            </a:lvl9pPr>
          </a:lstStyle>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원본을 함께 해석할까, 화면·발화 후보를 먼저 만들어 결합할까?</a:t>
            </a:r>
            <a:endParaRPr lang="ko-KR">
              <a:latin typeface="Calibri"/>
              <a:ea typeface="Calibri"/>
              <a:cs typeface="Calibri"/>
            </a:endParaRPr>
          </a:p>
        </p:txBody>
      </p:sp>
      <p:sp>
        <p:nvSpPr>
          <p:cNvPr id="66" name="DP3 object 49">
            <a:extLst>
              <a:ext uri="{FF2B5EF4-FFF2-40B4-BE49-F238E27FC236}">
                <ns2:creationId id="{9A60AF93-1BD7-474E-B8E6-F157B3F1C5C7}"/>
              </a:ext>
            </a:extLst>
          </p:cNvPr>
          <p:cNvSpPr>
            <a:spLocks noGrp="1"/>
          </p:cNvSpPr>
          <p:nvPr/>
        </p:nvSpPr>
        <p:spPr>
          <a:xfrm>
            <a:off x="3476625" y="9391650"/>
            <a:ext cx="13906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대상의 범위와 관계를 생산하는 SW 책임과 중간 상태를 선택한다.</a:t>
            </a:r>
            <a:endParaRPr lang="ko-KR">
              <a:latin typeface="Calibri"/>
              <a:ea typeface="Calibri"/>
              <a:cs typeface="Calibri"/>
            </a:endParaRPr>
          </a:p>
        </p:txBody>
      </p:sp>
    </p:spTree>
    <p:extLst>
      <p:ext uri="{BB962C8B-B14F-4D97-AF65-F5344CB8AC3E}">
        <p14:creationId val="1832796605"/>
      </p:ext>
    </p:extLst>
  </p:cSld>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8BDE70CF-BB34-424F-BF6C-BFBA5346914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Workflow 과제 소개">
            <a:extLst>
              <a:ext uri="{FF2B5EF4-FFF2-40B4-BE49-F238E27FC236}">
                <ns2:creationId id="{B80C9505-7D19-4C8F-A613-B2CDEC40DC04}"/>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880B55C-B222-4240-A2F6-4D8BF019ECC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A7AA68E-5D46-4F95-92C7-EE6C7B1A193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166A1CF5-9C3D-49AD-9455-572142D2BC41}"/>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3E6C79D-323B-44D6-842C-244AE9F8B0C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6B044AA6-AC88-4DE0-9FE4-CCE54FD7E2F8}"/>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003C03A6-4AEE-4EB1-B8EC-60E0B0D6416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F1F79E7-FB8B-4BD6-985C-551C41D2F54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FCF36691-E00B-481F-9C96-44B832F2D799}"/>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8D837172-488C-4489-A6EC-73A3FB22C638}"/>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ACE6070-F070-4E61-8715-7C0B8222890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40826A3E-940E-4C4C-B7F1-5396D534A331}"/>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10 / 16</a:t>
            </a:r>
            <a:endParaRPr lang="ko-KR">
              <a:latin typeface="Calibri"/>
              <a:ea typeface="Calibri"/>
              <a:cs typeface="Calibri"/>
            </a:endParaRPr>
          </a:p>
        </p:txBody>
      </p:sp>
      <p:sp>
        <p:nvSpPr>
          <p:cNvPr id="14" name="DP3 object 50">
            <a:extLst>
              <a:ext uri="{FF2B5EF4-FFF2-40B4-BE49-F238E27FC236}">
                <ns2:creationId id="{8A2F04BF-E814-426A-B4B6-A0CFC189FD3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A는 원본에서 공동 생산 / B는 생산자별 후보를 게시한 뒤 결합</a:t>
            </a:r>
            <a:endParaRPr lang="ko-KR">
              <a:latin typeface="Calibri"/>
              <a:ea typeface="Calibri"/>
              <a:cs typeface="Calibri"/>
            </a:endParaRPr>
          </a:p>
        </p:txBody>
      </p:sp>
      <p:graphicFrame>
        <p:nvGraphicFramePr>
          <p:cNvPr id="15" name="">
            <a:extLst>
              <a:ext uri="{FF2B5EF4-FFF2-40B4-BE49-F238E27FC236}">
                <ns2:creationId id="{9B37B182-CC28-4AE6-879B-EF9158427C6D}"/>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24/24 (100%)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51">
            <a:extLst>
              <a:ext uri="{FF2B5EF4-FFF2-40B4-BE49-F238E27FC236}">
                <ns2:creationId id="{D27B2060-BC87-4140-80C1-9D00CC200AF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52">
            <a:extLst>
              <a:ext uri="{FF2B5EF4-FFF2-40B4-BE49-F238E27FC236}">
                <ns2:creationId id="{9B55A428-74E2-4B2E-8862-C26CE210FF30}"/>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53">
            <a:extLst>
              <a:ext uri="{FF2B5EF4-FFF2-40B4-BE49-F238E27FC236}">
                <ns2:creationId id="{8263D3F8-FCD5-4489-B28B-E31461D6EB3B}"/>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54">
            <a:extLst>
              <a:ext uri="{FF2B5EF4-FFF2-40B4-BE49-F238E27FC236}">
                <ns2:creationId id="{9A75D99D-53CC-4141-A478-1145C10A4E73}"/>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8B22DE5F-9222-4D1F-BAE2-6699EFBD33CB}"/>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55">
            <a:extLst>
              <a:ext uri="{FF2B5EF4-FFF2-40B4-BE49-F238E27FC236}">
                <ns2:creationId id="{871A0C7E-8FF6-4351-A13C-A76FCC8FDFB9}"/>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56">
            <a:extLst>
              <a:ext uri="{FF2B5EF4-FFF2-40B4-BE49-F238E27FC236}">
                <ns2:creationId id="{ADCCB8E7-166B-4EB7-A1FA-48BC2520DA2A}"/>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57">
            <a:extLst>
              <a:ext uri="{FF2B5EF4-FFF2-40B4-BE49-F238E27FC236}">
                <ns2:creationId id="{5CCD8583-2094-4E7E-BD90-F452DD1FBA4B}"/>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58">
            <a:extLst>
              <a:ext uri="{FF2B5EF4-FFF2-40B4-BE49-F238E27FC236}">
                <ns2:creationId id="{61B57013-E20A-4E6D-BDAD-CE0CA6FE9373}"/>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AE5F05C2-B327-47AE-8E8F-6509876AC591}"/>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6" name="DP3 object 59">
            <a:extLst>
              <a:ext uri="{FF2B5EF4-FFF2-40B4-BE49-F238E27FC236}">
                <ns2:creationId id="{9652D512-60DE-4A8E-9994-F94491FDAA80}"/>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681ECD04-C65F-40B4-9D16-D13BECF254B7}"/>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8" name="DP3 object 60">
            <a:extLst>
              <a:ext uri="{FF2B5EF4-FFF2-40B4-BE49-F238E27FC236}">
                <ns2:creationId id="{6BAC0F6C-60B0-44F4-A39A-120D02513C91}"/>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FE5389A4-750A-4488-A238-180A5012A3EC}"/>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0" name="DP3 object 61">
            <a:extLst>
              <a:ext uri="{FF2B5EF4-FFF2-40B4-BE49-F238E27FC236}">
                <ns2:creationId id="{98E73BD7-457D-4112-979A-76FCA3143812}"/>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62">
            <a:extLst>
              <a:ext uri="{FF2B5EF4-FFF2-40B4-BE49-F238E27FC236}">
                <ns2:creationId id="{1AAD5EE9-6C78-41F8-8972-59663F71ADCE}"/>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4EF68EE6-2385-4813-B80D-15489BE58C3F}"/>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3" name="DP3 object 63">
            <a:extLst>
              <a:ext uri="{FF2B5EF4-FFF2-40B4-BE49-F238E27FC236}">
                <ns2:creationId id="{C5667D64-B9D7-42B3-BBE1-7F87A14DA376}"/>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74FC7D27-7E4A-42FB-AB11-6B8623618C54}"/>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5" name="DP3 object 64">
            <a:extLst>
              <a:ext uri="{FF2B5EF4-FFF2-40B4-BE49-F238E27FC236}">
                <ns2:creationId id="{A93A3B4F-2259-4687-A566-AC2A04C682BE}"/>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B9BA3C7C-7EBC-47FF-8FFE-19BC09B26B8C}"/>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7" name="DP3 object 65">
            <a:extLst>
              <a:ext uri="{FF2B5EF4-FFF2-40B4-BE49-F238E27FC236}">
                <ns2:creationId id="{80FA0206-334A-4574-9CC5-3C94E8D37FCF}"/>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66">
            <a:extLst>
              <a:ext uri="{FF2B5EF4-FFF2-40B4-BE49-F238E27FC236}">
                <ns2:creationId id="{A6E1800A-EB79-4531-A0F1-E968A1C43E3A}"/>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67">
            <a:extLst>
              <a:ext uri="{FF2B5EF4-FFF2-40B4-BE49-F238E27FC236}">
                <ns2:creationId id="{2C0E5ABF-6BEB-4D1C-A952-2704C0D28CF6}"/>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68">
            <a:extLst>
              <a:ext uri="{FF2B5EF4-FFF2-40B4-BE49-F238E27FC236}">
                <ns2:creationId id="{C878ED28-A3DA-4A08-A457-1F2FFC1CA272}"/>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69">
            <a:extLst>
              <a:ext uri="{FF2B5EF4-FFF2-40B4-BE49-F238E27FC236}">
                <ns2:creationId id="{D8291C33-A41C-40B8-B38F-E10F66033ECB}"/>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70">
            <a:extLst>
              <a:ext uri="{FF2B5EF4-FFF2-40B4-BE49-F238E27FC236}">
                <ns2:creationId id="{22B95CB4-54CB-4A88-BF60-A28A2AD9175E}"/>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71">
            <a:extLst>
              <a:ext uri="{FF2B5EF4-FFF2-40B4-BE49-F238E27FC236}">
                <ns2:creationId id="{7CA2B681-8254-4EE5-8125-C84371E448A1}"/>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72">
            <a:extLst>
              <a:ext uri="{FF2B5EF4-FFF2-40B4-BE49-F238E27FC236}">
                <ns2:creationId id="{3386BD28-31C3-4A75-959E-C1B89DFDF977}"/>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73">
            <a:extLst>
              <a:ext uri="{FF2B5EF4-FFF2-40B4-BE49-F238E27FC236}">
                <ns2:creationId id="{1BA82CE2-7BE7-407E-A3BA-317BA38552D3}"/>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74">
            <a:extLst>
              <a:ext uri="{FF2B5EF4-FFF2-40B4-BE49-F238E27FC236}">
                <ns2:creationId id="{EBCAFD6E-CF8B-4328-9375-F1E4CB59AC96}"/>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7" name="DP3 object 75">
            <a:extLst>
              <a:ext uri="{FF2B5EF4-FFF2-40B4-BE49-F238E27FC236}">
                <ns2:creationId id="{780DFECD-59BA-4E91-98C8-87A35964454C}"/>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748E94C4-B0FE-400D-9714-2D0B8DC31572}"/>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49" name="DP3 object 76">
            <a:extLst>
              <a:ext uri="{FF2B5EF4-FFF2-40B4-BE49-F238E27FC236}">
                <ns2:creationId id="{27AEE108-B6EC-4A3E-9F0E-306E2C1EADDC}"/>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77">
            <a:extLst>
              <a:ext uri="{FF2B5EF4-FFF2-40B4-BE49-F238E27FC236}">
                <ns2:creationId id="{2B8FADFC-FB37-433E-8FCC-2BA66E43A0FD}"/>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1" name="DP3 object 78">
            <a:extLst>
              <a:ext uri="{FF2B5EF4-FFF2-40B4-BE49-F238E27FC236}">
                <ns2:creationId id="{73E7F8EA-21C9-4FF0-B41A-CBAB83EF4C23}"/>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79">
            <a:extLst>
              <a:ext uri="{FF2B5EF4-FFF2-40B4-BE49-F238E27FC236}">
                <ns2:creationId id="{2E583B1F-FC4E-4AA0-8909-0B5EEEACBC8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80">
            <a:extLst>
              <a:ext uri="{FF2B5EF4-FFF2-40B4-BE49-F238E27FC236}">
                <ns2:creationId id="{5E8CC93B-C88E-49B6-ADE9-0598EEF9245A}"/>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81">
            <a:extLst>
              <a:ext uri="{FF2B5EF4-FFF2-40B4-BE49-F238E27FC236}">
                <ns2:creationId id="{CCCBA8DB-1B11-48A7-A4DB-0F28C30435BB}"/>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5" name="DP3 object 82">
            <a:extLst>
              <a:ext uri="{FF2B5EF4-FFF2-40B4-BE49-F238E27FC236}">
                <ns2:creationId id="{8E105057-28C2-44C6-9AE2-565D649B9704}"/>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83">
            <a:extLst>
              <a:ext uri="{FF2B5EF4-FFF2-40B4-BE49-F238E27FC236}">
                <ns2:creationId id="{7452A663-6ADB-4B7F-A475-A188910E9A2F}"/>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84">
            <a:extLst>
              <a:ext uri="{FF2B5EF4-FFF2-40B4-BE49-F238E27FC236}">
                <ns2:creationId id="{8797EA33-EDD2-4FBD-8E55-5C3E6E21B4AB}"/>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85">
            <a:extLst>
              <a:ext uri="{FF2B5EF4-FFF2-40B4-BE49-F238E27FC236}">
                <ns2:creationId id="{FB80B94E-EDD5-4CC4-AFEB-CDF6DB2BCA7D}"/>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F485955A-AE28-4F20-A63B-CE1206D75755}"/>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0" name="DP3 object 86">
            <a:extLst>
              <a:ext uri="{FF2B5EF4-FFF2-40B4-BE49-F238E27FC236}">
                <ns2:creationId id="{6FFDA2E5-1388-4EF8-83F6-E199CDE7C910}"/>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87">
            <a:extLst>
              <a:ext uri="{FF2B5EF4-FFF2-40B4-BE49-F238E27FC236}">
                <ns2:creationId id="{1466AA2B-6D7C-4835-AF69-A5031610426F}"/>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88">
            <a:extLst>
              <a:ext uri="{FF2B5EF4-FFF2-40B4-BE49-F238E27FC236}">
                <ns2:creationId id="{1D5F23D0-0BF2-4E06-81BA-F7A4CC0C1286}"/>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89">
            <a:extLst>
              <a:ext uri="{FF2B5EF4-FFF2-40B4-BE49-F238E27FC236}">
                <ns2:creationId id="{48447187-B557-44A3-9DE2-E6687FD8CBCA}"/>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4" name="DP3 object 90">
            <a:extLst>
              <a:ext uri="{FF2B5EF4-FFF2-40B4-BE49-F238E27FC236}">
                <ns2:creationId id="{356115AA-700E-4A71-B755-86667E2F75B0}"/>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91">
            <a:extLst>
              <a:ext uri="{FF2B5EF4-FFF2-40B4-BE49-F238E27FC236}">
                <ns2:creationId id="{393DF393-8C74-4B70-8113-1E212C1CFE3A}"/>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FC4803E2-1685-4F7F-B588-E2A8C7611051}"/>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67" name="DP3 object 92">
            <a:extLst>
              <a:ext uri="{FF2B5EF4-FFF2-40B4-BE49-F238E27FC236}">
                <ns2:creationId id="{35DEEB14-AE25-4408-811C-811F7F2E7616}"/>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93">
            <a:extLst>
              <a:ext uri="{FF2B5EF4-FFF2-40B4-BE49-F238E27FC236}">
                <ns2:creationId id="{FEA58377-38B5-4A3B-BC20-3F994F97153B}"/>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8695FE24-4445-428A-8F20-30186D12BBB2}"/>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0" name="DP3 object 94">
            <a:extLst>
              <a:ext uri="{FF2B5EF4-FFF2-40B4-BE49-F238E27FC236}">
                <ns2:creationId id="{65F5036F-A4DD-400A-8009-AF2ABBF9C320}"/>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95">
            <a:extLst>
              <a:ext uri="{FF2B5EF4-FFF2-40B4-BE49-F238E27FC236}">
                <ns2:creationId id="{41D45AB0-1D20-4B02-8583-21B2B29B1F6E}"/>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2" name="Speech Reference&#10;Producer">
            <a:extLst>
              <a:ext uri="{FF2B5EF4-FFF2-40B4-BE49-F238E27FC236}">
                <ns2:creationId id="{D0ED4D33-DB0B-4819-815F-AF3D40828154}"/>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3" name="DP3 object 96">
            <a:extLst>
              <a:ext uri="{FF2B5EF4-FFF2-40B4-BE49-F238E27FC236}">
                <ns2:creationId id="{53354504-105C-44DC-AA02-1175B949AE6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7F298976-B894-4845-A752-81F66B184ADD}"/>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5" name="DP3 object 97">
            <a:extLst>
              <a:ext uri="{FF2B5EF4-FFF2-40B4-BE49-F238E27FC236}">
                <ns2:creationId id="{270DB564-FF4C-43D4-8CFB-A10D33C3ED3D}"/>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98">
            <a:extLst>
              <a:ext uri="{FF2B5EF4-FFF2-40B4-BE49-F238E27FC236}">
                <ns2:creationId id="{285DDE27-CF7D-4676-A469-B4C5904E49E9}"/>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99">
            <a:extLst>
              <a:ext uri="{FF2B5EF4-FFF2-40B4-BE49-F238E27FC236}">
                <ns2:creationId id="{E231826C-813E-4476-82D2-B7B9A5597FA7}"/>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00">
            <a:extLst>
              <a:ext uri="{FF2B5EF4-FFF2-40B4-BE49-F238E27FC236}">
                <ns2:creationId id="{759B05E3-45A7-4BBF-958F-C2406577CDA1}"/>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01">
            <a:extLst>
              <a:ext uri="{FF2B5EF4-FFF2-40B4-BE49-F238E27FC236}">
                <ns2:creationId id="{4E66AB51-5536-45F4-AE27-59C6A5626244}"/>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02">
            <a:extLst>
              <a:ext uri="{FF2B5EF4-FFF2-40B4-BE49-F238E27FC236}">
                <ns2:creationId id="{88FD17F2-B85A-490E-8449-784637EAB996}"/>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03">
            <a:extLst>
              <a:ext uri="{FF2B5EF4-FFF2-40B4-BE49-F238E27FC236}">
                <ns2:creationId id="{9C74710C-EF0B-4A36-B94F-0F1AA30A9F82}"/>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04">
            <a:extLst>
              <a:ext uri="{FF2B5EF4-FFF2-40B4-BE49-F238E27FC236}">
                <ns2:creationId id="{A2B11DFE-8E6E-48B9-80BA-53745D15D55D}"/>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05">
            <a:extLst>
              <a:ext uri="{FF2B5EF4-FFF2-40B4-BE49-F238E27FC236}">
                <ns2:creationId id="{2D501D07-D25B-441B-AA11-9D6BF08DFBEE}"/>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9610E29D-E8DF-4937-B4BA-5E809E37B3F7}"/>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5" name="DP3 object 106">
            <a:extLst>
              <a:ext uri="{FF2B5EF4-FFF2-40B4-BE49-F238E27FC236}">
                <ns2:creationId id="{3A16334B-18E5-4581-8E7D-E472543B3013}"/>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51C00A31-C593-4FA6-ACD2-DD4B0B1AE3C7}"/>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87" name="DP3 object 107">
            <a:extLst>
              <a:ext uri="{FF2B5EF4-FFF2-40B4-BE49-F238E27FC236}">
                <ns2:creationId id="{9286368B-5ABD-4D83-874E-296AB6B45183}"/>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08">
            <a:extLst>
              <a:ext uri="{FF2B5EF4-FFF2-40B4-BE49-F238E27FC236}">
                <ns2:creationId id="{DEF93CD4-A949-488B-8C1E-E3AB0D10F98D}"/>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09">
            <a:extLst>
              <a:ext uri="{FF2B5EF4-FFF2-40B4-BE49-F238E27FC236}">
                <ns2:creationId id="{27182356-2C39-4B76-B5A7-1ADFB9DC497D}"/>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10">
            <a:extLst>
              <a:ext uri="{FF2B5EF4-FFF2-40B4-BE49-F238E27FC236}">
                <ns2:creationId id="{6C42F98F-8C91-4BA8-950B-505D94404FB0}"/>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11">
            <a:extLst>
              <a:ext uri="{FF2B5EF4-FFF2-40B4-BE49-F238E27FC236}">
                <ns2:creationId id="{6E186C8F-3B51-4AF3-841F-2ACAF134BA9E}"/>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ADF2F647-3EA3-4A3C-8082-E3740DB0AC03}"/>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3" name="DP3 object 112">
            <a:extLst>
              <a:ext uri="{FF2B5EF4-FFF2-40B4-BE49-F238E27FC236}">
                <ns2:creationId id="{F3FB48E4-AF76-47D0-A6A6-73F218BE159B}"/>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13">
            <a:extLst>
              <a:ext uri="{FF2B5EF4-FFF2-40B4-BE49-F238E27FC236}">
                <ns2:creationId id="{F2934CC6-2B86-4DEF-927F-E2F9287510BF}"/>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14">
            <a:extLst>
              <a:ext uri="{FF2B5EF4-FFF2-40B4-BE49-F238E27FC236}">
                <ns2:creationId id="{07FB7A96-3374-495A-B9EA-2818CF70630E}"/>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15">
            <a:extLst>
              <a:ext uri="{FF2B5EF4-FFF2-40B4-BE49-F238E27FC236}">
                <ns2:creationId id="{D03E5523-E425-4AD0-A484-59274E5AA97A}"/>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16">
            <a:extLst>
              <a:ext uri="{FF2B5EF4-FFF2-40B4-BE49-F238E27FC236}">
                <ns2:creationId id="{9DEA55F4-BDBD-49CF-99D8-AE1815962A00}"/>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36854338-E425-46EE-9F45-0BD8E251C313}"/>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99" name="DP3 object 117">
            <a:extLst>
              <a:ext uri="{FF2B5EF4-FFF2-40B4-BE49-F238E27FC236}">
                <ns2:creationId id="{6BC71B06-AD99-4FA9-98B7-A3CAF5662969}"/>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18">
            <a:extLst>
              <a:ext uri="{FF2B5EF4-FFF2-40B4-BE49-F238E27FC236}">
                <ns2:creationId id="{FF548C81-F82C-431E-A226-F8E756FFF5E6}"/>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19">
            <a:extLst>
              <a:ext uri="{FF2B5EF4-FFF2-40B4-BE49-F238E27FC236}">
                <ns2:creationId id="{522BAEEB-2C84-47FE-8181-9BD1B7BF749D}"/>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20">
            <a:extLst>
              <a:ext uri="{FF2B5EF4-FFF2-40B4-BE49-F238E27FC236}">
                <ns2:creationId id="{4ADDC84E-6984-4D52-A151-BBCEA3ED06F6}"/>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21">
            <a:extLst>
              <a:ext uri="{FF2B5EF4-FFF2-40B4-BE49-F238E27FC236}">
                <ns2:creationId id="{98338D11-FA19-4E07-B2BE-525CB263FC1C}"/>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22">
            <a:extLst>
              <a:ext uri="{FF2B5EF4-FFF2-40B4-BE49-F238E27FC236}">
                <ns2:creationId id="{2E29517C-1A2B-4CF4-9D00-3ABF6EF3A193}"/>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23">
            <a:extLst>
              <a:ext uri="{FF2B5EF4-FFF2-40B4-BE49-F238E27FC236}">
                <ns2:creationId id="{4FA5F41E-2A3C-4E64-A3CA-58124E807E1F}"/>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06" name="DP3 object 124">
            <a:extLst>
              <a:ext uri="{FF2B5EF4-FFF2-40B4-BE49-F238E27FC236}">
                <ns2:creationId id="{CD4CCDB0-C151-448F-9F54-A3E7407B7BAE}"/>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25">
            <a:extLst>
              <a:ext uri="{FF2B5EF4-FFF2-40B4-BE49-F238E27FC236}">
                <ns2:creationId id="{43573387-C2FD-40E3-AB35-6FBC19C0C895}"/>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08" name="DP3 object 126">
            <a:extLst>
              <a:ext uri="{FF2B5EF4-FFF2-40B4-BE49-F238E27FC236}">
                <ns2:creationId id="{4C0A5B42-C4BF-47EE-B574-DE5360CFC9A3}"/>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09" name="DP3 object 127">
            <a:extLst>
              <a:ext uri="{FF2B5EF4-FFF2-40B4-BE49-F238E27FC236}">
                <ns2:creationId id="{DB70EED8-5436-47F6-82C1-F04385BD8D5F}"/>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0" name="DP3 object 128">
            <a:extLst>
              <a:ext uri="{FF2B5EF4-FFF2-40B4-BE49-F238E27FC236}">
                <ns2:creationId id="{E3BC3D17-1771-4691-AAE7-558905336CF0}"/>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1" name="Request Controller: 현재성 확인과 최종 채택">
            <a:extLst>
              <a:ext uri="{FF2B5EF4-FFF2-40B4-BE49-F238E27FC236}">
                <ns2:creationId id="{A10F0067-37E1-4062-BE29-BB6B09C993F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2" name="DP3 object 129">
            <a:extLst>
              <a:ext uri="{FF2B5EF4-FFF2-40B4-BE49-F238E27FC236}">
                <ns2:creationId id="{B12F8D76-F38C-4981-94F6-8DF8B60AA36E}"/>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3" name="Editable path 130">
            <a:extLst>
              <a:ext uri="{FF2B5EF4-FFF2-40B4-BE49-F238E27FC236}">
                <ns2:creationId id="{B72E1ADC-87B3-4BCF-BF90-FAF01D435CC2}"/>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4" name="Editable arrowhead 131">
            <a:extLst>
              <a:ext uri="{FF2B5EF4-FFF2-40B4-BE49-F238E27FC236}">
                <ns2:creationId id="{11226DDA-D598-48E3-B274-45B85C52ED2B}"/>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5" name="DP3 object 132">
            <a:extLst>
              <a:ext uri="{FF2B5EF4-FFF2-40B4-BE49-F238E27FC236}">
                <ns2:creationId id="{65B64FF9-0A0A-4F0C-B1D3-74DBE27B77AD}"/>
              </a:ext>
            </a:extLst>
          </p:cNvPr>
          <p:cNvSpPr>
            <a:spLocks noGrp="1"/>
          </p:cNvSpPr>
          <p:nvPr/>
        </p:nvSpPr>
        <p:spPr>
          <a:xfrm>
            <a:off x="266700" y="9858375"/>
            <a:ext cx="17526000" cy="200025"/>
          </a:xfrm>
          <a:prstGeom prst="rect">
            <a:avLst/>
          </a:prstGeom>
          <a:noFill/>
          <a:ln w="0">
            <a:noFill/>
            <a:prstDash val="solid"/>
          </a:ln>
        </p:spPr>
        <p:txBody>
          <a:bodyPr wrap="none" lIns="0" tIns="0" rIns="0" bIns="0" anchor="ctr">
            <a:noAutofit/>
          </a:bodyPr>
          <a:lstStyle>
            <a:defPPr algn="l">
              <a:defRPr sz="1300" b="1" lang="ko-KR">
                <a:solidFill>
                  <a:srgbClr val="111111"/>
                </a:solidFill>
                <a:latin typeface="Calibri"/>
                <a:ea typeface="Calibri"/>
                <a:cs typeface="Calibri"/>
              </a:defRPr>
            </a:defPPr>
            <a:lvl1pPr algn="l">
              <a:defRPr sz="1300" b="1" lang="ko-KR">
                <a:solidFill>
                  <a:srgbClr val="111111"/>
                </a:solidFill>
                <a:latin typeface="Calibri"/>
                <a:ea typeface="Calibri"/>
                <a:cs typeface="Calibri"/>
              </a:defRPr>
            </a:lvl1pPr>
            <a:lvl2pPr algn="l">
              <a:defRPr sz="1300" b="1" lang="ko-KR">
                <a:solidFill>
                  <a:srgbClr val="111111"/>
                </a:solidFill>
                <a:latin typeface="Calibri"/>
                <a:ea typeface="Calibri"/>
                <a:cs typeface="Calibri"/>
              </a:defRPr>
            </a:lvl2pPr>
            <a:lvl3pPr algn="l">
              <a:defRPr sz="1300" b="1" lang="ko-KR">
                <a:solidFill>
                  <a:srgbClr val="111111"/>
                </a:solidFill>
                <a:latin typeface="Calibri"/>
                <a:ea typeface="Calibri"/>
                <a:cs typeface="Calibri"/>
              </a:defRPr>
            </a:lvl3pPr>
            <a:lvl4pPr algn="l">
              <a:defRPr sz="1300" b="1" lang="ko-KR">
                <a:solidFill>
                  <a:srgbClr val="111111"/>
                </a:solidFill>
                <a:latin typeface="Calibri"/>
                <a:ea typeface="Calibri"/>
                <a:cs typeface="Calibri"/>
              </a:defRPr>
            </a:lvl4pPr>
            <a:lvl5pPr algn="l">
              <a:defRPr sz="1300" b="1" lang="ko-KR">
                <a:solidFill>
                  <a:srgbClr val="111111"/>
                </a:solidFill>
                <a:latin typeface="Calibri"/>
                <a:ea typeface="Calibri"/>
                <a:cs typeface="Calibri"/>
              </a:defRPr>
            </a:lvl5pPr>
            <a:lvl6pPr algn="l">
              <a:defRPr sz="1300" b="1" lang="ko-KR">
                <a:solidFill>
                  <a:srgbClr val="111111"/>
                </a:solidFill>
                <a:latin typeface="Calibri"/>
                <a:ea typeface="Calibri"/>
                <a:cs typeface="Calibri"/>
              </a:defRPr>
            </a:lvl6pPr>
            <a:lvl7pPr algn="l">
              <a:defRPr sz="1300" b="1" lang="ko-KR">
                <a:solidFill>
                  <a:srgbClr val="111111"/>
                </a:solidFill>
                <a:latin typeface="Calibri"/>
                <a:ea typeface="Calibri"/>
                <a:cs typeface="Calibri"/>
              </a:defRPr>
            </a:lvl7pPr>
            <a:lvl8pPr algn="l">
              <a:defRPr sz="1300" b="1" lang="ko-KR">
                <a:solidFill>
                  <a:srgbClr val="111111"/>
                </a:solidFill>
                <a:latin typeface="Calibri"/>
                <a:ea typeface="Calibri"/>
                <a:cs typeface="Calibri"/>
              </a:defRPr>
            </a:lvl8pPr>
            <a:lvl9pPr algn="l">
              <a:defRPr sz="1300" b="1" lang="ko-KR">
                <a:solidFill>
                  <a:srgbClr val="111111"/>
                </a:solidFill>
                <a:latin typeface="Calibri"/>
                <a:ea typeface="Calibri"/>
                <a:cs typeface="Calibri"/>
              </a:defRPr>
            </a:lvl9pPr>
          </a:lstStyle>
          <a:p>
            <a:pPr algn="l">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공통 계약: bbox 0~1000 출력 후 pixel 변환. B 기본은 순차 생산, 충분한 후보는 코드 결합 가능. PoC는 Qwen vision 생산.</a:t>
            </a:r>
            <a:endParaRPr lang="ko-KR">
              <a:latin typeface="Calibri"/>
              <a:ea typeface="Calibri"/>
              <a:cs typeface="Calibri"/>
            </a:endParaRPr>
          </a:p>
        </p:txBody>
      </p:sp>
      <p:sp>
        <p:nvSpPr>
          <p:cNvPr id="116" name="DP3 object 133">
            <a:extLst>
              <a:ext uri="{FF2B5EF4-FFF2-40B4-BE49-F238E27FC236}">
                <ns2:creationId id="{8A11387E-D7F5-4B91-A52E-07CE67B6530F}"/>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01526388"/>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3" name="Unified slide title">
            <a:extLst>
              <a:ext uri="{FF2B5EF4-FFF2-40B4-BE49-F238E27FC236}">
                <ns2:creationId id="{AEFD9A84-99E3-4803-A7B9-E4346C87804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(선택 및 보완)</a:t>
            </a:r>
            <a:endParaRPr lang="ko-KR">
              <a:latin typeface="Calibri"/>
              <a:ea typeface="Calibri"/>
              <a:cs typeface="Calibri"/>
            </a:endParaRPr>
          </a:p>
        </p:txBody>
      </p:sp>
      <p:sp>
        <p:nvSpPr>
          <p:cNvPr id="2" name="Workflow 과제 소개">
            <a:extLst>
              <a:ext uri="{FF2B5EF4-FFF2-40B4-BE49-F238E27FC236}">
                <ns2:creationId id="{06E221B2-F3AB-4988-8739-E9763B6ED508}"/>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62FD0E0-5A16-4AEC-B24E-5F0656848B4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7F8B795B-5E88-4A65-809E-236142F8A5B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C2E0E345-E278-4755-AFC6-C1E56D15FDB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C8D6EF7-A946-45A8-806C-DD7C67024B2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5DD8B87D-DBBA-4382-A923-1744DA34FAB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409DCC5-8603-4765-B008-783F0996AFC7}"/>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23665A7-38CA-468A-8A29-5679F561CD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6CB922D-68C1-4C8B-9A0E-22DBAAB5952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756C56-1EA4-4D89-A553-4D286E73F33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3127AC0-FB87-4D41-9DEA-FB55B37FCA5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D620166-3DB2-47D7-B50A-FD5C5B31257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11 / 16</a:t>
            </a:r>
            <a:endParaRPr lang="ko-KR">
              <a:latin typeface="Calibri"/>
              <a:ea typeface="Calibri"/>
              <a:cs typeface="Calibri"/>
            </a:endParaRPr>
          </a:p>
        </p:txBody>
      </p:sp>
      <p:sp>
        <p:nvSpPr>
          <p:cNvPr id="14" name="DP3 object 134">
            <a:extLst>
              <a:ext uri="{FF2B5EF4-FFF2-40B4-BE49-F238E27FC236}">
                <ns2:creationId id="{EDB162E2-069E-4E61-A4A8-52F455AC901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정규화 계약의 기본 A 선택 / A2+A5는 pixel 계약에서 확인한 별도 복구 대안</a:t>
            </a:r>
            <a:endParaRPr lang="ko-KR">
              <a:latin typeface="Calibri"/>
              <a:ea typeface="Calibri"/>
              <a:cs typeface="Calibri"/>
            </a:endParaRPr>
          </a:p>
        </p:txBody>
      </p:sp>
      <p:graphicFrame>
        <p:nvGraphicFramePr>
          <p:cNvPr id="15" name="">
            <a:extLst>
              <a:ext uri="{FF2B5EF4-FFF2-40B4-BE49-F238E27FC236}">
                <ns2:creationId id="{F4D59B39-0BEA-4E53-BDB3-2BC7EF5D6141}"/>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[복구 대안] A2+A5 / 정규화 A에는 추가 적용하지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500" b="0" lang="ko-KR">
                          <a:solidFill>
                            <a:srgbClr val="111111"/>
                          </a:solidFill>
                          <a:latin typeface="Calibri"/>
                          <a:ea typeface="Calibri"/>
                          <a:cs typeface="Calibri"/>
                        </a:rPr>
                        <a:t>24/24 (정규화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pixel 복구] 19/24 →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35">
            <a:extLst>
              <a:ext uri="{FF2B5EF4-FFF2-40B4-BE49-F238E27FC236}">
                <ns2:creationId id="{2CD5CAB5-0C9C-42E3-8F7F-8263EFF90FB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136">
            <a:extLst>
              <a:ext uri="{FF2B5EF4-FFF2-40B4-BE49-F238E27FC236}">
                <ns2:creationId id="{111F41B7-7B91-4A7B-A824-34BA3C39D44A}"/>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37">
            <a:extLst>
              <a:ext uri="{FF2B5EF4-FFF2-40B4-BE49-F238E27FC236}">
                <ns2:creationId id="{32F855F0-2EC8-4C95-A219-4D7D833F0AAE}"/>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138">
            <a:extLst>
              <a:ext uri="{FF2B5EF4-FFF2-40B4-BE49-F238E27FC236}">
                <ns2:creationId id="{8C7D5B2F-6922-4AF6-B5D2-8C9E6FBD204C}"/>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6D97A8F7-CB35-4885-88AA-8EF6A2A807A6}"/>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139">
            <a:extLst>
              <a:ext uri="{FF2B5EF4-FFF2-40B4-BE49-F238E27FC236}">
                <ns2:creationId id="{29346E8F-BF0F-46EA-8FA9-D3DFD87C43D5}"/>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140">
            <a:extLst>
              <a:ext uri="{FF2B5EF4-FFF2-40B4-BE49-F238E27FC236}">
                <ns2:creationId id="{8C10F0B8-B399-4E87-860C-5A5A0EF80D4E}"/>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41">
            <a:extLst>
              <a:ext uri="{FF2B5EF4-FFF2-40B4-BE49-F238E27FC236}">
                <ns2:creationId id="{D2085F24-5858-4F5C-A113-E3E672D6F794}"/>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42">
            <a:extLst>
              <a:ext uri="{FF2B5EF4-FFF2-40B4-BE49-F238E27FC236}">
                <ns2:creationId id="{40186BA9-4A95-4D06-8592-EB7A2218325D}"/>
              </a:ext>
            </a:extLst>
          </p:cNvPr>
          <p:cNvSpPr>
            <a:spLocks noGrp="1"/>
          </p:cNvSpPr>
          <p:nvPr/>
        </p:nvSpPr>
        <p:spPr>
          <a:xfrm>
            <a:off x="314325" y="5800725"/>
            <a:ext cx="1495425" cy="323850"/>
          </a:xfrm>
          <a:prstGeom prst="rect">
            <a:avLst/>
          </a:prstGeom>
          <a:noFill/>
          <a:ln w="0">
            <a:noFill/>
            <a:prstDash val="solid"/>
          </a:ln>
        </p:spPr>
        <p:txBody>
          <a:bodyPr wrap="none" lIns="0" tIns="0" rIns="0" bIns="0" anchor="ctr">
            <a:noAutofit/>
          </a:bodyPr>
          <a:lstStyle>
            <a:defPPr algn="ctr">
              <a:defRPr sz="1200" b="0" lang="ko-KR">
                <a:solidFill>
                  <a:srgbClr val="4676CB"/>
                </a:solidFill>
                <a:latin typeface="Calibri"/>
                <a:ea typeface="Calibri"/>
                <a:cs typeface="Calibri"/>
              </a:defRPr>
            </a:defPPr>
            <a:lvl1pPr algn="ctr">
              <a:defRPr sz="1200" b="0" lang="ko-KR">
                <a:solidFill>
                  <a:srgbClr val="4676CB"/>
                </a:solidFill>
                <a:latin typeface="Calibri"/>
                <a:ea typeface="Calibri"/>
                <a:cs typeface="Calibri"/>
              </a:defRPr>
            </a:lvl1pPr>
            <a:lvl2pPr algn="ctr">
              <a:defRPr sz="1200" b="0" lang="ko-KR">
                <a:solidFill>
                  <a:srgbClr val="4676CB"/>
                </a:solidFill>
                <a:latin typeface="Calibri"/>
                <a:ea typeface="Calibri"/>
                <a:cs typeface="Calibri"/>
              </a:defRPr>
            </a:lvl2pPr>
            <a:lvl3pPr algn="ctr">
              <a:defRPr sz="1200" b="0" lang="ko-KR">
                <a:solidFill>
                  <a:srgbClr val="4676CB"/>
                </a:solidFill>
                <a:latin typeface="Calibri"/>
                <a:ea typeface="Calibri"/>
                <a:cs typeface="Calibri"/>
              </a:defRPr>
            </a:lvl3pPr>
            <a:lvl4pPr algn="ctr">
              <a:defRPr sz="1200" b="0" lang="ko-KR">
                <a:solidFill>
                  <a:srgbClr val="4676CB"/>
                </a:solidFill>
                <a:latin typeface="Calibri"/>
                <a:ea typeface="Calibri"/>
                <a:cs typeface="Calibri"/>
              </a:defRPr>
            </a:lvl4pPr>
            <a:lvl5pPr algn="ctr">
              <a:defRPr sz="1200" b="0" lang="ko-KR">
                <a:solidFill>
                  <a:srgbClr val="4676CB"/>
                </a:solidFill>
                <a:latin typeface="Calibri"/>
                <a:ea typeface="Calibri"/>
                <a:cs typeface="Calibri"/>
              </a:defRPr>
            </a:lvl5pPr>
            <a:lvl6pPr algn="ctr">
              <a:defRPr sz="1200" b="0" lang="ko-KR">
                <a:solidFill>
                  <a:srgbClr val="4676CB"/>
                </a:solidFill>
                <a:latin typeface="Calibri"/>
                <a:ea typeface="Calibri"/>
                <a:cs typeface="Calibri"/>
              </a:defRPr>
            </a:lvl6pPr>
            <a:lvl7pPr algn="ctr">
              <a:defRPr sz="1200" b="0" lang="ko-KR">
                <a:solidFill>
                  <a:srgbClr val="4676CB"/>
                </a:solidFill>
                <a:latin typeface="Calibri"/>
                <a:ea typeface="Calibri"/>
                <a:cs typeface="Calibri"/>
              </a:defRPr>
            </a:lvl7pPr>
            <a:lvl8pPr algn="ctr">
              <a:defRPr sz="1200" b="0" lang="ko-KR">
                <a:solidFill>
                  <a:srgbClr val="4676CB"/>
                </a:solidFill>
                <a:latin typeface="Calibri"/>
                <a:ea typeface="Calibri"/>
                <a:cs typeface="Calibri"/>
              </a:defRPr>
            </a:lvl8pPr>
            <a:lvl9pPr algn="ctr">
              <a:defRPr sz="1200" b="0" lang="ko-KR">
                <a:solidFill>
                  <a:srgbClr val="4676CB"/>
                </a:solidFill>
                <a:latin typeface="Calibri"/>
                <a:ea typeface="Calibri"/>
                <a:cs typeface="Calibri"/>
              </a:defRPr>
            </a:lvl9pPr>
          </a:lstStyle>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파란 점선:</a:t>
            </a:r>
            <a:endParaRPr lang="ko-KR">
              <a:latin typeface="Calibri"/>
              <a:ea typeface="Calibri"/>
              <a:cs typeface="Calibri"/>
            </a:endParaRPr>
          </a:p>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별도 복구 대안</a:t>
            </a:r>
            <a:endParaRPr lang="ko-KR">
              <a:latin typeface="Calibri"/>
              <a:ea typeface="Calibri"/>
              <a:cs typeface="Calibri"/>
            </a:endParaRPr>
          </a:p>
        </p:txBody>
      </p:sp>
      <p:sp>
        <p:nvSpPr>
          <p:cNvPr id="25" name="DP3 object 143">
            <a:extLst>
              <a:ext uri="{FF2B5EF4-FFF2-40B4-BE49-F238E27FC236}">
                <ns2:creationId id="{5AF6A9C5-79BB-44DB-B923-6AFD65B74CD5}"/>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6" name="발화 원문&#10;시각·정정">
            <a:extLst>
              <a:ext uri="{FF2B5EF4-FFF2-40B4-BE49-F238E27FC236}">
                <ns2:creationId id="{CC77A258-98C5-495A-BCFE-55267BB4AB0A}"/>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7" name="DP3 object 144">
            <a:extLst>
              <a:ext uri="{FF2B5EF4-FFF2-40B4-BE49-F238E27FC236}">
                <ns2:creationId id="{F9436B3C-6E91-42E6-96A3-AE75BC31BF12}"/>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8" name="당시 화면&#10;선택·pointer">
            <a:extLst>
              <a:ext uri="{FF2B5EF4-FFF2-40B4-BE49-F238E27FC236}">
                <ns2:creationId id="{C790C374-0C6B-416E-9645-E6283F09F655}"/>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9" name="DP3 object 145">
            <a:extLst>
              <a:ext uri="{FF2B5EF4-FFF2-40B4-BE49-F238E27FC236}">
                <ns2:creationId id="{73958755-2376-4D17-9E6F-4BC60BBA05EB}"/>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30" name="Request Interpreter Component">
            <a:extLst>
              <a:ext uri="{FF2B5EF4-FFF2-40B4-BE49-F238E27FC236}">
                <ns2:creationId id="{CDD20D43-3277-4EB3-8706-0FF5770C2073}"/>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1" name="DP3 object 146">
            <a:extLst>
              <a:ext uri="{FF2B5EF4-FFF2-40B4-BE49-F238E27FC236}">
                <ns2:creationId id="{4E540305-487E-40A1-8D72-156641D400A1}"/>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2" name="Editable path 147">
            <a:extLst>
              <a:ext uri="{FF2B5EF4-FFF2-40B4-BE49-F238E27FC236}">
                <ns2:creationId id="{3D35F478-177A-4709-8AB7-B942C1631372}"/>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3" name="Grounding Attempt Control / Joint Work Queue">
            <a:extLst>
              <a:ext uri="{FF2B5EF4-FFF2-40B4-BE49-F238E27FC236}">
                <ns2:creationId id="{FB4E7DD4-B18C-4DB2-9756-D1F6DAEBB8E2}"/>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4" name="DP3 object 148">
            <a:extLst>
              <a:ext uri="{FF2B5EF4-FFF2-40B4-BE49-F238E27FC236}">
                <ns2:creationId id="{27E9CAD1-DADD-49A0-BEED-B56A2944E3F2}"/>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5" name="Joint Grounding&#10;Interpreter">
            <a:extLst>
              <a:ext uri="{FF2B5EF4-FFF2-40B4-BE49-F238E27FC236}">
                <ns2:creationId id="{F200C44B-81E6-4660-B621-420B6D13B0A6}"/>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6" name="DP3 object 149">
            <a:extLst>
              <a:ext uri="{FF2B5EF4-FFF2-40B4-BE49-F238E27FC236}">
                <ns2:creationId id="{F0A88AF5-40DA-4A8C-AEDF-6A31F77FDA69}"/>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7" name="Joint Grounding&#10;State">
            <a:extLst>
              <a:ext uri="{FF2B5EF4-FFF2-40B4-BE49-F238E27FC236}">
                <ns2:creationId id="{35A42648-407F-4939-9557-CA46ADF29C4D}"/>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8" name="DP3 object 150">
            <a:extLst>
              <a:ext uri="{FF2B5EF4-FFF2-40B4-BE49-F238E27FC236}">
                <ns2:creationId id="{335047CC-E7E6-494B-AFF7-44F96D6B5172}"/>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9" name="Editable path 151">
            <a:extLst>
              <a:ext uri="{FF2B5EF4-FFF2-40B4-BE49-F238E27FC236}">
                <ns2:creationId id="{F69BC50B-0224-4087-B1F7-C5C48D112945}"/>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40" name="Editable arrowhead 152">
            <a:extLst>
              <a:ext uri="{FF2B5EF4-FFF2-40B4-BE49-F238E27FC236}">
                <ns2:creationId id="{70A456BD-08C5-4B2F-A900-AC363FD46713}"/>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1" name="Editable path 153">
            <a:extLst>
              <a:ext uri="{FF2B5EF4-FFF2-40B4-BE49-F238E27FC236}">
                <ns2:creationId id="{F95CD9DE-4A70-4EE9-AFDF-F76AA9FD2507}"/>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2" name="Editable arrowhead 154">
            <a:extLst>
              <a:ext uri="{FF2B5EF4-FFF2-40B4-BE49-F238E27FC236}">
                <ns2:creationId id="{E957BBF9-976A-4291-8859-2F3C5D27C277}"/>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3" name="Editable path 155">
            <a:extLst>
              <a:ext uri="{FF2B5EF4-FFF2-40B4-BE49-F238E27FC236}">
                <ns2:creationId id="{8BD914A3-AA78-46ED-8CDB-52EE03739CFF}"/>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4" name="Editable arrowhead 156">
            <a:extLst>
              <a:ext uri="{FF2B5EF4-FFF2-40B4-BE49-F238E27FC236}">
                <ns2:creationId id="{F5D3955E-B50C-4082-82D9-A492EFCDF466}"/>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57">
            <a:extLst>
              <a:ext uri="{FF2B5EF4-FFF2-40B4-BE49-F238E27FC236}">
                <ns2:creationId id="{5DD50132-3394-4B92-818F-B4E832462F6A}"/>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6" name="Editable arrowhead 158">
            <a:extLst>
              <a:ext uri="{FF2B5EF4-FFF2-40B4-BE49-F238E27FC236}">
                <ns2:creationId id="{928B5362-5B15-48F9-A744-EF60F000F49B}"/>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7" name="DP3 object 159">
            <a:extLst>
              <a:ext uri="{FF2B5EF4-FFF2-40B4-BE49-F238E27FC236}">
                <ns2:creationId id="{A15C0005-9182-477A-B538-AD72C0CE6235}"/>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8" name="DP3 object 160">
            <a:extLst>
              <a:ext uri="{FF2B5EF4-FFF2-40B4-BE49-F238E27FC236}">
                <ns2:creationId id="{4A7E2A92-0BFB-4D7D-B385-4BC236631E1E}"/>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9" name="TryApply / 현재성·기하 검증">
            <a:extLst>
              <a:ext uri="{FF2B5EF4-FFF2-40B4-BE49-F238E27FC236}">
                <ns2:creationId id="{B8A6B937-BE73-4A6E-AE9C-27A7E7B07EF3}"/>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50" name="DP3 object 161">
            <a:extLst>
              <a:ext uri="{FF2B5EF4-FFF2-40B4-BE49-F238E27FC236}">
                <ns2:creationId id="{9659522A-C643-4AFE-A01B-69B66C2D0D21}"/>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1" name="DP3 object 162">
            <a:extLst>
              <a:ext uri="{FF2B5EF4-FFF2-40B4-BE49-F238E27FC236}">
                <ns2:creationId id="{DC8D1B6C-A0AA-488D-8FB5-EA12FC3B04E4}"/>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2" name="DP3 object 163">
            <a:extLst>
              <a:ext uri="{FF2B5EF4-FFF2-40B4-BE49-F238E27FC236}">
                <ns2:creationId id="{37DF7905-ACF4-40F0-9855-F3F2F7EF59E8}"/>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3" name="Editable path 164">
            <a:extLst>
              <a:ext uri="{FF2B5EF4-FFF2-40B4-BE49-F238E27FC236}">
                <ns2:creationId id="{C17C532C-8B51-4B45-BDC6-71F4A8ECAE6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4" name="Editable arrowhead 165">
            <a:extLst>
              <a:ext uri="{FF2B5EF4-FFF2-40B4-BE49-F238E27FC236}">
                <ns2:creationId id="{AC6D032F-4E48-4519-8C3A-472CB1140226}"/>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3 object 166">
            <a:extLst>
              <a:ext uri="{FF2B5EF4-FFF2-40B4-BE49-F238E27FC236}">
                <ns2:creationId id="{DB1CF43B-0B92-4293-BE62-456C47D54316}"/>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6" name="DP3 object 167">
            <a:extLst>
              <a:ext uri="{FF2B5EF4-FFF2-40B4-BE49-F238E27FC236}">
                <ns2:creationId id="{54E2E753-CA56-493A-8567-3D718E7F47D1}"/>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7" name="pixel 복구 대안 (미적용): A2 패치 + A5 좌표 view">
            <a:extLst>
              <a:ext uri="{FF2B5EF4-FFF2-40B4-BE49-F238E27FC236}">
                <ns2:creationId id="{8B271275-A454-40BA-AD30-DDD64C307A77}"/>
              </a:ext>
            </a:extLst>
          </p:cNvPr>
          <p:cNvSpPr>
            <a:spLocks noGrp="1"/>
          </p:cNvSpPr>
          <p:nvPr/>
        </p:nvSpPr>
        <p:spPr>
          <a:xfrm>
            <a:off x="4238625" y="5191125"/>
            <a:ext cx="5295900" cy="314325"/>
          </a:xfrm>
          <a:prstGeom prst="rect">
            <a:avLst/>
          </a:prstGeom>
          <a:solidFill>
            <a:srgbClr val="F1F6FC"/>
          </a:solidFill>
          <a:ln w="17145">
            <a:solidFill>
              <a:srgbClr val="4676CB"/>
            </a:solidFill>
            <a:prstDash val="dash"/>
          </a:ln>
        </p:spPr>
      </p:sp>
      <p:sp>
        <p:nvSpPr>
          <p:cNvPr id="58" name="DP3 object 168">
            <a:extLst>
              <a:ext uri="{FF2B5EF4-FFF2-40B4-BE49-F238E27FC236}">
                <ns2:creationId id="{B6BB2C85-D9EC-42E9-907F-0953C8E6CE0B}"/>
              </a:ext>
            </a:extLst>
          </p:cNvPr>
          <p:cNvSpPr>
            <a:spLocks noGrp="1"/>
          </p:cNvSpPr>
          <p:nvPr/>
        </p:nvSpPr>
        <p:spPr>
          <a:xfrm>
            <a:off x="4305300" y="5229225"/>
            <a:ext cx="5162550" cy="238125"/>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pixel 복구 대안 (미적용): A2 패치 + A5 좌표 view</a:t>
            </a:r>
            <a:endParaRPr lang="ko-KR">
              <a:latin typeface="Calibri"/>
              <a:ea typeface="Calibri"/>
              <a:cs typeface="Calibri"/>
            </a:endParaRPr>
          </a:p>
        </p:txBody>
      </p:sp>
      <p:sp>
        <p:nvSpPr>
          <p:cNvPr id="59" name="Editable path 169">
            <a:extLst>
              <a:ext uri="{FF2B5EF4-FFF2-40B4-BE49-F238E27FC236}">
                <ns2:creationId id="{48E3DF6B-1A8B-4FAE-8A6C-B604C6DBCF4C}"/>
              </a:ext>
            </a:extLst>
          </p:cNvPr>
          <p:cNvSpPr>
            <a:spLocks noGrp="1"/>
          </p:cNvSpPr>
          <p:nvPr/>
        </p:nvSpPr>
        <p:spPr>
          <a:xfrm>
            <a:off x="6877050" y="4991100"/>
            <a:ext cx="953" cy="200025"/>
          </a:xfrm>
          <a:custGeom>
            <a:pathLst>
              <a:path w="953" h="200025">
                <a:moveTo>
                  <a:pt x="0" y="0"/>
                </a:moveTo>
                <a:lnTo>
                  <a:pt x="0" y="200025"/>
                </a:lnTo>
              </a:path>
            </a:pathLst>
          </a:custGeom>
          <a:noFill/>
          <a:ln w="19050">
            <a:solidFill>
              <a:srgbClr val="4676CB"/>
            </a:solidFill>
            <a:prstDash val="dash"/>
          </a:ln>
        </p:spPr>
      </p:sp>
      <p:sp>
        <p:nvSpPr>
          <p:cNvPr id="60" name="Editable arrowhead 170">
            <a:extLst>
              <a:ext uri="{FF2B5EF4-FFF2-40B4-BE49-F238E27FC236}">
                <ns2:creationId id="{19032EAF-16BE-4E02-B35F-EF02F69AF52F}"/>
              </a:ext>
            </a:extLst>
          </p:cNvPr>
          <p:cNvSpPr>
            <a:spLocks noGrp="1"/>
          </p:cNvSpPr>
          <p:nvPr/>
        </p:nvSpPr>
        <p:spPr>
          <a:xfrm>
            <a:off x="6829425" y="5095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61" name="Editable path 171">
            <a:extLst>
              <a:ext uri="{FF2B5EF4-FFF2-40B4-BE49-F238E27FC236}">
                <ns2:creationId id="{1CBCE12E-820F-4033-9DCA-09ACC75BD364}"/>
              </a:ext>
            </a:extLst>
          </p:cNvPr>
          <p:cNvSpPr>
            <a:spLocks noGrp="1"/>
          </p:cNvSpPr>
          <p:nvPr/>
        </p:nvSpPr>
        <p:spPr>
          <a:xfrm>
            <a:off x="4124325" y="4314825"/>
            <a:ext cx="114300" cy="1038225"/>
          </a:xfrm>
          <a:custGeom>
            <a:pathLst>
              <a:path w="114300" h="1038225">
                <a:moveTo>
                  <a:pt x="114300" y="1038225"/>
                </a:moveTo>
                <a:lnTo>
                  <a:pt x="0" y="1038225"/>
                </a:lnTo>
                <a:lnTo>
                  <a:pt x="0" y="0"/>
                </a:lnTo>
                <a:lnTo>
                  <a:pt x="114300" y="0"/>
                </a:lnTo>
              </a:path>
            </a:pathLst>
          </a:custGeom>
          <a:noFill/>
          <a:ln w="19050">
            <a:solidFill>
              <a:srgbClr val="4676CB"/>
            </a:solidFill>
            <a:prstDash val="dash"/>
          </a:ln>
        </p:spPr>
      </p:sp>
      <p:sp>
        <p:nvSpPr>
          <p:cNvPr id="62" name="Editable arrowhead 172">
            <a:extLst>
              <a:ext uri="{FF2B5EF4-FFF2-40B4-BE49-F238E27FC236}">
                <ns2:creationId id="{0E657150-7F2E-4813-A639-B673E607B83A}"/>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63" name="Request Controller: 현재성 확인과 최종 채택">
            <a:extLst>
              <a:ext uri="{FF2B5EF4-FFF2-40B4-BE49-F238E27FC236}">
                <ns2:creationId id="{77ACD6AA-0795-4AE6-A998-65C881FAA28D}"/>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4" name="DP3 object 173">
            <a:extLst>
              <a:ext uri="{FF2B5EF4-FFF2-40B4-BE49-F238E27FC236}">
                <ns2:creationId id="{4D95BAE3-D2CF-4DAD-897A-490EAEAAA949}"/>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5" name="Editable path 174">
            <a:extLst>
              <a:ext uri="{FF2B5EF4-FFF2-40B4-BE49-F238E27FC236}">
                <ns2:creationId id="{FA9094DE-207C-431B-9576-BD9E37A1824B}"/>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6" name="Editable arrowhead 175">
            <a:extLst>
              <a:ext uri="{FF2B5EF4-FFF2-40B4-BE49-F238E27FC236}">
                <ns2:creationId id="{093DC82C-7079-4598-808D-2429E93FADB9}"/>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7" name="DP3 object 176">
            <a:extLst>
              <a:ext uri="{FF2B5EF4-FFF2-40B4-BE49-F238E27FC236}">
                <ns2:creationId id="{1E24167C-3AEC-4177-B6D0-F66D1C5C8AD2}"/>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8" name="DP3 object 177">
            <a:extLst>
              <a:ext uri="{FF2B5EF4-FFF2-40B4-BE49-F238E27FC236}">
                <ns2:creationId id="{EC6B05C1-1079-413D-8CE0-4C503ED1A5E1}"/>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9" name="DP3 object 178">
            <a:extLst>
              <a:ext uri="{FF2B5EF4-FFF2-40B4-BE49-F238E27FC236}">
                <ns2:creationId id="{A1B503E2-34A2-4597-A171-CD67975487FF}"/>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70" name="Request Interpreter Component">
            <a:extLst>
              <a:ext uri="{FF2B5EF4-FFF2-40B4-BE49-F238E27FC236}">
                <ns2:creationId id="{F60347FB-C721-4D36-BBBF-669E712F92A6}"/>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71" name="DP3 object 179">
            <a:extLst>
              <a:ext uri="{FF2B5EF4-FFF2-40B4-BE49-F238E27FC236}">
                <ns2:creationId id="{F5594D8C-7125-419D-BAC6-8E539E07511D}"/>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2" name="Editable path 180">
            <a:extLst>
              <a:ext uri="{FF2B5EF4-FFF2-40B4-BE49-F238E27FC236}">
                <ns2:creationId id="{54DF2A68-74F9-45FD-AF47-1279C3C9045D}"/>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73" name="Grounding&#10;Coordinator">
            <a:extLst>
              <a:ext uri="{FF2B5EF4-FFF2-40B4-BE49-F238E27FC236}">
                <ns2:creationId id="{4D99E20A-CE93-494F-B9B7-5F2D9EA72DA3}"/>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4" name="DP3 object 181">
            <a:extLst>
              <a:ext uri="{FF2B5EF4-FFF2-40B4-BE49-F238E27FC236}">
                <ns2:creationId id="{FC99CC02-C1C9-45A7-BE9F-B6E4C19FD3EB}"/>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5" name="DP3 object 182">
            <a:extLst>
              <a:ext uri="{FF2B5EF4-FFF2-40B4-BE49-F238E27FC236}">
                <ns2:creationId id="{3D3235C3-A5BB-4F34-B44A-BC01450DE459}"/>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6" name="Speech Reference&#10;Producer">
            <a:extLst>
              <a:ext uri="{FF2B5EF4-FFF2-40B4-BE49-F238E27FC236}">
                <ns2:creationId id="{81647FC8-28A2-47E8-94B2-79AE344836BC}"/>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7" name="DP3 object 183">
            <a:extLst>
              <a:ext uri="{FF2B5EF4-FFF2-40B4-BE49-F238E27FC236}">
                <ns2:creationId id="{96574C61-7FF2-4C0E-9055-6767E97438F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8" name="Screen Target&#10;Producer">
            <a:extLst>
              <a:ext uri="{FF2B5EF4-FFF2-40B4-BE49-F238E27FC236}">
                <ns2:creationId id="{D8492358-CFAF-43A9-A9FA-6D6611C8B115}"/>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9" name="DP3 object 184">
            <a:extLst>
              <a:ext uri="{FF2B5EF4-FFF2-40B4-BE49-F238E27FC236}">
                <ns2:creationId id="{30195C9E-5C97-4431-83B3-4A795FB696C3}"/>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80" name="Editable path 185">
            <a:extLst>
              <a:ext uri="{FF2B5EF4-FFF2-40B4-BE49-F238E27FC236}">
                <ns2:creationId id="{DEA3F6E7-1343-4911-9D7B-F2734E3AAD98}"/>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81" name="Editable arrowhead 186">
            <a:extLst>
              <a:ext uri="{FF2B5EF4-FFF2-40B4-BE49-F238E27FC236}">
                <ns2:creationId id="{8918489F-0B3A-4210-9303-61BE955C1A3A}"/>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2" name="Editable path 187">
            <a:extLst>
              <a:ext uri="{FF2B5EF4-FFF2-40B4-BE49-F238E27FC236}">
                <ns2:creationId id="{A3302836-B45A-4FD2-9123-5463B6801050}"/>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83" name="Editable arrowhead 188">
            <a:extLst>
              <a:ext uri="{FF2B5EF4-FFF2-40B4-BE49-F238E27FC236}">
                <ns2:creationId id="{59CD1FE3-0BF5-41C8-9689-DE13ABEE815C}"/>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Editable path 189">
            <a:extLst>
              <a:ext uri="{FF2B5EF4-FFF2-40B4-BE49-F238E27FC236}">
                <ns2:creationId id="{070E7813-5FA9-4652-AD9E-C804630F5CB3}"/>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5" name="Editable arrowhead 190">
            <a:extLst>
              <a:ext uri="{FF2B5EF4-FFF2-40B4-BE49-F238E27FC236}">
                <ns2:creationId id="{6559BC03-02C6-4DCF-9047-0BFCDAC894CD}"/>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6" name="Editable path 191">
            <a:extLst>
              <a:ext uri="{FF2B5EF4-FFF2-40B4-BE49-F238E27FC236}">
                <ns2:creationId id="{C98DED69-CE64-4091-9F8A-7B7D7F4A5BA0}"/>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7" name="Editable arrowhead 192">
            <a:extLst>
              <a:ext uri="{FF2B5EF4-FFF2-40B4-BE49-F238E27FC236}">
                <ns2:creationId id="{3B2943B2-8AF7-40D8-A1E6-80CAECA3884B}"/>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8" name="Speech Candidate&#10;Revisions">
            <a:extLst>
              <a:ext uri="{FF2B5EF4-FFF2-40B4-BE49-F238E27FC236}">
                <ns2:creationId id="{8A34E9E5-A06F-483A-B0D3-EBA4930CB53B}"/>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9" name="DP3 object 193">
            <a:extLst>
              <a:ext uri="{FF2B5EF4-FFF2-40B4-BE49-F238E27FC236}">
                <ns2:creationId id="{93912375-FBE4-457A-A684-06074329C075}"/>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90" name="Screen Candidate Revisions&#10;범위·관계·coverage">
            <a:extLst>
              <a:ext uri="{FF2B5EF4-FFF2-40B4-BE49-F238E27FC236}">
                <ns2:creationId id="{C8E4E62F-DD1D-436D-BD78-A172F29593DD}"/>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91" name="DP3 object 194">
            <a:extLst>
              <a:ext uri="{FF2B5EF4-FFF2-40B4-BE49-F238E27FC236}">
                <ns2:creationId id="{6D9BEF6E-012B-4D8F-8486-0BAAD9FE9A0F}"/>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92" name="Editable path 195">
            <a:extLst>
              <a:ext uri="{FF2B5EF4-FFF2-40B4-BE49-F238E27FC236}">
                <ns2:creationId id="{BD2EE532-282D-41DB-84A3-C802F8FF2A63}"/>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93" name="Editable arrowhead 196">
            <a:extLst>
              <a:ext uri="{FF2B5EF4-FFF2-40B4-BE49-F238E27FC236}">
                <ns2:creationId id="{BB7BE53B-B826-4466-89D7-50220AA75A56}"/>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4" name="Editable path 197">
            <a:extLst>
              <a:ext uri="{FF2B5EF4-FFF2-40B4-BE49-F238E27FC236}">
                <ns2:creationId id="{79CD1319-E64A-4604-97F6-48E48969A488}"/>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5" name="Editable arrowhead 198">
            <a:extLst>
              <a:ext uri="{FF2B5EF4-FFF2-40B4-BE49-F238E27FC236}">
                <ns2:creationId id="{903B03D6-16D3-48E5-841A-046578137116}"/>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Multimodal Binding Resolver">
            <a:extLst>
              <a:ext uri="{FF2B5EF4-FFF2-40B4-BE49-F238E27FC236}">
                <ns2:creationId id="{62A442E5-B85E-4D46-A213-970505ABD4D9}"/>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7" name="DP3 object 199">
            <a:extLst>
              <a:ext uri="{FF2B5EF4-FFF2-40B4-BE49-F238E27FC236}">
                <ns2:creationId id="{C9BC5821-F2BF-4608-AC0A-370D34B880E9}"/>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8" name="Editable path 200">
            <a:extLst>
              <a:ext uri="{FF2B5EF4-FFF2-40B4-BE49-F238E27FC236}">
                <ns2:creationId id="{31A0962D-1039-420B-AC72-E6EA7B35DE82}"/>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9" name="Editable arrowhead 201">
            <a:extLst>
              <a:ext uri="{FF2B5EF4-FFF2-40B4-BE49-F238E27FC236}">
                <ns2:creationId id="{E31BABA3-5502-4305-9AD6-D535FC72D5AB}"/>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0" name="Editable path 202">
            <a:extLst>
              <a:ext uri="{FF2B5EF4-FFF2-40B4-BE49-F238E27FC236}">
                <ns2:creationId id="{AA6D7039-553E-48F1-BA74-14E5A53C6C81}"/>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101" name="Editable arrowhead 203">
            <a:extLst>
              <a:ext uri="{FF2B5EF4-FFF2-40B4-BE49-F238E27FC236}">
                <ns2:creationId id="{B2FEF2B1-667B-43C8-A6B7-BCB41D670CAF}"/>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검증 후 Binding Revision State / 후보 read-set">
            <a:extLst>
              <a:ext uri="{FF2B5EF4-FFF2-40B4-BE49-F238E27FC236}">
                <ns2:creationId id="{942ACC32-968B-40D7-8D79-14EE2F8CEF4B}"/>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103" name="DP3 object 204">
            <a:extLst>
              <a:ext uri="{FF2B5EF4-FFF2-40B4-BE49-F238E27FC236}">
                <ns2:creationId id="{ACF4EEFA-B61D-4025-B5CB-C13ECBCE9716}"/>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4" name="Editable path 205">
            <a:extLst>
              <a:ext uri="{FF2B5EF4-FFF2-40B4-BE49-F238E27FC236}">
                <ns2:creationId id="{4B5FDB28-D95D-47AC-822E-30349E8A645F}"/>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5" name="Editable arrowhead 206">
            <a:extLst>
              <a:ext uri="{FF2B5EF4-FFF2-40B4-BE49-F238E27FC236}">
                <ns2:creationId id="{AA56DC07-55DF-419E-8A42-DE898DA26823}"/>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6" name="Editable path 207">
            <a:extLst>
              <a:ext uri="{FF2B5EF4-FFF2-40B4-BE49-F238E27FC236}">
                <ns2:creationId id="{D2CF825C-2B74-4940-81FD-37239584BD19}"/>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7" name="Editable arrowhead 208">
            <a:extLst>
              <a:ext uri="{FF2B5EF4-FFF2-40B4-BE49-F238E27FC236}">
                <ns2:creationId id="{FE4E6F15-B70D-421F-9AD9-4766D7C7DE29}"/>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8" name="DP3 object 209">
            <a:extLst>
              <a:ext uri="{FF2B5EF4-FFF2-40B4-BE49-F238E27FC236}">
                <ns2:creationId id="{E9365BD2-71B1-4311-A39F-D37FB98A351B}"/>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9" name="DP3 object 210">
            <a:extLst>
              <a:ext uri="{FF2B5EF4-FFF2-40B4-BE49-F238E27FC236}">
                <ns2:creationId id="{83087DFD-9E30-4AC4-9073-D3779161B40B}"/>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10" name="DP3 object 211">
            <a:extLst>
              <a:ext uri="{FF2B5EF4-FFF2-40B4-BE49-F238E27FC236}">
                <ns2:creationId id="{59C4DD83-8563-4928-B124-7F6C7C679E09}"/>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11" name="DP3 object 212">
            <a:extLst>
              <a:ext uri="{FF2B5EF4-FFF2-40B4-BE49-F238E27FC236}">
                <ns2:creationId id="{FC5924D9-C1B2-4F7E-BE7D-09E464A600C7}"/>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12" name="DP3 object 213">
            <a:extLst>
              <a:ext uri="{FF2B5EF4-FFF2-40B4-BE49-F238E27FC236}">
                <ns2:creationId id="{52B16461-3935-472F-8E5A-7CC3474F3DAC}"/>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214">
            <a:extLst>
              <a:ext uri="{FF2B5EF4-FFF2-40B4-BE49-F238E27FC236}">
                <ns2:creationId id="{961D5738-0B2E-4E9C-9763-40DB9356E3B9}"/>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4" name="DP3 object 215">
            <a:extLst>
              <a:ext uri="{FF2B5EF4-FFF2-40B4-BE49-F238E27FC236}">
                <ns2:creationId id="{413DEE28-9C24-4C4D-8003-C9D8FD43FBBC}"/>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F853964F-A76C-414A-B7E4-97D03E4693C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6" name="DP3 object 216">
            <a:extLst>
              <a:ext uri="{FF2B5EF4-FFF2-40B4-BE49-F238E27FC236}">
                <ns2:creationId id="{83540856-533F-4367-84BD-5995409D83B4}"/>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217">
            <a:extLst>
              <a:ext uri="{FF2B5EF4-FFF2-40B4-BE49-F238E27FC236}">
                <ns2:creationId id="{65F38F33-7FAA-4F33-BF8F-35E3523EF165}"/>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218">
            <a:extLst>
              <a:ext uri="{FF2B5EF4-FFF2-40B4-BE49-F238E27FC236}">
                <ns2:creationId id="{516A817E-AA63-4F0E-946C-43E18DA99944}"/>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Selected A column">
            <a:extLst>
              <a:ext uri="{FF2B5EF4-FFF2-40B4-BE49-F238E27FC236}">
                <ns2:creationId id="{9289FC19-62DB-4D63-849B-0242D010CE6C}"/>
              </a:ext>
            </a:extLst>
          </p:cNvPr>
          <p:cNvSpPr>
            <a:spLocks noGrp="1"/>
          </p:cNvSpPr>
          <p:nvPr/>
        </p:nvSpPr>
        <p:spPr>
          <a:xfrm>
            <a:off x="1866900" y="1657350"/>
            <a:ext cx="8096250" cy="8134350"/>
          </a:xfrm>
          <a:prstGeom prst="rect">
            <a:avLst/>
          </a:prstGeom>
          <a:noFill/>
          <a:ln w="40005">
            <a:solidFill>
              <a:srgbClr val="4676CB"/>
            </a:solidFill>
            <a:prstDash val="solid"/>
          </a:ln>
        </p:spPr>
      </p:sp>
      <p:sp>
        <p:nvSpPr>
          <p:cNvPr id="120" name="DP3 object 219">
            <a:extLst>
              <a:ext uri="{FF2B5EF4-FFF2-40B4-BE49-F238E27FC236}">
                <ns2:creationId id="{36DC60A6-5F33-4961-872C-E3DC15E42988}"/>
              </a:ext>
            </a:extLst>
          </p:cNvPr>
          <p:cNvSpPr>
            <a:spLocks noGrp="1"/>
          </p:cNvSpPr>
          <p:nvPr/>
        </p:nvSpPr>
        <p:spPr>
          <a:xfrm>
            <a:off x="1943100" y="140970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1" name="DP3 object 220">
            <a:extLst>
              <a:ext uri="{FF2B5EF4-FFF2-40B4-BE49-F238E27FC236}">
                <ns2:creationId id="{CFD048C9-060E-4B8C-BBE8-983F6B73DE2D}"/>
              </a:ext>
            </a:extLst>
          </p:cNvPr>
          <p:cNvSpPr>
            <a:spLocks noGrp="1"/>
          </p:cNvSpPr>
          <p:nvPr/>
        </p:nvSpPr>
        <p:spPr>
          <a:xfrm>
            <a:off x="266700" y="9858375"/>
            <a:ext cx="17240250" cy="200025"/>
          </a:xfrm>
          <a:prstGeom prst="rect">
            <a:avLst/>
          </a:prstGeom>
          <a:noFill/>
          <a:ln w="0">
            <a:noFill/>
            <a:prstDash val="solid"/>
          </a:ln>
        </p:spPr>
        <p:txBody>
          <a:bodyPr wrap="none" lIns="0" tIns="0" rIns="0" bIns="0" anchor="ctr">
            <a:noAutofit/>
          </a:bodyPr>
          <a:lstStyle>
            <a:defPPr algn="l">
              <a:defRPr sz="1300" b="0" lang="ko-KR">
                <a:solidFill>
                  <a:srgbClr val="4676CB"/>
                </a:solidFill>
                <a:latin typeface="Calibri"/>
                <a:ea typeface="Calibri"/>
                <a:cs typeface="Calibri"/>
              </a:defRPr>
            </a:defPPr>
            <a:lvl1pPr algn="l">
              <a:defRPr sz="1300" b="0" lang="ko-KR">
                <a:solidFill>
                  <a:srgbClr val="4676CB"/>
                </a:solidFill>
                <a:latin typeface="Calibri"/>
                <a:ea typeface="Calibri"/>
                <a:cs typeface="Calibri"/>
              </a:defRPr>
            </a:lvl1pPr>
            <a:lvl2pPr algn="l">
              <a:defRPr sz="1300" b="0" lang="ko-KR">
                <a:solidFill>
                  <a:srgbClr val="4676CB"/>
                </a:solidFill>
                <a:latin typeface="Calibri"/>
                <a:ea typeface="Calibri"/>
                <a:cs typeface="Calibri"/>
              </a:defRPr>
            </a:lvl2pPr>
            <a:lvl3pPr algn="l">
              <a:defRPr sz="1300" b="0" lang="ko-KR">
                <a:solidFill>
                  <a:srgbClr val="4676CB"/>
                </a:solidFill>
                <a:latin typeface="Calibri"/>
                <a:ea typeface="Calibri"/>
                <a:cs typeface="Calibri"/>
              </a:defRPr>
            </a:lvl3pPr>
            <a:lvl4pPr algn="l">
              <a:defRPr sz="1300" b="0" lang="ko-KR">
                <a:solidFill>
                  <a:srgbClr val="4676CB"/>
                </a:solidFill>
                <a:latin typeface="Calibri"/>
                <a:ea typeface="Calibri"/>
                <a:cs typeface="Calibri"/>
              </a:defRPr>
            </a:lvl4pPr>
            <a:lvl5pPr algn="l">
              <a:defRPr sz="1300" b="0" lang="ko-KR">
                <a:solidFill>
                  <a:srgbClr val="4676CB"/>
                </a:solidFill>
                <a:latin typeface="Calibri"/>
                <a:ea typeface="Calibri"/>
                <a:cs typeface="Calibri"/>
              </a:defRPr>
            </a:lvl5pPr>
            <a:lvl6pPr algn="l">
              <a:defRPr sz="1300" b="0" lang="ko-KR">
                <a:solidFill>
                  <a:srgbClr val="4676CB"/>
                </a:solidFill>
                <a:latin typeface="Calibri"/>
                <a:ea typeface="Calibri"/>
                <a:cs typeface="Calibri"/>
              </a:defRPr>
            </a:lvl6pPr>
            <a:lvl7pPr algn="l">
              <a:defRPr sz="1300" b="0" lang="ko-KR">
                <a:solidFill>
                  <a:srgbClr val="4676CB"/>
                </a:solidFill>
                <a:latin typeface="Calibri"/>
                <a:ea typeface="Calibri"/>
                <a:cs typeface="Calibri"/>
              </a:defRPr>
            </a:lvl7pPr>
            <a:lvl8pPr algn="l">
              <a:defRPr sz="1300" b="0" lang="ko-KR">
                <a:solidFill>
                  <a:srgbClr val="4676CB"/>
                </a:solidFill>
                <a:latin typeface="Calibri"/>
                <a:ea typeface="Calibri"/>
                <a:cs typeface="Calibri"/>
              </a:defRPr>
            </a:lvl8pPr>
            <a:lvl9pPr algn="l">
              <a:defRPr sz="1300" b="0" lang="ko-KR">
                <a:solidFill>
                  <a:srgbClr val="4676CB"/>
                </a:solidFill>
                <a:latin typeface="Calibri"/>
                <a:ea typeface="Calibri"/>
                <a:cs typeface="Calibri"/>
              </a:defRPr>
            </a:lvl9pPr>
          </a:lstStyle>
          <a:p>
            <a:pPr algn="l">
              <a:defRPr sz="1300" b="0" lang="ko-KR">
                <a:solidFill>
                  <a:srgbClr val="4676CB"/>
                </a:solidFill>
                <a:latin typeface="Calibri"/>
                <a:ea typeface="Calibri"/>
                <a:cs typeface="Calibri"/>
              </a:defRPr>
            </a:pPr>
            <a:r>
              <a:rPr sz="1300" b="0" lang="ko-KR">
                <a:solidFill>
                  <a:srgbClr val="4676CB"/>
                </a:solidFill>
                <a:latin typeface="Calibri"/>
                <a:ea typeface="Calibri"/>
                <a:cs typeface="Calibri"/>
              </a:rPr>
              <a:t>선택 A의 이번 QA 열세는 확인되지 않음. 파란 복구 경로와 전후 수치는 별도 pixel 실험이며, 정규화 A와의 조합은 미실행.</a:t>
            </a:r>
            <a:endParaRPr lang="ko-KR">
              <a:latin typeface="Calibri"/>
              <a:ea typeface="Calibri"/>
              <a:cs typeface="Calibri"/>
            </a:endParaRPr>
          </a:p>
        </p:txBody>
      </p:sp>
      <p:sp>
        <p:nvSpPr>
          <p:cNvPr id="122" name="DP3 object 221">
            <a:extLst>
              <a:ext uri="{FF2B5EF4-FFF2-40B4-BE49-F238E27FC236}">
                <ns2:creationId id="{93E54512-B246-4DFB-A2F8-4CEA6582B27D}"/>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68818898"/>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Unified slide title">
            <a:extLst>
              <a:ext uri="{FF2B5EF4-FFF2-40B4-BE49-F238E27FC236}">
                <ns2:creationId id="{EC9D5790-FA9D-4BCB-AB65-8862E9267B7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(보완 효과 상세)</a:t>
            </a:r>
            <a:endParaRPr lang="ko-KR">
              <a:latin typeface="Calibri"/>
              <a:ea typeface="Calibri"/>
              <a:cs typeface="Calibri"/>
            </a:endParaRPr>
          </a:p>
        </p:txBody>
      </p:sp>
      <p:sp>
        <p:nvSpPr>
          <p:cNvPr id="2" name="Workflow 과제 소개">
            <a:extLst>
              <a:ext uri="{FF2B5EF4-FFF2-40B4-BE49-F238E27FC236}">
                <ns2:creationId id="{BC9DF970-0223-4C00-B3B4-8842FA8E239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7EC766F4-C378-4B20-A739-96D394E04AF6}"/>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808464-0F45-480B-B7C1-D2501D9BB7C8}"/>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EB07C14-7B19-4B08-A1E2-12B13758CDD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952A50-DDAD-4DC1-9AD9-239A0D2EBA43}"/>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081407-AE5B-4F9B-B7A2-9430A48297B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83A9453-61E6-4DEB-8060-4F354F128F8F}"/>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0B65421-5329-4723-BBA4-2199CF0829A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19CC54B-CD87-4ED6-B8DD-647EFB6DE12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C566446-D671-437F-9AA8-A71A187DF99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2017E91F-3223-4B6D-ABC1-A60529AEF078}"/>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865C40E-5D5A-4D47-8836-7DA576B3FE08}"/>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12 / 16</a:t>
            </a:r>
            <a:endParaRPr lang="ko-KR">
              <a:latin typeface="Calibri"/>
              <a:ea typeface="Calibri"/>
              <a:cs typeface="Calibri"/>
            </a:endParaRPr>
          </a:p>
        </p:txBody>
      </p:sp>
      <p:sp>
        <p:nvSpPr>
          <p:cNvPr id="14" name="DP3 object 222">
            <a:extLst>
              <a:ext uri="{FF2B5EF4-FFF2-40B4-BE49-F238E27FC236}">
                <ns2:creationId id="{9B31B8BD-4CD8-4416-AC99-34BF6A2470DA}"/>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23">
            <a:extLst>
              <a:ext uri="{FF2B5EF4-FFF2-40B4-BE49-F238E27FC236}">
                <ns2:creationId id="{B1337BD1-2CB5-451D-A357-11D82A70287E}"/>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현재 선택은 정규화 기본 A. 아래는 별도 pixel 실험의 A와 A2+A5 전후 비교다.</a:t>
            </a:r>
            <a:endParaRPr lang="ko-KR">
              <a:latin typeface="Calibri"/>
              <a:ea typeface="Calibri"/>
              <a:cs typeface="Calibri"/>
            </a:endParaRPr>
          </a:p>
        </p:txBody>
      </p:sp>
      <p:sp>
        <p:nvSpPr>
          <p:cNvPr id="16" name="DP3 object 224">
            <a:extLst>
              <a:ext uri="{FF2B5EF4-FFF2-40B4-BE49-F238E27FC236}">
                <ns2:creationId id="{77B1A3F6-A49F-4ED7-B289-BAD0C0E2277E}"/>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25">
            <a:extLst>
              <a:ext uri="{FF2B5EF4-FFF2-40B4-BE49-F238E27FC236}">
                <ns2:creationId id="{9F92B554-E865-4472-A154-39724B4F4869}"/>
              </a:ext>
            </a:extLst>
          </p:cNvPr>
          <p:cNvSpPr>
            <a:spLocks noGrp="1"/>
          </p:cNvSpPr>
          <p:nvPr/>
        </p:nvSpPr>
        <p:spPr>
          <a:xfrm>
            <a:off x="228600" y="2209800"/>
            <a:ext cx="5829300" cy="476250"/>
          </a:xfrm>
          <a:prstGeom prst="rect">
            <a:avLst/>
          </a:prstGeom>
          <a:solidFill>
            <a:srgbClr val="C9E1B3"/>
          </a:solidFill>
          <a:ln w="0">
            <a:noFill/>
            <a:prstDash val="solid"/>
          </a:ln>
        </p:spPr>
      </p:sp>
      <p:sp>
        <p:nvSpPr>
          <p:cNvPr id="18" name="DP3 object 226">
            <a:extLst>
              <a:ext uri="{FF2B5EF4-FFF2-40B4-BE49-F238E27FC236}">
                <ns2:creationId id="{98151FCB-97A7-4F4D-A74C-D54443A94A02}"/>
              </a:ext>
            </a:extLst>
          </p:cNvPr>
          <p:cNvSpPr>
            <a:spLocks noGrp="1"/>
          </p:cNvSpPr>
          <p:nvPr/>
        </p:nvSpPr>
        <p:spPr>
          <a:xfrm>
            <a:off x="419100" y="2257425"/>
            <a:ext cx="5448300"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04117AEE-61BC-461A-9F8F-ACDDEEF47E0C}"/>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sp>
      <p:sp>
        <p:nvSpPr>
          <p:cNvPr id="20" name="DP3 object 227">
            <a:extLst>
              <a:ext uri="{FF2B5EF4-FFF2-40B4-BE49-F238E27FC236}">
                <ns2:creationId id="{177819BD-1F76-4349-8380-0328257361CD}"/>
              </a:ext>
            </a:extLst>
          </p:cNvPr>
          <p:cNvSpPr>
            <a:spLocks noGrp="1"/>
          </p:cNvSpPr>
          <p:nvPr/>
        </p:nvSpPr>
        <p:spPr>
          <a:xfrm>
            <a:off x="819150" y="2971800"/>
            <a:ext cx="4648200" cy="6953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28">
            <a:extLst>
              <a:ext uri="{FF2B5EF4-FFF2-40B4-BE49-F238E27FC236}">
                <ns2:creationId id="{118EBCA8-CA4C-4C33-9AD3-119CE5CAA0F5}"/>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29">
            <a:extLst>
              <a:ext uri="{FF2B5EF4-FFF2-40B4-BE49-F238E27FC236}">
                <ns2:creationId id="{D0CBB6E2-891D-429A-A665-BB30B777882E}"/>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55E32988-70A4-4094-863B-197398840221}"/>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sp>
      <p:sp>
        <p:nvSpPr>
          <p:cNvPr id="24" name="DP3 object 230">
            <a:extLst>
              <a:ext uri="{FF2B5EF4-FFF2-40B4-BE49-F238E27FC236}">
                <ns2:creationId id="{E9C45DC4-D3C8-4FB0-B3F0-4E878A2632BD}"/>
              </a:ext>
            </a:extLst>
          </p:cNvPr>
          <p:cNvSpPr>
            <a:spLocks noGrp="1"/>
          </p:cNvSpPr>
          <p:nvPr/>
        </p:nvSpPr>
        <p:spPr>
          <a:xfrm>
            <a:off x="819150" y="4057650"/>
            <a:ext cx="4648200" cy="419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31">
            <a:extLst>
              <a:ext uri="{FF2B5EF4-FFF2-40B4-BE49-F238E27FC236}">
                <ns2:creationId id="{AC57FFB1-B1E9-4DC5-A100-FEACA1EF8AEC}"/>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32">
            <a:extLst>
              <a:ext uri="{FF2B5EF4-FFF2-40B4-BE49-F238E27FC236}">
                <ns2:creationId id="{DFE5CFB8-56C5-455A-A744-95F007225DCC}"/>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33">
            <a:extLst>
              <a:ext uri="{FF2B5EF4-FFF2-40B4-BE49-F238E27FC236}">
                <ns2:creationId id="{119D002A-5536-4D82-A310-B32699DC7661}"/>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9A546BD3-F6CD-493B-9674-0127629367E4}"/>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sp>
      <p:sp>
        <p:nvSpPr>
          <p:cNvPr id="29" name="DP3 object 234">
            <a:extLst>
              <a:ext uri="{FF2B5EF4-FFF2-40B4-BE49-F238E27FC236}">
                <ns2:creationId id="{91F95BBA-36E8-49E2-81BA-F5E466FFF72C}"/>
              </a:ext>
            </a:extLst>
          </p:cNvPr>
          <p:cNvSpPr>
            <a:spLocks noGrp="1"/>
          </p:cNvSpPr>
          <p:nvPr/>
        </p:nvSpPr>
        <p:spPr>
          <a:xfrm>
            <a:off x="819150" y="50768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35">
            <a:extLst>
              <a:ext uri="{FF2B5EF4-FFF2-40B4-BE49-F238E27FC236}">
                <ns2:creationId id="{25028E3A-8862-4ED6-88EF-3AB220B313AF}"/>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36">
            <a:extLst>
              <a:ext uri="{FF2B5EF4-FFF2-40B4-BE49-F238E27FC236}">
                <ns2:creationId id="{1CE14477-4F76-49ED-8660-5E118AA025FE}"/>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5F2A87A9-7673-4D38-9C4B-72F9AA5B175C}"/>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sp>
      <p:sp>
        <p:nvSpPr>
          <p:cNvPr id="33" name="DP3 object 237">
            <a:extLst>
              <a:ext uri="{FF2B5EF4-FFF2-40B4-BE49-F238E27FC236}">
                <ns2:creationId id="{462D2370-AD4D-434F-B3DD-D83427200587}"/>
              </a:ext>
            </a:extLst>
          </p:cNvPr>
          <p:cNvSpPr>
            <a:spLocks noGrp="1"/>
          </p:cNvSpPr>
          <p:nvPr/>
        </p:nvSpPr>
        <p:spPr>
          <a:xfrm>
            <a:off x="819150" y="62960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38">
            <a:extLst>
              <a:ext uri="{FF2B5EF4-FFF2-40B4-BE49-F238E27FC236}">
                <ns2:creationId id="{AC94AC1D-B378-49E7-8387-7894E0545F46}"/>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39">
            <a:extLst>
              <a:ext uri="{FF2B5EF4-FFF2-40B4-BE49-F238E27FC236}">
                <ns2:creationId id="{1B684B6C-0AEB-49A0-B05F-9EEE3EC4D9FD}"/>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4C30BB89-38BF-44EA-8553-3076CBDD9913}"/>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sp>
      <p:sp>
        <p:nvSpPr>
          <p:cNvPr id="37" name="DP3 object 240">
            <a:extLst>
              <a:ext uri="{FF2B5EF4-FFF2-40B4-BE49-F238E27FC236}">
                <ns2:creationId id="{6BC3AE54-64F4-4807-98DF-A422809C1655}"/>
              </a:ext>
            </a:extLst>
          </p:cNvPr>
          <p:cNvSpPr>
            <a:spLocks noGrp="1"/>
          </p:cNvSpPr>
          <p:nvPr/>
        </p:nvSpPr>
        <p:spPr>
          <a:xfrm>
            <a:off x="819150" y="7524750"/>
            <a:ext cx="4648200" cy="4667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41">
            <a:extLst>
              <a:ext uri="{FF2B5EF4-FFF2-40B4-BE49-F238E27FC236}">
                <ns2:creationId id="{A4B1145E-062E-4FE6-9800-A0B415B97918}"/>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42">
            <a:extLst>
              <a:ext uri="{FF2B5EF4-FFF2-40B4-BE49-F238E27FC236}">
                <ns2:creationId id="{309DFA92-DDCB-4693-81CE-991B004DF57F}"/>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19/24 (79.2%) → 24/24 (100%)</a:t>
            </a:r>
            <a:endParaRPr lang="ko-KR">
              <a:latin typeface="Calibri"/>
              <a:ea typeface="Calibri"/>
              <a:cs typeface="Calibri"/>
            </a:endParaRPr>
          </a:p>
        </p:txBody>
      </p:sp>
      <p:graphicFrame>
        <p:nvGraphicFramePr>
          <p:cNvPr id="40" name="">
            <a:extLst>
              <a:ext uri="{FF2B5EF4-FFF2-40B4-BE49-F238E27FC236}">
                <ns2:creationId id="{1C6E6C2D-EFA4-4EFC-8CCB-E438CB87AE68}"/>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3">
            <a:extLst>
              <a:ext uri="{FF2B5EF4-FFF2-40B4-BE49-F238E27FC236}">
                <ns2:creationId id="{04050094-5480-4188-A5A1-0F64C2A49C0F}"/>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44">
            <a:extLst>
              <a:ext uri="{FF2B5EF4-FFF2-40B4-BE49-F238E27FC236}">
                <ns2:creationId id="{447FA979-0DF9-4242-8551-35704F88DB1D}"/>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45">
            <a:extLst>
              <a:ext uri="{FF2B5EF4-FFF2-40B4-BE49-F238E27FC236}">
                <ns2:creationId id="{67C9EAD4-E1C9-44C6-B30D-8798B2C79E8A}"/>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46">
            <a:extLst>
              <a:ext uri="{FF2B5EF4-FFF2-40B4-BE49-F238E27FC236}">
                <ns2:creationId id="{0F59AD14-2B01-4A60-91F8-89B48BC665BA}"/>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47">
            <a:extLst>
              <a:ext uri="{FF2B5EF4-FFF2-40B4-BE49-F238E27FC236}">
                <ns2:creationId id="{F837DA3F-A23B-426A-8C35-951AB57D9A04}"/>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248">
            <a:extLst>
              <a:ext uri="{FF2B5EF4-FFF2-40B4-BE49-F238E27FC236}">
                <ns2:creationId id="{B5F8F9FD-3654-4889-A090-067EA008D1E3}"/>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1523441596"/>
      </p:ext>
    </p:extLst>
  </p:cSld>
</p:sld>
</file>

<file path=ppt/slides/slide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9" name="Unified slide title">
            <a:extLst>
              <a:ext uri="{FF2B5EF4-FFF2-40B4-BE49-F238E27FC236}">
                <ns2:creationId id="{836C9220-1E17-4C86-82F5-C5ACCFAA198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(배경)</a:t>
            </a:r>
            <a:endParaRPr lang="ko-KR">
              <a:latin typeface="Calibri"/>
              <a:ea typeface="Calibri"/>
              <a:cs typeface="Calibri"/>
            </a:endParaRPr>
          </a:p>
        </p:txBody>
      </p:sp>
      <p:sp>
        <p:nvSpPr>
          <p:cNvPr id="2" name="Workflow 과제 소개">
            <a:extLst>
              <a:ext uri="{FF2B5EF4-FFF2-40B4-BE49-F238E27FC236}">
                <ns2:creationId id="{B21FF95E-C47B-47AE-8818-54850D1C51B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C920865-0EA3-4746-8C22-3B00B96079E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D220EB0-A8DE-4A43-98BB-B77FA391E7E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C3B32FB-7A0B-4DAA-AA9E-4815B30B187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D5B1FF6B-768B-4603-9C0B-938C083E28C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0715D168-08DE-4BF1-A902-7FEEFACCE31C}"/>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E5334C0D-8F13-48C2-9943-BEAB96CF8C8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43ACAA1-70C6-4150-88C3-14C8AD0EDBED}"/>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EAB9C82-2AAA-46C5-8B84-C1D3216C1C1B}"/>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E63E87D2-1176-40AD-9385-2201F2B67DE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3318BA9-E344-4C5E-9025-9FEA40E77DD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398D59E-756D-4A91-A6F5-69CC25E990E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13 / 16</a:t>
            </a:r>
            <a:endParaRPr lang="ko-KR">
              <a:latin typeface="Calibri"/>
              <a:ea typeface="Calibri"/>
              <a:cs typeface="Calibri"/>
            </a:endParaRPr>
          </a:p>
        </p:txBody>
      </p:sp>
      <p:sp>
        <p:nvSpPr>
          <p:cNvPr id="14" name="DP4 object 1">
            <a:extLst>
              <a:ext uri="{FF2B5EF4-FFF2-40B4-BE49-F238E27FC236}">
                <ns2:creationId id="{9F1B5A59-6E73-4629-AEFE-9C49E27F71AA}"/>
              </a:ext>
            </a:extLst>
          </p:cNvPr>
          <p:cNvSpPr>
            <a:spLocks noGrp="1"/>
          </p:cNvSpPr>
          <p:nvPr/>
        </p:nvSpPr>
        <p:spPr>
          <a:xfrm>
            <a:off x="628650" y="1381125"/>
            <a:ext cx="17049750"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Agent가 바뀌어도, 사용자가 정한 조건은 이어져야 한다</a:t>
            </a:r>
            <a:endParaRPr lang="ko-KR">
              <a:latin typeface="Calibri"/>
              <a:ea typeface="Calibri"/>
              <a:cs typeface="Calibri"/>
            </a:endParaRPr>
          </a:p>
        </p:txBody>
      </p:sp>
      <p:sp>
        <p:nvSpPr>
          <p:cNvPr id="15" name="DP4 object 2">
            <a:extLst>
              <a:ext uri="{FF2B5EF4-FFF2-40B4-BE49-F238E27FC236}">
                <ns2:creationId id="{F6B4F5A7-A066-49E9-B781-8AE95C809DAD}"/>
              </a:ext>
            </a:extLst>
          </p:cNvPr>
          <p:cNvSpPr>
            <a:spLocks noGrp="1"/>
          </p:cNvSpPr>
          <p:nvPr/>
        </p:nvSpPr>
        <p:spPr>
          <a:xfrm>
            <a:off x="647700" y="2047875"/>
            <a:ext cx="16859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같은 비교 결과로 발표자료와 메일을 만들 때, 다음 Agent가 받을 자료를 VIA가 연결한다.</a:t>
            </a:r>
            <a:endParaRPr lang="ko-KR">
              <a:latin typeface="Calibri"/>
              <a:ea typeface="Calibri"/>
              <a:cs typeface="Calibri"/>
            </a:endParaRPr>
          </a:p>
        </p:txBody>
      </p:sp>
      <p:sp>
        <p:nvSpPr>
          <p:cNvPr id="16" name="DP4 object 3">
            <a:extLst>
              <a:ext uri="{FF2B5EF4-FFF2-40B4-BE49-F238E27FC236}">
                <ns2:creationId id="{4508B5C0-B684-4FD4-8178-01795D2BE90F}"/>
              </a:ext>
            </a:extLst>
          </p:cNvPr>
          <p:cNvSpPr>
            <a:spLocks noGrp="1"/>
          </p:cNvSpPr>
          <p:nvPr/>
        </p:nvSpPr>
        <p:spPr>
          <a:xfrm>
            <a:off x="85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조사 결과 확보</a:t>
            </a:r>
            <a:endParaRPr lang="ko-KR">
              <a:latin typeface="Calibri"/>
              <a:ea typeface="Calibri"/>
              <a:cs typeface="Calibri"/>
            </a:endParaRPr>
          </a:p>
        </p:txBody>
      </p:sp>
      <p:sp>
        <p:nvSpPr>
          <p:cNvPr id="17" name="DP4 object 4">
            <a:extLst>
              <a:ext uri="{FF2B5EF4-FFF2-40B4-BE49-F238E27FC236}">
                <ns2:creationId id="{585FF1CB-D0CF-4150-871C-69284E83C9ED}"/>
              </a:ext>
            </a:extLst>
          </p:cNvPr>
          <p:cNvSpPr>
            <a:spLocks noGrp="1"/>
          </p:cNvSpPr>
          <p:nvPr/>
        </p:nvSpPr>
        <p:spPr>
          <a:xfrm>
            <a:off x="6572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발표자료로 재위임</a:t>
            </a:r>
            <a:endParaRPr lang="ko-KR">
              <a:latin typeface="Calibri"/>
              <a:ea typeface="Calibri"/>
              <a:cs typeface="Calibri"/>
            </a:endParaRPr>
          </a:p>
        </p:txBody>
      </p:sp>
      <p:sp>
        <p:nvSpPr>
          <p:cNvPr id="18" name="DP4 object 5">
            <a:extLst>
              <a:ext uri="{FF2B5EF4-FFF2-40B4-BE49-F238E27FC236}">
                <ns2:creationId id="{B11F616F-03E0-44F3-B477-D0D58958E473}"/>
              </a:ext>
            </a:extLst>
          </p:cNvPr>
          <p:cNvSpPr>
            <a:spLocks noGrp="1"/>
          </p:cNvSpPr>
          <p:nvPr/>
        </p:nvSpPr>
        <p:spPr>
          <a:xfrm>
            <a:off x="1228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메일 초안으로 재위임</a:t>
            </a:r>
            <a:endParaRPr lang="ko-KR">
              <a:latin typeface="Calibri"/>
              <a:ea typeface="Calibri"/>
              <a:cs typeface="Calibri"/>
            </a:endParaRPr>
          </a:p>
        </p:txBody>
      </p:sp>
      <p:sp>
        <p:nvSpPr>
          <p:cNvPr id="19" name="조사 Agent">
            <a:extLst>
              <a:ext uri="{FF2B5EF4-FFF2-40B4-BE49-F238E27FC236}">
                <ns2:creationId id="{5ADEBFEE-271F-4A29-8FCE-849DC0EF54C9}"/>
              </a:ext>
            </a:extLst>
          </p:cNvPr>
          <p:cNvSpPr>
            <a:spLocks noGrp="1"/>
          </p:cNvSpPr>
          <p:nvPr/>
        </p:nvSpPr>
        <p:spPr>
          <a:xfrm>
            <a:off x="857250" y="3343275"/>
            <a:ext cx="4762500" cy="533400"/>
          </a:xfrm>
          <a:prstGeom prst="rect">
            <a:avLst/>
          </a:prstGeom>
          <a:solidFill>
            <a:srgbClr val="FFF6DD"/>
          </a:solidFill>
          <a:ln w="17145">
            <a:solidFill>
              <a:srgbClr val="111111"/>
            </a:solidFill>
            <a:prstDash val="solid"/>
          </a:ln>
        </p:spPr>
      </p:sp>
      <p:sp>
        <p:nvSpPr>
          <p:cNvPr id="20" name="DP4 object 6">
            <a:extLst>
              <a:ext uri="{FF2B5EF4-FFF2-40B4-BE49-F238E27FC236}">
                <ns2:creationId id="{23771867-87C9-433A-AA36-B664A9F5D958}"/>
              </a:ext>
            </a:extLst>
          </p:cNvPr>
          <p:cNvSpPr>
            <a:spLocks noGrp="1"/>
          </p:cNvSpPr>
          <p:nvPr/>
        </p:nvSpPr>
        <p:spPr>
          <a:xfrm>
            <a:off x="923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조사 Agent</a:t>
            </a:r>
            <a:endParaRPr lang="ko-KR">
              <a:latin typeface="Calibri"/>
              <a:ea typeface="Calibri"/>
              <a:cs typeface="Calibri"/>
            </a:endParaRPr>
          </a:p>
        </p:txBody>
      </p:sp>
      <p:sp>
        <p:nvSpPr>
          <p:cNvPr id="21" name="제품 비교 결과">
            <a:extLst>
              <a:ext uri="{FF2B5EF4-FFF2-40B4-BE49-F238E27FC236}">
                <ns2:creationId id="{40E37A12-A523-48EB-AE98-154012BC05B3}"/>
              </a:ext>
            </a:extLst>
          </p:cNvPr>
          <p:cNvSpPr>
            <a:spLocks noGrp="1"/>
          </p:cNvSpPr>
          <p:nvPr/>
        </p:nvSpPr>
        <p:spPr>
          <a:xfrm>
            <a:off x="104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2" name="Editable path 7">
            <a:extLst>
              <a:ext uri="{FF2B5EF4-FFF2-40B4-BE49-F238E27FC236}">
                <ns2:creationId id="{ADA9200C-74E0-410F-8073-09FFE5047696}"/>
              </a:ext>
            </a:extLst>
          </p:cNvPr>
          <p:cNvSpPr>
            <a:spLocks noGrp="1"/>
          </p:cNvSpPr>
          <p:nvPr/>
        </p:nvSpPr>
        <p:spPr>
          <a:xfrm>
            <a:off x="527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3" name="DP4 object 8">
            <a:extLst>
              <a:ext uri="{FF2B5EF4-FFF2-40B4-BE49-F238E27FC236}">
                <ns2:creationId id="{E08FA6CF-42CB-4012-9DB6-D08A56B888F5}"/>
              </a:ext>
            </a:extLst>
          </p:cNvPr>
          <p:cNvSpPr>
            <a:spLocks noGrp="1"/>
          </p:cNvSpPr>
          <p:nvPr/>
        </p:nvSpPr>
        <p:spPr>
          <a:xfrm>
            <a:off x="120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제품 비교 결과</a:t>
            </a:r>
            <a:endParaRPr lang="ko-KR">
              <a:latin typeface="Calibri"/>
              <a:ea typeface="Calibri"/>
              <a:cs typeface="Calibri"/>
            </a:endParaRPr>
          </a:p>
        </p:txBody>
      </p:sp>
      <p:sp>
        <p:nvSpPr>
          <p:cNvPr id="24" name="Editable path 9">
            <a:extLst>
              <a:ext uri="{FF2B5EF4-FFF2-40B4-BE49-F238E27FC236}">
                <ns2:creationId id="{A00E1C64-4F6E-47C8-85C0-ADC52D700F52}"/>
              </a:ext>
            </a:extLst>
          </p:cNvPr>
          <p:cNvSpPr>
            <a:spLocks noGrp="1"/>
          </p:cNvSpPr>
          <p:nvPr/>
        </p:nvSpPr>
        <p:spPr>
          <a:xfrm>
            <a:off x="1209675" y="4619625"/>
            <a:ext cx="4057650" cy="953"/>
          </a:xfrm>
          <a:custGeom>
            <a:pathLst>
              <a:path w="4057650" h="953">
                <a:moveTo>
                  <a:pt x="0" y="0"/>
                </a:moveTo>
                <a:lnTo>
                  <a:pt x="4057650" y="0"/>
                </a:lnTo>
              </a:path>
            </a:pathLst>
          </a:custGeom>
          <a:noFill/>
          <a:ln w="9525">
            <a:solidFill>
              <a:srgbClr val="B7B9B9"/>
            </a:solidFill>
            <a:prstDash val="solid"/>
          </a:ln>
        </p:spPr>
      </p:sp>
      <p:sp>
        <p:nvSpPr>
          <p:cNvPr id="25" name="DP4 object 10">
            <a:extLst>
              <a:ext uri="{FF2B5EF4-FFF2-40B4-BE49-F238E27FC236}">
                <ns2:creationId id="{DA5EBCBD-9395-423E-ADEE-840284265C32}"/>
              </a:ext>
            </a:extLst>
          </p:cNvPr>
          <p:cNvSpPr>
            <a:spLocks noGrp="1"/>
          </p:cNvSpPr>
          <p:nvPr/>
        </p:nvSpPr>
        <p:spPr>
          <a:xfrm>
            <a:off x="120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가격·유지보수 비교</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공개 결과의 원본과 판본</a:t>
            </a:r>
            <a:endParaRPr lang="ko-KR">
              <a:latin typeface="Calibri"/>
              <a:ea typeface="Calibri"/>
              <a:cs typeface="Calibri"/>
            </a:endParaRPr>
          </a:p>
        </p:txBody>
      </p:sp>
      <p:sp>
        <p:nvSpPr>
          <p:cNvPr id="26" name="발표자료 Agent">
            <a:extLst>
              <a:ext uri="{FF2B5EF4-FFF2-40B4-BE49-F238E27FC236}">
                <ns2:creationId id="{E1298FA6-76C3-433B-9716-1217187805C8}"/>
              </a:ext>
            </a:extLst>
          </p:cNvPr>
          <p:cNvSpPr>
            <a:spLocks noGrp="1"/>
          </p:cNvSpPr>
          <p:nvPr/>
        </p:nvSpPr>
        <p:spPr>
          <a:xfrm>
            <a:off x="6572250" y="3343275"/>
            <a:ext cx="4762500" cy="533400"/>
          </a:xfrm>
          <a:prstGeom prst="rect">
            <a:avLst/>
          </a:prstGeom>
          <a:solidFill>
            <a:srgbClr val="FFF6DD"/>
          </a:solidFill>
          <a:ln w="17145">
            <a:solidFill>
              <a:srgbClr val="111111"/>
            </a:solidFill>
            <a:prstDash val="solid"/>
          </a:ln>
        </p:spPr>
      </p:sp>
      <p:sp>
        <p:nvSpPr>
          <p:cNvPr id="27" name="DP4 object 11">
            <a:extLst>
              <a:ext uri="{FF2B5EF4-FFF2-40B4-BE49-F238E27FC236}">
                <ns2:creationId id="{A61B9E88-0F74-40D1-8D58-0180C27692DF}"/>
              </a:ext>
            </a:extLst>
          </p:cNvPr>
          <p:cNvSpPr>
            <a:spLocks noGrp="1"/>
          </p:cNvSpPr>
          <p:nvPr/>
        </p:nvSpPr>
        <p:spPr>
          <a:xfrm>
            <a:off x="6638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발표자료 Agent</a:t>
            </a:r>
            <a:endParaRPr lang="ko-KR">
              <a:latin typeface="Calibri"/>
              <a:ea typeface="Calibri"/>
              <a:cs typeface="Calibri"/>
            </a:endParaRPr>
          </a:p>
        </p:txBody>
      </p:sp>
      <p:sp>
        <p:nvSpPr>
          <p:cNvPr id="28" name="발표자료 작성">
            <a:extLst>
              <a:ext uri="{FF2B5EF4-FFF2-40B4-BE49-F238E27FC236}">
                <ns2:creationId id="{512F7728-2B77-442C-8777-CFF3835E2FBC}"/>
              </a:ext>
            </a:extLst>
          </p:cNvPr>
          <p:cNvSpPr>
            <a:spLocks noGrp="1"/>
          </p:cNvSpPr>
          <p:nvPr/>
        </p:nvSpPr>
        <p:spPr>
          <a:xfrm>
            <a:off x="6762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9" name="Editable path 12">
            <a:extLst>
              <a:ext uri="{FF2B5EF4-FFF2-40B4-BE49-F238E27FC236}">
                <ns2:creationId id="{47A0B7F9-CB7E-4C36-AC81-3BDD1708D868}"/>
              </a:ext>
            </a:extLst>
          </p:cNvPr>
          <p:cNvSpPr>
            <a:spLocks noGrp="1"/>
          </p:cNvSpPr>
          <p:nvPr/>
        </p:nvSpPr>
        <p:spPr>
          <a:xfrm>
            <a:off x="10991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0" name="DP4 object 13">
            <a:extLst>
              <a:ext uri="{FF2B5EF4-FFF2-40B4-BE49-F238E27FC236}">
                <ns2:creationId id="{7734A8A7-F5CB-4FF2-BB81-144A4B2C11F3}"/>
              </a:ext>
            </a:extLst>
          </p:cNvPr>
          <p:cNvSpPr>
            <a:spLocks noGrp="1"/>
          </p:cNvSpPr>
          <p:nvPr/>
        </p:nvSpPr>
        <p:spPr>
          <a:xfrm>
            <a:off x="6924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발표자료 작성</a:t>
            </a:r>
            <a:endParaRPr lang="ko-KR">
              <a:latin typeface="Calibri"/>
              <a:ea typeface="Calibri"/>
              <a:cs typeface="Calibri"/>
            </a:endParaRPr>
          </a:p>
        </p:txBody>
      </p:sp>
      <p:sp>
        <p:nvSpPr>
          <p:cNvPr id="31" name="Editable path 14">
            <a:extLst>
              <a:ext uri="{FF2B5EF4-FFF2-40B4-BE49-F238E27FC236}">
                <ns2:creationId id="{D9C99A3E-9695-41F0-8C53-A9ABDCC09B76}"/>
              </a:ext>
            </a:extLst>
          </p:cNvPr>
          <p:cNvSpPr>
            <a:spLocks noGrp="1"/>
          </p:cNvSpPr>
          <p:nvPr/>
        </p:nvSpPr>
        <p:spPr>
          <a:xfrm>
            <a:off x="6924675" y="4619625"/>
            <a:ext cx="4057650" cy="953"/>
          </a:xfrm>
          <a:custGeom>
            <a:pathLst>
              <a:path w="4057650" h="953">
                <a:moveTo>
                  <a:pt x="0" y="0"/>
                </a:moveTo>
                <a:lnTo>
                  <a:pt x="4057650" y="0"/>
                </a:lnTo>
              </a:path>
            </a:pathLst>
          </a:custGeom>
          <a:noFill/>
          <a:ln w="9525">
            <a:solidFill>
              <a:srgbClr val="B7B9B9"/>
            </a:solidFill>
            <a:prstDash val="solid"/>
          </a:ln>
        </p:spPr>
      </p:sp>
      <p:sp>
        <p:nvSpPr>
          <p:cNvPr id="32" name="DP4 object 15">
            <a:extLst>
              <a:ext uri="{FF2B5EF4-FFF2-40B4-BE49-F238E27FC236}">
                <ns2:creationId id="{569F2E2A-C507-4881-BEB7-38CEA6B25FF0}"/>
              </a:ext>
            </a:extLst>
          </p:cNvPr>
          <p:cNvSpPr>
            <a:spLocks noGrp="1"/>
          </p:cNvSpPr>
          <p:nvPr/>
        </p:nvSpPr>
        <p:spPr>
          <a:xfrm>
            <a:off x="6924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같은 결과를 새 목적에 사용</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표·설명·제외사항 전달</a:t>
            </a:r>
            <a:endParaRPr lang="ko-KR">
              <a:latin typeface="Calibri"/>
              <a:ea typeface="Calibri"/>
              <a:cs typeface="Calibri"/>
            </a:endParaRPr>
          </a:p>
        </p:txBody>
      </p:sp>
      <p:sp>
        <p:nvSpPr>
          <p:cNvPr id="33" name="메일 Agent">
            <a:extLst>
              <a:ext uri="{FF2B5EF4-FFF2-40B4-BE49-F238E27FC236}">
                <ns2:creationId id="{9D7DAFA0-DAC2-4CC2-8DC1-F5EA0931B9E8}"/>
              </a:ext>
            </a:extLst>
          </p:cNvPr>
          <p:cNvSpPr>
            <a:spLocks noGrp="1"/>
          </p:cNvSpPr>
          <p:nvPr/>
        </p:nvSpPr>
        <p:spPr>
          <a:xfrm>
            <a:off x="12287250" y="3343275"/>
            <a:ext cx="4762500" cy="533400"/>
          </a:xfrm>
          <a:prstGeom prst="rect">
            <a:avLst/>
          </a:prstGeom>
          <a:solidFill>
            <a:srgbClr val="FFF6DD"/>
          </a:solidFill>
          <a:ln w="17145">
            <a:solidFill>
              <a:srgbClr val="111111"/>
            </a:solidFill>
            <a:prstDash val="solid"/>
          </a:ln>
        </p:spPr>
      </p:sp>
      <p:sp>
        <p:nvSpPr>
          <p:cNvPr id="34" name="DP4 object 16">
            <a:extLst>
              <a:ext uri="{FF2B5EF4-FFF2-40B4-BE49-F238E27FC236}">
                <ns2:creationId id="{9AB4261E-3CAB-45FC-93B9-A0610BEC83F2}"/>
              </a:ext>
            </a:extLst>
          </p:cNvPr>
          <p:cNvSpPr>
            <a:spLocks noGrp="1"/>
          </p:cNvSpPr>
          <p:nvPr/>
        </p:nvSpPr>
        <p:spPr>
          <a:xfrm>
            <a:off x="12353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메일 Agent</a:t>
            </a:r>
            <a:endParaRPr lang="ko-KR">
              <a:latin typeface="Calibri"/>
              <a:ea typeface="Calibri"/>
              <a:cs typeface="Calibri"/>
            </a:endParaRPr>
          </a:p>
        </p:txBody>
      </p:sp>
      <p:sp>
        <p:nvSpPr>
          <p:cNvPr id="35" name="메일 초안 작성">
            <a:extLst>
              <a:ext uri="{FF2B5EF4-FFF2-40B4-BE49-F238E27FC236}">
                <ns2:creationId id="{92B2E544-8ACD-4980-A392-0CC4276384B9}"/>
              </a:ext>
            </a:extLst>
          </p:cNvPr>
          <p:cNvSpPr>
            <a:spLocks noGrp="1"/>
          </p:cNvSpPr>
          <p:nvPr/>
        </p:nvSpPr>
        <p:spPr>
          <a:xfrm>
            <a:off x="1247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36" name="Editable path 17">
            <a:extLst>
              <a:ext uri="{FF2B5EF4-FFF2-40B4-BE49-F238E27FC236}">
                <ns2:creationId id="{C33CF3A2-6F06-4632-BBA9-41ABBB796898}"/>
              </a:ext>
            </a:extLst>
          </p:cNvPr>
          <p:cNvSpPr>
            <a:spLocks noGrp="1"/>
          </p:cNvSpPr>
          <p:nvPr/>
        </p:nvSpPr>
        <p:spPr>
          <a:xfrm>
            <a:off x="1670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4 object 18">
            <a:extLst>
              <a:ext uri="{FF2B5EF4-FFF2-40B4-BE49-F238E27FC236}">
                <ns2:creationId id="{5B94734D-84D4-4250-BD3D-415F8F05813E}"/>
              </a:ext>
            </a:extLst>
          </p:cNvPr>
          <p:cNvSpPr>
            <a:spLocks noGrp="1"/>
          </p:cNvSpPr>
          <p:nvPr/>
        </p:nvSpPr>
        <p:spPr>
          <a:xfrm>
            <a:off x="1263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메일 초안 작성</a:t>
            </a:r>
            <a:endParaRPr lang="ko-KR">
              <a:latin typeface="Calibri"/>
              <a:ea typeface="Calibri"/>
              <a:cs typeface="Calibri"/>
            </a:endParaRPr>
          </a:p>
        </p:txBody>
      </p:sp>
      <p:sp>
        <p:nvSpPr>
          <p:cNvPr id="38" name="Editable path 19">
            <a:extLst>
              <a:ext uri="{FF2B5EF4-FFF2-40B4-BE49-F238E27FC236}">
                <ns2:creationId id="{341BB35E-C3B8-4D0E-9601-D8BD7FF030C6}"/>
              </a:ext>
            </a:extLst>
          </p:cNvPr>
          <p:cNvSpPr>
            <a:spLocks noGrp="1"/>
          </p:cNvSpPr>
          <p:nvPr/>
        </p:nvSpPr>
        <p:spPr>
          <a:xfrm>
            <a:off x="12639675" y="4619625"/>
            <a:ext cx="4057650" cy="953"/>
          </a:xfrm>
          <a:custGeom>
            <a:pathLst>
              <a:path w="4057650" h="953">
                <a:moveTo>
                  <a:pt x="0" y="0"/>
                </a:moveTo>
                <a:lnTo>
                  <a:pt x="4057650" y="0"/>
                </a:lnTo>
              </a:path>
            </a:pathLst>
          </a:custGeom>
          <a:noFill/>
          <a:ln w="9525">
            <a:solidFill>
              <a:srgbClr val="B7B9B9"/>
            </a:solidFill>
            <a:prstDash val="solid"/>
          </a:ln>
        </p:spPr>
      </p:sp>
      <p:sp>
        <p:nvSpPr>
          <p:cNvPr id="39" name="DP4 object 20">
            <a:extLst>
              <a:ext uri="{FF2B5EF4-FFF2-40B4-BE49-F238E27FC236}">
                <ns2:creationId id="{EED1A1C7-2CEB-458B-BAB8-744A6F3C2D52}"/>
              </a:ext>
            </a:extLst>
          </p:cNvPr>
          <p:cNvSpPr>
            <a:spLocks noGrp="1"/>
          </p:cNvSpPr>
          <p:nvPr/>
        </p:nvSpPr>
        <p:spPr>
          <a:xfrm>
            <a:off x="1263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받는 사람과 문체는 변경</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채택 조건은 계속 유지</a:t>
            </a:r>
            <a:endParaRPr lang="ko-KR">
              <a:latin typeface="Calibri"/>
              <a:ea typeface="Calibri"/>
              <a:cs typeface="Calibri"/>
            </a:endParaRPr>
          </a:p>
        </p:txBody>
      </p:sp>
      <p:sp>
        <p:nvSpPr>
          <p:cNvPr id="40" name="Editable path 21">
            <a:extLst>
              <a:ext uri="{FF2B5EF4-FFF2-40B4-BE49-F238E27FC236}">
                <ns2:creationId id="{09BFD67A-9487-4398-AB41-EE92DAEFC8B7}"/>
              </a:ext>
            </a:extLst>
          </p:cNvPr>
          <p:cNvSpPr>
            <a:spLocks noGrp="1"/>
          </p:cNvSpPr>
          <p:nvPr/>
        </p:nvSpPr>
        <p:spPr>
          <a:xfrm>
            <a:off x="5619750" y="3609975"/>
            <a:ext cx="952500" cy="953"/>
          </a:xfrm>
          <a:custGeom>
            <a:pathLst>
              <a:path w="952500" h="953">
                <a:moveTo>
                  <a:pt x="0" y="0"/>
                </a:moveTo>
                <a:lnTo>
                  <a:pt x="952500" y="0"/>
                </a:lnTo>
              </a:path>
            </a:pathLst>
          </a:custGeom>
          <a:noFill/>
          <a:ln w="23813">
            <a:solidFill>
              <a:srgbClr val="111111"/>
            </a:solidFill>
            <a:prstDash val="solid"/>
          </a:ln>
        </p:spPr>
      </p:sp>
      <p:sp>
        <p:nvSpPr>
          <p:cNvPr id="41" name="Editable arrowhead 22">
            <a:extLst>
              <a:ext uri="{FF2B5EF4-FFF2-40B4-BE49-F238E27FC236}">
                <ns2:creationId id="{37E69F16-6979-42FC-AD14-BB4C9F48CB8C}"/>
              </a:ext>
            </a:extLst>
          </p:cNvPr>
          <p:cNvSpPr>
            <a:spLocks noGrp="1"/>
          </p:cNvSpPr>
          <p:nvPr/>
        </p:nvSpPr>
        <p:spPr>
          <a:xfrm>
            <a:off x="6477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23">
            <a:extLst>
              <a:ext uri="{FF2B5EF4-FFF2-40B4-BE49-F238E27FC236}">
                <ns2:creationId id="{EE1E0BF2-8F05-43AC-83D9-1B778DAD23D8}"/>
              </a:ext>
            </a:extLst>
          </p:cNvPr>
          <p:cNvSpPr>
            <a:spLocks noGrp="1"/>
          </p:cNvSpPr>
          <p:nvPr/>
        </p:nvSpPr>
        <p:spPr>
          <a:xfrm>
            <a:off x="11334750" y="3609975"/>
            <a:ext cx="952500" cy="953"/>
          </a:xfrm>
          <a:custGeom>
            <a:pathLst>
              <a:path w="952500" h="953">
                <a:moveTo>
                  <a:pt x="0" y="0"/>
                </a:moveTo>
                <a:lnTo>
                  <a:pt x="952500" y="0"/>
                </a:lnTo>
              </a:path>
            </a:pathLst>
          </a:custGeom>
          <a:noFill/>
          <a:ln w="23813">
            <a:solidFill>
              <a:srgbClr val="111111"/>
            </a:solidFill>
            <a:prstDash val="solid"/>
          </a:ln>
        </p:spPr>
      </p:sp>
      <p:sp>
        <p:nvSpPr>
          <p:cNvPr id="43" name="Editable arrowhead 24">
            <a:extLst>
              <a:ext uri="{FF2B5EF4-FFF2-40B4-BE49-F238E27FC236}">
                <ns2:creationId id="{FB47EF53-643A-4993-8D5F-99E9C5C7E5A9}"/>
              </a:ext>
            </a:extLst>
          </p:cNvPr>
          <p:cNvSpPr>
            <a:spLocks noGrp="1"/>
          </p:cNvSpPr>
          <p:nvPr/>
        </p:nvSpPr>
        <p:spPr>
          <a:xfrm>
            <a:off x="12192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4" name="DP4 object 25">
            <a:extLst>
              <a:ext uri="{FF2B5EF4-FFF2-40B4-BE49-F238E27FC236}">
                <ns2:creationId id="{781B85CC-62A2-48DB-BA55-33FE10832956}"/>
              </a:ext>
            </a:extLst>
          </p:cNvPr>
          <p:cNvSpPr>
            <a:spLocks noGrp="1"/>
          </p:cNvSpPr>
          <p:nvPr/>
        </p:nvSpPr>
        <p:spPr>
          <a:xfrm>
            <a:off x="5810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5" name="DP4 object 26">
            <a:extLst>
              <a:ext uri="{FF2B5EF4-FFF2-40B4-BE49-F238E27FC236}">
                <ns2:creationId id="{7C694CEA-B989-4CBC-9E80-C356D54A26E4}"/>
              </a:ext>
            </a:extLst>
          </p:cNvPr>
          <p:cNvSpPr>
            <a:spLocks noGrp="1"/>
          </p:cNvSpPr>
          <p:nvPr/>
        </p:nvSpPr>
        <p:spPr>
          <a:xfrm>
            <a:off x="11525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6" name="DP4 object 27">
            <a:extLst>
              <a:ext uri="{FF2B5EF4-FFF2-40B4-BE49-F238E27FC236}">
                <ns2:creationId id="{86B8122D-DE18-4792-B6DC-27EB50CDE82C}"/>
              </a:ext>
            </a:extLst>
          </p:cNvPr>
          <p:cNvSpPr>
            <a:spLocks noGrp="1"/>
          </p:cNvSpPr>
          <p:nvPr/>
        </p:nvSpPr>
        <p:spPr>
          <a:xfrm>
            <a:off x="1038225" y="6010275"/>
            <a:ext cx="15811500" cy="504825"/>
          </a:xfrm>
          <a:prstGeom prst="rect">
            <a:avLst/>
          </a:prstGeom>
          <a:solidFill>
            <a:srgbClr val="C9E1B3"/>
          </a:solidFill>
          <a:ln w="0">
            <a:noFill/>
            <a:prstDash val="solid"/>
          </a:ln>
        </p:spPr>
      </p:sp>
      <p:sp>
        <p:nvSpPr>
          <p:cNvPr id="47" name="DP4 object 28">
            <a:extLst>
              <a:ext uri="{FF2B5EF4-FFF2-40B4-BE49-F238E27FC236}">
                <ns2:creationId id="{5129C2F5-929C-4D51-8684-89EAF92DD767}"/>
              </a:ext>
            </a:extLst>
          </p:cNvPr>
          <p:cNvSpPr>
            <a:spLocks noGrp="1"/>
          </p:cNvSpPr>
          <p:nvPr/>
        </p:nvSpPr>
        <p:spPr>
          <a:xfrm>
            <a:off x="1238250" y="6048375"/>
            <a:ext cx="15430500" cy="4286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채택한 조건: “가격이 같을 때 유지보수 기간이 긴 제품 우선”</a:t>
            </a:r>
            <a:endParaRPr lang="ko-KR">
              <a:latin typeface="Calibri"/>
              <a:ea typeface="Calibri"/>
              <a:cs typeface="Calibri"/>
            </a:endParaRPr>
          </a:p>
        </p:txBody>
      </p:sp>
      <p:sp>
        <p:nvSpPr>
          <p:cNvPr id="48" name="Editable path 29">
            <a:extLst>
              <a:ext uri="{FF2B5EF4-FFF2-40B4-BE49-F238E27FC236}">
                <ns2:creationId id="{C7C7C489-447C-4219-86F9-FDCF2167E8E8}"/>
              </a:ext>
            </a:extLst>
          </p:cNvPr>
          <p:cNvSpPr>
            <a:spLocks noGrp="1"/>
          </p:cNvSpPr>
          <p:nvPr/>
        </p:nvSpPr>
        <p:spPr>
          <a:xfrm>
            <a:off x="3238500" y="5715000"/>
            <a:ext cx="953" cy="295275"/>
          </a:xfrm>
          <a:custGeom>
            <a:pathLst>
              <a:path w="953" h="295275">
                <a:moveTo>
                  <a:pt x="0" y="295275"/>
                </a:moveTo>
                <a:lnTo>
                  <a:pt x="0" y="0"/>
                </a:lnTo>
              </a:path>
            </a:pathLst>
          </a:custGeom>
          <a:noFill/>
          <a:ln w="22860">
            <a:solidFill>
              <a:srgbClr val="70A843"/>
            </a:solidFill>
            <a:prstDash val="solid"/>
          </a:ln>
        </p:spPr>
      </p:sp>
      <p:sp>
        <p:nvSpPr>
          <p:cNvPr id="49" name="Editable arrowhead 30">
            <a:extLst>
              <a:ext uri="{FF2B5EF4-FFF2-40B4-BE49-F238E27FC236}">
                <ns2:creationId id="{65E7B219-4CE1-49F2-88A9-F0E189DAD2D9}"/>
              </a:ext>
            </a:extLst>
          </p:cNvPr>
          <p:cNvSpPr>
            <a:spLocks noGrp="1"/>
          </p:cNvSpPr>
          <p:nvPr/>
        </p:nvSpPr>
        <p:spPr>
          <a:xfrm>
            <a:off x="319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0" name="Editable path 31">
            <a:extLst>
              <a:ext uri="{FF2B5EF4-FFF2-40B4-BE49-F238E27FC236}">
                <ns2:creationId id="{3CF94B1D-FDD2-461A-B492-6ED41C2E9BA4}"/>
              </a:ext>
            </a:extLst>
          </p:cNvPr>
          <p:cNvSpPr>
            <a:spLocks noGrp="1"/>
          </p:cNvSpPr>
          <p:nvPr/>
        </p:nvSpPr>
        <p:spPr>
          <a:xfrm>
            <a:off x="8953500" y="5715000"/>
            <a:ext cx="953" cy="295275"/>
          </a:xfrm>
          <a:custGeom>
            <a:pathLst>
              <a:path w="953" h="295275">
                <a:moveTo>
                  <a:pt x="0" y="295275"/>
                </a:moveTo>
                <a:lnTo>
                  <a:pt x="0" y="0"/>
                </a:lnTo>
              </a:path>
            </a:pathLst>
          </a:custGeom>
          <a:noFill/>
          <a:ln w="22860">
            <a:solidFill>
              <a:srgbClr val="70A843"/>
            </a:solidFill>
            <a:prstDash val="solid"/>
          </a:ln>
        </p:spPr>
      </p:sp>
      <p:sp>
        <p:nvSpPr>
          <p:cNvPr id="51" name="Editable arrowhead 32">
            <a:extLst>
              <a:ext uri="{FF2B5EF4-FFF2-40B4-BE49-F238E27FC236}">
                <ns2:creationId id="{DE3B7445-50D3-4050-AEB4-DBB3BE0BF975}"/>
              </a:ext>
            </a:extLst>
          </p:cNvPr>
          <p:cNvSpPr>
            <a:spLocks noGrp="1"/>
          </p:cNvSpPr>
          <p:nvPr/>
        </p:nvSpPr>
        <p:spPr>
          <a:xfrm>
            <a:off x="8905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2" name="Editable path 33">
            <a:extLst>
              <a:ext uri="{FF2B5EF4-FFF2-40B4-BE49-F238E27FC236}">
                <ns2:creationId id="{49ADD946-3A35-4890-8EEC-B19CD62DDB4A}"/>
              </a:ext>
            </a:extLst>
          </p:cNvPr>
          <p:cNvSpPr>
            <a:spLocks noGrp="1"/>
          </p:cNvSpPr>
          <p:nvPr/>
        </p:nvSpPr>
        <p:spPr>
          <a:xfrm>
            <a:off x="14668500" y="5715000"/>
            <a:ext cx="953" cy="295275"/>
          </a:xfrm>
          <a:custGeom>
            <a:pathLst>
              <a:path w="953" h="295275">
                <a:moveTo>
                  <a:pt x="0" y="295275"/>
                </a:moveTo>
                <a:lnTo>
                  <a:pt x="0" y="0"/>
                </a:lnTo>
              </a:path>
            </a:pathLst>
          </a:custGeom>
          <a:noFill/>
          <a:ln w="22860">
            <a:solidFill>
              <a:srgbClr val="70A843"/>
            </a:solidFill>
            <a:prstDash val="solid"/>
          </a:ln>
        </p:spPr>
      </p:sp>
      <p:sp>
        <p:nvSpPr>
          <p:cNvPr id="53" name="Editable arrowhead 34">
            <a:extLst>
              <a:ext uri="{FF2B5EF4-FFF2-40B4-BE49-F238E27FC236}">
                <ns2:creationId id="{AE5A8467-24C5-446C-967E-127808ED6A0D}"/>
              </a:ext>
            </a:extLst>
          </p:cNvPr>
          <p:cNvSpPr>
            <a:spLocks noGrp="1"/>
          </p:cNvSpPr>
          <p:nvPr/>
        </p:nvSpPr>
        <p:spPr>
          <a:xfrm>
            <a:off x="1462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graphicFrame>
        <p:nvGraphicFramePr>
          <p:cNvPr id="54" name="">
            <a:extLst>
              <a:ext uri="{FF2B5EF4-FFF2-40B4-BE49-F238E27FC236}">
                <ns2:creationId id="{08408007-593F-471B-AD89-C1A501482962}"/>
              </a:ext>
            </a:extLst>
          </p:cNvPr>
          <p:cNvGraphicFramePr/>
          <p:nvPr/>
        </p:nvGraphicFramePr>
        <p:xfrm>
          <a:off x="1038225" y="6896100"/>
          <a:ext cx="15811500" cy="1438275"/>
        </p:xfrm>
        <a:graphic>
          <a:graphicData uri="http://schemas.openxmlformats.org/drawingml/2006/table">
            <a:tbl>
              <a:tblPr firstRow="0" bandRow="0" bandCol="0"/>
              <a:tblGrid>
                <a:gridCol w="4476750"/>
                <a:gridCol w="1133475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인계에서 잃기 쉬운 것</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문제가 되는 전달 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조건의 적용 전제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“가격이 같을 때”가 빠지고 유지보수를 항상 우선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자료의 유효성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0" lang="ko-KR">
                          <a:solidFill>
                            <a:srgbClr val="C00000"/>
                          </a:solidFill>
                          <a:latin typeface="Calibri"/>
                          <a:ea typeface="Calibri"/>
                          <a:cs typeface="Calibri"/>
                        </a:rPr>
                        <a:t>이전 판본·철회된 자료를 다음 Agent가 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Editable path 35">
            <a:extLst>
              <a:ext uri="{FF2B5EF4-FFF2-40B4-BE49-F238E27FC236}">
                <ns2:creationId id="{AEE1611C-7C8B-4D05-99FE-4D83861B3C79}"/>
              </a:ext>
            </a:extLst>
          </p:cNvPr>
          <p:cNvSpPr>
            <a:spLocks noGrp="1"/>
          </p:cNvSpPr>
          <p:nvPr/>
        </p:nvSpPr>
        <p:spPr>
          <a:xfrm>
            <a:off x="619125" y="8696325"/>
            <a:ext cx="16811625" cy="953"/>
          </a:xfrm>
          <a:custGeom>
            <a:pathLst>
              <a:path w="16811625" h="953">
                <a:moveTo>
                  <a:pt x="0" y="0"/>
                </a:moveTo>
                <a:lnTo>
                  <a:pt x="16811625" y="0"/>
                </a:lnTo>
              </a:path>
            </a:pathLst>
          </a:custGeom>
          <a:noFill/>
          <a:ln w="14288">
            <a:solidFill>
              <a:srgbClr val="4676CB"/>
            </a:solidFill>
            <a:prstDash val="solid"/>
          </a:ln>
        </p:spPr>
      </p:sp>
      <p:sp>
        <p:nvSpPr>
          <p:cNvPr id="56" name="DP4 object 36">
            <a:extLst>
              <a:ext uri="{FF2B5EF4-FFF2-40B4-BE49-F238E27FC236}">
                <ns2:creationId id="{2389E0ED-67BB-4B49-AF46-8DE5533BF6FB}"/>
              </a:ext>
            </a:extLst>
          </p:cNvPr>
          <p:cNvSpPr>
            <a:spLocks noGrp="1"/>
          </p:cNvSpPr>
          <p:nvPr/>
        </p:nvSpPr>
        <p:spPr>
          <a:xfrm>
            <a:off x="628650" y="9039225"/>
            <a:ext cx="2619375" cy="4953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7" name="DP4 object 37">
            <a:extLst>
              <a:ext uri="{FF2B5EF4-FFF2-40B4-BE49-F238E27FC236}">
                <ns2:creationId id="{27C13C14-914D-4FBB-86F8-5DB2CB41EF29}"/>
              </a:ext>
            </a:extLst>
          </p:cNvPr>
          <p:cNvSpPr>
            <a:spLocks noGrp="1"/>
          </p:cNvSpPr>
          <p:nvPr/>
        </p:nvSpPr>
        <p:spPr>
          <a:xfrm>
            <a:off x="3381375" y="9001125"/>
            <a:ext cx="14049375" cy="5334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인계 자료를 언제 준비하고, 누가 상세 범위를 선택할 것인가?</a:t>
            </a:r>
            <a:endParaRPr lang="ko-KR">
              <a:latin typeface="Calibri"/>
              <a:ea typeface="Calibri"/>
              <a:cs typeface="Calibri"/>
            </a:endParaRPr>
          </a:p>
        </p:txBody>
      </p:sp>
      <p:sp>
        <p:nvSpPr>
          <p:cNvPr id="58" name="DP4 object 38">
            <a:extLst>
              <a:ext uri="{FF2B5EF4-FFF2-40B4-BE49-F238E27FC236}">
                <ns2:creationId id="{EF5AC2F0-A6CF-425A-99E4-6413CDEB3650}"/>
              </a:ext>
            </a:extLst>
          </p:cNvPr>
          <p:cNvSpPr>
            <a:spLocks noGrp="1"/>
          </p:cNvSpPr>
          <p:nvPr/>
        </p:nvSpPr>
        <p:spPr>
          <a:xfrm>
            <a:off x="3381375" y="9620250"/>
            <a:ext cx="13906500" cy="35242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위임할 때 구성 / 지속 업무 기록에서 추출 / 수신자가 원문을 선택해 읽기</a:t>
            </a:r>
            <a:endParaRPr lang="ko-KR">
              <a:latin typeface="Calibri"/>
              <a:ea typeface="Calibri"/>
              <a:cs typeface="Calibri"/>
            </a:endParaRPr>
          </a:p>
        </p:txBody>
      </p:sp>
    </p:spTree>
    <p:extLst>
      <p:ext uri="{BB962C8B-B14F-4D97-AF65-F5344CB8AC3E}">
        <p14:creationId val="992486375"/>
      </p:ext>
    </p:extLst>
  </p:cSld>
</p:sld>
</file>

<file path=ppt/slides/slide1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6" name="Unified slide title">
            <a:extLst>
              <a:ext uri="{FF2B5EF4-FFF2-40B4-BE49-F238E27FC236}">
                <ns2:creationId id="{AB495C44-77E9-4DD1-BD7C-B0314CEDB0A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(설계 방안 비교)</a:t>
            </a:r>
            <a:endParaRPr lang="ko-KR">
              <a:latin typeface="Calibri"/>
              <a:ea typeface="Calibri"/>
              <a:cs typeface="Calibri"/>
            </a:endParaRPr>
          </a:p>
        </p:txBody>
      </p:sp>
      <p:sp>
        <p:nvSpPr>
          <p:cNvPr id="2" name="Workflow 과제 소개">
            <a:extLst>
              <a:ext uri="{FF2B5EF4-FFF2-40B4-BE49-F238E27FC236}">
                <ns2:creationId id="{55030A91-5E7B-4D95-B121-A8DAB072617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9D1821FA-D4EB-41E7-B109-68DB153D0F7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3F208F-176D-411F-84EB-8ADDBC7BD10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92B25E4-9AE3-4403-98C0-8127BC137C6D}"/>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7A933BF-860F-41EC-B9BB-B3094245462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7143FE8E-734E-42B9-BE73-B8BED79489B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2FB23B00-7E13-421C-8269-FC2841625A5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78E29C2-F72B-4480-A1C6-2941E76A18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8CD546E-AE13-4ED5-A6FE-39AD83FDF62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F6999394-0C4C-472B-9F25-8578B71F3533}"/>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8E21E66-B297-450F-A936-762208AE25B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F457EBE2-90B3-4BE5-AD5E-EB761020CC2D}"/>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14 / 16</a:t>
            </a:r>
            <a:endParaRPr lang="ko-KR">
              <a:latin typeface="Calibri"/>
              <a:ea typeface="Calibri"/>
              <a:cs typeface="Calibri"/>
            </a:endParaRPr>
          </a:p>
        </p:txBody>
      </p:sp>
      <p:sp>
        <p:nvSpPr>
          <p:cNvPr id="14" name="DP4 object 39">
            <a:extLst>
              <a:ext uri="{FF2B5EF4-FFF2-40B4-BE49-F238E27FC236}">
                <ns2:creationId id="{130864DA-C8BE-4864-9233-B910137E567E}"/>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A↔B는 준비 수명 / A↔C는 상세 자료 선택 책임이 다르다</a:t>
            </a:r>
            <a:endParaRPr lang="ko-KR">
              <a:latin typeface="Calibri"/>
              <a:ea typeface="Calibri"/>
              <a:cs typeface="Calibri"/>
            </a:endParaRPr>
          </a:p>
        </p:txBody>
      </p:sp>
      <p:graphicFrame>
        <p:nvGraphicFramePr>
          <p:cNvPr id="15" name="">
            <a:extLst>
              <a:ext uri="{FF2B5EF4-FFF2-40B4-BE49-F238E27FC236}">
                <ns2:creationId id="{0B2D5097-5091-4882-A772-EE507CFDBEC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0.0757928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40">
            <a:extLst>
              <a:ext uri="{FF2B5EF4-FFF2-40B4-BE49-F238E27FC236}">
                <ns2:creationId id="{08259352-568A-4CD2-892F-B6B784789F03}"/>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sp>
      <p:sp>
        <p:nvSpPr>
          <p:cNvPr id="17" name="DP4 object 41">
            <a:extLst>
              <a:ext uri="{FF2B5EF4-FFF2-40B4-BE49-F238E27FC236}">
                <ns2:creationId id="{984A59F4-475D-4978-8294-6B0916435F46}"/>
              </a:ext>
            </a:extLst>
          </p:cNvPr>
          <p:cNvSpPr>
            <a:spLocks noGrp="1"/>
          </p:cNvSpPr>
          <p:nvPr/>
        </p:nvSpPr>
        <p:spPr>
          <a:xfrm>
            <a:off x="400050" y="2752725"/>
            <a:ext cx="1257300" cy="2667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42">
            <a:extLst>
              <a:ext uri="{FF2B5EF4-FFF2-40B4-BE49-F238E27FC236}">
                <ns2:creationId id="{71661F52-66E0-40BE-8233-40EC9EC2ECD2}"/>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sp>
      <p:sp>
        <p:nvSpPr>
          <p:cNvPr id="19" name="DP4 object 43">
            <a:extLst>
              <a:ext uri="{FF2B5EF4-FFF2-40B4-BE49-F238E27FC236}">
                <ns2:creationId id="{93018214-7B74-47F5-B059-C6626DD3CFE3}"/>
              </a:ext>
            </a:extLst>
          </p:cNvPr>
          <p:cNvSpPr>
            <a:spLocks noGrp="1"/>
          </p:cNvSpPr>
          <p:nvPr/>
        </p:nvSpPr>
        <p:spPr>
          <a:xfrm>
            <a:off x="466725" y="3086100"/>
            <a:ext cx="1123950" cy="2571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BA0683C1-5A8F-4883-BC3B-2D646D3D8645}"/>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sp>
      <p:sp>
        <p:nvSpPr>
          <p:cNvPr id="21" name="DP4 object 44">
            <a:extLst>
              <a:ext uri="{FF2B5EF4-FFF2-40B4-BE49-F238E27FC236}">
                <ns2:creationId id="{F38AF3DF-FBE0-433C-9169-C165599AD917}"/>
              </a:ext>
            </a:extLst>
          </p:cNvPr>
          <p:cNvSpPr>
            <a:spLocks noGrp="1"/>
          </p:cNvSpPr>
          <p:nvPr/>
        </p:nvSpPr>
        <p:spPr>
          <a:xfrm>
            <a:off x="428625" y="3800475"/>
            <a:ext cx="1209675" cy="4191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45">
            <a:extLst>
              <a:ext uri="{FF2B5EF4-FFF2-40B4-BE49-F238E27FC236}">
                <ns2:creationId id="{ACBE80E7-4514-40AB-AFD9-4BCAD3ADCC16}"/>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자료·명령</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요청·조건</a:t>
            </a:r>
            <a:endParaRPr lang="ko-KR">
              <a:latin typeface="Calibri"/>
              <a:ea typeface="Calibri"/>
              <a:cs typeface="Calibri"/>
            </a:endParaRPr>
          </a:p>
        </p:txBody>
      </p:sp>
      <p:sp>
        <p:nvSpPr>
          <p:cNvPr id="23" name="DP4 object 46">
            <a:extLst>
              <a:ext uri="{FF2B5EF4-FFF2-40B4-BE49-F238E27FC236}">
                <ns2:creationId id="{3FD0F47B-AFDB-42BC-9C78-CDC37570C3BC}"/>
              </a:ext>
            </a:extLst>
          </p:cNvPr>
          <p:cNvSpPr>
            <a:spLocks noGrp="1"/>
          </p:cNvSpPr>
          <p:nvPr/>
        </p:nvSpPr>
        <p:spPr>
          <a:xfrm>
            <a:off x="304800" y="5286375"/>
            <a:ext cx="1466850" cy="4667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Task·원본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24" name="DP4 object 47">
            <a:extLst>
              <a:ext uri="{FF2B5EF4-FFF2-40B4-BE49-F238E27FC236}">
                <ns2:creationId id="{83E75B75-A337-4B4F-BD99-92CB6226DCA3}"/>
              </a:ext>
            </a:extLst>
          </p:cNvPr>
          <p:cNvSpPr>
            <a:spLocks noGrp="1"/>
          </p:cNvSpPr>
          <p:nvPr/>
        </p:nvSpPr>
        <p:spPr>
          <a:xfrm>
            <a:off x="1924050" y="2152650"/>
            <a:ext cx="52197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위임 요청마다 목적별 구성</a:t>
            </a:r>
            <a:endParaRPr lang="ko-KR">
              <a:latin typeface="Calibri"/>
              <a:ea typeface="Calibri"/>
              <a:cs typeface="Calibri"/>
            </a:endParaRPr>
          </a:p>
        </p:txBody>
      </p:sp>
      <p:sp>
        <p:nvSpPr>
          <p:cNvPr id="25" name="Request Controller: 채택·허가">
            <a:extLst>
              <a:ext uri="{FF2B5EF4-FFF2-40B4-BE49-F238E27FC236}">
                <ns2:creationId id="{8280101B-F5D9-46FC-9467-8C0AF702CAD9}"/>
              </a:ext>
            </a:extLst>
          </p:cNvPr>
          <p:cNvSpPr>
            <a:spLocks noGrp="1"/>
          </p:cNvSpPr>
          <p:nvPr/>
        </p:nvSpPr>
        <p:spPr>
          <a:xfrm>
            <a:off x="2000250" y="2514600"/>
            <a:ext cx="5067300" cy="323850"/>
          </a:xfrm>
          <a:prstGeom prst="rect">
            <a:avLst/>
          </a:prstGeom>
          <a:solidFill>
            <a:srgbClr val="FFF6DD"/>
          </a:solidFill>
          <a:ln w="17145">
            <a:solidFill>
              <a:srgbClr val="111111"/>
            </a:solidFill>
            <a:prstDash val="solid"/>
          </a:ln>
        </p:spPr>
      </p:sp>
      <p:sp>
        <p:nvSpPr>
          <p:cNvPr id="26" name="DP4 object 48">
            <a:extLst>
              <a:ext uri="{FF2B5EF4-FFF2-40B4-BE49-F238E27FC236}">
                <ns2:creationId id="{4E702A44-6FF2-4B8B-A5DC-1425BC8BDFCC}"/>
              </a:ext>
            </a:extLst>
          </p:cNvPr>
          <p:cNvSpPr>
            <a:spLocks noGrp="1"/>
          </p:cNvSpPr>
          <p:nvPr/>
        </p:nvSpPr>
        <p:spPr>
          <a:xfrm>
            <a:off x="20669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27" name="Context Manager Component">
            <a:extLst>
              <a:ext uri="{FF2B5EF4-FFF2-40B4-BE49-F238E27FC236}">
                <ns2:creationId id="{78BB1ADD-A108-44A4-9823-A53B06AE4B3C}"/>
              </a:ext>
            </a:extLst>
          </p:cNvPr>
          <p:cNvSpPr>
            <a:spLocks noGrp="1"/>
          </p:cNvSpPr>
          <p:nvPr/>
        </p:nvSpPr>
        <p:spPr>
          <a:xfrm>
            <a:off x="2000250" y="2981325"/>
            <a:ext cx="5067300" cy="1819275"/>
          </a:xfrm>
          <a:prstGeom prst="rect">
            <a:avLst/>
          </a:prstGeom>
          <a:solidFill>
            <a:srgbClr val="FFF6DD"/>
          </a:solidFill>
          <a:ln w="25718">
            <a:solidFill>
              <a:srgbClr val="111111"/>
            </a:solidFill>
            <a:prstDash val="solid"/>
          </a:ln>
        </p:spPr>
      </p:sp>
      <p:sp>
        <p:nvSpPr>
          <p:cNvPr id="28" name="DP4 object 49">
            <a:extLst>
              <a:ext uri="{FF2B5EF4-FFF2-40B4-BE49-F238E27FC236}">
                <ns2:creationId id="{6CD5178B-DF78-4710-A862-2F83BDEADFB9}"/>
              </a:ext>
            </a:extLst>
          </p:cNvPr>
          <p:cNvSpPr>
            <a:spLocks noGrp="1"/>
          </p:cNvSpPr>
          <p:nvPr/>
        </p:nvSpPr>
        <p:spPr>
          <a:xfrm>
            <a:off x="20764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9" name="Editable path 50">
            <a:extLst>
              <a:ext uri="{FF2B5EF4-FFF2-40B4-BE49-F238E27FC236}">
                <ns2:creationId id="{75D38F82-848F-4D02-A5D5-6A9532027250}"/>
              </a:ext>
            </a:extLst>
          </p:cNvPr>
          <p:cNvSpPr>
            <a:spLocks noGrp="1"/>
          </p:cNvSpPr>
          <p:nvPr/>
        </p:nvSpPr>
        <p:spPr>
          <a:xfrm>
            <a:off x="2000250" y="3324225"/>
            <a:ext cx="5067300" cy="953"/>
          </a:xfrm>
          <a:custGeom>
            <a:pathLst>
              <a:path w="5067300" h="953">
                <a:moveTo>
                  <a:pt x="0" y="0"/>
                </a:moveTo>
                <a:lnTo>
                  <a:pt x="5067300" y="0"/>
                </a:lnTo>
              </a:path>
            </a:pathLst>
          </a:custGeom>
          <a:noFill/>
          <a:ln w="13335">
            <a:solidFill>
              <a:srgbClr val="111111"/>
            </a:solidFill>
            <a:prstDash val="solid"/>
          </a:ln>
        </p:spPr>
      </p:sp>
      <p:sp>
        <p:nvSpPr>
          <p:cNvPr id="30" name="목적별 자료 선택&#10;필수 조건·발췌·참조 구성">
            <a:extLst>
              <a:ext uri="{FF2B5EF4-FFF2-40B4-BE49-F238E27FC236}">
                <ns2:creationId id="{43536F37-09D5-4519-9A67-7E25D08166F0}"/>
              </a:ext>
            </a:extLst>
          </p:cNvPr>
          <p:cNvSpPr>
            <a:spLocks noGrp="1"/>
          </p:cNvSpPr>
          <p:nvPr/>
        </p:nvSpPr>
        <p:spPr>
          <a:xfrm>
            <a:off x="2143125" y="3438525"/>
            <a:ext cx="2619375" cy="542925"/>
          </a:xfrm>
          <a:prstGeom prst="rect">
            <a:avLst/>
          </a:prstGeom>
          <a:solidFill>
            <a:srgbClr val="FFFFFF"/>
          </a:solidFill>
          <a:ln w="17145">
            <a:solidFill>
              <a:srgbClr val="111111"/>
            </a:solidFill>
            <a:prstDash val="solid"/>
          </a:ln>
        </p:spPr>
      </p:sp>
      <p:sp>
        <p:nvSpPr>
          <p:cNvPr id="31" name="DP4 object 51">
            <a:extLst>
              <a:ext uri="{FF2B5EF4-FFF2-40B4-BE49-F238E27FC236}">
                <ns2:creationId id="{2B826F13-6841-436A-A8A6-5B1FAB1F3B88}"/>
              </a:ext>
            </a:extLst>
          </p:cNvPr>
          <p:cNvSpPr>
            <a:spLocks noGrp="1"/>
          </p:cNvSpPr>
          <p:nvPr/>
        </p:nvSpPr>
        <p:spPr>
          <a:xfrm>
            <a:off x="2209800" y="3476625"/>
            <a:ext cx="2486025" cy="4667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자료 선택</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필수 조건·발췌·참조 구성</a:t>
            </a:r>
            <a:endParaRPr lang="ko-KR">
              <a:latin typeface="Calibri"/>
              <a:ea typeface="Calibri"/>
              <a:cs typeface="Calibri"/>
            </a:endParaRPr>
          </a:p>
        </p:txBody>
      </p:sp>
      <p:sp>
        <p:nvSpPr>
          <p:cNvPr id="32" name="공통 원본&#10;기확보 근거">
            <a:extLst>
              <a:ext uri="{FF2B5EF4-FFF2-40B4-BE49-F238E27FC236}">
                <ns2:creationId id="{F85278B3-7B4F-4D23-AF1D-82289A2E0DEA}"/>
              </a:ext>
            </a:extLst>
          </p:cNvPr>
          <p:cNvSpPr>
            <a:spLocks noGrp="1"/>
          </p:cNvSpPr>
          <p:nvPr/>
        </p:nvSpPr>
        <p:spPr>
          <a:xfrm>
            <a:off x="5057775" y="3409950"/>
            <a:ext cx="1847850" cy="619125"/>
          </a:xfrm>
          <a:prstGeom prst="can">
            <a:avLst>
              <a:gd name="adj" fmla="val 16000"/>
            </a:avLst>
          </a:prstGeom>
          <a:solidFill>
            <a:srgbClr val="FFF6DD"/>
          </a:solidFill>
          <a:ln w="17145">
            <a:solidFill>
              <a:srgbClr val="111111"/>
            </a:solidFill>
            <a:prstDash val="solid"/>
          </a:ln>
        </p:spPr>
      </p:sp>
      <p:sp>
        <p:nvSpPr>
          <p:cNvPr id="33" name="DP4 object 52">
            <a:extLst>
              <a:ext uri="{FF2B5EF4-FFF2-40B4-BE49-F238E27FC236}">
                <ns2:creationId id="{5AB18233-A6E8-4B34-8F6F-BBF2B4DFCB23}"/>
              </a:ext>
            </a:extLst>
          </p:cNvPr>
          <p:cNvSpPr>
            <a:spLocks noGrp="1"/>
          </p:cNvSpPr>
          <p:nvPr/>
        </p:nvSpPr>
        <p:spPr>
          <a:xfrm>
            <a:off x="5105400" y="3514725"/>
            <a:ext cx="1752600" cy="4572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기확보 근거</a:t>
            </a:r>
            <a:endParaRPr lang="ko-KR">
              <a:latin typeface="Calibri"/>
              <a:ea typeface="Calibri"/>
              <a:cs typeface="Calibri"/>
            </a:endParaRPr>
          </a:p>
        </p:txBody>
      </p:sp>
      <p:sp>
        <p:nvSpPr>
          <p:cNvPr id="34" name="Editable path 53">
            <a:extLst>
              <a:ext uri="{FF2B5EF4-FFF2-40B4-BE49-F238E27FC236}">
                <ns2:creationId id="{F138576A-B192-4853-898A-099F217F332B}"/>
              </a:ext>
            </a:extLst>
          </p:cNvPr>
          <p:cNvSpPr>
            <a:spLocks noGrp="1"/>
          </p:cNvSpPr>
          <p:nvPr/>
        </p:nvSpPr>
        <p:spPr>
          <a:xfrm>
            <a:off x="4762500" y="3714750"/>
            <a:ext cx="295275" cy="953"/>
          </a:xfrm>
          <a:custGeom>
            <a:pathLst>
              <a:path w="295275" h="953">
                <a:moveTo>
                  <a:pt x="295275" y="0"/>
                </a:moveTo>
                <a:lnTo>
                  <a:pt x="0" y="0"/>
                </a:lnTo>
              </a:path>
            </a:pathLst>
          </a:custGeom>
          <a:noFill/>
          <a:ln w="19050">
            <a:solidFill>
              <a:srgbClr val="111111"/>
            </a:solidFill>
            <a:prstDash val="solid"/>
          </a:ln>
        </p:spPr>
      </p:sp>
      <p:sp>
        <p:nvSpPr>
          <p:cNvPr id="35" name="Editable arrowhead 54">
            <a:extLst>
              <a:ext uri="{FF2B5EF4-FFF2-40B4-BE49-F238E27FC236}">
                <ns2:creationId id="{FE29C730-838B-4B9F-96A7-3BD5FAD2FA8B}"/>
              </a:ext>
            </a:extLst>
          </p:cNvPr>
          <p:cNvSpPr>
            <a:spLocks noGrp="1"/>
          </p:cNvSpPr>
          <p:nvPr/>
        </p:nvSpPr>
        <p:spPr>
          <a:xfrm>
            <a:off x="4762500" y="36671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36" name="Editable path 55">
            <a:extLst>
              <a:ext uri="{FF2B5EF4-FFF2-40B4-BE49-F238E27FC236}">
                <ns2:creationId id="{3109F00F-8C98-474D-A1EE-C401ACC11AA0}"/>
              </a:ext>
            </a:extLst>
          </p:cNvPr>
          <p:cNvSpPr>
            <a:spLocks noGrp="1"/>
          </p:cNvSpPr>
          <p:nvPr/>
        </p:nvSpPr>
        <p:spPr>
          <a:xfrm>
            <a:off x="3448050" y="2838450"/>
            <a:ext cx="953" cy="600075"/>
          </a:xfrm>
          <a:custGeom>
            <a:pathLst>
              <a:path w="953" h="600075">
                <a:moveTo>
                  <a:pt x="0" y="0"/>
                </a:moveTo>
                <a:lnTo>
                  <a:pt x="0" y="600075"/>
                </a:lnTo>
              </a:path>
            </a:pathLst>
          </a:custGeom>
          <a:noFill/>
          <a:ln w="19050">
            <a:solidFill>
              <a:srgbClr val="111111"/>
            </a:solidFill>
            <a:prstDash val="solid"/>
          </a:ln>
        </p:spPr>
      </p:sp>
      <p:sp>
        <p:nvSpPr>
          <p:cNvPr id="37" name="Editable arrowhead 56">
            <a:extLst>
              <a:ext uri="{FF2B5EF4-FFF2-40B4-BE49-F238E27FC236}">
                <ns2:creationId id="{2B806F90-B6BC-4410-B13F-40D281EE042F}"/>
              </a:ext>
            </a:extLst>
          </p:cNvPr>
          <p:cNvSpPr>
            <a:spLocks noGrp="1"/>
          </p:cNvSpPr>
          <p:nvPr/>
        </p:nvSpPr>
        <p:spPr>
          <a:xfrm>
            <a:off x="3400425" y="3343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임시 인계 묶음 (capsule)">
            <a:extLst>
              <a:ext uri="{FF2B5EF4-FFF2-40B4-BE49-F238E27FC236}">
                <ns2:creationId id="{2CFFBB7D-7697-4232-95CB-0FB0D8854F0F}"/>
              </a:ext>
            </a:extLst>
          </p:cNvPr>
          <p:cNvSpPr>
            <a:spLocks noGrp="1"/>
          </p:cNvSpPr>
          <p:nvPr/>
        </p:nvSpPr>
        <p:spPr>
          <a:xfrm>
            <a:off x="2533650" y="4238625"/>
            <a:ext cx="4000500" cy="466725"/>
          </a:xfrm>
          <a:prstGeom prst="can">
            <a:avLst>
              <a:gd name="adj" fmla="val 16000"/>
            </a:avLst>
          </a:prstGeom>
          <a:solidFill>
            <a:srgbClr val="FFF6DD"/>
          </a:solidFill>
          <a:ln w="17145">
            <a:solidFill>
              <a:srgbClr val="111111"/>
            </a:solidFill>
            <a:prstDash val="solid"/>
          </a:ln>
        </p:spPr>
      </p:sp>
      <p:sp>
        <p:nvSpPr>
          <p:cNvPr id="39" name="DP4 object 57">
            <a:extLst>
              <a:ext uri="{FF2B5EF4-FFF2-40B4-BE49-F238E27FC236}">
                <ns2:creationId id="{02759022-EE25-47CB-AB8E-7CB356D699B0}"/>
              </a:ext>
            </a:extLst>
          </p:cNvPr>
          <p:cNvSpPr>
            <a:spLocks noGrp="1"/>
          </p:cNvSpPr>
          <p:nvPr/>
        </p:nvSpPr>
        <p:spPr>
          <a:xfrm>
            <a:off x="2581275" y="4343400"/>
            <a:ext cx="3905250" cy="304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인계 묶음 (capsule)</a:t>
            </a:r>
            <a:endParaRPr lang="ko-KR">
              <a:latin typeface="Calibri"/>
              <a:ea typeface="Calibri"/>
              <a:cs typeface="Calibri"/>
            </a:endParaRPr>
          </a:p>
        </p:txBody>
      </p:sp>
      <p:sp>
        <p:nvSpPr>
          <p:cNvPr id="40" name="Editable path 58">
            <a:extLst>
              <a:ext uri="{FF2B5EF4-FFF2-40B4-BE49-F238E27FC236}">
                <ns2:creationId id="{A91F2B9C-339A-4715-9999-C90531D9A378}"/>
              </a:ext>
            </a:extLst>
          </p:cNvPr>
          <p:cNvSpPr>
            <a:spLocks noGrp="1"/>
          </p:cNvSpPr>
          <p:nvPr/>
        </p:nvSpPr>
        <p:spPr>
          <a:xfrm>
            <a:off x="3448050" y="3981450"/>
            <a:ext cx="953" cy="257175"/>
          </a:xfrm>
          <a:custGeom>
            <a:pathLst>
              <a:path w="953" h="257175">
                <a:moveTo>
                  <a:pt x="0" y="0"/>
                </a:moveTo>
                <a:lnTo>
                  <a:pt x="0" y="257175"/>
                </a:lnTo>
              </a:path>
            </a:pathLst>
          </a:custGeom>
          <a:noFill/>
          <a:ln w="19050">
            <a:solidFill>
              <a:srgbClr val="111111"/>
            </a:solidFill>
            <a:prstDash val="solid"/>
          </a:ln>
        </p:spPr>
      </p:sp>
      <p:sp>
        <p:nvSpPr>
          <p:cNvPr id="41" name="Editable arrowhead 59">
            <a:extLst>
              <a:ext uri="{FF2B5EF4-FFF2-40B4-BE49-F238E27FC236}">
                <ns2:creationId id="{E881B8F1-4FEE-449F-8CB6-CF9A90B4D920}"/>
              </a:ext>
            </a:extLst>
          </p:cNvPr>
          <p:cNvSpPr>
            <a:spLocks noGrp="1"/>
          </p:cNvSpPr>
          <p:nvPr/>
        </p:nvSpPr>
        <p:spPr>
          <a:xfrm>
            <a:off x="3400425" y="4143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DP4 object 60">
            <a:extLst>
              <a:ext uri="{FF2B5EF4-FFF2-40B4-BE49-F238E27FC236}">
                <ns2:creationId id="{B661EB07-4B79-4F5D-9FE3-FDA496EEC3CA}"/>
              </a:ext>
            </a:extLst>
          </p:cNvPr>
          <p:cNvSpPr>
            <a:spLocks noGrp="1"/>
          </p:cNvSpPr>
          <p:nvPr/>
        </p:nvSpPr>
        <p:spPr>
          <a:xfrm>
            <a:off x="2066925" y="3324225"/>
            <a:ext cx="266700" cy="276225"/>
          </a:xfrm>
          <a:prstGeom prst="roundRect">
            <a:avLst>
              <a:gd name="adj" fmla="val 28571"/>
            </a:avLst>
          </a:prstGeom>
          <a:solidFill>
            <a:srgbClr val="C9E1B3"/>
          </a:solidFill>
          <a:ln w="17145">
            <a:solidFill>
              <a:srgbClr val="70A843"/>
            </a:solidFill>
            <a:prstDash val="solid"/>
          </a:ln>
        </p:spPr>
      </p:sp>
      <p:sp>
        <p:nvSpPr>
          <p:cNvPr id="43" name="DP4 object 61">
            <a:extLst>
              <a:ext uri="{FF2B5EF4-FFF2-40B4-BE49-F238E27FC236}">
                <ns2:creationId id="{CC72061E-92F3-4E7D-B46B-5C3BD3AC55F7}"/>
              </a:ext>
            </a:extLst>
          </p:cNvPr>
          <p:cNvSpPr>
            <a:spLocks noGrp="1"/>
          </p:cNvSpPr>
          <p:nvPr/>
        </p:nvSpPr>
        <p:spPr>
          <a:xfrm>
            <a:off x="2066925"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4" name="DP4 object 62">
            <a:extLst>
              <a:ext uri="{FF2B5EF4-FFF2-40B4-BE49-F238E27FC236}">
                <ns2:creationId id="{4FD4B94A-C5E9-41CD-BCAC-81374E5539D7}"/>
              </a:ext>
            </a:extLst>
          </p:cNvPr>
          <p:cNvSpPr>
            <a:spLocks noGrp="1"/>
          </p:cNvSpPr>
          <p:nvPr/>
        </p:nvSpPr>
        <p:spPr>
          <a:xfrm>
            <a:off x="2343150" y="4171950"/>
            <a:ext cx="266700" cy="276225"/>
          </a:xfrm>
          <a:prstGeom prst="roundRect">
            <a:avLst>
              <a:gd name="adj" fmla="val 28571"/>
            </a:avLst>
          </a:prstGeom>
          <a:solidFill>
            <a:srgbClr val="C9E1B3"/>
          </a:solidFill>
          <a:ln w="17145">
            <a:solidFill>
              <a:srgbClr val="70A843"/>
            </a:solidFill>
            <a:prstDash val="solid"/>
          </a:ln>
        </p:spPr>
      </p:sp>
      <p:sp>
        <p:nvSpPr>
          <p:cNvPr id="45" name="DP4 object 63">
            <a:extLst>
              <a:ext uri="{FF2B5EF4-FFF2-40B4-BE49-F238E27FC236}">
                <ns2:creationId id="{DB9CAA4F-88B4-4365-AB32-9D454B4BFD1E}"/>
              </a:ext>
            </a:extLst>
          </p:cNvPr>
          <p:cNvSpPr>
            <a:spLocks noGrp="1"/>
          </p:cNvSpPr>
          <p:nvPr/>
        </p:nvSpPr>
        <p:spPr>
          <a:xfrm>
            <a:off x="234315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46" name="Task Manager: 명령 확정">
            <a:extLst>
              <a:ext uri="{FF2B5EF4-FFF2-40B4-BE49-F238E27FC236}">
                <ns2:creationId id="{B30A072E-FFD7-4C89-A64D-ED8926E75416}"/>
              </a:ext>
            </a:extLst>
          </p:cNvPr>
          <p:cNvSpPr>
            <a:spLocks noGrp="1"/>
          </p:cNvSpPr>
          <p:nvPr/>
        </p:nvSpPr>
        <p:spPr>
          <a:xfrm>
            <a:off x="2000250" y="4914900"/>
            <a:ext cx="5067300" cy="304800"/>
          </a:xfrm>
          <a:prstGeom prst="rect">
            <a:avLst/>
          </a:prstGeom>
          <a:solidFill>
            <a:srgbClr val="FFF6DD"/>
          </a:solidFill>
          <a:ln w="17145">
            <a:solidFill>
              <a:srgbClr val="111111"/>
            </a:solidFill>
            <a:prstDash val="solid"/>
          </a:ln>
        </p:spPr>
      </p:sp>
      <p:sp>
        <p:nvSpPr>
          <p:cNvPr id="47" name="DP4 object 64">
            <a:extLst>
              <a:ext uri="{FF2B5EF4-FFF2-40B4-BE49-F238E27FC236}">
                <ns2:creationId id="{3716A2C2-EA1A-4F36-B4E9-9193E7A90334}"/>
              </a:ext>
            </a:extLst>
          </p:cNvPr>
          <p:cNvSpPr>
            <a:spLocks noGrp="1"/>
          </p:cNvSpPr>
          <p:nvPr/>
        </p:nvSpPr>
        <p:spPr>
          <a:xfrm>
            <a:off x="20669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48" name="Agent Gateway: 실제 전송">
            <a:extLst>
              <a:ext uri="{FF2B5EF4-FFF2-40B4-BE49-F238E27FC236}">
                <ns2:creationId id="{887F877F-FC2D-4626-831C-540B347D2FC8}"/>
              </a:ext>
            </a:extLst>
          </p:cNvPr>
          <p:cNvSpPr>
            <a:spLocks noGrp="1"/>
          </p:cNvSpPr>
          <p:nvPr/>
        </p:nvSpPr>
        <p:spPr>
          <a:xfrm>
            <a:off x="2000250" y="5324475"/>
            <a:ext cx="5067300" cy="304800"/>
          </a:xfrm>
          <a:prstGeom prst="rect">
            <a:avLst/>
          </a:prstGeom>
          <a:solidFill>
            <a:srgbClr val="FFF6DD"/>
          </a:solidFill>
          <a:ln w="17145">
            <a:solidFill>
              <a:srgbClr val="111111"/>
            </a:solidFill>
            <a:prstDash val="solid"/>
          </a:ln>
        </p:spPr>
      </p:sp>
      <p:sp>
        <p:nvSpPr>
          <p:cNvPr id="49" name="DP4 object 65">
            <a:extLst>
              <a:ext uri="{FF2B5EF4-FFF2-40B4-BE49-F238E27FC236}">
                <ns2:creationId id="{8A9EC43C-B022-4631-9AA5-0D5529109660}"/>
              </a:ext>
            </a:extLst>
          </p:cNvPr>
          <p:cNvSpPr>
            <a:spLocks noGrp="1"/>
          </p:cNvSpPr>
          <p:nvPr/>
        </p:nvSpPr>
        <p:spPr>
          <a:xfrm>
            <a:off x="20669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50" name="외부 Downstream Agent">
            <a:extLst>
              <a:ext uri="{FF2B5EF4-FFF2-40B4-BE49-F238E27FC236}">
                <ns2:creationId id="{1736EF89-A4AF-4BD5-8DAF-20949C25F654}"/>
              </a:ext>
            </a:extLst>
          </p:cNvPr>
          <p:cNvSpPr>
            <a:spLocks noGrp="1"/>
          </p:cNvSpPr>
          <p:nvPr/>
        </p:nvSpPr>
        <p:spPr>
          <a:xfrm>
            <a:off x="2000250" y="5762625"/>
            <a:ext cx="5067300" cy="266700"/>
          </a:xfrm>
          <a:prstGeom prst="rect">
            <a:avLst/>
          </a:prstGeom>
          <a:solidFill>
            <a:srgbClr val="FFFFFF"/>
          </a:solidFill>
          <a:ln w="17145">
            <a:solidFill>
              <a:srgbClr val="111111"/>
            </a:solidFill>
            <a:prstDash val="solid"/>
          </a:ln>
        </p:spPr>
      </p:sp>
      <p:sp>
        <p:nvSpPr>
          <p:cNvPr id="51" name="DP4 object 66">
            <a:extLst>
              <a:ext uri="{FF2B5EF4-FFF2-40B4-BE49-F238E27FC236}">
                <ns2:creationId id="{77392955-D3BB-4B36-BC95-C6A8F9CD2E32}"/>
              </a:ext>
            </a:extLst>
          </p:cNvPr>
          <p:cNvSpPr>
            <a:spLocks noGrp="1"/>
          </p:cNvSpPr>
          <p:nvPr/>
        </p:nvSpPr>
        <p:spPr>
          <a:xfrm>
            <a:off x="20669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52" name="Editable path 67">
            <a:extLst>
              <a:ext uri="{FF2B5EF4-FFF2-40B4-BE49-F238E27FC236}">
                <ns2:creationId id="{C1769CC1-7D4A-424F-9E54-3B504B4EE90D}"/>
              </a:ext>
            </a:extLst>
          </p:cNvPr>
          <p:cNvSpPr>
            <a:spLocks noGrp="1"/>
          </p:cNvSpPr>
          <p:nvPr/>
        </p:nvSpPr>
        <p:spPr>
          <a:xfrm>
            <a:off x="4533900" y="4800600"/>
            <a:ext cx="953" cy="114300"/>
          </a:xfrm>
          <a:custGeom>
            <a:pathLst>
              <a:path w="953" h="114300">
                <a:moveTo>
                  <a:pt x="0" y="0"/>
                </a:moveTo>
                <a:lnTo>
                  <a:pt x="0" y="114300"/>
                </a:lnTo>
              </a:path>
            </a:pathLst>
          </a:custGeom>
          <a:noFill/>
          <a:ln w="19050">
            <a:solidFill>
              <a:srgbClr val="111111"/>
            </a:solidFill>
            <a:prstDash val="solid"/>
          </a:ln>
        </p:spPr>
      </p:sp>
      <p:sp>
        <p:nvSpPr>
          <p:cNvPr id="53" name="Editable arrowhead 68">
            <a:extLst>
              <a:ext uri="{FF2B5EF4-FFF2-40B4-BE49-F238E27FC236}">
                <ns2:creationId id="{FDB25685-5A0B-42DE-B43A-5E531FFA0B8D}"/>
              </a:ext>
            </a:extLst>
          </p:cNvPr>
          <p:cNvSpPr>
            <a:spLocks noGrp="1"/>
          </p:cNvSpPr>
          <p:nvPr/>
        </p:nvSpPr>
        <p:spPr>
          <a:xfrm>
            <a:off x="44862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4" name="Editable path 69">
            <a:extLst>
              <a:ext uri="{FF2B5EF4-FFF2-40B4-BE49-F238E27FC236}">
                <ns2:creationId id="{1C9344DC-686C-482E-8FCF-9939B3318803}"/>
              </a:ext>
            </a:extLst>
          </p:cNvPr>
          <p:cNvSpPr>
            <a:spLocks noGrp="1"/>
          </p:cNvSpPr>
          <p:nvPr/>
        </p:nvSpPr>
        <p:spPr>
          <a:xfrm>
            <a:off x="4533900" y="5219700"/>
            <a:ext cx="953" cy="104775"/>
          </a:xfrm>
          <a:custGeom>
            <a:pathLst>
              <a:path w="953" h="104775">
                <a:moveTo>
                  <a:pt x="0" y="0"/>
                </a:moveTo>
                <a:lnTo>
                  <a:pt x="0" y="104775"/>
                </a:lnTo>
              </a:path>
            </a:pathLst>
          </a:custGeom>
          <a:noFill/>
          <a:ln w="19050">
            <a:solidFill>
              <a:srgbClr val="111111"/>
            </a:solidFill>
            <a:prstDash val="solid"/>
          </a:ln>
        </p:spPr>
      </p:sp>
      <p:sp>
        <p:nvSpPr>
          <p:cNvPr id="55" name="Editable arrowhead 70">
            <a:extLst>
              <a:ext uri="{FF2B5EF4-FFF2-40B4-BE49-F238E27FC236}">
                <ns2:creationId id="{1B3E4B89-51F5-48D4-A062-C54BC0EFE6D6}"/>
              </a:ext>
            </a:extLst>
          </p:cNvPr>
          <p:cNvSpPr>
            <a:spLocks noGrp="1"/>
          </p:cNvSpPr>
          <p:nvPr/>
        </p:nvSpPr>
        <p:spPr>
          <a:xfrm>
            <a:off x="44862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6" name="Editable path 71">
            <a:extLst>
              <a:ext uri="{FF2B5EF4-FFF2-40B4-BE49-F238E27FC236}">
                <ns2:creationId id="{0999B5A2-2AAD-418A-8CC9-3332F0571987}"/>
              </a:ext>
            </a:extLst>
          </p:cNvPr>
          <p:cNvSpPr>
            <a:spLocks noGrp="1"/>
          </p:cNvSpPr>
          <p:nvPr/>
        </p:nvSpPr>
        <p:spPr>
          <a:xfrm>
            <a:off x="4533900" y="5629275"/>
            <a:ext cx="953" cy="133350"/>
          </a:xfrm>
          <a:custGeom>
            <a:pathLst>
              <a:path w="953" h="133350">
                <a:moveTo>
                  <a:pt x="0" y="0"/>
                </a:moveTo>
                <a:lnTo>
                  <a:pt x="0" y="133350"/>
                </a:lnTo>
              </a:path>
            </a:pathLst>
          </a:custGeom>
          <a:noFill/>
          <a:ln w="19050">
            <a:solidFill>
              <a:srgbClr val="111111"/>
            </a:solidFill>
            <a:prstDash val="solid"/>
          </a:ln>
        </p:spPr>
      </p:sp>
      <p:sp>
        <p:nvSpPr>
          <p:cNvPr id="57" name="Editable arrowhead 72">
            <a:extLst>
              <a:ext uri="{FF2B5EF4-FFF2-40B4-BE49-F238E27FC236}">
                <ns2:creationId id="{0DC95DDE-E3DE-43EA-828C-50E8A4993B4F}"/>
              </a:ext>
            </a:extLst>
          </p:cNvPr>
          <p:cNvSpPr>
            <a:spLocks noGrp="1"/>
          </p:cNvSpPr>
          <p:nvPr/>
        </p:nvSpPr>
        <p:spPr>
          <a:xfrm>
            <a:off x="44862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8" name="DP4 object 73">
            <a:extLst>
              <a:ext uri="{FF2B5EF4-FFF2-40B4-BE49-F238E27FC236}">
                <ns2:creationId id="{2320EE33-5EB6-4202-A2E8-BFC5E0243840}"/>
              </a:ext>
            </a:extLst>
          </p:cNvPr>
          <p:cNvSpPr>
            <a:spLocks noGrp="1"/>
          </p:cNvSpPr>
          <p:nvPr/>
        </p:nvSpPr>
        <p:spPr>
          <a:xfrm>
            <a:off x="73342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공개 사건을 선생산하고 반복 소비</a:t>
            </a:r>
            <a:endParaRPr lang="ko-KR">
              <a:latin typeface="Calibri"/>
              <a:ea typeface="Calibri"/>
              <a:cs typeface="Calibri"/>
            </a:endParaRPr>
          </a:p>
        </p:txBody>
      </p:sp>
      <p:sp>
        <p:nvSpPr>
          <p:cNvPr id="59" name="Request Controller: 채택·허가">
            <a:extLst>
              <a:ext uri="{FF2B5EF4-FFF2-40B4-BE49-F238E27FC236}">
                <ns2:creationId id="{D9E82DE1-C865-4FD7-A321-5A2860275D09}"/>
              </a:ext>
            </a:extLst>
          </p:cNvPr>
          <p:cNvSpPr>
            <a:spLocks noGrp="1"/>
          </p:cNvSpPr>
          <p:nvPr/>
        </p:nvSpPr>
        <p:spPr>
          <a:xfrm>
            <a:off x="7410450" y="2514600"/>
            <a:ext cx="5067300" cy="323850"/>
          </a:xfrm>
          <a:prstGeom prst="rect">
            <a:avLst/>
          </a:prstGeom>
          <a:solidFill>
            <a:srgbClr val="FFF6DD"/>
          </a:solidFill>
          <a:ln w="17145">
            <a:solidFill>
              <a:srgbClr val="111111"/>
            </a:solidFill>
            <a:prstDash val="solid"/>
          </a:ln>
        </p:spPr>
      </p:sp>
      <p:sp>
        <p:nvSpPr>
          <p:cNvPr id="60" name="DP4 object 74">
            <a:extLst>
              <a:ext uri="{FF2B5EF4-FFF2-40B4-BE49-F238E27FC236}">
                <ns2:creationId id="{71E33B59-8497-4B97-BC11-27E33E753CB5}"/>
              </a:ext>
            </a:extLst>
          </p:cNvPr>
          <p:cNvSpPr>
            <a:spLocks noGrp="1"/>
          </p:cNvSpPr>
          <p:nvPr/>
        </p:nvSpPr>
        <p:spPr>
          <a:xfrm>
            <a:off x="74771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61" name="Context Manager Component">
            <a:extLst>
              <a:ext uri="{FF2B5EF4-FFF2-40B4-BE49-F238E27FC236}">
                <ns2:creationId id="{751B3E6F-6DA6-4397-8809-C86A41557AAA}"/>
              </a:ext>
            </a:extLst>
          </p:cNvPr>
          <p:cNvSpPr>
            <a:spLocks noGrp="1"/>
          </p:cNvSpPr>
          <p:nvPr/>
        </p:nvSpPr>
        <p:spPr>
          <a:xfrm>
            <a:off x="7410450" y="2981325"/>
            <a:ext cx="5067300" cy="1819275"/>
          </a:xfrm>
          <a:prstGeom prst="rect">
            <a:avLst/>
          </a:prstGeom>
          <a:solidFill>
            <a:srgbClr val="FFF6DD"/>
          </a:solidFill>
          <a:ln w="25718">
            <a:solidFill>
              <a:srgbClr val="111111"/>
            </a:solidFill>
            <a:prstDash val="solid"/>
          </a:ln>
        </p:spPr>
      </p:sp>
      <p:sp>
        <p:nvSpPr>
          <p:cNvPr id="62" name="DP4 object 75">
            <a:extLst>
              <a:ext uri="{FF2B5EF4-FFF2-40B4-BE49-F238E27FC236}">
                <ns2:creationId id="{930AE265-E84D-4801-8F87-6AD813164BAF}"/>
              </a:ext>
            </a:extLst>
          </p:cNvPr>
          <p:cNvSpPr>
            <a:spLocks noGrp="1"/>
          </p:cNvSpPr>
          <p:nvPr/>
        </p:nvSpPr>
        <p:spPr>
          <a:xfrm>
            <a:off x="74866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3" name="Editable path 76">
            <a:extLst>
              <a:ext uri="{FF2B5EF4-FFF2-40B4-BE49-F238E27FC236}">
                <ns2:creationId id="{024D54D5-E70C-4CF5-9098-B14CE4415E59}"/>
              </a:ext>
            </a:extLst>
          </p:cNvPr>
          <p:cNvSpPr>
            <a:spLocks noGrp="1"/>
          </p:cNvSpPr>
          <p:nvPr/>
        </p:nvSpPr>
        <p:spPr>
          <a:xfrm>
            <a:off x="7410450" y="3324225"/>
            <a:ext cx="5067300" cy="953"/>
          </a:xfrm>
          <a:custGeom>
            <a:pathLst>
              <a:path w="5067300" h="953">
                <a:moveTo>
                  <a:pt x="0" y="0"/>
                </a:moveTo>
                <a:lnTo>
                  <a:pt x="5067300" y="0"/>
                </a:lnTo>
              </a:path>
            </a:pathLst>
          </a:custGeom>
          <a:noFill/>
          <a:ln w="13335">
            <a:solidFill>
              <a:srgbClr val="111111"/>
            </a:solidFill>
            <a:prstDash val="solid"/>
          </a:ln>
        </p:spPr>
      </p:sp>
      <p:sp>
        <p:nvSpPr>
          <p:cNvPr id="64" name="DP4 object 77">
            <a:extLst>
              <a:ext uri="{FF2B5EF4-FFF2-40B4-BE49-F238E27FC236}">
                <ns2:creationId id="{81E6492F-011A-4911-9436-2E3AF79A3F12}"/>
              </a:ext>
            </a:extLst>
          </p:cNvPr>
          <p:cNvSpPr>
            <a:spLocks noGrp="1"/>
          </p:cNvSpPr>
          <p:nvPr/>
        </p:nvSpPr>
        <p:spPr>
          <a:xfrm>
            <a:off x="7572375" y="3333750"/>
            <a:ext cx="2228850" cy="2571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공개 결과·정정 사건</a:t>
            </a:r>
            <a:endParaRPr lang="ko-KR">
              <a:latin typeface="Calibri"/>
              <a:ea typeface="Calibri"/>
              <a:cs typeface="Calibri"/>
            </a:endParaRPr>
          </a:p>
        </p:txBody>
      </p:sp>
      <p:sp>
        <p:nvSpPr>
          <p:cNvPr id="65" name="업무 설명·관계&#10;생산 / 갱신">
            <a:extLst>
              <a:ext uri="{FF2B5EF4-FFF2-40B4-BE49-F238E27FC236}">
                <ns2:creationId id="{DE188298-D183-47EB-9CB0-610CA4B56155}"/>
              </a:ext>
            </a:extLst>
          </p:cNvPr>
          <p:cNvSpPr>
            <a:spLocks noGrp="1"/>
          </p:cNvSpPr>
          <p:nvPr/>
        </p:nvSpPr>
        <p:spPr>
          <a:xfrm>
            <a:off x="7572375" y="3676650"/>
            <a:ext cx="2228850" cy="495300"/>
          </a:xfrm>
          <a:prstGeom prst="rect">
            <a:avLst/>
          </a:prstGeom>
          <a:solidFill>
            <a:srgbClr val="FFFFFF"/>
          </a:solidFill>
          <a:ln w="17145">
            <a:solidFill>
              <a:srgbClr val="111111"/>
            </a:solidFill>
            <a:prstDash val="solid"/>
          </a:ln>
        </p:spPr>
      </p:sp>
      <p:sp>
        <p:nvSpPr>
          <p:cNvPr id="66" name="DP4 object 78">
            <a:extLst>
              <a:ext uri="{FF2B5EF4-FFF2-40B4-BE49-F238E27FC236}">
                <ns2:creationId id="{FC9A6877-9D4D-4823-A542-BC35586D47AB}"/>
              </a:ext>
            </a:extLst>
          </p:cNvPr>
          <p:cNvSpPr>
            <a:spLocks noGrp="1"/>
          </p:cNvSpPr>
          <p:nvPr/>
        </p:nvSpPr>
        <p:spPr>
          <a:xfrm>
            <a:off x="7639050" y="3714750"/>
            <a:ext cx="2095500" cy="4191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업무 설명·관계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생산 / 갱신</a:t>
            </a:r>
            <a:endParaRPr lang="ko-KR">
              <a:latin typeface="Calibri"/>
              <a:ea typeface="Calibri"/>
              <a:cs typeface="Calibri"/>
            </a:endParaRPr>
          </a:p>
        </p:txBody>
      </p:sp>
      <p:sp>
        <p:nvSpPr>
          <p:cNvPr id="67" name="지속 업무 기록&#10;판본·의존성·coverage">
            <a:extLst>
              <a:ext uri="{FF2B5EF4-FFF2-40B4-BE49-F238E27FC236}">
                <ns2:creationId id="{60501D46-BACE-4051-9A52-B7D519BC2309}"/>
              </a:ext>
            </a:extLst>
          </p:cNvPr>
          <p:cNvSpPr>
            <a:spLocks noGrp="1"/>
          </p:cNvSpPr>
          <p:nvPr/>
        </p:nvSpPr>
        <p:spPr>
          <a:xfrm>
            <a:off x="10134600" y="3419475"/>
            <a:ext cx="2190750" cy="742950"/>
          </a:xfrm>
          <a:prstGeom prst="can">
            <a:avLst>
              <a:gd name="adj" fmla="val 16000"/>
            </a:avLst>
          </a:prstGeom>
          <a:solidFill>
            <a:srgbClr val="FFF6DD"/>
          </a:solidFill>
          <a:ln w="17145">
            <a:solidFill>
              <a:srgbClr val="111111"/>
            </a:solidFill>
            <a:prstDash val="solid"/>
          </a:ln>
        </p:spPr>
      </p:sp>
      <p:sp>
        <p:nvSpPr>
          <p:cNvPr id="68" name="DP4 object 79">
            <a:extLst>
              <a:ext uri="{FF2B5EF4-FFF2-40B4-BE49-F238E27FC236}">
                <ns2:creationId id="{4CBEA675-7336-4963-A7FC-414E7E46D832}"/>
              </a:ext>
            </a:extLst>
          </p:cNvPr>
          <p:cNvSpPr>
            <a:spLocks noGrp="1"/>
          </p:cNvSpPr>
          <p:nvPr/>
        </p:nvSpPr>
        <p:spPr>
          <a:xfrm>
            <a:off x="10182225" y="3524250"/>
            <a:ext cx="2095500" cy="5810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지속 업무 기록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판본·의존성·coverage</a:t>
            </a:r>
            <a:endParaRPr lang="ko-KR">
              <a:latin typeface="Calibri"/>
              <a:ea typeface="Calibri"/>
              <a:cs typeface="Calibri"/>
            </a:endParaRPr>
          </a:p>
        </p:txBody>
      </p:sp>
      <p:sp>
        <p:nvSpPr>
          <p:cNvPr id="69" name="Editable path 80">
            <a:extLst>
              <a:ext uri="{FF2B5EF4-FFF2-40B4-BE49-F238E27FC236}">
                <ns2:creationId id="{8BB9E7F0-0EC7-4329-A6C7-B8F3F2BD13DC}"/>
              </a:ext>
            </a:extLst>
          </p:cNvPr>
          <p:cNvSpPr>
            <a:spLocks noGrp="1"/>
          </p:cNvSpPr>
          <p:nvPr/>
        </p:nvSpPr>
        <p:spPr>
          <a:xfrm>
            <a:off x="8677275" y="3590925"/>
            <a:ext cx="953" cy="85725"/>
          </a:xfrm>
          <a:custGeom>
            <a:pathLst>
              <a:path w="953" h="85725">
                <a:moveTo>
                  <a:pt x="0" y="0"/>
                </a:moveTo>
                <a:lnTo>
                  <a:pt x="0" y="85725"/>
                </a:lnTo>
              </a:path>
            </a:pathLst>
          </a:custGeom>
          <a:noFill/>
          <a:ln w="19050">
            <a:solidFill>
              <a:srgbClr val="111111"/>
            </a:solidFill>
            <a:prstDash val="solid"/>
          </a:ln>
        </p:spPr>
      </p:sp>
      <p:sp>
        <p:nvSpPr>
          <p:cNvPr id="70" name="Editable arrowhead 81">
            <a:extLst>
              <a:ext uri="{FF2B5EF4-FFF2-40B4-BE49-F238E27FC236}">
                <ns2:creationId id="{240A3754-4F21-4332-BDBB-F5E15654DD07}"/>
              </a:ext>
            </a:extLst>
          </p:cNvPr>
          <p:cNvSpPr>
            <a:spLocks noGrp="1"/>
          </p:cNvSpPr>
          <p:nvPr/>
        </p:nvSpPr>
        <p:spPr>
          <a:xfrm>
            <a:off x="8629650" y="3581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1" name="Editable path 82">
            <a:extLst>
              <a:ext uri="{FF2B5EF4-FFF2-40B4-BE49-F238E27FC236}">
                <ns2:creationId id="{198E972E-90ED-45C3-A68A-AACB2536D2A6}"/>
              </a:ext>
            </a:extLst>
          </p:cNvPr>
          <p:cNvSpPr>
            <a:spLocks noGrp="1"/>
          </p:cNvSpPr>
          <p:nvPr/>
        </p:nvSpPr>
        <p:spPr>
          <a:xfrm>
            <a:off x="9801225" y="3914775"/>
            <a:ext cx="333375" cy="953"/>
          </a:xfrm>
          <a:custGeom>
            <a:pathLst>
              <a:path w="333375" h="953">
                <a:moveTo>
                  <a:pt x="0" y="0"/>
                </a:moveTo>
                <a:lnTo>
                  <a:pt x="333375" y="0"/>
                </a:lnTo>
              </a:path>
            </a:pathLst>
          </a:custGeom>
          <a:noFill/>
          <a:ln w="19050">
            <a:solidFill>
              <a:srgbClr val="111111"/>
            </a:solidFill>
            <a:prstDash val="solid"/>
          </a:ln>
        </p:spPr>
      </p:sp>
      <p:sp>
        <p:nvSpPr>
          <p:cNvPr id="72" name="Editable arrowhead 83">
            <a:extLst>
              <a:ext uri="{FF2B5EF4-FFF2-40B4-BE49-F238E27FC236}">
                <ns2:creationId id="{4C8E19CA-24FD-424F-8792-E998627B8A33}"/>
              </a:ext>
            </a:extLst>
          </p:cNvPr>
          <p:cNvSpPr>
            <a:spLocks noGrp="1"/>
          </p:cNvSpPr>
          <p:nvPr/>
        </p:nvSpPr>
        <p:spPr>
          <a:xfrm>
            <a:off x="10039350" y="38671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3" name="목적별 추출 / 부족한 원본 보완">
            <a:extLst>
              <a:ext uri="{FF2B5EF4-FFF2-40B4-BE49-F238E27FC236}">
                <ns2:creationId id="{A7FA3233-EB28-4AD3-AEDA-C7CBDAB32427}"/>
              </a:ext>
            </a:extLst>
          </p:cNvPr>
          <p:cNvSpPr>
            <a:spLocks noGrp="1"/>
          </p:cNvSpPr>
          <p:nvPr/>
        </p:nvSpPr>
        <p:spPr>
          <a:xfrm>
            <a:off x="7943850" y="4352925"/>
            <a:ext cx="4000500" cy="352425"/>
          </a:xfrm>
          <a:prstGeom prst="rect">
            <a:avLst/>
          </a:prstGeom>
          <a:solidFill>
            <a:srgbClr val="FFFFFF"/>
          </a:solidFill>
          <a:ln w="17145">
            <a:solidFill>
              <a:srgbClr val="111111"/>
            </a:solidFill>
            <a:prstDash val="solid"/>
          </a:ln>
        </p:spPr>
      </p:sp>
      <p:sp>
        <p:nvSpPr>
          <p:cNvPr id="74" name="DP4 object 84">
            <a:extLst>
              <a:ext uri="{FF2B5EF4-FFF2-40B4-BE49-F238E27FC236}">
                <ns2:creationId id="{4963EF45-B6B8-43F6-8B8F-D8ED2BEA1EB6}"/>
              </a:ext>
            </a:extLst>
          </p:cNvPr>
          <p:cNvSpPr>
            <a:spLocks noGrp="1"/>
          </p:cNvSpPr>
          <p:nvPr/>
        </p:nvSpPr>
        <p:spPr>
          <a:xfrm>
            <a:off x="8010525" y="4391025"/>
            <a:ext cx="386715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추출 / 부족한 원본 보완</a:t>
            </a:r>
            <a:endParaRPr lang="ko-KR">
              <a:latin typeface="Calibri"/>
              <a:ea typeface="Calibri"/>
              <a:cs typeface="Calibri"/>
            </a:endParaRPr>
          </a:p>
        </p:txBody>
      </p:sp>
      <p:sp>
        <p:nvSpPr>
          <p:cNvPr id="75" name="Editable path 85">
            <a:extLst>
              <a:ext uri="{FF2B5EF4-FFF2-40B4-BE49-F238E27FC236}">
                <ns2:creationId id="{76649874-4E2A-47D2-8D37-56F97D502B83}"/>
              </a:ext>
            </a:extLst>
          </p:cNvPr>
          <p:cNvSpPr>
            <a:spLocks noGrp="1"/>
          </p:cNvSpPr>
          <p:nvPr/>
        </p:nvSpPr>
        <p:spPr>
          <a:xfrm>
            <a:off x="9944100" y="4162425"/>
            <a:ext cx="1285875" cy="190500"/>
          </a:xfrm>
          <a:custGeom>
            <a:pathLst>
              <a:path w="1285875" h="190500">
                <a:moveTo>
                  <a:pt x="1285875" y="0"/>
                </a:moveTo>
                <a:lnTo>
                  <a:pt x="1285875" y="104775"/>
                </a:lnTo>
                <a:lnTo>
                  <a:pt x="0" y="104775"/>
                </a:lnTo>
                <a:lnTo>
                  <a:pt x="0" y="190500"/>
                </a:lnTo>
              </a:path>
            </a:pathLst>
          </a:custGeom>
          <a:noFill/>
          <a:ln w="19050">
            <a:solidFill>
              <a:srgbClr val="111111"/>
            </a:solidFill>
            <a:prstDash val="solid"/>
          </a:ln>
        </p:spPr>
      </p:sp>
      <p:sp>
        <p:nvSpPr>
          <p:cNvPr id="76" name="Editable arrowhead 86">
            <a:extLst>
              <a:ext uri="{FF2B5EF4-FFF2-40B4-BE49-F238E27FC236}">
                <ns2:creationId id="{5937467A-9B5E-4286-8EB3-0A232B78C9D0}"/>
              </a:ext>
            </a:extLst>
          </p:cNvPr>
          <p:cNvSpPr>
            <a:spLocks noGrp="1"/>
          </p:cNvSpPr>
          <p:nvPr/>
        </p:nvSpPr>
        <p:spPr>
          <a:xfrm>
            <a:off x="9896475"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Editable path 87">
            <a:extLst>
              <a:ext uri="{FF2B5EF4-FFF2-40B4-BE49-F238E27FC236}">
                <ns2:creationId id="{8980B8F0-F3AA-45C9-A3EC-9AA58336DDCD}"/>
              </a:ext>
            </a:extLst>
          </p:cNvPr>
          <p:cNvSpPr>
            <a:spLocks noGrp="1"/>
          </p:cNvSpPr>
          <p:nvPr/>
        </p:nvSpPr>
        <p:spPr>
          <a:xfrm>
            <a:off x="7315200" y="2838450"/>
            <a:ext cx="714375" cy="1695450"/>
          </a:xfrm>
          <a:custGeom>
            <a:pathLst>
              <a:path w="714375" h="1695450">
                <a:moveTo>
                  <a:pt x="714375" y="0"/>
                </a:moveTo>
                <a:lnTo>
                  <a:pt x="0" y="0"/>
                </a:lnTo>
                <a:lnTo>
                  <a:pt x="0" y="1695450"/>
                </a:lnTo>
                <a:lnTo>
                  <a:pt x="628650" y="1695450"/>
                </a:lnTo>
              </a:path>
            </a:pathLst>
          </a:custGeom>
          <a:noFill/>
          <a:ln w="17145">
            <a:solidFill>
              <a:srgbClr val="111111"/>
            </a:solidFill>
            <a:prstDash val="dash"/>
          </a:ln>
        </p:spPr>
      </p:sp>
      <p:sp>
        <p:nvSpPr>
          <p:cNvPr id="78" name="Editable arrowhead 88">
            <a:extLst>
              <a:ext uri="{FF2B5EF4-FFF2-40B4-BE49-F238E27FC236}">
                <ns2:creationId id="{FEEC4318-F243-49B9-A280-5B294815D0DB}"/>
              </a:ext>
            </a:extLst>
          </p:cNvPr>
          <p:cNvSpPr>
            <a:spLocks noGrp="1"/>
          </p:cNvSpPr>
          <p:nvPr/>
        </p:nvSpPr>
        <p:spPr>
          <a:xfrm>
            <a:off x="7848600" y="44862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9" name="DP4 object 89">
            <a:extLst>
              <a:ext uri="{FF2B5EF4-FFF2-40B4-BE49-F238E27FC236}">
                <ns2:creationId id="{57965D61-C19D-431E-B1EC-CE86E659241F}"/>
              </a:ext>
            </a:extLst>
          </p:cNvPr>
          <p:cNvSpPr>
            <a:spLocks noGrp="1"/>
          </p:cNvSpPr>
          <p:nvPr/>
        </p:nvSpPr>
        <p:spPr>
          <a:xfrm>
            <a:off x="7477125" y="3571875"/>
            <a:ext cx="266700" cy="276225"/>
          </a:xfrm>
          <a:prstGeom prst="roundRect">
            <a:avLst>
              <a:gd name="adj" fmla="val 28571"/>
            </a:avLst>
          </a:prstGeom>
          <a:solidFill>
            <a:srgbClr val="C9E1B3"/>
          </a:solidFill>
          <a:ln w="17145">
            <a:solidFill>
              <a:srgbClr val="70A843"/>
            </a:solidFill>
            <a:prstDash val="solid"/>
          </a:ln>
        </p:spPr>
      </p:sp>
      <p:sp>
        <p:nvSpPr>
          <p:cNvPr id="80" name="DP4 object 90">
            <a:extLst>
              <a:ext uri="{FF2B5EF4-FFF2-40B4-BE49-F238E27FC236}">
                <ns2:creationId id="{DDA6D71B-36AD-44E2-80DD-71FAC2FA1369}"/>
              </a:ext>
            </a:extLst>
          </p:cNvPr>
          <p:cNvSpPr>
            <a:spLocks noGrp="1"/>
          </p:cNvSpPr>
          <p:nvPr/>
        </p:nvSpPr>
        <p:spPr>
          <a:xfrm>
            <a:off x="7477125" y="35718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81" name="DP4 object 91">
            <a:extLst>
              <a:ext uri="{FF2B5EF4-FFF2-40B4-BE49-F238E27FC236}">
                <ns2:creationId id="{DC573456-EEC2-47E9-956F-EC19DD496532}"/>
              </a:ext>
            </a:extLst>
          </p:cNvPr>
          <p:cNvSpPr>
            <a:spLocks noGrp="1"/>
          </p:cNvSpPr>
          <p:nvPr/>
        </p:nvSpPr>
        <p:spPr>
          <a:xfrm>
            <a:off x="9944100" y="3343275"/>
            <a:ext cx="266700" cy="276225"/>
          </a:xfrm>
          <a:prstGeom prst="roundRect">
            <a:avLst>
              <a:gd name="adj" fmla="val 28571"/>
            </a:avLst>
          </a:prstGeom>
          <a:solidFill>
            <a:srgbClr val="C9E1B3"/>
          </a:solidFill>
          <a:ln w="17145">
            <a:solidFill>
              <a:srgbClr val="70A843"/>
            </a:solidFill>
            <a:prstDash val="solid"/>
          </a:ln>
        </p:spPr>
      </p:sp>
      <p:sp>
        <p:nvSpPr>
          <p:cNvPr id="82" name="DP4 object 92">
            <a:extLst>
              <a:ext uri="{FF2B5EF4-FFF2-40B4-BE49-F238E27FC236}">
                <ns2:creationId id="{8CCC334B-F772-4AD4-A616-EDE131FBAB72}"/>
              </a:ext>
            </a:extLst>
          </p:cNvPr>
          <p:cNvSpPr>
            <a:spLocks noGrp="1"/>
          </p:cNvSpPr>
          <p:nvPr/>
        </p:nvSpPr>
        <p:spPr>
          <a:xfrm>
            <a:off x="9944100" y="3343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83" name="DP4 object 93">
            <a:extLst>
              <a:ext uri="{FF2B5EF4-FFF2-40B4-BE49-F238E27FC236}">
                <ns2:creationId id="{61B67C35-8487-4202-918B-2A349205C922}"/>
              </a:ext>
            </a:extLst>
          </p:cNvPr>
          <p:cNvSpPr>
            <a:spLocks noGrp="1"/>
          </p:cNvSpPr>
          <p:nvPr/>
        </p:nvSpPr>
        <p:spPr>
          <a:xfrm>
            <a:off x="7753350" y="4257675"/>
            <a:ext cx="266700" cy="276225"/>
          </a:xfrm>
          <a:prstGeom prst="roundRect">
            <a:avLst>
              <a:gd name="adj" fmla="val 28571"/>
            </a:avLst>
          </a:prstGeom>
          <a:solidFill>
            <a:srgbClr val="C9E1B3"/>
          </a:solidFill>
          <a:ln w="17145">
            <a:solidFill>
              <a:srgbClr val="70A843"/>
            </a:solidFill>
            <a:prstDash val="solid"/>
          </a:ln>
        </p:spPr>
      </p:sp>
      <p:sp>
        <p:nvSpPr>
          <p:cNvPr id="84" name="DP4 object 94">
            <a:extLst>
              <a:ext uri="{FF2B5EF4-FFF2-40B4-BE49-F238E27FC236}">
                <ns2:creationId id="{6C945863-9C64-4601-8857-9C6B9CCA0C36}"/>
              </a:ext>
            </a:extLst>
          </p:cNvPr>
          <p:cNvSpPr>
            <a:spLocks noGrp="1"/>
          </p:cNvSpPr>
          <p:nvPr/>
        </p:nvSpPr>
        <p:spPr>
          <a:xfrm>
            <a:off x="7753350"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85" name="Task Manager: 명령 확정">
            <a:extLst>
              <a:ext uri="{FF2B5EF4-FFF2-40B4-BE49-F238E27FC236}">
                <ns2:creationId id="{D9E49D5E-11A4-4B9C-AECE-2240DB122419}"/>
              </a:ext>
            </a:extLst>
          </p:cNvPr>
          <p:cNvSpPr>
            <a:spLocks noGrp="1"/>
          </p:cNvSpPr>
          <p:nvPr/>
        </p:nvSpPr>
        <p:spPr>
          <a:xfrm>
            <a:off x="7410450" y="4914900"/>
            <a:ext cx="5067300" cy="304800"/>
          </a:xfrm>
          <a:prstGeom prst="rect">
            <a:avLst/>
          </a:prstGeom>
          <a:solidFill>
            <a:srgbClr val="FFF6DD"/>
          </a:solidFill>
          <a:ln w="17145">
            <a:solidFill>
              <a:srgbClr val="111111"/>
            </a:solidFill>
            <a:prstDash val="solid"/>
          </a:ln>
        </p:spPr>
      </p:sp>
      <p:sp>
        <p:nvSpPr>
          <p:cNvPr id="86" name="DP4 object 95">
            <a:extLst>
              <a:ext uri="{FF2B5EF4-FFF2-40B4-BE49-F238E27FC236}">
                <ns2:creationId id="{F87F07EC-67A3-4E15-A05A-C03E0A5E447D}"/>
              </a:ext>
            </a:extLst>
          </p:cNvPr>
          <p:cNvSpPr>
            <a:spLocks noGrp="1"/>
          </p:cNvSpPr>
          <p:nvPr/>
        </p:nvSpPr>
        <p:spPr>
          <a:xfrm>
            <a:off x="74771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87" name="Agent Gateway: 실제 전송">
            <a:extLst>
              <a:ext uri="{FF2B5EF4-FFF2-40B4-BE49-F238E27FC236}">
                <ns2:creationId id="{07214086-249D-47C2-9574-9EC68DB2FA21}"/>
              </a:ext>
            </a:extLst>
          </p:cNvPr>
          <p:cNvSpPr>
            <a:spLocks noGrp="1"/>
          </p:cNvSpPr>
          <p:nvPr/>
        </p:nvSpPr>
        <p:spPr>
          <a:xfrm>
            <a:off x="7410450" y="5324475"/>
            <a:ext cx="5067300" cy="304800"/>
          </a:xfrm>
          <a:prstGeom prst="rect">
            <a:avLst/>
          </a:prstGeom>
          <a:solidFill>
            <a:srgbClr val="FFF6DD"/>
          </a:solidFill>
          <a:ln w="17145">
            <a:solidFill>
              <a:srgbClr val="111111"/>
            </a:solidFill>
            <a:prstDash val="solid"/>
          </a:ln>
        </p:spPr>
      </p:sp>
      <p:sp>
        <p:nvSpPr>
          <p:cNvPr id="88" name="DP4 object 96">
            <a:extLst>
              <a:ext uri="{FF2B5EF4-FFF2-40B4-BE49-F238E27FC236}">
                <ns2:creationId id="{D25D0D9C-2BFA-4717-9B3F-0D69D1B91238}"/>
              </a:ext>
            </a:extLst>
          </p:cNvPr>
          <p:cNvSpPr>
            <a:spLocks noGrp="1"/>
          </p:cNvSpPr>
          <p:nvPr/>
        </p:nvSpPr>
        <p:spPr>
          <a:xfrm>
            <a:off x="74771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89" name="외부 Downstream Agent">
            <a:extLst>
              <a:ext uri="{FF2B5EF4-FFF2-40B4-BE49-F238E27FC236}">
                <ns2:creationId id="{A1E33A0F-87F7-4F7D-BA1F-DD3317AC1790}"/>
              </a:ext>
            </a:extLst>
          </p:cNvPr>
          <p:cNvSpPr>
            <a:spLocks noGrp="1"/>
          </p:cNvSpPr>
          <p:nvPr/>
        </p:nvSpPr>
        <p:spPr>
          <a:xfrm>
            <a:off x="7410450" y="5762625"/>
            <a:ext cx="5067300" cy="266700"/>
          </a:xfrm>
          <a:prstGeom prst="rect">
            <a:avLst/>
          </a:prstGeom>
          <a:solidFill>
            <a:srgbClr val="FFFFFF"/>
          </a:solidFill>
          <a:ln w="17145">
            <a:solidFill>
              <a:srgbClr val="111111"/>
            </a:solidFill>
            <a:prstDash val="solid"/>
          </a:ln>
        </p:spPr>
      </p:sp>
      <p:sp>
        <p:nvSpPr>
          <p:cNvPr id="90" name="DP4 object 97">
            <a:extLst>
              <a:ext uri="{FF2B5EF4-FFF2-40B4-BE49-F238E27FC236}">
                <ns2:creationId id="{EE2B840A-FDC3-46AD-9D65-8C16E045D5FF}"/>
              </a:ext>
            </a:extLst>
          </p:cNvPr>
          <p:cNvSpPr>
            <a:spLocks noGrp="1"/>
          </p:cNvSpPr>
          <p:nvPr/>
        </p:nvSpPr>
        <p:spPr>
          <a:xfrm>
            <a:off x="74771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91" name="Editable path 98">
            <a:extLst>
              <a:ext uri="{FF2B5EF4-FFF2-40B4-BE49-F238E27FC236}">
                <ns2:creationId id="{B4810DFA-8222-4280-8937-DBCBB6EFF419}"/>
              </a:ext>
            </a:extLst>
          </p:cNvPr>
          <p:cNvSpPr>
            <a:spLocks noGrp="1"/>
          </p:cNvSpPr>
          <p:nvPr/>
        </p:nvSpPr>
        <p:spPr>
          <a:xfrm>
            <a:off x="9944100" y="4800600"/>
            <a:ext cx="953" cy="114300"/>
          </a:xfrm>
          <a:custGeom>
            <a:pathLst>
              <a:path w="953" h="114300">
                <a:moveTo>
                  <a:pt x="0" y="0"/>
                </a:moveTo>
                <a:lnTo>
                  <a:pt x="0" y="114300"/>
                </a:lnTo>
              </a:path>
            </a:pathLst>
          </a:custGeom>
          <a:noFill/>
          <a:ln w="19050">
            <a:solidFill>
              <a:srgbClr val="111111"/>
            </a:solidFill>
            <a:prstDash val="solid"/>
          </a:ln>
        </p:spPr>
      </p:sp>
      <p:sp>
        <p:nvSpPr>
          <p:cNvPr id="92" name="Editable arrowhead 99">
            <a:extLst>
              <a:ext uri="{FF2B5EF4-FFF2-40B4-BE49-F238E27FC236}">
                <ns2:creationId id="{3E560135-F557-40BF-80BD-ED3AB3E72848}"/>
              </a:ext>
            </a:extLst>
          </p:cNvPr>
          <p:cNvSpPr>
            <a:spLocks noGrp="1"/>
          </p:cNvSpPr>
          <p:nvPr/>
        </p:nvSpPr>
        <p:spPr>
          <a:xfrm>
            <a:off x="98964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Editable path 100">
            <a:extLst>
              <a:ext uri="{FF2B5EF4-FFF2-40B4-BE49-F238E27FC236}">
                <ns2:creationId id="{DBBAFFE8-5937-4AAC-BBD8-25DBD48E2603}"/>
              </a:ext>
            </a:extLst>
          </p:cNvPr>
          <p:cNvSpPr>
            <a:spLocks noGrp="1"/>
          </p:cNvSpPr>
          <p:nvPr/>
        </p:nvSpPr>
        <p:spPr>
          <a:xfrm>
            <a:off x="9944100" y="5219700"/>
            <a:ext cx="953" cy="104775"/>
          </a:xfrm>
          <a:custGeom>
            <a:pathLst>
              <a:path w="953" h="104775">
                <a:moveTo>
                  <a:pt x="0" y="0"/>
                </a:moveTo>
                <a:lnTo>
                  <a:pt x="0" y="104775"/>
                </a:lnTo>
              </a:path>
            </a:pathLst>
          </a:custGeom>
          <a:noFill/>
          <a:ln w="19050">
            <a:solidFill>
              <a:srgbClr val="111111"/>
            </a:solidFill>
            <a:prstDash val="solid"/>
          </a:ln>
        </p:spPr>
      </p:sp>
      <p:sp>
        <p:nvSpPr>
          <p:cNvPr id="94" name="Editable arrowhead 101">
            <a:extLst>
              <a:ext uri="{FF2B5EF4-FFF2-40B4-BE49-F238E27FC236}">
                <ns2:creationId id="{1197BCB5-14AB-447F-9468-19B52264E9D7}"/>
              </a:ext>
            </a:extLst>
          </p:cNvPr>
          <p:cNvSpPr>
            <a:spLocks noGrp="1"/>
          </p:cNvSpPr>
          <p:nvPr/>
        </p:nvSpPr>
        <p:spPr>
          <a:xfrm>
            <a:off x="98964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5" name="Editable path 102">
            <a:extLst>
              <a:ext uri="{FF2B5EF4-FFF2-40B4-BE49-F238E27FC236}">
                <ns2:creationId id="{9BECC57B-9B02-4C12-89D1-ACB9FDC7AF97}"/>
              </a:ext>
            </a:extLst>
          </p:cNvPr>
          <p:cNvSpPr>
            <a:spLocks noGrp="1"/>
          </p:cNvSpPr>
          <p:nvPr/>
        </p:nvSpPr>
        <p:spPr>
          <a:xfrm>
            <a:off x="9944100" y="5629275"/>
            <a:ext cx="953" cy="133350"/>
          </a:xfrm>
          <a:custGeom>
            <a:pathLst>
              <a:path w="953" h="133350">
                <a:moveTo>
                  <a:pt x="0" y="0"/>
                </a:moveTo>
                <a:lnTo>
                  <a:pt x="0" y="133350"/>
                </a:lnTo>
              </a:path>
            </a:pathLst>
          </a:custGeom>
          <a:noFill/>
          <a:ln w="19050">
            <a:solidFill>
              <a:srgbClr val="111111"/>
            </a:solidFill>
            <a:prstDash val="solid"/>
          </a:ln>
        </p:spPr>
      </p:sp>
      <p:sp>
        <p:nvSpPr>
          <p:cNvPr id="96" name="Editable arrowhead 103">
            <a:extLst>
              <a:ext uri="{FF2B5EF4-FFF2-40B4-BE49-F238E27FC236}">
                <ns2:creationId id="{0FA77DFE-5CB3-4BB3-B458-A04928A9C054}"/>
              </a:ext>
            </a:extLst>
          </p:cNvPr>
          <p:cNvSpPr>
            <a:spLocks noGrp="1"/>
          </p:cNvSpPr>
          <p:nvPr/>
        </p:nvSpPr>
        <p:spPr>
          <a:xfrm>
            <a:off x="98964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7" name="DP4 object 104">
            <a:extLst>
              <a:ext uri="{FF2B5EF4-FFF2-40B4-BE49-F238E27FC236}">
                <ns2:creationId id="{3E901649-2D45-4B70-B425-13089F2E0F21}"/>
              </a:ext>
            </a:extLst>
          </p:cNvPr>
          <p:cNvSpPr>
            <a:spLocks noGrp="1"/>
          </p:cNvSpPr>
          <p:nvPr/>
        </p:nvSpPr>
        <p:spPr>
          <a:xfrm>
            <a:off x="127444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필수 명세 전달 + 수신자 READ 왕복</a:t>
            </a:r>
            <a:endParaRPr lang="ko-KR">
              <a:latin typeface="Calibri"/>
              <a:ea typeface="Calibri"/>
              <a:cs typeface="Calibri"/>
            </a:endParaRPr>
          </a:p>
        </p:txBody>
      </p:sp>
      <p:sp>
        <p:nvSpPr>
          <p:cNvPr id="98" name="Request Controller: 채택·허가">
            <a:extLst>
              <a:ext uri="{FF2B5EF4-FFF2-40B4-BE49-F238E27FC236}">
                <ns2:creationId id="{CDD76218-8A66-455D-A407-682E98A5A70E}"/>
              </a:ext>
            </a:extLst>
          </p:cNvPr>
          <p:cNvSpPr>
            <a:spLocks noGrp="1"/>
          </p:cNvSpPr>
          <p:nvPr/>
        </p:nvSpPr>
        <p:spPr>
          <a:xfrm>
            <a:off x="12820650" y="2514600"/>
            <a:ext cx="5067300" cy="323850"/>
          </a:xfrm>
          <a:prstGeom prst="rect">
            <a:avLst/>
          </a:prstGeom>
          <a:solidFill>
            <a:srgbClr val="FFF6DD"/>
          </a:solidFill>
          <a:ln w="17145">
            <a:solidFill>
              <a:srgbClr val="111111"/>
            </a:solidFill>
            <a:prstDash val="solid"/>
          </a:ln>
        </p:spPr>
      </p:sp>
      <p:sp>
        <p:nvSpPr>
          <p:cNvPr id="99" name="DP4 object 105">
            <a:extLst>
              <a:ext uri="{FF2B5EF4-FFF2-40B4-BE49-F238E27FC236}">
                <ns2:creationId id="{EFCD7947-41EF-4D79-B679-B433432B52E6}"/>
              </a:ext>
            </a:extLst>
          </p:cNvPr>
          <p:cNvSpPr>
            <a:spLocks noGrp="1"/>
          </p:cNvSpPr>
          <p:nvPr/>
        </p:nvSpPr>
        <p:spPr>
          <a:xfrm>
            <a:off x="128873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100" name="Context Manager Component">
            <a:extLst>
              <a:ext uri="{FF2B5EF4-FFF2-40B4-BE49-F238E27FC236}">
                <ns2:creationId id="{4969E4B3-F089-49F5-B7BE-9949D03F3556}"/>
              </a:ext>
            </a:extLst>
          </p:cNvPr>
          <p:cNvSpPr>
            <a:spLocks noGrp="1"/>
          </p:cNvSpPr>
          <p:nvPr/>
        </p:nvSpPr>
        <p:spPr>
          <a:xfrm>
            <a:off x="12820650" y="2981325"/>
            <a:ext cx="5067300" cy="1819275"/>
          </a:xfrm>
          <a:prstGeom prst="rect">
            <a:avLst/>
          </a:prstGeom>
          <a:solidFill>
            <a:srgbClr val="FFF6DD"/>
          </a:solidFill>
          <a:ln w="25718">
            <a:solidFill>
              <a:srgbClr val="111111"/>
            </a:solidFill>
            <a:prstDash val="solid"/>
          </a:ln>
        </p:spPr>
      </p:sp>
      <p:sp>
        <p:nvSpPr>
          <p:cNvPr id="101" name="DP4 object 106">
            <a:extLst>
              <a:ext uri="{FF2B5EF4-FFF2-40B4-BE49-F238E27FC236}">
                <ns2:creationId id="{122D4218-A309-477E-8116-BF1225F26C5D}"/>
              </a:ext>
            </a:extLst>
          </p:cNvPr>
          <p:cNvSpPr>
            <a:spLocks noGrp="1"/>
          </p:cNvSpPr>
          <p:nvPr/>
        </p:nvSpPr>
        <p:spPr>
          <a:xfrm>
            <a:off x="128968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2" name="Editable path 107">
            <a:extLst>
              <a:ext uri="{FF2B5EF4-FFF2-40B4-BE49-F238E27FC236}">
                <ns2:creationId id="{10CB8B64-2D02-4203-9EE5-669E6FBA7E0D}"/>
              </a:ext>
            </a:extLst>
          </p:cNvPr>
          <p:cNvSpPr>
            <a:spLocks noGrp="1"/>
          </p:cNvSpPr>
          <p:nvPr/>
        </p:nvSpPr>
        <p:spPr>
          <a:xfrm>
            <a:off x="12820650" y="3324225"/>
            <a:ext cx="5067300" cy="953"/>
          </a:xfrm>
          <a:custGeom>
            <a:pathLst>
              <a:path w="5067300" h="953">
                <a:moveTo>
                  <a:pt x="0" y="0"/>
                </a:moveTo>
                <a:lnTo>
                  <a:pt x="5067300" y="0"/>
                </a:lnTo>
              </a:path>
            </a:pathLst>
          </a:custGeom>
          <a:noFill/>
          <a:ln w="13335">
            <a:solidFill>
              <a:srgbClr val="111111"/>
            </a:solidFill>
            <a:prstDash val="solid"/>
          </a:ln>
        </p:spPr>
      </p:sp>
      <p:sp>
        <p:nvSpPr>
          <p:cNvPr id="103" name="필수 명세·자료 목록 구성">
            <a:extLst>
              <a:ext uri="{FF2B5EF4-FFF2-40B4-BE49-F238E27FC236}">
                <ns2:creationId id="{D55EE4F3-9DA3-42CD-BD72-603A8ED00A87}"/>
              </a:ext>
            </a:extLst>
          </p:cNvPr>
          <p:cNvSpPr>
            <a:spLocks noGrp="1"/>
          </p:cNvSpPr>
          <p:nvPr/>
        </p:nvSpPr>
        <p:spPr>
          <a:xfrm>
            <a:off x="12944475" y="3419475"/>
            <a:ext cx="2295525" cy="361950"/>
          </a:xfrm>
          <a:prstGeom prst="rect">
            <a:avLst/>
          </a:prstGeom>
          <a:solidFill>
            <a:srgbClr val="FFFFFF"/>
          </a:solidFill>
          <a:ln w="17145">
            <a:solidFill>
              <a:srgbClr val="111111"/>
            </a:solidFill>
            <a:prstDash val="solid"/>
          </a:ln>
        </p:spPr>
      </p:sp>
      <p:sp>
        <p:nvSpPr>
          <p:cNvPr id="104" name="DP4 object 108">
            <a:extLst>
              <a:ext uri="{FF2B5EF4-FFF2-40B4-BE49-F238E27FC236}">
                <ns2:creationId id="{434E3F1B-7FA3-49C3-9BEE-F2658C49B9D6}"/>
              </a:ext>
            </a:extLst>
          </p:cNvPr>
          <p:cNvSpPr>
            <a:spLocks noGrp="1"/>
          </p:cNvSpPr>
          <p:nvPr/>
        </p:nvSpPr>
        <p:spPr>
          <a:xfrm>
            <a:off x="13011150" y="3457575"/>
            <a:ext cx="2162175" cy="285750"/>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필수 명세·자료 목록 구성</a:t>
            </a:r>
            <a:endParaRPr lang="ko-KR">
              <a:latin typeface="Calibri"/>
              <a:ea typeface="Calibri"/>
              <a:cs typeface="Calibri"/>
            </a:endParaRPr>
          </a:p>
        </p:txBody>
      </p:sp>
      <p:sp>
        <p:nvSpPr>
          <p:cNvPr id="105" name="Editable path 109">
            <a:extLst>
              <a:ext uri="{FF2B5EF4-FFF2-40B4-BE49-F238E27FC236}">
                <ns2:creationId id="{E860DD94-B683-422A-AD56-694EFB70D28B}"/>
              </a:ext>
            </a:extLst>
          </p:cNvPr>
          <p:cNvSpPr>
            <a:spLocks noGrp="1"/>
          </p:cNvSpPr>
          <p:nvPr/>
        </p:nvSpPr>
        <p:spPr>
          <a:xfrm>
            <a:off x="14077950" y="2838450"/>
            <a:ext cx="953" cy="581025"/>
          </a:xfrm>
          <a:custGeom>
            <a:pathLst>
              <a:path w="953" h="581025">
                <a:moveTo>
                  <a:pt x="0" y="0"/>
                </a:moveTo>
                <a:lnTo>
                  <a:pt x="0" y="581025"/>
                </a:lnTo>
              </a:path>
            </a:pathLst>
          </a:custGeom>
          <a:noFill/>
          <a:ln w="19050">
            <a:solidFill>
              <a:srgbClr val="111111"/>
            </a:solidFill>
            <a:prstDash val="solid"/>
          </a:ln>
        </p:spPr>
      </p:sp>
      <p:sp>
        <p:nvSpPr>
          <p:cNvPr id="106" name="Editable arrowhead 110">
            <a:extLst>
              <a:ext uri="{FF2B5EF4-FFF2-40B4-BE49-F238E27FC236}">
                <ns2:creationId id="{5D7FD5AD-FB6E-49C5-8C26-3A2C07CA49AD}"/>
              </a:ext>
            </a:extLst>
          </p:cNvPr>
          <p:cNvSpPr>
            <a:spLocks noGrp="1"/>
          </p:cNvSpPr>
          <p:nvPr/>
        </p:nvSpPr>
        <p:spPr>
          <a:xfrm>
            <a:off x="14030325" y="3324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7" name="DP4 object 111">
            <a:extLst>
              <a:ext uri="{FF2B5EF4-FFF2-40B4-BE49-F238E27FC236}">
                <ns2:creationId id="{FF531FEA-DA9A-411C-A2A6-2C2BEB894C01}"/>
              </a:ext>
            </a:extLst>
          </p:cNvPr>
          <p:cNvSpPr>
            <a:spLocks noGrp="1"/>
          </p:cNvSpPr>
          <p:nvPr/>
        </p:nvSpPr>
        <p:spPr>
          <a:xfrm>
            <a:off x="12944475" y="3895725"/>
            <a:ext cx="2295525" cy="30480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필수 조건은 VIA가 명시</a:t>
            </a:r>
            <a:endParaRPr lang="ko-KR">
              <a:latin typeface="Calibri"/>
              <a:ea typeface="Calibri"/>
              <a:cs typeface="Calibri"/>
            </a:endParaRPr>
          </a:p>
        </p:txBody>
      </p:sp>
      <p:sp>
        <p:nvSpPr>
          <p:cNvPr id="108" name="Editable path 112">
            <a:extLst>
              <a:ext uri="{FF2B5EF4-FFF2-40B4-BE49-F238E27FC236}">
                <ns2:creationId id="{A487B9F3-6535-42F8-A077-03F92BAC1A86}"/>
              </a:ext>
            </a:extLst>
          </p:cNvPr>
          <p:cNvSpPr>
            <a:spLocks noGrp="1"/>
          </p:cNvSpPr>
          <p:nvPr/>
        </p:nvSpPr>
        <p:spPr>
          <a:xfrm>
            <a:off x="14087475" y="3781425"/>
            <a:ext cx="953" cy="95250"/>
          </a:xfrm>
          <a:custGeom>
            <a:pathLst>
              <a:path w="953" h="95250">
                <a:moveTo>
                  <a:pt x="0" y="0"/>
                </a:moveTo>
                <a:lnTo>
                  <a:pt x="0" y="95250"/>
                </a:lnTo>
              </a:path>
            </a:pathLst>
          </a:custGeom>
          <a:noFill/>
          <a:ln w="19050">
            <a:solidFill>
              <a:srgbClr val="111111"/>
            </a:solidFill>
            <a:prstDash val="solid"/>
          </a:ln>
        </p:spPr>
      </p:sp>
      <p:sp>
        <p:nvSpPr>
          <p:cNvPr id="109" name="Editable arrowhead 113">
            <a:extLst>
              <a:ext uri="{FF2B5EF4-FFF2-40B4-BE49-F238E27FC236}">
                <ns2:creationId id="{A1C647DE-2962-4004-8775-B96FF4800FD4}"/>
              </a:ext>
            </a:extLst>
          </p:cNvPr>
          <p:cNvSpPr>
            <a:spLocks noGrp="1"/>
          </p:cNvSpPr>
          <p:nvPr/>
        </p:nvSpPr>
        <p:spPr>
          <a:xfrm>
            <a:off x="14039850" y="37814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0" name="Editable path 114">
            <a:extLst>
              <a:ext uri="{FF2B5EF4-FFF2-40B4-BE49-F238E27FC236}">
                <ns2:creationId id="{25EB0D0A-27F8-46E8-8CC7-AD458E6E8B7D}"/>
              </a:ext>
            </a:extLst>
          </p:cNvPr>
          <p:cNvSpPr>
            <a:spLocks noGrp="1"/>
          </p:cNvSpPr>
          <p:nvPr/>
        </p:nvSpPr>
        <p:spPr>
          <a:xfrm>
            <a:off x="14087475" y="4210050"/>
            <a:ext cx="953" cy="142875"/>
          </a:xfrm>
          <a:custGeom>
            <a:pathLst>
              <a:path w="953" h="142875">
                <a:moveTo>
                  <a:pt x="0" y="0"/>
                </a:moveTo>
                <a:lnTo>
                  <a:pt x="0" y="142875"/>
                </a:lnTo>
              </a:path>
            </a:pathLst>
          </a:custGeom>
          <a:noFill/>
          <a:ln w="19050">
            <a:solidFill>
              <a:srgbClr val="111111"/>
            </a:solidFill>
            <a:prstDash val="solid"/>
          </a:ln>
        </p:spPr>
      </p:sp>
      <p:sp>
        <p:nvSpPr>
          <p:cNvPr id="111" name="Editable arrowhead 115">
            <a:extLst>
              <a:ext uri="{FF2B5EF4-FFF2-40B4-BE49-F238E27FC236}">
                <ns2:creationId id="{4DBEB542-D67E-47F2-9A56-9F170F601184}"/>
              </a:ext>
            </a:extLst>
          </p:cNvPr>
          <p:cNvSpPr>
            <a:spLocks noGrp="1"/>
          </p:cNvSpPr>
          <p:nvPr/>
        </p:nvSpPr>
        <p:spPr>
          <a:xfrm>
            <a:off x="14039850"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2" name="manifest / 필수 조건·참조">
            <a:extLst>
              <a:ext uri="{FF2B5EF4-FFF2-40B4-BE49-F238E27FC236}">
                <ns2:creationId id="{3E9F1723-A4ED-4EB2-A0D9-533CFCAFB145}"/>
              </a:ext>
            </a:extLst>
          </p:cNvPr>
          <p:cNvSpPr>
            <a:spLocks noGrp="1"/>
          </p:cNvSpPr>
          <p:nvPr/>
        </p:nvSpPr>
        <p:spPr>
          <a:xfrm>
            <a:off x="12944475" y="4352925"/>
            <a:ext cx="2295525" cy="352425"/>
          </a:xfrm>
          <a:prstGeom prst="can">
            <a:avLst>
              <a:gd name="adj" fmla="val 16000"/>
            </a:avLst>
          </a:prstGeom>
          <a:solidFill>
            <a:srgbClr val="FFF6DD"/>
          </a:solidFill>
          <a:ln w="17145">
            <a:solidFill>
              <a:srgbClr val="111111"/>
            </a:solidFill>
            <a:prstDash val="solid"/>
          </a:ln>
        </p:spPr>
      </p:sp>
      <p:sp>
        <p:nvSpPr>
          <p:cNvPr id="113" name="DP4 object 116">
            <a:extLst>
              <a:ext uri="{FF2B5EF4-FFF2-40B4-BE49-F238E27FC236}">
                <ns2:creationId id="{E5F455BD-6395-47B1-A965-FD305589F23E}"/>
              </a:ext>
            </a:extLst>
          </p:cNvPr>
          <p:cNvSpPr>
            <a:spLocks noGrp="1"/>
          </p:cNvSpPr>
          <p:nvPr/>
        </p:nvSpPr>
        <p:spPr>
          <a:xfrm>
            <a:off x="12992100" y="4457700"/>
            <a:ext cx="2200275" cy="1905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manifest / 필수 조건·참조</a:t>
            </a:r>
            <a:endParaRPr lang="ko-KR">
              <a:latin typeface="Calibri"/>
              <a:ea typeface="Calibri"/>
              <a:cs typeface="Calibri"/>
            </a:endParaRPr>
          </a:p>
        </p:txBody>
      </p:sp>
      <p:sp>
        <p:nvSpPr>
          <p:cNvPr id="114" name="요청 범위 읽기 제공&#10;권한·판본·철회 검사">
            <a:extLst>
              <a:ext uri="{FF2B5EF4-FFF2-40B4-BE49-F238E27FC236}">
                <ns2:creationId id="{1B6BCD5A-B020-4455-96AB-B0F90C81CFEE}"/>
              </a:ext>
            </a:extLst>
          </p:cNvPr>
          <p:cNvSpPr>
            <a:spLocks noGrp="1"/>
          </p:cNvSpPr>
          <p:nvPr/>
        </p:nvSpPr>
        <p:spPr>
          <a:xfrm>
            <a:off x="15535275" y="3419475"/>
            <a:ext cx="2181225" cy="590550"/>
          </a:xfrm>
          <a:prstGeom prst="rect">
            <a:avLst/>
          </a:prstGeom>
          <a:solidFill>
            <a:srgbClr val="FFFFFF"/>
          </a:solidFill>
          <a:ln w="17145">
            <a:solidFill>
              <a:srgbClr val="111111"/>
            </a:solidFill>
            <a:prstDash val="solid"/>
          </a:ln>
        </p:spPr>
      </p:sp>
      <p:sp>
        <p:nvSpPr>
          <p:cNvPr id="115" name="DP4 object 117">
            <a:extLst>
              <a:ext uri="{FF2B5EF4-FFF2-40B4-BE49-F238E27FC236}">
                <ns2:creationId id="{D4DF40EA-8B0A-456C-AF91-AC993B4ECAE7}"/>
              </a:ext>
            </a:extLst>
          </p:cNvPr>
          <p:cNvSpPr>
            <a:spLocks noGrp="1"/>
          </p:cNvSpPr>
          <p:nvPr/>
        </p:nvSpPr>
        <p:spPr>
          <a:xfrm>
            <a:off x="15601950" y="3457575"/>
            <a:ext cx="2047875" cy="5143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요청 범위 읽기 제공</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권한·판본·철회 검사</a:t>
            </a:r>
            <a:endParaRPr lang="ko-KR">
              <a:latin typeface="Calibri"/>
              <a:ea typeface="Calibri"/>
              <a:cs typeface="Calibri"/>
            </a:endParaRPr>
          </a:p>
        </p:txBody>
      </p:sp>
      <p:sp>
        <p:nvSpPr>
          <p:cNvPr id="116" name="lease / read receipt">
            <a:extLst>
              <a:ext uri="{FF2B5EF4-FFF2-40B4-BE49-F238E27FC236}">
                <ns2:creationId id="{252E1E0C-290D-4345-9A3E-10FC95D614DC}"/>
              </a:ext>
            </a:extLst>
          </p:cNvPr>
          <p:cNvSpPr>
            <a:spLocks noGrp="1"/>
          </p:cNvSpPr>
          <p:nvPr/>
        </p:nvSpPr>
        <p:spPr>
          <a:xfrm>
            <a:off x="15535275" y="4295775"/>
            <a:ext cx="2181225" cy="409575"/>
          </a:xfrm>
          <a:prstGeom prst="can">
            <a:avLst>
              <a:gd name="adj" fmla="val 16000"/>
            </a:avLst>
          </a:prstGeom>
          <a:solidFill>
            <a:srgbClr val="FFF6DD"/>
          </a:solidFill>
          <a:ln w="17145">
            <a:solidFill>
              <a:srgbClr val="111111"/>
            </a:solidFill>
            <a:prstDash val="solid"/>
          </a:ln>
        </p:spPr>
      </p:sp>
      <p:sp>
        <p:nvSpPr>
          <p:cNvPr id="117" name="DP4 object 118">
            <a:extLst>
              <a:ext uri="{FF2B5EF4-FFF2-40B4-BE49-F238E27FC236}">
                <ns2:creationId id="{E4BE1A39-4B93-409C-B812-7EFF29500CCC}"/>
              </a:ext>
            </a:extLst>
          </p:cNvPr>
          <p:cNvSpPr>
            <a:spLocks noGrp="1"/>
          </p:cNvSpPr>
          <p:nvPr/>
        </p:nvSpPr>
        <p:spPr>
          <a:xfrm>
            <a:off x="15582900" y="4400550"/>
            <a:ext cx="2085975"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lease / read receipt</a:t>
            </a:r>
            <a:endParaRPr lang="ko-KR">
              <a:latin typeface="Calibri"/>
              <a:ea typeface="Calibri"/>
              <a:cs typeface="Calibri"/>
            </a:endParaRPr>
          </a:p>
        </p:txBody>
      </p:sp>
      <p:sp>
        <p:nvSpPr>
          <p:cNvPr id="118" name="Editable path 119">
            <a:extLst>
              <a:ext uri="{FF2B5EF4-FFF2-40B4-BE49-F238E27FC236}">
                <ns2:creationId id="{E075E9C7-D157-4F4F-80C4-A8CA5B0EA6EF}"/>
              </a:ext>
            </a:extLst>
          </p:cNvPr>
          <p:cNvSpPr>
            <a:spLocks noGrp="1"/>
          </p:cNvSpPr>
          <p:nvPr/>
        </p:nvSpPr>
        <p:spPr>
          <a:xfrm>
            <a:off x="16630650" y="4010025"/>
            <a:ext cx="953" cy="285750"/>
          </a:xfrm>
          <a:custGeom>
            <a:pathLst>
              <a:path w="953" h="285750">
                <a:moveTo>
                  <a:pt x="0" y="0"/>
                </a:moveTo>
                <a:lnTo>
                  <a:pt x="0" y="285750"/>
                </a:lnTo>
              </a:path>
            </a:pathLst>
          </a:custGeom>
          <a:noFill/>
          <a:ln w="18098">
            <a:solidFill>
              <a:srgbClr val="111111"/>
            </a:solidFill>
            <a:prstDash val="solid"/>
          </a:ln>
        </p:spPr>
      </p:sp>
      <p:sp>
        <p:nvSpPr>
          <p:cNvPr id="119" name="Editable arrowhead 120">
            <a:extLst>
              <a:ext uri="{FF2B5EF4-FFF2-40B4-BE49-F238E27FC236}">
                <ns2:creationId id="{6028DB85-2F79-49F9-A934-9B2EA132BB83}"/>
              </a:ext>
            </a:extLst>
          </p:cNvPr>
          <p:cNvSpPr>
            <a:spLocks noGrp="1"/>
          </p:cNvSpPr>
          <p:nvPr/>
        </p:nvSpPr>
        <p:spPr>
          <a:xfrm>
            <a:off x="16583025" y="4200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0" name="Task Manager&#10;명령 확정">
            <a:extLst>
              <a:ext uri="{FF2B5EF4-FFF2-40B4-BE49-F238E27FC236}">
                <ns2:creationId id="{F99D410E-6F49-49F2-9108-423D70B74750}"/>
              </a:ext>
            </a:extLst>
          </p:cNvPr>
          <p:cNvSpPr>
            <a:spLocks noGrp="1"/>
          </p:cNvSpPr>
          <p:nvPr/>
        </p:nvSpPr>
        <p:spPr>
          <a:xfrm>
            <a:off x="12944475" y="4933950"/>
            <a:ext cx="2295525" cy="523875"/>
          </a:xfrm>
          <a:prstGeom prst="rect">
            <a:avLst/>
          </a:prstGeom>
          <a:solidFill>
            <a:srgbClr val="FFF6DD"/>
          </a:solidFill>
          <a:ln w="17145">
            <a:solidFill>
              <a:srgbClr val="111111"/>
            </a:solidFill>
            <a:prstDash val="solid"/>
          </a:ln>
        </p:spPr>
      </p:sp>
      <p:sp>
        <p:nvSpPr>
          <p:cNvPr id="121" name="DP4 object 121">
            <a:extLst>
              <a:ext uri="{FF2B5EF4-FFF2-40B4-BE49-F238E27FC236}">
                <ns2:creationId id="{4F763AF2-9213-4F3F-B548-14799E1DD1D7}"/>
              </a:ext>
            </a:extLst>
          </p:cNvPr>
          <p:cNvSpPr>
            <a:spLocks noGrp="1"/>
          </p:cNvSpPr>
          <p:nvPr/>
        </p:nvSpPr>
        <p:spPr>
          <a:xfrm>
            <a:off x="13011150" y="4972050"/>
            <a:ext cx="21621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명령 확정</a:t>
            </a:r>
            <a:endParaRPr lang="ko-KR">
              <a:latin typeface="Calibri"/>
              <a:ea typeface="Calibri"/>
              <a:cs typeface="Calibri"/>
            </a:endParaRPr>
          </a:p>
        </p:txBody>
      </p:sp>
      <p:sp>
        <p:nvSpPr>
          <p:cNvPr id="122" name="Agent Gateway&#10;전송 / READ 연결">
            <a:extLst>
              <a:ext uri="{FF2B5EF4-FFF2-40B4-BE49-F238E27FC236}">
                <ns2:creationId id="{A730CCCE-411C-485D-8E74-29CAE3D9F092}"/>
              </a:ext>
            </a:extLst>
          </p:cNvPr>
          <p:cNvSpPr>
            <a:spLocks noGrp="1"/>
          </p:cNvSpPr>
          <p:nvPr/>
        </p:nvSpPr>
        <p:spPr>
          <a:xfrm>
            <a:off x="15535275" y="4933950"/>
            <a:ext cx="2181225" cy="523875"/>
          </a:xfrm>
          <a:prstGeom prst="rect">
            <a:avLst/>
          </a:prstGeom>
          <a:solidFill>
            <a:srgbClr val="FFF6DD"/>
          </a:solidFill>
          <a:ln w="17145">
            <a:solidFill>
              <a:srgbClr val="111111"/>
            </a:solidFill>
            <a:prstDash val="solid"/>
          </a:ln>
        </p:spPr>
      </p:sp>
      <p:sp>
        <p:nvSpPr>
          <p:cNvPr id="123" name="DP4 object 122">
            <a:extLst>
              <a:ext uri="{FF2B5EF4-FFF2-40B4-BE49-F238E27FC236}">
                <ns2:creationId id="{214EE4A5-BEB6-4221-94B3-8CE79C31F1C0}"/>
              </a:ext>
            </a:extLst>
          </p:cNvPr>
          <p:cNvSpPr>
            <a:spLocks noGrp="1"/>
          </p:cNvSpPr>
          <p:nvPr/>
        </p:nvSpPr>
        <p:spPr>
          <a:xfrm>
            <a:off x="15601950" y="4972050"/>
            <a:ext cx="20478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전송 / READ 연결</a:t>
            </a:r>
            <a:endParaRPr lang="ko-KR">
              <a:latin typeface="Calibri"/>
              <a:ea typeface="Calibri"/>
              <a:cs typeface="Calibri"/>
            </a:endParaRPr>
          </a:p>
        </p:txBody>
      </p:sp>
      <p:sp>
        <p:nvSpPr>
          <p:cNvPr id="124" name="Editable path 123">
            <a:extLst>
              <a:ext uri="{FF2B5EF4-FFF2-40B4-BE49-F238E27FC236}">
                <ns2:creationId id="{BCBABF1F-6195-4659-B7BA-75421981BA51}"/>
              </a:ext>
            </a:extLst>
          </p:cNvPr>
          <p:cNvSpPr>
            <a:spLocks noGrp="1"/>
          </p:cNvSpPr>
          <p:nvPr/>
        </p:nvSpPr>
        <p:spPr>
          <a:xfrm>
            <a:off x="14087475" y="4705350"/>
            <a:ext cx="953" cy="228600"/>
          </a:xfrm>
          <a:custGeom>
            <a:pathLst>
              <a:path w="953" h="228600">
                <a:moveTo>
                  <a:pt x="0" y="0"/>
                </a:moveTo>
                <a:lnTo>
                  <a:pt x="0" y="228600"/>
                </a:lnTo>
              </a:path>
            </a:pathLst>
          </a:custGeom>
          <a:noFill/>
          <a:ln w="19050">
            <a:solidFill>
              <a:srgbClr val="111111"/>
            </a:solidFill>
            <a:prstDash val="solid"/>
          </a:ln>
        </p:spPr>
      </p:sp>
      <p:sp>
        <p:nvSpPr>
          <p:cNvPr id="125" name="Editable arrowhead 124">
            <a:extLst>
              <a:ext uri="{FF2B5EF4-FFF2-40B4-BE49-F238E27FC236}">
                <ns2:creationId id="{96F0032C-95E1-4246-A96C-2A9D19C890DB}"/>
              </a:ext>
            </a:extLst>
          </p:cNvPr>
          <p:cNvSpPr>
            <a:spLocks noGrp="1"/>
          </p:cNvSpPr>
          <p:nvPr/>
        </p:nvSpPr>
        <p:spPr>
          <a:xfrm>
            <a:off x="14039850"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6" name="Editable path 125">
            <a:extLst>
              <a:ext uri="{FF2B5EF4-FFF2-40B4-BE49-F238E27FC236}">
                <ns2:creationId id="{A9987779-9C87-40B4-8ABD-D2B312133C61}"/>
              </a:ext>
            </a:extLst>
          </p:cNvPr>
          <p:cNvSpPr>
            <a:spLocks noGrp="1"/>
          </p:cNvSpPr>
          <p:nvPr/>
        </p:nvSpPr>
        <p:spPr>
          <a:xfrm>
            <a:off x="15240000" y="5200650"/>
            <a:ext cx="295275" cy="953"/>
          </a:xfrm>
          <a:custGeom>
            <a:pathLst>
              <a:path w="295275" h="953">
                <a:moveTo>
                  <a:pt x="0" y="0"/>
                </a:moveTo>
                <a:lnTo>
                  <a:pt x="295275" y="0"/>
                </a:lnTo>
              </a:path>
            </a:pathLst>
          </a:custGeom>
          <a:noFill/>
          <a:ln w="20003">
            <a:solidFill>
              <a:srgbClr val="111111"/>
            </a:solidFill>
            <a:prstDash val="solid"/>
          </a:ln>
        </p:spPr>
      </p:sp>
      <p:sp>
        <p:nvSpPr>
          <p:cNvPr id="127" name="Editable arrowhead 126">
            <a:extLst>
              <a:ext uri="{FF2B5EF4-FFF2-40B4-BE49-F238E27FC236}">
                <ns2:creationId id="{D5FE99E4-4BA8-43FC-9F56-EEB8916ED748}"/>
              </a:ext>
            </a:extLst>
          </p:cNvPr>
          <p:cNvSpPr>
            <a:spLocks noGrp="1"/>
          </p:cNvSpPr>
          <p:nvPr/>
        </p:nvSpPr>
        <p:spPr>
          <a:xfrm>
            <a:off x="15440025" y="51530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8" name="외부 Downstream Agent&#10;상세 범위를 선택·요청">
            <a:extLst>
              <a:ext uri="{FF2B5EF4-FFF2-40B4-BE49-F238E27FC236}">
                <ns2:creationId id="{5649B4C9-1F1E-4B88-9CC6-9FD44E68331A}"/>
              </a:ext>
            </a:extLst>
          </p:cNvPr>
          <p:cNvSpPr>
            <a:spLocks noGrp="1"/>
          </p:cNvSpPr>
          <p:nvPr/>
        </p:nvSpPr>
        <p:spPr>
          <a:xfrm>
            <a:off x="15535275" y="5657850"/>
            <a:ext cx="2181225" cy="381000"/>
          </a:xfrm>
          <a:prstGeom prst="rect">
            <a:avLst/>
          </a:prstGeom>
          <a:solidFill>
            <a:srgbClr val="FFFFFF"/>
          </a:solidFill>
          <a:ln w="17145">
            <a:solidFill>
              <a:srgbClr val="111111"/>
            </a:solidFill>
            <a:prstDash val="solid"/>
          </a:ln>
        </p:spPr>
      </p:sp>
      <p:sp>
        <p:nvSpPr>
          <p:cNvPr id="129" name="DP4 object 127">
            <a:extLst>
              <a:ext uri="{FF2B5EF4-FFF2-40B4-BE49-F238E27FC236}">
                <ns2:creationId id="{EC796463-1765-4E0F-83A5-F40BE06E70BA}"/>
              </a:ext>
            </a:extLst>
          </p:cNvPr>
          <p:cNvSpPr>
            <a:spLocks noGrp="1"/>
          </p:cNvSpPr>
          <p:nvPr/>
        </p:nvSpPr>
        <p:spPr>
          <a:xfrm>
            <a:off x="15601950" y="5695950"/>
            <a:ext cx="204787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외부 Downstream Agent</a:t>
            </a:r>
            <a:endParaRPr lang="ko-KR">
              <a:latin typeface="Calibri"/>
              <a:ea typeface="Calibri"/>
              <a:cs typeface="Calibri"/>
            </a:endParaRPr>
          </a:p>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상세 범위를 선택·요청</a:t>
            </a:r>
            <a:endParaRPr lang="ko-KR">
              <a:latin typeface="Calibri"/>
              <a:ea typeface="Calibri"/>
              <a:cs typeface="Calibri"/>
            </a:endParaRPr>
          </a:p>
        </p:txBody>
      </p:sp>
      <p:sp>
        <p:nvSpPr>
          <p:cNvPr id="130" name="Editable path 128">
            <a:extLst>
              <a:ext uri="{FF2B5EF4-FFF2-40B4-BE49-F238E27FC236}">
                <ns2:creationId id="{3F90862D-B177-4B7F-AA4F-9115744C53A5}"/>
              </a:ext>
            </a:extLst>
          </p:cNvPr>
          <p:cNvSpPr>
            <a:spLocks noGrp="1"/>
          </p:cNvSpPr>
          <p:nvPr/>
        </p:nvSpPr>
        <p:spPr>
          <a:xfrm>
            <a:off x="16240125" y="5457825"/>
            <a:ext cx="953" cy="200025"/>
          </a:xfrm>
          <a:custGeom>
            <a:pathLst>
              <a:path w="953" h="200025">
                <a:moveTo>
                  <a:pt x="0" y="0"/>
                </a:moveTo>
                <a:lnTo>
                  <a:pt x="0" y="200025"/>
                </a:lnTo>
              </a:path>
            </a:pathLst>
          </a:custGeom>
          <a:noFill/>
          <a:ln w="19050">
            <a:solidFill>
              <a:srgbClr val="111111"/>
            </a:solidFill>
            <a:prstDash val="solid"/>
          </a:ln>
        </p:spPr>
      </p:sp>
      <p:sp>
        <p:nvSpPr>
          <p:cNvPr id="131" name="Editable arrowhead 129">
            <a:extLst>
              <a:ext uri="{FF2B5EF4-FFF2-40B4-BE49-F238E27FC236}">
                <ns2:creationId id="{5436F16E-87AD-42AD-A3C1-709F4E08F9D5}"/>
              </a:ext>
            </a:extLst>
          </p:cNvPr>
          <p:cNvSpPr>
            <a:spLocks noGrp="1"/>
          </p:cNvSpPr>
          <p:nvPr/>
        </p:nvSpPr>
        <p:spPr>
          <a:xfrm>
            <a:off x="16192500" y="5562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2" name="Editable path 130">
            <a:extLst>
              <a:ext uri="{FF2B5EF4-FFF2-40B4-BE49-F238E27FC236}">
                <ns2:creationId id="{D925FCF3-732D-4210-BFF1-045064F23B5C}"/>
              </a:ext>
            </a:extLst>
          </p:cNvPr>
          <p:cNvSpPr>
            <a:spLocks noGrp="1"/>
          </p:cNvSpPr>
          <p:nvPr/>
        </p:nvSpPr>
        <p:spPr>
          <a:xfrm>
            <a:off x="17002125" y="5457825"/>
            <a:ext cx="953" cy="200025"/>
          </a:xfrm>
          <a:custGeom>
            <a:pathLst>
              <a:path w="953" h="200025">
                <a:moveTo>
                  <a:pt x="0" y="200025"/>
                </a:moveTo>
                <a:lnTo>
                  <a:pt x="0" y="0"/>
                </a:lnTo>
              </a:path>
            </a:pathLst>
          </a:custGeom>
          <a:noFill/>
          <a:ln w="19050">
            <a:solidFill>
              <a:srgbClr val="111111"/>
            </a:solidFill>
            <a:prstDash val="solid"/>
          </a:ln>
        </p:spPr>
      </p:sp>
      <p:sp>
        <p:nvSpPr>
          <p:cNvPr id="133" name="Editable arrowhead 131">
            <a:extLst>
              <a:ext uri="{FF2B5EF4-FFF2-40B4-BE49-F238E27FC236}">
                <ns2:creationId id="{38103500-3E38-455A-BF0E-A20A50A2786B}"/>
              </a:ext>
            </a:extLst>
          </p:cNvPr>
          <p:cNvSpPr>
            <a:spLocks noGrp="1"/>
          </p:cNvSpPr>
          <p:nvPr/>
        </p:nvSpPr>
        <p:spPr>
          <a:xfrm>
            <a:off x="16954500" y="5457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34" name="Editable path 132">
            <a:extLst>
              <a:ext uri="{FF2B5EF4-FFF2-40B4-BE49-F238E27FC236}">
                <ns2:creationId id="{71060A5E-E41D-4DEE-929C-9567DDA7C882}"/>
              </a:ext>
            </a:extLst>
          </p:cNvPr>
          <p:cNvSpPr>
            <a:spLocks noGrp="1"/>
          </p:cNvSpPr>
          <p:nvPr/>
        </p:nvSpPr>
        <p:spPr>
          <a:xfrm>
            <a:off x="17716500" y="3657600"/>
            <a:ext cx="114300" cy="1428750"/>
          </a:xfrm>
          <a:custGeom>
            <a:pathLst>
              <a:path w="114300" h="1428750">
                <a:moveTo>
                  <a:pt x="0" y="1428750"/>
                </a:moveTo>
                <a:lnTo>
                  <a:pt x="114300" y="1428750"/>
                </a:lnTo>
                <a:lnTo>
                  <a:pt x="114300" y="0"/>
                </a:lnTo>
                <a:lnTo>
                  <a:pt x="0" y="0"/>
                </a:lnTo>
              </a:path>
            </a:pathLst>
          </a:custGeom>
          <a:noFill/>
          <a:ln w="17145">
            <a:solidFill>
              <a:srgbClr val="111111"/>
            </a:solidFill>
            <a:prstDash val="dash"/>
          </a:ln>
        </p:spPr>
      </p:sp>
      <p:sp>
        <p:nvSpPr>
          <p:cNvPr id="135" name="Editable arrowhead 133">
            <a:extLst>
              <a:ext uri="{FF2B5EF4-FFF2-40B4-BE49-F238E27FC236}">
                <ns2:creationId id="{99D217B2-BEF9-4495-9706-FB517A2F0773}"/>
              </a:ext>
            </a:extLst>
          </p:cNvPr>
          <p:cNvSpPr>
            <a:spLocks noGrp="1"/>
          </p:cNvSpPr>
          <p:nvPr/>
        </p:nvSpPr>
        <p:spPr>
          <a:xfrm>
            <a:off x="17716500" y="36099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6" name="Editable path 134">
            <a:extLst>
              <a:ext uri="{FF2B5EF4-FFF2-40B4-BE49-F238E27FC236}">
                <ns2:creationId id="{30F188BD-62DD-4CF1-B62B-155E14B4ADB0}"/>
              </a:ext>
            </a:extLst>
          </p:cNvPr>
          <p:cNvSpPr>
            <a:spLocks noGrp="1"/>
          </p:cNvSpPr>
          <p:nvPr/>
        </p:nvSpPr>
        <p:spPr>
          <a:xfrm>
            <a:off x="17716500" y="3895725"/>
            <a:ext cx="228600" cy="1400175"/>
          </a:xfrm>
          <a:custGeom>
            <a:pathLst>
              <a:path w="228600" h="1400175">
                <a:moveTo>
                  <a:pt x="0" y="0"/>
                </a:moveTo>
                <a:lnTo>
                  <a:pt x="228600" y="0"/>
                </a:lnTo>
                <a:lnTo>
                  <a:pt x="228600" y="1400175"/>
                </a:lnTo>
                <a:lnTo>
                  <a:pt x="0" y="1400175"/>
                </a:lnTo>
              </a:path>
            </a:pathLst>
          </a:custGeom>
          <a:noFill/>
          <a:ln w="17145">
            <a:solidFill>
              <a:srgbClr val="111111"/>
            </a:solidFill>
            <a:prstDash val="solid"/>
          </a:ln>
        </p:spPr>
      </p:sp>
      <p:sp>
        <p:nvSpPr>
          <p:cNvPr id="137" name="Editable arrowhead 135">
            <a:extLst>
              <a:ext uri="{FF2B5EF4-FFF2-40B4-BE49-F238E27FC236}">
                <ns2:creationId id="{7023C169-86F4-4ED7-B2A7-2F77F3A6672D}"/>
              </a:ext>
            </a:extLst>
          </p:cNvPr>
          <p:cNvSpPr>
            <a:spLocks noGrp="1"/>
          </p:cNvSpPr>
          <p:nvPr/>
        </p:nvSpPr>
        <p:spPr>
          <a:xfrm>
            <a:off x="17716500" y="52482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8" name="DP4 object 136">
            <a:extLst>
              <a:ext uri="{FF2B5EF4-FFF2-40B4-BE49-F238E27FC236}">
                <ns2:creationId id="{C2FDD738-3994-4927-95C4-2F4CAE8FC4A7}"/>
              </a:ext>
            </a:extLst>
          </p:cNvPr>
          <p:cNvSpPr>
            <a:spLocks noGrp="1"/>
          </p:cNvSpPr>
          <p:nvPr/>
        </p:nvSpPr>
        <p:spPr>
          <a:xfrm>
            <a:off x="12944475" y="5715000"/>
            <a:ext cx="2295525" cy="2952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세부 선택은 수신자</a:t>
            </a:r>
            <a:endParaRPr lang="ko-KR">
              <a:latin typeface="Calibri"/>
              <a:ea typeface="Calibri"/>
              <a:cs typeface="Calibri"/>
            </a:endParaRPr>
          </a:p>
        </p:txBody>
      </p:sp>
      <p:sp>
        <p:nvSpPr>
          <p:cNvPr id="139" name="DP4 object 137">
            <a:extLst>
              <a:ext uri="{FF2B5EF4-FFF2-40B4-BE49-F238E27FC236}">
                <ns2:creationId id="{E0325CF6-C44F-445A-AB5A-A017CC954CFD}"/>
              </a:ext>
            </a:extLst>
          </p:cNvPr>
          <p:cNvSpPr>
            <a:spLocks noGrp="1"/>
          </p:cNvSpPr>
          <p:nvPr/>
        </p:nvSpPr>
        <p:spPr>
          <a:xfrm>
            <a:off x="12858750" y="3324225"/>
            <a:ext cx="266700" cy="276225"/>
          </a:xfrm>
          <a:prstGeom prst="roundRect">
            <a:avLst>
              <a:gd name="adj" fmla="val 28571"/>
            </a:avLst>
          </a:prstGeom>
          <a:solidFill>
            <a:srgbClr val="C9E1B3"/>
          </a:solidFill>
          <a:ln w="17145">
            <a:solidFill>
              <a:srgbClr val="70A843"/>
            </a:solidFill>
            <a:prstDash val="solid"/>
          </a:ln>
        </p:spPr>
      </p:sp>
      <p:sp>
        <p:nvSpPr>
          <p:cNvPr id="140" name="DP4 object 138">
            <a:extLst>
              <a:ext uri="{FF2B5EF4-FFF2-40B4-BE49-F238E27FC236}">
                <ns2:creationId id="{917826FB-1C30-4D2D-9CFA-E7096C8EFF49}"/>
              </a:ext>
            </a:extLst>
          </p:cNvPr>
          <p:cNvSpPr>
            <a:spLocks noGrp="1"/>
          </p:cNvSpPr>
          <p:nvPr/>
        </p:nvSpPr>
        <p:spPr>
          <a:xfrm>
            <a:off x="12858750"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41" name="DP4 object 139">
            <a:extLst>
              <a:ext uri="{FF2B5EF4-FFF2-40B4-BE49-F238E27FC236}">
                <ns2:creationId id="{BF9D11C2-EF25-4120-852E-78EB8E4F897D}"/>
              </a:ext>
            </a:extLst>
          </p:cNvPr>
          <p:cNvSpPr>
            <a:spLocks noGrp="1"/>
          </p:cNvSpPr>
          <p:nvPr/>
        </p:nvSpPr>
        <p:spPr>
          <a:xfrm>
            <a:off x="15363825" y="3333750"/>
            <a:ext cx="266700" cy="276225"/>
          </a:xfrm>
          <a:prstGeom prst="roundRect">
            <a:avLst>
              <a:gd name="adj" fmla="val 28571"/>
            </a:avLst>
          </a:prstGeom>
          <a:solidFill>
            <a:srgbClr val="C9E1B3"/>
          </a:solidFill>
          <a:ln w="17145">
            <a:solidFill>
              <a:srgbClr val="70A843"/>
            </a:solidFill>
            <a:prstDash val="solid"/>
          </a:ln>
        </p:spPr>
      </p:sp>
      <p:sp>
        <p:nvSpPr>
          <p:cNvPr id="142" name="DP4 object 140">
            <a:extLst>
              <a:ext uri="{FF2B5EF4-FFF2-40B4-BE49-F238E27FC236}">
                <ns2:creationId id="{88B2A66C-B6A0-4FFD-A325-89557A1D2887}"/>
              </a:ext>
            </a:extLst>
          </p:cNvPr>
          <p:cNvSpPr>
            <a:spLocks noGrp="1"/>
          </p:cNvSpPr>
          <p:nvPr/>
        </p:nvSpPr>
        <p:spPr>
          <a:xfrm>
            <a:off x="15363825" y="3333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43" name="DP4 object 141">
            <a:extLst>
              <a:ext uri="{FF2B5EF4-FFF2-40B4-BE49-F238E27FC236}">
                <ns2:creationId id="{97B0AE87-69AC-46F2-9968-F7F066C30331}"/>
              </a:ext>
            </a:extLst>
          </p:cNvPr>
          <p:cNvSpPr>
            <a:spLocks noGrp="1"/>
          </p:cNvSpPr>
          <p:nvPr/>
        </p:nvSpPr>
        <p:spPr>
          <a:xfrm>
            <a:off x="15344775" y="5543550"/>
            <a:ext cx="266700" cy="276225"/>
          </a:xfrm>
          <a:prstGeom prst="roundRect">
            <a:avLst>
              <a:gd name="adj" fmla="val 28571"/>
            </a:avLst>
          </a:prstGeom>
          <a:solidFill>
            <a:srgbClr val="C9E1B3"/>
          </a:solidFill>
          <a:ln w="17145">
            <a:solidFill>
              <a:srgbClr val="70A843"/>
            </a:solidFill>
            <a:prstDash val="solid"/>
          </a:ln>
        </p:spPr>
      </p:sp>
      <p:sp>
        <p:nvSpPr>
          <p:cNvPr id="144" name="DP4 object 142">
            <a:extLst>
              <a:ext uri="{FF2B5EF4-FFF2-40B4-BE49-F238E27FC236}">
                <ns2:creationId id="{3DAE5C0A-648F-47C2-829A-FC5E31CEB693}"/>
              </a:ext>
            </a:extLst>
          </p:cNvPr>
          <p:cNvSpPr>
            <a:spLocks noGrp="1"/>
          </p:cNvSpPr>
          <p:nvPr/>
        </p:nvSpPr>
        <p:spPr>
          <a:xfrm>
            <a:off x="15344775" y="5543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45" name="DP4 object 143">
            <a:extLst>
              <a:ext uri="{FF2B5EF4-FFF2-40B4-BE49-F238E27FC236}">
                <ns2:creationId id="{DA60F789-8016-4B64-BFD1-EF56460E3CFC}"/>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1" lang="ko-KR">
                <a:solidFill>
                  <a:srgbClr val="111111"/>
                </a:solidFill>
                <a:latin typeface="Calibri"/>
                <a:ea typeface="Calibri"/>
                <a:cs typeface="Calibri"/>
              </a:defRPr>
            </a:defPPr>
            <a:lvl1pPr algn="l">
              <a:defRPr sz="1200" b="1" lang="ko-KR">
                <a:solidFill>
                  <a:srgbClr val="111111"/>
                </a:solidFill>
                <a:latin typeface="Calibri"/>
                <a:ea typeface="Calibri"/>
                <a:cs typeface="Calibri"/>
              </a:defRPr>
            </a:lvl1pPr>
            <a:lvl2pPr algn="l">
              <a:defRPr sz="1200" b="1" lang="ko-KR">
                <a:solidFill>
                  <a:srgbClr val="111111"/>
                </a:solidFill>
                <a:latin typeface="Calibri"/>
                <a:ea typeface="Calibri"/>
                <a:cs typeface="Calibri"/>
              </a:defRPr>
            </a:lvl2pPr>
            <a:lvl3pPr algn="l">
              <a:defRPr sz="1200" b="1" lang="ko-KR">
                <a:solidFill>
                  <a:srgbClr val="111111"/>
                </a:solidFill>
                <a:latin typeface="Calibri"/>
                <a:ea typeface="Calibri"/>
                <a:cs typeface="Calibri"/>
              </a:defRPr>
            </a:lvl3pPr>
            <a:lvl4pPr algn="l">
              <a:defRPr sz="1200" b="1" lang="ko-KR">
                <a:solidFill>
                  <a:srgbClr val="111111"/>
                </a:solidFill>
                <a:latin typeface="Calibri"/>
                <a:ea typeface="Calibri"/>
                <a:cs typeface="Calibri"/>
              </a:defRPr>
            </a:lvl4pPr>
            <a:lvl5pPr algn="l">
              <a:defRPr sz="1200" b="1" lang="ko-KR">
                <a:solidFill>
                  <a:srgbClr val="111111"/>
                </a:solidFill>
                <a:latin typeface="Calibri"/>
                <a:ea typeface="Calibri"/>
                <a:cs typeface="Calibri"/>
              </a:defRPr>
            </a:lvl5pPr>
            <a:lvl6pPr algn="l">
              <a:defRPr sz="1200" b="1" lang="ko-KR">
                <a:solidFill>
                  <a:srgbClr val="111111"/>
                </a:solidFill>
                <a:latin typeface="Calibri"/>
                <a:ea typeface="Calibri"/>
                <a:cs typeface="Calibri"/>
              </a:defRPr>
            </a:lvl6pPr>
            <a:lvl7pPr algn="l">
              <a:defRPr sz="1200" b="1" lang="ko-KR">
                <a:solidFill>
                  <a:srgbClr val="111111"/>
                </a:solidFill>
                <a:latin typeface="Calibri"/>
                <a:ea typeface="Calibri"/>
                <a:cs typeface="Calibri"/>
              </a:defRPr>
            </a:lvl7pPr>
            <a:lvl8pPr algn="l">
              <a:defRPr sz="1200" b="1" lang="ko-KR">
                <a:solidFill>
                  <a:srgbClr val="111111"/>
                </a:solidFill>
                <a:latin typeface="Calibri"/>
                <a:ea typeface="Calibri"/>
                <a:cs typeface="Calibri"/>
              </a:defRPr>
            </a:lvl8pPr>
            <a:lvl9pPr algn="l">
              <a:defRPr sz="1200" b="1" lang="ko-KR">
                <a:solidFill>
                  <a:srgbClr val="111111"/>
                </a:solidFill>
                <a:latin typeface="Calibri"/>
                <a:ea typeface="Calibri"/>
                <a:cs typeface="Calibri"/>
              </a:defRPr>
            </a:lvl9pPr>
          </a:lstStyle>
          <a:p>
            <a:pPr algn="l">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QA01 우열 미확정 / 본문 충족은 QA02와 별도 진단 / PoC 4사례×3</a:t>
            </a:r>
            <a:endParaRPr lang="ko-KR">
              <a:latin typeface="Calibri"/>
              <a:ea typeface="Calibri"/>
              <a:cs typeface="Calibri"/>
            </a:endParaRPr>
          </a:p>
        </p:txBody>
      </p:sp>
    </p:spTree>
    <p:extLst>
      <p:ext uri="{BB962C8B-B14F-4D97-AF65-F5344CB8AC3E}">
        <p14:creationId val="815294882"/>
      </p:ext>
    </p:extLst>
  </p:cSld>
</p:sld>
</file>

<file path=ppt/slides/slide1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9" name="Unified slide title">
            <a:extLst>
              <a:ext uri="{FF2B5EF4-FFF2-40B4-BE49-F238E27FC236}">
                <ns2:creationId id="{9C3FE15A-0361-4617-89A4-9C116116C1C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(선택 및 보완)</a:t>
            </a:r>
            <a:endParaRPr lang="ko-KR">
              <a:latin typeface="Calibri"/>
              <a:ea typeface="Calibri"/>
              <a:cs typeface="Calibri"/>
            </a:endParaRPr>
          </a:p>
        </p:txBody>
      </p:sp>
      <p:sp>
        <p:nvSpPr>
          <p:cNvPr id="2" name="Workflow 과제 소개">
            <a:extLst>
              <a:ext uri="{FF2B5EF4-FFF2-40B4-BE49-F238E27FC236}">
                <ns2:creationId id="{62F2C4D0-F4D7-48B0-8A57-1B96C41B6EB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1F032004-0EDD-437A-84D6-2677B5264BA1}"/>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B7C5FEE5-298B-4981-9B6F-05C118126C0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E34D356-EFF5-4887-A8AA-1925B6279D19}"/>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C3711FB-EDD8-43F9-A9F1-2AC81EDB3715}"/>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3DE08F7-6A92-4B55-BBC1-1E02F04E7A8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1D58FD9-B680-415F-9336-27CE1A48CE5E}"/>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39FBB65-9AC1-4A4C-BCED-DE2073F4B5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E26BAC7-972B-44EF-B092-084CF1CBD77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DB5585-068A-41E0-8D0D-4AE60396326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CA055E04-D85A-441B-AF47-66968E5C8485}"/>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9C1CB9-4AB7-4230-8433-BCDBB191A41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15 / 16</a:t>
            </a:r>
            <a:endParaRPr lang="ko-KR">
              <a:latin typeface="Calibri"/>
              <a:ea typeface="Calibri"/>
              <a:cs typeface="Calibri"/>
            </a:endParaRPr>
          </a:p>
        </p:txBody>
      </p:sp>
      <p:sp>
        <p:nvSpPr>
          <p:cNvPr id="14" name="DP4 object 144">
            <a:extLst>
              <a:ext uri="{FF2B5EF4-FFF2-40B4-BE49-F238E27FC236}">
                <ns2:creationId id="{F2E73E61-7758-4A54-81AD-97B7A7528F4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읽기 지원 수신자에 조건부 C 선택 / C1은 이미 채택된 조건의 원문 제공 보완</a:t>
            </a:r>
            <a:endParaRPr lang="ko-KR">
              <a:latin typeface="Calibri"/>
              <a:ea typeface="Calibri"/>
              <a:cs typeface="Calibri"/>
            </a:endParaRPr>
          </a:p>
        </p:txBody>
      </p:sp>
      <p:graphicFrame>
        <p:nvGraphicFramePr>
          <p:cNvPr id="15" name="">
            <a:extLst>
              <a:ext uri="{FF2B5EF4-FFF2-40B4-BE49-F238E27FC236}">
                <ns2:creationId id="{9972FA4B-E795-4E89-82F5-CADF75F38A8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[C1] 조건 출처가 있을 때 원문 첨부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4.329 (19/21)</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4.302(8/9) → 4.301(9/9)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0.0757928</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0.0407024 → 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12/18 (기본)</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저자 대조] 4/9 →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145">
            <a:extLst>
              <a:ext uri="{FF2B5EF4-FFF2-40B4-BE49-F238E27FC236}">
                <ns2:creationId id="{1E69DC4C-909E-491E-8716-2E9C3AEFA6D7}"/>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sp>
      <p:sp>
        <p:nvSpPr>
          <p:cNvPr id="17" name="DP4 object 146">
            <a:extLst>
              <a:ext uri="{FF2B5EF4-FFF2-40B4-BE49-F238E27FC236}">
                <ns2:creationId id="{7105B92E-B971-4669-801A-2D34B5CC0542}"/>
              </a:ext>
            </a:extLst>
          </p:cNvPr>
          <p:cNvSpPr>
            <a:spLocks noGrp="1"/>
          </p:cNvSpPr>
          <p:nvPr/>
        </p:nvSpPr>
        <p:spPr>
          <a:xfrm>
            <a:off x="400050" y="2752725"/>
            <a:ext cx="1257300" cy="2667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147">
            <a:extLst>
              <a:ext uri="{FF2B5EF4-FFF2-40B4-BE49-F238E27FC236}">
                <ns2:creationId id="{06229EFD-ED07-4CF2-BA8C-A0FD05C08815}"/>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sp>
      <p:sp>
        <p:nvSpPr>
          <p:cNvPr id="19" name="DP4 object 148">
            <a:extLst>
              <a:ext uri="{FF2B5EF4-FFF2-40B4-BE49-F238E27FC236}">
                <ns2:creationId id="{7F816627-FA6C-4276-932D-78FBCC49EC4F}"/>
              </a:ext>
            </a:extLst>
          </p:cNvPr>
          <p:cNvSpPr>
            <a:spLocks noGrp="1"/>
          </p:cNvSpPr>
          <p:nvPr/>
        </p:nvSpPr>
        <p:spPr>
          <a:xfrm>
            <a:off x="466725" y="3086100"/>
            <a:ext cx="1123950" cy="2571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A91E36A8-59D1-4079-8CBB-BD39731DF930}"/>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sp>
      <p:sp>
        <p:nvSpPr>
          <p:cNvPr id="21" name="DP4 object 149">
            <a:extLst>
              <a:ext uri="{FF2B5EF4-FFF2-40B4-BE49-F238E27FC236}">
                <ns2:creationId id="{FAABC3B1-2CBC-4F28-A22A-357F2DAE7578}"/>
              </a:ext>
            </a:extLst>
          </p:cNvPr>
          <p:cNvSpPr>
            <a:spLocks noGrp="1"/>
          </p:cNvSpPr>
          <p:nvPr/>
        </p:nvSpPr>
        <p:spPr>
          <a:xfrm>
            <a:off x="428625" y="3800475"/>
            <a:ext cx="1209675" cy="4191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150">
            <a:extLst>
              <a:ext uri="{FF2B5EF4-FFF2-40B4-BE49-F238E27FC236}">
                <ns2:creationId id="{040D0D68-45CF-493C-A24F-A072982AB727}"/>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자료·명령</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요청·조건</a:t>
            </a:r>
            <a:endParaRPr lang="ko-KR">
              <a:latin typeface="Calibri"/>
              <a:ea typeface="Calibri"/>
              <a:cs typeface="Calibri"/>
            </a:endParaRPr>
          </a:p>
        </p:txBody>
      </p:sp>
      <p:sp>
        <p:nvSpPr>
          <p:cNvPr id="23" name="DP4 object 151">
            <a:extLst>
              <a:ext uri="{FF2B5EF4-FFF2-40B4-BE49-F238E27FC236}">
                <ns2:creationId id="{104E2A77-6A1F-4133-A23D-C6FD67068526}"/>
              </a:ext>
            </a:extLst>
          </p:cNvPr>
          <p:cNvSpPr>
            <a:spLocks noGrp="1"/>
          </p:cNvSpPr>
          <p:nvPr/>
        </p:nvSpPr>
        <p:spPr>
          <a:xfrm>
            <a:off x="304800" y="5286375"/>
            <a:ext cx="1466850" cy="4667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Task·원본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24" name="DP4 object 152">
            <a:extLst>
              <a:ext uri="{FF2B5EF4-FFF2-40B4-BE49-F238E27FC236}">
                <ns2:creationId id="{1E49D424-C8EC-4E8D-AC5E-71A78C64063B}"/>
              </a:ext>
            </a:extLst>
          </p:cNvPr>
          <p:cNvSpPr>
            <a:spLocks noGrp="1"/>
          </p:cNvSpPr>
          <p:nvPr/>
        </p:nvSpPr>
        <p:spPr>
          <a:xfrm>
            <a:off x="1924050" y="2152650"/>
            <a:ext cx="52197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위임 요청마다 목적별 구성</a:t>
            </a:r>
            <a:endParaRPr lang="ko-KR">
              <a:latin typeface="Calibri"/>
              <a:ea typeface="Calibri"/>
              <a:cs typeface="Calibri"/>
            </a:endParaRPr>
          </a:p>
        </p:txBody>
      </p:sp>
      <p:sp>
        <p:nvSpPr>
          <p:cNvPr id="25" name="Request Controller: 채택·허가">
            <a:extLst>
              <a:ext uri="{FF2B5EF4-FFF2-40B4-BE49-F238E27FC236}">
                <ns2:creationId id="{AA016205-6C21-43F8-ABE3-D78A9749F54A}"/>
              </a:ext>
            </a:extLst>
          </p:cNvPr>
          <p:cNvSpPr>
            <a:spLocks noGrp="1"/>
          </p:cNvSpPr>
          <p:nvPr/>
        </p:nvSpPr>
        <p:spPr>
          <a:xfrm>
            <a:off x="2000250" y="2514600"/>
            <a:ext cx="5067300" cy="323850"/>
          </a:xfrm>
          <a:prstGeom prst="rect">
            <a:avLst/>
          </a:prstGeom>
          <a:solidFill>
            <a:srgbClr val="FFF6DD"/>
          </a:solidFill>
          <a:ln w="17145">
            <a:solidFill>
              <a:srgbClr val="111111"/>
            </a:solidFill>
            <a:prstDash val="solid"/>
          </a:ln>
        </p:spPr>
      </p:sp>
      <p:sp>
        <p:nvSpPr>
          <p:cNvPr id="26" name="DP4 object 153">
            <a:extLst>
              <a:ext uri="{FF2B5EF4-FFF2-40B4-BE49-F238E27FC236}">
                <ns2:creationId id="{78F69DE5-32CB-4F56-A7D3-08797189EFB9}"/>
              </a:ext>
            </a:extLst>
          </p:cNvPr>
          <p:cNvSpPr>
            <a:spLocks noGrp="1"/>
          </p:cNvSpPr>
          <p:nvPr/>
        </p:nvSpPr>
        <p:spPr>
          <a:xfrm>
            <a:off x="20669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27" name="Context Manager Component">
            <a:extLst>
              <a:ext uri="{FF2B5EF4-FFF2-40B4-BE49-F238E27FC236}">
                <ns2:creationId id="{5EDEF16B-84C7-45DF-A3AC-CEC76950704E}"/>
              </a:ext>
            </a:extLst>
          </p:cNvPr>
          <p:cNvSpPr>
            <a:spLocks noGrp="1"/>
          </p:cNvSpPr>
          <p:nvPr/>
        </p:nvSpPr>
        <p:spPr>
          <a:xfrm>
            <a:off x="2000250" y="2981325"/>
            <a:ext cx="5067300" cy="1819275"/>
          </a:xfrm>
          <a:prstGeom prst="rect">
            <a:avLst/>
          </a:prstGeom>
          <a:solidFill>
            <a:srgbClr val="FFF6DD"/>
          </a:solidFill>
          <a:ln w="25718">
            <a:solidFill>
              <a:srgbClr val="111111"/>
            </a:solidFill>
            <a:prstDash val="solid"/>
          </a:ln>
        </p:spPr>
      </p:sp>
      <p:sp>
        <p:nvSpPr>
          <p:cNvPr id="28" name="DP4 object 154">
            <a:extLst>
              <a:ext uri="{FF2B5EF4-FFF2-40B4-BE49-F238E27FC236}">
                <ns2:creationId id="{30A3D63E-7636-446F-B9C5-BBA209C9F2F0}"/>
              </a:ext>
            </a:extLst>
          </p:cNvPr>
          <p:cNvSpPr>
            <a:spLocks noGrp="1"/>
          </p:cNvSpPr>
          <p:nvPr/>
        </p:nvSpPr>
        <p:spPr>
          <a:xfrm>
            <a:off x="20764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9" name="Editable path 155">
            <a:extLst>
              <a:ext uri="{FF2B5EF4-FFF2-40B4-BE49-F238E27FC236}">
                <ns2:creationId id="{54C94380-252B-487C-A1C7-0C115A3092A7}"/>
              </a:ext>
            </a:extLst>
          </p:cNvPr>
          <p:cNvSpPr>
            <a:spLocks noGrp="1"/>
          </p:cNvSpPr>
          <p:nvPr/>
        </p:nvSpPr>
        <p:spPr>
          <a:xfrm>
            <a:off x="2000250" y="3324225"/>
            <a:ext cx="5067300" cy="953"/>
          </a:xfrm>
          <a:custGeom>
            <a:pathLst>
              <a:path w="5067300" h="953">
                <a:moveTo>
                  <a:pt x="0" y="0"/>
                </a:moveTo>
                <a:lnTo>
                  <a:pt x="5067300" y="0"/>
                </a:lnTo>
              </a:path>
            </a:pathLst>
          </a:custGeom>
          <a:noFill/>
          <a:ln w="13335">
            <a:solidFill>
              <a:srgbClr val="111111"/>
            </a:solidFill>
            <a:prstDash val="solid"/>
          </a:ln>
        </p:spPr>
      </p:sp>
      <p:sp>
        <p:nvSpPr>
          <p:cNvPr id="30" name="목적별 자료 선택&#10;필수 조건·발췌·참조 구성">
            <a:extLst>
              <a:ext uri="{FF2B5EF4-FFF2-40B4-BE49-F238E27FC236}">
                <ns2:creationId id="{456F5E35-3194-45A7-8958-8F18B9D65D81}"/>
              </a:ext>
            </a:extLst>
          </p:cNvPr>
          <p:cNvSpPr>
            <a:spLocks noGrp="1"/>
          </p:cNvSpPr>
          <p:nvPr/>
        </p:nvSpPr>
        <p:spPr>
          <a:xfrm>
            <a:off x="2143125" y="3438525"/>
            <a:ext cx="2619375" cy="542925"/>
          </a:xfrm>
          <a:prstGeom prst="rect">
            <a:avLst/>
          </a:prstGeom>
          <a:solidFill>
            <a:srgbClr val="FFFFFF"/>
          </a:solidFill>
          <a:ln w="17145">
            <a:solidFill>
              <a:srgbClr val="111111"/>
            </a:solidFill>
            <a:prstDash val="solid"/>
          </a:ln>
        </p:spPr>
      </p:sp>
      <p:sp>
        <p:nvSpPr>
          <p:cNvPr id="31" name="DP4 object 156">
            <a:extLst>
              <a:ext uri="{FF2B5EF4-FFF2-40B4-BE49-F238E27FC236}">
                <ns2:creationId id="{8E9208DB-509C-46C5-B40F-001BDAD44BDC}"/>
              </a:ext>
            </a:extLst>
          </p:cNvPr>
          <p:cNvSpPr>
            <a:spLocks noGrp="1"/>
          </p:cNvSpPr>
          <p:nvPr/>
        </p:nvSpPr>
        <p:spPr>
          <a:xfrm>
            <a:off x="2209800" y="3476625"/>
            <a:ext cx="2486025" cy="4667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자료 선택</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필수 조건·발췌·참조 구성</a:t>
            </a:r>
            <a:endParaRPr lang="ko-KR">
              <a:latin typeface="Calibri"/>
              <a:ea typeface="Calibri"/>
              <a:cs typeface="Calibri"/>
            </a:endParaRPr>
          </a:p>
        </p:txBody>
      </p:sp>
      <p:sp>
        <p:nvSpPr>
          <p:cNvPr id="32" name="공통 원본&#10;기확보 근거">
            <a:extLst>
              <a:ext uri="{FF2B5EF4-FFF2-40B4-BE49-F238E27FC236}">
                <ns2:creationId id="{9210D350-4B7C-48A1-AA07-0E005BC96CF3}"/>
              </a:ext>
            </a:extLst>
          </p:cNvPr>
          <p:cNvSpPr>
            <a:spLocks noGrp="1"/>
          </p:cNvSpPr>
          <p:nvPr/>
        </p:nvSpPr>
        <p:spPr>
          <a:xfrm>
            <a:off x="5057775" y="3409950"/>
            <a:ext cx="1847850" cy="619125"/>
          </a:xfrm>
          <a:prstGeom prst="can">
            <a:avLst>
              <a:gd name="adj" fmla="val 16000"/>
            </a:avLst>
          </a:prstGeom>
          <a:solidFill>
            <a:srgbClr val="FFF6DD"/>
          </a:solidFill>
          <a:ln w="17145">
            <a:solidFill>
              <a:srgbClr val="111111"/>
            </a:solidFill>
            <a:prstDash val="solid"/>
          </a:ln>
        </p:spPr>
      </p:sp>
      <p:sp>
        <p:nvSpPr>
          <p:cNvPr id="33" name="DP4 object 157">
            <a:extLst>
              <a:ext uri="{FF2B5EF4-FFF2-40B4-BE49-F238E27FC236}">
                <ns2:creationId id="{068AF149-5E2A-4FAE-9AE3-421F8477D51E}"/>
              </a:ext>
            </a:extLst>
          </p:cNvPr>
          <p:cNvSpPr>
            <a:spLocks noGrp="1"/>
          </p:cNvSpPr>
          <p:nvPr/>
        </p:nvSpPr>
        <p:spPr>
          <a:xfrm>
            <a:off x="5105400" y="3514725"/>
            <a:ext cx="1752600" cy="4572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기확보 근거</a:t>
            </a:r>
            <a:endParaRPr lang="ko-KR">
              <a:latin typeface="Calibri"/>
              <a:ea typeface="Calibri"/>
              <a:cs typeface="Calibri"/>
            </a:endParaRPr>
          </a:p>
        </p:txBody>
      </p:sp>
      <p:sp>
        <p:nvSpPr>
          <p:cNvPr id="34" name="Editable path 158">
            <a:extLst>
              <a:ext uri="{FF2B5EF4-FFF2-40B4-BE49-F238E27FC236}">
                <ns2:creationId id="{0F45CBB0-DF4A-4A1A-9964-46D5A6FD3963}"/>
              </a:ext>
            </a:extLst>
          </p:cNvPr>
          <p:cNvSpPr>
            <a:spLocks noGrp="1"/>
          </p:cNvSpPr>
          <p:nvPr/>
        </p:nvSpPr>
        <p:spPr>
          <a:xfrm>
            <a:off x="4762500" y="3714750"/>
            <a:ext cx="295275" cy="953"/>
          </a:xfrm>
          <a:custGeom>
            <a:pathLst>
              <a:path w="295275" h="953">
                <a:moveTo>
                  <a:pt x="295275" y="0"/>
                </a:moveTo>
                <a:lnTo>
                  <a:pt x="0" y="0"/>
                </a:lnTo>
              </a:path>
            </a:pathLst>
          </a:custGeom>
          <a:noFill/>
          <a:ln w="19050">
            <a:solidFill>
              <a:srgbClr val="111111"/>
            </a:solidFill>
            <a:prstDash val="solid"/>
          </a:ln>
        </p:spPr>
      </p:sp>
      <p:sp>
        <p:nvSpPr>
          <p:cNvPr id="35" name="Editable arrowhead 159">
            <a:extLst>
              <a:ext uri="{FF2B5EF4-FFF2-40B4-BE49-F238E27FC236}">
                <ns2:creationId id="{8ABAEB8C-CFDF-415A-8496-453682B6B2DB}"/>
              </a:ext>
            </a:extLst>
          </p:cNvPr>
          <p:cNvSpPr>
            <a:spLocks noGrp="1"/>
          </p:cNvSpPr>
          <p:nvPr/>
        </p:nvSpPr>
        <p:spPr>
          <a:xfrm>
            <a:off x="4762500" y="36671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36" name="Editable path 160">
            <a:extLst>
              <a:ext uri="{FF2B5EF4-FFF2-40B4-BE49-F238E27FC236}">
                <ns2:creationId id="{EAE4E4FC-CA51-4F03-BF62-EB4237F0DCCD}"/>
              </a:ext>
            </a:extLst>
          </p:cNvPr>
          <p:cNvSpPr>
            <a:spLocks noGrp="1"/>
          </p:cNvSpPr>
          <p:nvPr/>
        </p:nvSpPr>
        <p:spPr>
          <a:xfrm>
            <a:off x="3448050" y="2838450"/>
            <a:ext cx="953" cy="600075"/>
          </a:xfrm>
          <a:custGeom>
            <a:pathLst>
              <a:path w="953" h="600075">
                <a:moveTo>
                  <a:pt x="0" y="0"/>
                </a:moveTo>
                <a:lnTo>
                  <a:pt x="0" y="600075"/>
                </a:lnTo>
              </a:path>
            </a:pathLst>
          </a:custGeom>
          <a:noFill/>
          <a:ln w="19050">
            <a:solidFill>
              <a:srgbClr val="111111"/>
            </a:solidFill>
            <a:prstDash val="solid"/>
          </a:ln>
        </p:spPr>
      </p:sp>
      <p:sp>
        <p:nvSpPr>
          <p:cNvPr id="37" name="Editable arrowhead 161">
            <a:extLst>
              <a:ext uri="{FF2B5EF4-FFF2-40B4-BE49-F238E27FC236}">
                <ns2:creationId id="{A9950A3E-23F8-4F43-9A9E-E2FCE40085B3}"/>
              </a:ext>
            </a:extLst>
          </p:cNvPr>
          <p:cNvSpPr>
            <a:spLocks noGrp="1"/>
          </p:cNvSpPr>
          <p:nvPr/>
        </p:nvSpPr>
        <p:spPr>
          <a:xfrm>
            <a:off x="3400425" y="3343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임시 인계 묶음 (capsule)">
            <a:extLst>
              <a:ext uri="{FF2B5EF4-FFF2-40B4-BE49-F238E27FC236}">
                <ns2:creationId id="{F3DA88A2-C00C-4FE8-8F1B-36AC18869636}"/>
              </a:ext>
            </a:extLst>
          </p:cNvPr>
          <p:cNvSpPr>
            <a:spLocks noGrp="1"/>
          </p:cNvSpPr>
          <p:nvPr/>
        </p:nvSpPr>
        <p:spPr>
          <a:xfrm>
            <a:off x="2533650" y="4238625"/>
            <a:ext cx="4000500" cy="466725"/>
          </a:xfrm>
          <a:prstGeom prst="can">
            <a:avLst>
              <a:gd name="adj" fmla="val 16000"/>
            </a:avLst>
          </a:prstGeom>
          <a:solidFill>
            <a:srgbClr val="FFF6DD"/>
          </a:solidFill>
          <a:ln w="17145">
            <a:solidFill>
              <a:srgbClr val="111111"/>
            </a:solidFill>
            <a:prstDash val="solid"/>
          </a:ln>
        </p:spPr>
      </p:sp>
      <p:sp>
        <p:nvSpPr>
          <p:cNvPr id="39" name="DP4 object 162">
            <a:extLst>
              <a:ext uri="{FF2B5EF4-FFF2-40B4-BE49-F238E27FC236}">
                <ns2:creationId id="{7A2481BA-EA3A-4503-A1BC-2E3731C82C2A}"/>
              </a:ext>
            </a:extLst>
          </p:cNvPr>
          <p:cNvSpPr>
            <a:spLocks noGrp="1"/>
          </p:cNvSpPr>
          <p:nvPr/>
        </p:nvSpPr>
        <p:spPr>
          <a:xfrm>
            <a:off x="2581275" y="4343400"/>
            <a:ext cx="3905250" cy="304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인계 묶음 (capsule)</a:t>
            </a:r>
            <a:endParaRPr lang="ko-KR">
              <a:latin typeface="Calibri"/>
              <a:ea typeface="Calibri"/>
              <a:cs typeface="Calibri"/>
            </a:endParaRPr>
          </a:p>
        </p:txBody>
      </p:sp>
      <p:sp>
        <p:nvSpPr>
          <p:cNvPr id="40" name="Editable path 163">
            <a:extLst>
              <a:ext uri="{FF2B5EF4-FFF2-40B4-BE49-F238E27FC236}">
                <ns2:creationId id="{EDBEC471-87A1-4350-A815-184E077D9DC7}"/>
              </a:ext>
            </a:extLst>
          </p:cNvPr>
          <p:cNvSpPr>
            <a:spLocks noGrp="1"/>
          </p:cNvSpPr>
          <p:nvPr/>
        </p:nvSpPr>
        <p:spPr>
          <a:xfrm>
            <a:off x="3448050" y="3981450"/>
            <a:ext cx="953" cy="257175"/>
          </a:xfrm>
          <a:custGeom>
            <a:pathLst>
              <a:path w="953" h="257175">
                <a:moveTo>
                  <a:pt x="0" y="0"/>
                </a:moveTo>
                <a:lnTo>
                  <a:pt x="0" y="257175"/>
                </a:lnTo>
              </a:path>
            </a:pathLst>
          </a:custGeom>
          <a:noFill/>
          <a:ln w="19050">
            <a:solidFill>
              <a:srgbClr val="111111"/>
            </a:solidFill>
            <a:prstDash val="solid"/>
          </a:ln>
        </p:spPr>
      </p:sp>
      <p:sp>
        <p:nvSpPr>
          <p:cNvPr id="41" name="Editable arrowhead 164">
            <a:extLst>
              <a:ext uri="{FF2B5EF4-FFF2-40B4-BE49-F238E27FC236}">
                <ns2:creationId id="{EAE7CC5D-870C-4D41-9858-57D81C09806D}"/>
              </a:ext>
            </a:extLst>
          </p:cNvPr>
          <p:cNvSpPr>
            <a:spLocks noGrp="1"/>
          </p:cNvSpPr>
          <p:nvPr/>
        </p:nvSpPr>
        <p:spPr>
          <a:xfrm>
            <a:off x="3400425" y="4143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DP4 object 165">
            <a:extLst>
              <a:ext uri="{FF2B5EF4-FFF2-40B4-BE49-F238E27FC236}">
                <ns2:creationId id="{04D4CB53-61A0-43E3-AAF0-E872543242B9}"/>
              </a:ext>
            </a:extLst>
          </p:cNvPr>
          <p:cNvSpPr>
            <a:spLocks noGrp="1"/>
          </p:cNvSpPr>
          <p:nvPr/>
        </p:nvSpPr>
        <p:spPr>
          <a:xfrm>
            <a:off x="2066925" y="3324225"/>
            <a:ext cx="266700" cy="276225"/>
          </a:xfrm>
          <a:prstGeom prst="roundRect">
            <a:avLst>
              <a:gd name="adj" fmla="val 28571"/>
            </a:avLst>
          </a:prstGeom>
          <a:solidFill>
            <a:srgbClr val="C9E1B3"/>
          </a:solidFill>
          <a:ln w="17145">
            <a:solidFill>
              <a:srgbClr val="70A843"/>
            </a:solidFill>
            <a:prstDash val="solid"/>
          </a:ln>
        </p:spPr>
      </p:sp>
      <p:sp>
        <p:nvSpPr>
          <p:cNvPr id="43" name="DP4 object 166">
            <a:extLst>
              <a:ext uri="{FF2B5EF4-FFF2-40B4-BE49-F238E27FC236}">
                <ns2:creationId id="{426F84BC-6C2D-45FC-A8AB-E2B37F2930C9}"/>
              </a:ext>
            </a:extLst>
          </p:cNvPr>
          <p:cNvSpPr>
            <a:spLocks noGrp="1"/>
          </p:cNvSpPr>
          <p:nvPr/>
        </p:nvSpPr>
        <p:spPr>
          <a:xfrm>
            <a:off x="2066925"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4" name="DP4 object 167">
            <a:extLst>
              <a:ext uri="{FF2B5EF4-FFF2-40B4-BE49-F238E27FC236}">
                <ns2:creationId id="{EE9528ED-510F-44D5-9178-B59122AFB164}"/>
              </a:ext>
            </a:extLst>
          </p:cNvPr>
          <p:cNvSpPr>
            <a:spLocks noGrp="1"/>
          </p:cNvSpPr>
          <p:nvPr/>
        </p:nvSpPr>
        <p:spPr>
          <a:xfrm>
            <a:off x="2343150" y="4171950"/>
            <a:ext cx="266700" cy="276225"/>
          </a:xfrm>
          <a:prstGeom prst="roundRect">
            <a:avLst>
              <a:gd name="adj" fmla="val 28571"/>
            </a:avLst>
          </a:prstGeom>
          <a:solidFill>
            <a:srgbClr val="C9E1B3"/>
          </a:solidFill>
          <a:ln w="17145">
            <a:solidFill>
              <a:srgbClr val="70A843"/>
            </a:solidFill>
            <a:prstDash val="solid"/>
          </a:ln>
        </p:spPr>
      </p:sp>
      <p:sp>
        <p:nvSpPr>
          <p:cNvPr id="45" name="DP4 object 168">
            <a:extLst>
              <a:ext uri="{FF2B5EF4-FFF2-40B4-BE49-F238E27FC236}">
                <ns2:creationId id="{FDB593A7-8A72-42AA-89A3-3E73A4BA0E5B}"/>
              </a:ext>
            </a:extLst>
          </p:cNvPr>
          <p:cNvSpPr>
            <a:spLocks noGrp="1"/>
          </p:cNvSpPr>
          <p:nvPr/>
        </p:nvSpPr>
        <p:spPr>
          <a:xfrm>
            <a:off x="234315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46" name="Task Manager: 명령 확정">
            <a:extLst>
              <a:ext uri="{FF2B5EF4-FFF2-40B4-BE49-F238E27FC236}">
                <ns2:creationId id="{28A3D086-9956-4F6C-B903-3428A739994A}"/>
              </a:ext>
            </a:extLst>
          </p:cNvPr>
          <p:cNvSpPr>
            <a:spLocks noGrp="1"/>
          </p:cNvSpPr>
          <p:nvPr/>
        </p:nvSpPr>
        <p:spPr>
          <a:xfrm>
            <a:off x="2000250" y="4914900"/>
            <a:ext cx="5067300" cy="304800"/>
          </a:xfrm>
          <a:prstGeom prst="rect">
            <a:avLst/>
          </a:prstGeom>
          <a:solidFill>
            <a:srgbClr val="FFF6DD"/>
          </a:solidFill>
          <a:ln w="17145">
            <a:solidFill>
              <a:srgbClr val="111111"/>
            </a:solidFill>
            <a:prstDash val="solid"/>
          </a:ln>
        </p:spPr>
      </p:sp>
      <p:sp>
        <p:nvSpPr>
          <p:cNvPr id="47" name="DP4 object 169">
            <a:extLst>
              <a:ext uri="{FF2B5EF4-FFF2-40B4-BE49-F238E27FC236}">
                <ns2:creationId id="{768D6D8B-CB7A-4232-A20D-331B4D938224}"/>
              </a:ext>
            </a:extLst>
          </p:cNvPr>
          <p:cNvSpPr>
            <a:spLocks noGrp="1"/>
          </p:cNvSpPr>
          <p:nvPr/>
        </p:nvSpPr>
        <p:spPr>
          <a:xfrm>
            <a:off x="20669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48" name="Agent Gateway: 실제 전송">
            <a:extLst>
              <a:ext uri="{FF2B5EF4-FFF2-40B4-BE49-F238E27FC236}">
                <ns2:creationId id="{955387D3-CB6B-42CC-A4BB-126EEB26BA11}"/>
              </a:ext>
            </a:extLst>
          </p:cNvPr>
          <p:cNvSpPr>
            <a:spLocks noGrp="1"/>
          </p:cNvSpPr>
          <p:nvPr/>
        </p:nvSpPr>
        <p:spPr>
          <a:xfrm>
            <a:off x="2000250" y="5324475"/>
            <a:ext cx="5067300" cy="304800"/>
          </a:xfrm>
          <a:prstGeom prst="rect">
            <a:avLst/>
          </a:prstGeom>
          <a:solidFill>
            <a:srgbClr val="FFF6DD"/>
          </a:solidFill>
          <a:ln w="17145">
            <a:solidFill>
              <a:srgbClr val="111111"/>
            </a:solidFill>
            <a:prstDash val="solid"/>
          </a:ln>
        </p:spPr>
      </p:sp>
      <p:sp>
        <p:nvSpPr>
          <p:cNvPr id="49" name="DP4 object 170">
            <a:extLst>
              <a:ext uri="{FF2B5EF4-FFF2-40B4-BE49-F238E27FC236}">
                <ns2:creationId id="{0A62B0AE-6BC6-45D5-9B4B-1AFFDD9C1454}"/>
              </a:ext>
            </a:extLst>
          </p:cNvPr>
          <p:cNvSpPr>
            <a:spLocks noGrp="1"/>
          </p:cNvSpPr>
          <p:nvPr/>
        </p:nvSpPr>
        <p:spPr>
          <a:xfrm>
            <a:off x="20669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50" name="외부 Downstream Agent">
            <a:extLst>
              <a:ext uri="{FF2B5EF4-FFF2-40B4-BE49-F238E27FC236}">
                <ns2:creationId id="{2CC5898F-6720-47A2-8574-32BB91C715CD}"/>
              </a:ext>
            </a:extLst>
          </p:cNvPr>
          <p:cNvSpPr>
            <a:spLocks noGrp="1"/>
          </p:cNvSpPr>
          <p:nvPr/>
        </p:nvSpPr>
        <p:spPr>
          <a:xfrm>
            <a:off x="2000250" y="5762625"/>
            <a:ext cx="5067300" cy="266700"/>
          </a:xfrm>
          <a:prstGeom prst="rect">
            <a:avLst/>
          </a:prstGeom>
          <a:solidFill>
            <a:srgbClr val="FFFFFF"/>
          </a:solidFill>
          <a:ln w="17145">
            <a:solidFill>
              <a:srgbClr val="111111"/>
            </a:solidFill>
            <a:prstDash val="solid"/>
          </a:ln>
        </p:spPr>
      </p:sp>
      <p:sp>
        <p:nvSpPr>
          <p:cNvPr id="51" name="DP4 object 171">
            <a:extLst>
              <a:ext uri="{FF2B5EF4-FFF2-40B4-BE49-F238E27FC236}">
                <ns2:creationId id="{07CBCF95-7752-4226-835A-93B61B321C74}"/>
              </a:ext>
            </a:extLst>
          </p:cNvPr>
          <p:cNvSpPr>
            <a:spLocks noGrp="1"/>
          </p:cNvSpPr>
          <p:nvPr/>
        </p:nvSpPr>
        <p:spPr>
          <a:xfrm>
            <a:off x="20669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52" name="Editable path 172">
            <a:extLst>
              <a:ext uri="{FF2B5EF4-FFF2-40B4-BE49-F238E27FC236}">
                <ns2:creationId id="{16D42035-9194-421B-9AC9-AFFDB29A2A0D}"/>
              </a:ext>
            </a:extLst>
          </p:cNvPr>
          <p:cNvSpPr>
            <a:spLocks noGrp="1"/>
          </p:cNvSpPr>
          <p:nvPr/>
        </p:nvSpPr>
        <p:spPr>
          <a:xfrm>
            <a:off x="4533900" y="4800600"/>
            <a:ext cx="953" cy="114300"/>
          </a:xfrm>
          <a:custGeom>
            <a:pathLst>
              <a:path w="953" h="114300">
                <a:moveTo>
                  <a:pt x="0" y="0"/>
                </a:moveTo>
                <a:lnTo>
                  <a:pt x="0" y="114300"/>
                </a:lnTo>
              </a:path>
            </a:pathLst>
          </a:custGeom>
          <a:noFill/>
          <a:ln w="19050">
            <a:solidFill>
              <a:srgbClr val="111111"/>
            </a:solidFill>
            <a:prstDash val="solid"/>
          </a:ln>
        </p:spPr>
      </p:sp>
      <p:sp>
        <p:nvSpPr>
          <p:cNvPr id="53" name="Editable arrowhead 173">
            <a:extLst>
              <a:ext uri="{FF2B5EF4-FFF2-40B4-BE49-F238E27FC236}">
                <ns2:creationId id="{D89B1479-63F1-4FF4-9CFF-9AFECE1E8A46}"/>
              </a:ext>
            </a:extLst>
          </p:cNvPr>
          <p:cNvSpPr>
            <a:spLocks noGrp="1"/>
          </p:cNvSpPr>
          <p:nvPr/>
        </p:nvSpPr>
        <p:spPr>
          <a:xfrm>
            <a:off x="44862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4" name="Editable path 174">
            <a:extLst>
              <a:ext uri="{FF2B5EF4-FFF2-40B4-BE49-F238E27FC236}">
                <ns2:creationId id="{0C8EA42F-B62A-412E-A6F5-1868D04EDA2D}"/>
              </a:ext>
            </a:extLst>
          </p:cNvPr>
          <p:cNvSpPr>
            <a:spLocks noGrp="1"/>
          </p:cNvSpPr>
          <p:nvPr/>
        </p:nvSpPr>
        <p:spPr>
          <a:xfrm>
            <a:off x="4533900" y="5219700"/>
            <a:ext cx="953" cy="104775"/>
          </a:xfrm>
          <a:custGeom>
            <a:pathLst>
              <a:path w="953" h="104775">
                <a:moveTo>
                  <a:pt x="0" y="0"/>
                </a:moveTo>
                <a:lnTo>
                  <a:pt x="0" y="104775"/>
                </a:lnTo>
              </a:path>
            </a:pathLst>
          </a:custGeom>
          <a:noFill/>
          <a:ln w="19050">
            <a:solidFill>
              <a:srgbClr val="111111"/>
            </a:solidFill>
            <a:prstDash val="solid"/>
          </a:ln>
        </p:spPr>
      </p:sp>
      <p:sp>
        <p:nvSpPr>
          <p:cNvPr id="55" name="Editable arrowhead 175">
            <a:extLst>
              <a:ext uri="{FF2B5EF4-FFF2-40B4-BE49-F238E27FC236}">
                <ns2:creationId id="{151A0AB1-319F-48E2-91D9-576CDA1660C9}"/>
              </a:ext>
            </a:extLst>
          </p:cNvPr>
          <p:cNvSpPr>
            <a:spLocks noGrp="1"/>
          </p:cNvSpPr>
          <p:nvPr/>
        </p:nvSpPr>
        <p:spPr>
          <a:xfrm>
            <a:off x="44862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6" name="Editable path 176">
            <a:extLst>
              <a:ext uri="{FF2B5EF4-FFF2-40B4-BE49-F238E27FC236}">
                <ns2:creationId id="{68BA1801-2E96-4ED3-A02F-7533BD160596}"/>
              </a:ext>
            </a:extLst>
          </p:cNvPr>
          <p:cNvSpPr>
            <a:spLocks noGrp="1"/>
          </p:cNvSpPr>
          <p:nvPr/>
        </p:nvSpPr>
        <p:spPr>
          <a:xfrm>
            <a:off x="4533900" y="5629275"/>
            <a:ext cx="953" cy="133350"/>
          </a:xfrm>
          <a:custGeom>
            <a:pathLst>
              <a:path w="953" h="133350">
                <a:moveTo>
                  <a:pt x="0" y="0"/>
                </a:moveTo>
                <a:lnTo>
                  <a:pt x="0" y="133350"/>
                </a:lnTo>
              </a:path>
            </a:pathLst>
          </a:custGeom>
          <a:noFill/>
          <a:ln w="19050">
            <a:solidFill>
              <a:srgbClr val="111111"/>
            </a:solidFill>
            <a:prstDash val="solid"/>
          </a:ln>
        </p:spPr>
      </p:sp>
      <p:sp>
        <p:nvSpPr>
          <p:cNvPr id="57" name="Editable arrowhead 177">
            <a:extLst>
              <a:ext uri="{FF2B5EF4-FFF2-40B4-BE49-F238E27FC236}">
                <ns2:creationId id="{E026BD0E-4867-4375-9A4A-BA7ECEB7E5DD}"/>
              </a:ext>
            </a:extLst>
          </p:cNvPr>
          <p:cNvSpPr>
            <a:spLocks noGrp="1"/>
          </p:cNvSpPr>
          <p:nvPr/>
        </p:nvSpPr>
        <p:spPr>
          <a:xfrm>
            <a:off x="44862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8" name="DP4 object 178">
            <a:extLst>
              <a:ext uri="{FF2B5EF4-FFF2-40B4-BE49-F238E27FC236}">
                <ns2:creationId id="{BA899E7B-8927-439D-9128-850853A09E4C}"/>
              </a:ext>
            </a:extLst>
          </p:cNvPr>
          <p:cNvSpPr>
            <a:spLocks noGrp="1"/>
          </p:cNvSpPr>
          <p:nvPr/>
        </p:nvSpPr>
        <p:spPr>
          <a:xfrm>
            <a:off x="73342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공개 사건을 선생산하고 반복 소비</a:t>
            </a:r>
            <a:endParaRPr lang="ko-KR">
              <a:latin typeface="Calibri"/>
              <a:ea typeface="Calibri"/>
              <a:cs typeface="Calibri"/>
            </a:endParaRPr>
          </a:p>
        </p:txBody>
      </p:sp>
      <p:sp>
        <p:nvSpPr>
          <p:cNvPr id="59" name="Request Controller: 채택·허가">
            <a:extLst>
              <a:ext uri="{FF2B5EF4-FFF2-40B4-BE49-F238E27FC236}">
                <ns2:creationId id="{167B54B7-CD9E-4FF4-9D09-AFD490A4C16C}"/>
              </a:ext>
            </a:extLst>
          </p:cNvPr>
          <p:cNvSpPr>
            <a:spLocks noGrp="1"/>
          </p:cNvSpPr>
          <p:nvPr/>
        </p:nvSpPr>
        <p:spPr>
          <a:xfrm>
            <a:off x="7410450" y="2514600"/>
            <a:ext cx="5067300" cy="323850"/>
          </a:xfrm>
          <a:prstGeom prst="rect">
            <a:avLst/>
          </a:prstGeom>
          <a:solidFill>
            <a:srgbClr val="FFF6DD"/>
          </a:solidFill>
          <a:ln w="17145">
            <a:solidFill>
              <a:srgbClr val="111111"/>
            </a:solidFill>
            <a:prstDash val="solid"/>
          </a:ln>
        </p:spPr>
      </p:sp>
      <p:sp>
        <p:nvSpPr>
          <p:cNvPr id="60" name="DP4 object 179">
            <a:extLst>
              <a:ext uri="{FF2B5EF4-FFF2-40B4-BE49-F238E27FC236}">
                <ns2:creationId id="{CC260A6C-2007-41D4-A5F8-64641C9BC26C}"/>
              </a:ext>
            </a:extLst>
          </p:cNvPr>
          <p:cNvSpPr>
            <a:spLocks noGrp="1"/>
          </p:cNvSpPr>
          <p:nvPr/>
        </p:nvSpPr>
        <p:spPr>
          <a:xfrm>
            <a:off x="74771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61" name="Context Manager Component">
            <a:extLst>
              <a:ext uri="{FF2B5EF4-FFF2-40B4-BE49-F238E27FC236}">
                <ns2:creationId id="{CA700499-1CC1-412B-A3AA-9FB3C93070D1}"/>
              </a:ext>
            </a:extLst>
          </p:cNvPr>
          <p:cNvSpPr>
            <a:spLocks noGrp="1"/>
          </p:cNvSpPr>
          <p:nvPr/>
        </p:nvSpPr>
        <p:spPr>
          <a:xfrm>
            <a:off x="7410450" y="2981325"/>
            <a:ext cx="5067300" cy="1819275"/>
          </a:xfrm>
          <a:prstGeom prst="rect">
            <a:avLst/>
          </a:prstGeom>
          <a:solidFill>
            <a:srgbClr val="FFF6DD"/>
          </a:solidFill>
          <a:ln w="25718">
            <a:solidFill>
              <a:srgbClr val="111111"/>
            </a:solidFill>
            <a:prstDash val="solid"/>
          </a:ln>
        </p:spPr>
      </p:sp>
      <p:sp>
        <p:nvSpPr>
          <p:cNvPr id="62" name="DP4 object 180">
            <a:extLst>
              <a:ext uri="{FF2B5EF4-FFF2-40B4-BE49-F238E27FC236}">
                <ns2:creationId id="{0673C67C-0489-445D-89E8-EE068C6575B9}"/>
              </a:ext>
            </a:extLst>
          </p:cNvPr>
          <p:cNvSpPr>
            <a:spLocks noGrp="1"/>
          </p:cNvSpPr>
          <p:nvPr/>
        </p:nvSpPr>
        <p:spPr>
          <a:xfrm>
            <a:off x="74866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3" name="Editable path 181">
            <a:extLst>
              <a:ext uri="{FF2B5EF4-FFF2-40B4-BE49-F238E27FC236}">
                <ns2:creationId id="{50A8EA66-1078-484B-BFD6-C7E2ABD8410E}"/>
              </a:ext>
            </a:extLst>
          </p:cNvPr>
          <p:cNvSpPr>
            <a:spLocks noGrp="1"/>
          </p:cNvSpPr>
          <p:nvPr/>
        </p:nvSpPr>
        <p:spPr>
          <a:xfrm>
            <a:off x="7410450" y="3324225"/>
            <a:ext cx="5067300" cy="953"/>
          </a:xfrm>
          <a:custGeom>
            <a:pathLst>
              <a:path w="5067300" h="953">
                <a:moveTo>
                  <a:pt x="0" y="0"/>
                </a:moveTo>
                <a:lnTo>
                  <a:pt x="5067300" y="0"/>
                </a:lnTo>
              </a:path>
            </a:pathLst>
          </a:custGeom>
          <a:noFill/>
          <a:ln w="13335">
            <a:solidFill>
              <a:srgbClr val="111111"/>
            </a:solidFill>
            <a:prstDash val="solid"/>
          </a:ln>
        </p:spPr>
      </p:sp>
      <p:sp>
        <p:nvSpPr>
          <p:cNvPr id="64" name="DP4 object 182">
            <a:extLst>
              <a:ext uri="{FF2B5EF4-FFF2-40B4-BE49-F238E27FC236}">
                <ns2:creationId id="{140A0FDB-47AB-422D-B2F4-732E9935D5DD}"/>
              </a:ext>
            </a:extLst>
          </p:cNvPr>
          <p:cNvSpPr>
            <a:spLocks noGrp="1"/>
          </p:cNvSpPr>
          <p:nvPr/>
        </p:nvSpPr>
        <p:spPr>
          <a:xfrm>
            <a:off x="7572375" y="3333750"/>
            <a:ext cx="2228850" cy="2571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공개 결과·정정 사건</a:t>
            </a:r>
            <a:endParaRPr lang="ko-KR">
              <a:latin typeface="Calibri"/>
              <a:ea typeface="Calibri"/>
              <a:cs typeface="Calibri"/>
            </a:endParaRPr>
          </a:p>
        </p:txBody>
      </p:sp>
      <p:sp>
        <p:nvSpPr>
          <p:cNvPr id="65" name="업무 설명·관계&#10;생산 / 갱신">
            <a:extLst>
              <a:ext uri="{FF2B5EF4-FFF2-40B4-BE49-F238E27FC236}">
                <ns2:creationId id="{84D4D33B-4227-42CE-991F-78C748FC3BEF}"/>
              </a:ext>
            </a:extLst>
          </p:cNvPr>
          <p:cNvSpPr>
            <a:spLocks noGrp="1"/>
          </p:cNvSpPr>
          <p:nvPr/>
        </p:nvSpPr>
        <p:spPr>
          <a:xfrm>
            <a:off x="7572375" y="3676650"/>
            <a:ext cx="2228850" cy="495300"/>
          </a:xfrm>
          <a:prstGeom prst="rect">
            <a:avLst/>
          </a:prstGeom>
          <a:solidFill>
            <a:srgbClr val="FFFFFF"/>
          </a:solidFill>
          <a:ln w="17145">
            <a:solidFill>
              <a:srgbClr val="111111"/>
            </a:solidFill>
            <a:prstDash val="solid"/>
          </a:ln>
        </p:spPr>
      </p:sp>
      <p:sp>
        <p:nvSpPr>
          <p:cNvPr id="66" name="DP4 object 183">
            <a:extLst>
              <a:ext uri="{FF2B5EF4-FFF2-40B4-BE49-F238E27FC236}">
                <ns2:creationId id="{93A8E7D0-3020-484F-A1A8-40C1AAAC9FFC}"/>
              </a:ext>
            </a:extLst>
          </p:cNvPr>
          <p:cNvSpPr>
            <a:spLocks noGrp="1"/>
          </p:cNvSpPr>
          <p:nvPr/>
        </p:nvSpPr>
        <p:spPr>
          <a:xfrm>
            <a:off x="7639050" y="3714750"/>
            <a:ext cx="2095500" cy="4191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업무 설명·관계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생산 / 갱신</a:t>
            </a:r>
            <a:endParaRPr lang="ko-KR">
              <a:latin typeface="Calibri"/>
              <a:ea typeface="Calibri"/>
              <a:cs typeface="Calibri"/>
            </a:endParaRPr>
          </a:p>
        </p:txBody>
      </p:sp>
      <p:sp>
        <p:nvSpPr>
          <p:cNvPr id="67" name="지속 업무 기록&#10;판본·의존성·coverage">
            <a:extLst>
              <a:ext uri="{FF2B5EF4-FFF2-40B4-BE49-F238E27FC236}">
                <ns2:creationId id="{38348960-AD90-4E7A-B781-A2AB9BC67DDA}"/>
              </a:ext>
            </a:extLst>
          </p:cNvPr>
          <p:cNvSpPr>
            <a:spLocks noGrp="1"/>
          </p:cNvSpPr>
          <p:nvPr/>
        </p:nvSpPr>
        <p:spPr>
          <a:xfrm>
            <a:off x="10134600" y="3419475"/>
            <a:ext cx="2190750" cy="742950"/>
          </a:xfrm>
          <a:prstGeom prst="can">
            <a:avLst>
              <a:gd name="adj" fmla="val 16000"/>
            </a:avLst>
          </a:prstGeom>
          <a:solidFill>
            <a:srgbClr val="FFF6DD"/>
          </a:solidFill>
          <a:ln w="17145">
            <a:solidFill>
              <a:srgbClr val="111111"/>
            </a:solidFill>
            <a:prstDash val="solid"/>
          </a:ln>
        </p:spPr>
      </p:sp>
      <p:sp>
        <p:nvSpPr>
          <p:cNvPr id="68" name="DP4 object 184">
            <a:extLst>
              <a:ext uri="{FF2B5EF4-FFF2-40B4-BE49-F238E27FC236}">
                <ns2:creationId id="{4524323B-FAD4-458D-96ED-7468D165D7C3}"/>
              </a:ext>
            </a:extLst>
          </p:cNvPr>
          <p:cNvSpPr>
            <a:spLocks noGrp="1"/>
          </p:cNvSpPr>
          <p:nvPr/>
        </p:nvSpPr>
        <p:spPr>
          <a:xfrm>
            <a:off x="10182225" y="3524250"/>
            <a:ext cx="2095500" cy="5810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지속 업무 기록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판본·의존성·coverage</a:t>
            </a:r>
            <a:endParaRPr lang="ko-KR">
              <a:latin typeface="Calibri"/>
              <a:ea typeface="Calibri"/>
              <a:cs typeface="Calibri"/>
            </a:endParaRPr>
          </a:p>
        </p:txBody>
      </p:sp>
      <p:sp>
        <p:nvSpPr>
          <p:cNvPr id="69" name="Editable path 185">
            <a:extLst>
              <a:ext uri="{FF2B5EF4-FFF2-40B4-BE49-F238E27FC236}">
                <ns2:creationId id="{DD0A5C16-44DC-435C-ADF3-4FD25F29A100}"/>
              </a:ext>
            </a:extLst>
          </p:cNvPr>
          <p:cNvSpPr>
            <a:spLocks noGrp="1"/>
          </p:cNvSpPr>
          <p:nvPr/>
        </p:nvSpPr>
        <p:spPr>
          <a:xfrm>
            <a:off x="8677275" y="3590925"/>
            <a:ext cx="953" cy="85725"/>
          </a:xfrm>
          <a:custGeom>
            <a:pathLst>
              <a:path w="953" h="85725">
                <a:moveTo>
                  <a:pt x="0" y="0"/>
                </a:moveTo>
                <a:lnTo>
                  <a:pt x="0" y="85725"/>
                </a:lnTo>
              </a:path>
            </a:pathLst>
          </a:custGeom>
          <a:noFill/>
          <a:ln w="19050">
            <a:solidFill>
              <a:srgbClr val="111111"/>
            </a:solidFill>
            <a:prstDash val="solid"/>
          </a:ln>
        </p:spPr>
      </p:sp>
      <p:sp>
        <p:nvSpPr>
          <p:cNvPr id="70" name="Editable arrowhead 186">
            <a:extLst>
              <a:ext uri="{FF2B5EF4-FFF2-40B4-BE49-F238E27FC236}">
                <ns2:creationId id="{EF0AFFFD-D0E3-48D1-9695-EBCABDFE9ADA}"/>
              </a:ext>
            </a:extLst>
          </p:cNvPr>
          <p:cNvSpPr>
            <a:spLocks noGrp="1"/>
          </p:cNvSpPr>
          <p:nvPr/>
        </p:nvSpPr>
        <p:spPr>
          <a:xfrm>
            <a:off x="8629650" y="3581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1" name="Editable path 187">
            <a:extLst>
              <a:ext uri="{FF2B5EF4-FFF2-40B4-BE49-F238E27FC236}">
                <ns2:creationId id="{A0469B87-DFA9-40A1-A481-AC096B1C1B44}"/>
              </a:ext>
            </a:extLst>
          </p:cNvPr>
          <p:cNvSpPr>
            <a:spLocks noGrp="1"/>
          </p:cNvSpPr>
          <p:nvPr/>
        </p:nvSpPr>
        <p:spPr>
          <a:xfrm>
            <a:off x="9801225" y="3914775"/>
            <a:ext cx="333375" cy="953"/>
          </a:xfrm>
          <a:custGeom>
            <a:pathLst>
              <a:path w="333375" h="953">
                <a:moveTo>
                  <a:pt x="0" y="0"/>
                </a:moveTo>
                <a:lnTo>
                  <a:pt x="333375" y="0"/>
                </a:lnTo>
              </a:path>
            </a:pathLst>
          </a:custGeom>
          <a:noFill/>
          <a:ln w="19050">
            <a:solidFill>
              <a:srgbClr val="111111"/>
            </a:solidFill>
            <a:prstDash val="solid"/>
          </a:ln>
        </p:spPr>
      </p:sp>
      <p:sp>
        <p:nvSpPr>
          <p:cNvPr id="72" name="Editable arrowhead 188">
            <a:extLst>
              <a:ext uri="{FF2B5EF4-FFF2-40B4-BE49-F238E27FC236}">
                <ns2:creationId id="{3C799BB1-6352-4F94-992F-EBA3F086024E}"/>
              </a:ext>
            </a:extLst>
          </p:cNvPr>
          <p:cNvSpPr>
            <a:spLocks noGrp="1"/>
          </p:cNvSpPr>
          <p:nvPr/>
        </p:nvSpPr>
        <p:spPr>
          <a:xfrm>
            <a:off x="10039350" y="38671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3" name="목적별 추출 / 부족한 원본 보완">
            <a:extLst>
              <a:ext uri="{FF2B5EF4-FFF2-40B4-BE49-F238E27FC236}">
                <ns2:creationId id="{D7C27BCB-D4C4-4189-BEB0-CE7DCA9BB87E}"/>
              </a:ext>
            </a:extLst>
          </p:cNvPr>
          <p:cNvSpPr>
            <a:spLocks noGrp="1"/>
          </p:cNvSpPr>
          <p:nvPr/>
        </p:nvSpPr>
        <p:spPr>
          <a:xfrm>
            <a:off x="7943850" y="4352925"/>
            <a:ext cx="4000500" cy="352425"/>
          </a:xfrm>
          <a:prstGeom prst="rect">
            <a:avLst/>
          </a:prstGeom>
          <a:solidFill>
            <a:srgbClr val="FFFFFF"/>
          </a:solidFill>
          <a:ln w="17145">
            <a:solidFill>
              <a:srgbClr val="111111"/>
            </a:solidFill>
            <a:prstDash val="solid"/>
          </a:ln>
        </p:spPr>
      </p:sp>
      <p:sp>
        <p:nvSpPr>
          <p:cNvPr id="74" name="DP4 object 189">
            <a:extLst>
              <a:ext uri="{FF2B5EF4-FFF2-40B4-BE49-F238E27FC236}">
                <ns2:creationId id="{CC7C40E6-B83A-4F51-8F04-1E49243E4CAF}"/>
              </a:ext>
            </a:extLst>
          </p:cNvPr>
          <p:cNvSpPr>
            <a:spLocks noGrp="1"/>
          </p:cNvSpPr>
          <p:nvPr/>
        </p:nvSpPr>
        <p:spPr>
          <a:xfrm>
            <a:off x="8010525" y="4391025"/>
            <a:ext cx="386715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추출 / 부족한 원본 보완</a:t>
            </a:r>
            <a:endParaRPr lang="ko-KR">
              <a:latin typeface="Calibri"/>
              <a:ea typeface="Calibri"/>
              <a:cs typeface="Calibri"/>
            </a:endParaRPr>
          </a:p>
        </p:txBody>
      </p:sp>
      <p:sp>
        <p:nvSpPr>
          <p:cNvPr id="75" name="Editable path 190">
            <a:extLst>
              <a:ext uri="{FF2B5EF4-FFF2-40B4-BE49-F238E27FC236}">
                <ns2:creationId id="{E73F2763-813E-4DC1-85EE-1F856E4654FD}"/>
              </a:ext>
            </a:extLst>
          </p:cNvPr>
          <p:cNvSpPr>
            <a:spLocks noGrp="1"/>
          </p:cNvSpPr>
          <p:nvPr/>
        </p:nvSpPr>
        <p:spPr>
          <a:xfrm>
            <a:off x="9944100" y="4162425"/>
            <a:ext cx="1285875" cy="190500"/>
          </a:xfrm>
          <a:custGeom>
            <a:pathLst>
              <a:path w="1285875" h="190500">
                <a:moveTo>
                  <a:pt x="1285875" y="0"/>
                </a:moveTo>
                <a:lnTo>
                  <a:pt x="1285875" y="104775"/>
                </a:lnTo>
                <a:lnTo>
                  <a:pt x="0" y="104775"/>
                </a:lnTo>
                <a:lnTo>
                  <a:pt x="0" y="190500"/>
                </a:lnTo>
              </a:path>
            </a:pathLst>
          </a:custGeom>
          <a:noFill/>
          <a:ln w="19050">
            <a:solidFill>
              <a:srgbClr val="111111"/>
            </a:solidFill>
            <a:prstDash val="solid"/>
          </a:ln>
        </p:spPr>
      </p:sp>
      <p:sp>
        <p:nvSpPr>
          <p:cNvPr id="76" name="Editable arrowhead 191">
            <a:extLst>
              <a:ext uri="{FF2B5EF4-FFF2-40B4-BE49-F238E27FC236}">
                <ns2:creationId id="{7390AF11-7AA3-493C-99B9-F39EB88647D8}"/>
              </a:ext>
            </a:extLst>
          </p:cNvPr>
          <p:cNvSpPr>
            <a:spLocks noGrp="1"/>
          </p:cNvSpPr>
          <p:nvPr/>
        </p:nvSpPr>
        <p:spPr>
          <a:xfrm>
            <a:off x="9896475"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Editable path 192">
            <a:extLst>
              <a:ext uri="{FF2B5EF4-FFF2-40B4-BE49-F238E27FC236}">
                <ns2:creationId id="{850F395E-0F67-4547-902A-9031F67DFC40}"/>
              </a:ext>
            </a:extLst>
          </p:cNvPr>
          <p:cNvSpPr>
            <a:spLocks noGrp="1"/>
          </p:cNvSpPr>
          <p:nvPr/>
        </p:nvSpPr>
        <p:spPr>
          <a:xfrm>
            <a:off x="7315200" y="2838450"/>
            <a:ext cx="714375" cy="1695450"/>
          </a:xfrm>
          <a:custGeom>
            <a:pathLst>
              <a:path w="714375" h="1695450">
                <a:moveTo>
                  <a:pt x="714375" y="0"/>
                </a:moveTo>
                <a:lnTo>
                  <a:pt x="0" y="0"/>
                </a:lnTo>
                <a:lnTo>
                  <a:pt x="0" y="1695450"/>
                </a:lnTo>
                <a:lnTo>
                  <a:pt x="628650" y="1695450"/>
                </a:lnTo>
              </a:path>
            </a:pathLst>
          </a:custGeom>
          <a:noFill/>
          <a:ln w="17145">
            <a:solidFill>
              <a:srgbClr val="111111"/>
            </a:solidFill>
            <a:prstDash val="dash"/>
          </a:ln>
        </p:spPr>
      </p:sp>
      <p:sp>
        <p:nvSpPr>
          <p:cNvPr id="78" name="Editable arrowhead 193">
            <a:extLst>
              <a:ext uri="{FF2B5EF4-FFF2-40B4-BE49-F238E27FC236}">
                <ns2:creationId id="{BBBF75AF-4F6B-4972-839B-D000F6A0C0CF}"/>
              </a:ext>
            </a:extLst>
          </p:cNvPr>
          <p:cNvSpPr>
            <a:spLocks noGrp="1"/>
          </p:cNvSpPr>
          <p:nvPr/>
        </p:nvSpPr>
        <p:spPr>
          <a:xfrm>
            <a:off x="7848600" y="44862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9" name="DP4 object 194">
            <a:extLst>
              <a:ext uri="{FF2B5EF4-FFF2-40B4-BE49-F238E27FC236}">
                <ns2:creationId id="{6840F950-2BBA-48A1-A11E-C24BD13C2A3E}"/>
              </a:ext>
            </a:extLst>
          </p:cNvPr>
          <p:cNvSpPr>
            <a:spLocks noGrp="1"/>
          </p:cNvSpPr>
          <p:nvPr/>
        </p:nvSpPr>
        <p:spPr>
          <a:xfrm>
            <a:off x="7477125" y="3571875"/>
            <a:ext cx="266700" cy="276225"/>
          </a:xfrm>
          <a:prstGeom prst="roundRect">
            <a:avLst>
              <a:gd name="adj" fmla="val 28571"/>
            </a:avLst>
          </a:prstGeom>
          <a:solidFill>
            <a:srgbClr val="C9E1B3"/>
          </a:solidFill>
          <a:ln w="17145">
            <a:solidFill>
              <a:srgbClr val="70A843"/>
            </a:solidFill>
            <a:prstDash val="solid"/>
          </a:ln>
        </p:spPr>
      </p:sp>
      <p:sp>
        <p:nvSpPr>
          <p:cNvPr id="80" name="DP4 object 195">
            <a:extLst>
              <a:ext uri="{FF2B5EF4-FFF2-40B4-BE49-F238E27FC236}">
                <ns2:creationId id="{6714BAD4-7C50-4132-8D86-59465BB3F07E}"/>
              </a:ext>
            </a:extLst>
          </p:cNvPr>
          <p:cNvSpPr>
            <a:spLocks noGrp="1"/>
          </p:cNvSpPr>
          <p:nvPr/>
        </p:nvSpPr>
        <p:spPr>
          <a:xfrm>
            <a:off x="7477125" y="35718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81" name="DP4 object 196">
            <a:extLst>
              <a:ext uri="{FF2B5EF4-FFF2-40B4-BE49-F238E27FC236}">
                <ns2:creationId id="{0C179BCC-996A-4AE6-878B-A948E96D2FB0}"/>
              </a:ext>
            </a:extLst>
          </p:cNvPr>
          <p:cNvSpPr>
            <a:spLocks noGrp="1"/>
          </p:cNvSpPr>
          <p:nvPr/>
        </p:nvSpPr>
        <p:spPr>
          <a:xfrm>
            <a:off x="9944100" y="3343275"/>
            <a:ext cx="266700" cy="276225"/>
          </a:xfrm>
          <a:prstGeom prst="roundRect">
            <a:avLst>
              <a:gd name="adj" fmla="val 28571"/>
            </a:avLst>
          </a:prstGeom>
          <a:solidFill>
            <a:srgbClr val="C9E1B3"/>
          </a:solidFill>
          <a:ln w="17145">
            <a:solidFill>
              <a:srgbClr val="70A843"/>
            </a:solidFill>
            <a:prstDash val="solid"/>
          </a:ln>
        </p:spPr>
      </p:sp>
      <p:sp>
        <p:nvSpPr>
          <p:cNvPr id="82" name="DP4 object 197">
            <a:extLst>
              <a:ext uri="{FF2B5EF4-FFF2-40B4-BE49-F238E27FC236}">
                <ns2:creationId id="{A018AEFB-4530-4EB9-A688-BE5E53B4735B}"/>
              </a:ext>
            </a:extLst>
          </p:cNvPr>
          <p:cNvSpPr>
            <a:spLocks noGrp="1"/>
          </p:cNvSpPr>
          <p:nvPr/>
        </p:nvSpPr>
        <p:spPr>
          <a:xfrm>
            <a:off x="9944100" y="3343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83" name="DP4 object 198">
            <a:extLst>
              <a:ext uri="{FF2B5EF4-FFF2-40B4-BE49-F238E27FC236}">
                <ns2:creationId id="{66C87138-5D37-413B-BB38-E897D8CC2626}"/>
              </a:ext>
            </a:extLst>
          </p:cNvPr>
          <p:cNvSpPr>
            <a:spLocks noGrp="1"/>
          </p:cNvSpPr>
          <p:nvPr/>
        </p:nvSpPr>
        <p:spPr>
          <a:xfrm>
            <a:off x="7753350" y="4257675"/>
            <a:ext cx="266700" cy="276225"/>
          </a:xfrm>
          <a:prstGeom prst="roundRect">
            <a:avLst>
              <a:gd name="adj" fmla="val 28571"/>
            </a:avLst>
          </a:prstGeom>
          <a:solidFill>
            <a:srgbClr val="C9E1B3"/>
          </a:solidFill>
          <a:ln w="17145">
            <a:solidFill>
              <a:srgbClr val="70A843"/>
            </a:solidFill>
            <a:prstDash val="solid"/>
          </a:ln>
        </p:spPr>
      </p:sp>
      <p:sp>
        <p:nvSpPr>
          <p:cNvPr id="84" name="DP4 object 199">
            <a:extLst>
              <a:ext uri="{FF2B5EF4-FFF2-40B4-BE49-F238E27FC236}">
                <ns2:creationId id="{986DC8DF-9A8F-4B0E-98F7-8E2A962D9F0D}"/>
              </a:ext>
            </a:extLst>
          </p:cNvPr>
          <p:cNvSpPr>
            <a:spLocks noGrp="1"/>
          </p:cNvSpPr>
          <p:nvPr/>
        </p:nvSpPr>
        <p:spPr>
          <a:xfrm>
            <a:off x="7753350"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85" name="Task Manager: 명령 확정">
            <a:extLst>
              <a:ext uri="{FF2B5EF4-FFF2-40B4-BE49-F238E27FC236}">
                <ns2:creationId id="{A55A3DD5-20A1-4B20-AAD3-5A1385F73286}"/>
              </a:ext>
            </a:extLst>
          </p:cNvPr>
          <p:cNvSpPr>
            <a:spLocks noGrp="1"/>
          </p:cNvSpPr>
          <p:nvPr/>
        </p:nvSpPr>
        <p:spPr>
          <a:xfrm>
            <a:off x="7410450" y="4914900"/>
            <a:ext cx="5067300" cy="304800"/>
          </a:xfrm>
          <a:prstGeom prst="rect">
            <a:avLst/>
          </a:prstGeom>
          <a:solidFill>
            <a:srgbClr val="FFF6DD"/>
          </a:solidFill>
          <a:ln w="17145">
            <a:solidFill>
              <a:srgbClr val="111111"/>
            </a:solidFill>
            <a:prstDash val="solid"/>
          </a:ln>
        </p:spPr>
      </p:sp>
      <p:sp>
        <p:nvSpPr>
          <p:cNvPr id="86" name="DP4 object 200">
            <a:extLst>
              <a:ext uri="{FF2B5EF4-FFF2-40B4-BE49-F238E27FC236}">
                <ns2:creationId id="{8E0EE6F2-27DD-427C-BA9A-CE1E44500817}"/>
              </a:ext>
            </a:extLst>
          </p:cNvPr>
          <p:cNvSpPr>
            <a:spLocks noGrp="1"/>
          </p:cNvSpPr>
          <p:nvPr/>
        </p:nvSpPr>
        <p:spPr>
          <a:xfrm>
            <a:off x="74771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87" name="Agent Gateway: 실제 전송">
            <a:extLst>
              <a:ext uri="{FF2B5EF4-FFF2-40B4-BE49-F238E27FC236}">
                <ns2:creationId id="{A46B7562-375E-4736-A582-77DE1E9D41B2}"/>
              </a:ext>
            </a:extLst>
          </p:cNvPr>
          <p:cNvSpPr>
            <a:spLocks noGrp="1"/>
          </p:cNvSpPr>
          <p:nvPr/>
        </p:nvSpPr>
        <p:spPr>
          <a:xfrm>
            <a:off x="7410450" y="5324475"/>
            <a:ext cx="5067300" cy="304800"/>
          </a:xfrm>
          <a:prstGeom prst="rect">
            <a:avLst/>
          </a:prstGeom>
          <a:solidFill>
            <a:srgbClr val="FFF6DD"/>
          </a:solidFill>
          <a:ln w="17145">
            <a:solidFill>
              <a:srgbClr val="111111"/>
            </a:solidFill>
            <a:prstDash val="solid"/>
          </a:ln>
        </p:spPr>
      </p:sp>
      <p:sp>
        <p:nvSpPr>
          <p:cNvPr id="88" name="DP4 object 201">
            <a:extLst>
              <a:ext uri="{FF2B5EF4-FFF2-40B4-BE49-F238E27FC236}">
                <ns2:creationId id="{780F5AA8-F783-4B40-9A37-1B272A24687E}"/>
              </a:ext>
            </a:extLst>
          </p:cNvPr>
          <p:cNvSpPr>
            <a:spLocks noGrp="1"/>
          </p:cNvSpPr>
          <p:nvPr/>
        </p:nvSpPr>
        <p:spPr>
          <a:xfrm>
            <a:off x="74771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89" name="외부 Downstream Agent">
            <a:extLst>
              <a:ext uri="{FF2B5EF4-FFF2-40B4-BE49-F238E27FC236}">
                <ns2:creationId id="{F2763A9A-A4C6-4ABC-AC8C-047C2FD0B2AA}"/>
              </a:ext>
            </a:extLst>
          </p:cNvPr>
          <p:cNvSpPr>
            <a:spLocks noGrp="1"/>
          </p:cNvSpPr>
          <p:nvPr/>
        </p:nvSpPr>
        <p:spPr>
          <a:xfrm>
            <a:off x="7410450" y="5762625"/>
            <a:ext cx="5067300" cy="266700"/>
          </a:xfrm>
          <a:prstGeom prst="rect">
            <a:avLst/>
          </a:prstGeom>
          <a:solidFill>
            <a:srgbClr val="FFFFFF"/>
          </a:solidFill>
          <a:ln w="17145">
            <a:solidFill>
              <a:srgbClr val="111111"/>
            </a:solidFill>
            <a:prstDash val="solid"/>
          </a:ln>
        </p:spPr>
      </p:sp>
      <p:sp>
        <p:nvSpPr>
          <p:cNvPr id="90" name="DP4 object 202">
            <a:extLst>
              <a:ext uri="{FF2B5EF4-FFF2-40B4-BE49-F238E27FC236}">
                <ns2:creationId id="{FA9E3803-B233-4E3A-A0BA-C69A64E63D3A}"/>
              </a:ext>
            </a:extLst>
          </p:cNvPr>
          <p:cNvSpPr>
            <a:spLocks noGrp="1"/>
          </p:cNvSpPr>
          <p:nvPr/>
        </p:nvSpPr>
        <p:spPr>
          <a:xfrm>
            <a:off x="74771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91" name="Editable path 203">
            <a:extLst>
              <a:ext uri="{FF2B5EF4-FFF2-40B4-BE49-F238E27FC236}">
                <ns2:creationId id="{24B10D8E-D347-4199-832E-1E9EF111B53E}"/>
              </a:ext>
            </a:extLst>
          </p:cNvPr>
          <p:cNvSpPr>
            <a:spLocks noGrp="1"/>
          </p:cNvSpPr>
          <p:nvPr/>
        </p:nvSpPr>
        <p:spPr>
          <a:xfrm>
            <a:off x="9944100" y="4800600"/>
            <a:ext cx="953" cy="114300"/>
          </a:xfrm>
          <a:custGeom>
            <a:pathLst>
              <a:path w="953" h="114300">
                <a:moveTo>
                  <a:pt x="0" y="0"/>
                </a:moveTo>
                <a:lnTo>
                  <a:pt x="0" y="114300"/>
                </a:lnTo>
              </a:path>
            </a:pathLst>
          </a:custGeom>
          <a:noFill/>
          <a:ln w="19050">
            <a:solidFill>
              <a:srgbClr val="111111"/>
            </a:solidFill>
            <a:prstDash val="solid"/>
          </a:ln>
        </p:spPr>
      </p:sp>
      <p:sp>
        <p:nvSpPr>
          <p:cNvPr id="92" name="Editable arrowhead 204">
            <a:extLst>
              <a:ext uri="{FF2B5EF4-FFF2-40B4-BE49-F238E27FC236}">
                <ns2:creationId id="{AEE3704F-6D21-47AD-A80C-ECEC419C9765}"/>
              </a:ext>
            </a:extLst>
          </p:cNvPr>
          <p:cNvSpPr>
            <a:spLocks noGrp="1"/>
          </p:cNvSpPr>
          <p:nvPr/>
        </p:nvSpPr>
        <p:spPr>
          <a:xfrm>
            <a:off x="98964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Editable path 205">
            <a:extLst>
              <a:ext uri="{FF2B5EF4-FFF2-40B4-BE49-F238E27FC236}">
                <ns2:creationId id="{E22B61DC-01B4-4267-A7BE-1A44317AC637}"/>
              </a:ext>
            </a:extLst>
          </p:cNvPr>
          <p:cNvSpPr>
            <a:spLocks noGrp="1"/>
          </p:cNvSpPr>
          <p:nvPr/>
        </p:nvSpPr>
        <p:spPr>
          <a:xfrm>
            <a:off x="9944100" y="5219700"/>
            <a:ext cx="953" cy="104775"/>
          </a:xfrm>
          <a:custGeom>
            <a:pathLst>
              <a:path w="953" h="104775">
                <a:moveTo>
                  <a:pt x="0" y="0"/>
                </a:moveTo>
                <a:lnTo>
                  <a:pt x="0" y="104775"/>
                </a:lnTo>
              </a:path>
            </a:pathLst>
          </a:custGeom>
          <a:noFill/>
          <a:ln w="19050">
            <a:solidFill>
              <a:srgbClr val="111111"/>
            </a:solidFill>
            <a:prstDash val="solid"/>
          </a:ln>
        </p:spPr>
      </p:sp>
      <p:sp>
        <p:nvSpPr>
          <p:cNvPr id="94" name="Editable arrowhead 206">
            <a:extLst>
              <a:ext uri="{FF2B5EF4-FFF2-40B4-BE49-F238E27FC236}">
                <ns2:creationId id="{3EAE939A-C566-43A7-BADA-6A59999E2425}"/>
              </a:ext>
            </a:extLst>
          </p:cNvPr>
          <p:cNvSpPr>
            <a:spLocks noGrp="1"/>
          </p:cNvSpPr>
          <p:nvPr/>
        </p:nvSpPr>
        <p:spPr>
          <a:xfrm>
            <a:off x="98964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5" name="Editable path 207">
            <a:extLst>
              <a:ext uri="{FF2B5EF4-FFF2-40B4-BE49-F238E27FC236}">
                <ns2:creationId id="{8FD25B7B-2F5F-4281-80FD-EA4C76C2AE8B}"/>
              </a:ext>
            </a:extLst>
          </p:cNvPr>
          <p:cNvSpPr>
            <a:spLocks noGrp="1"/>
          </p:cNvSpPr>
          <p:nvPr/>
        </p:nvSpPr>
        <p:spPr>
          <a:xfrm>
            <a:off x="9944100" y="5629275"/>
            <a:ext cx="953" cy="133350"/>
          </a:xfrm>
          <a:custGeom>
            <a:pathLst>
              <a:path w="953" h="133350">
                <a:moveTo>
                  <a:pt x="0" y="0"/>
                </a:moveTo>
                <a:lnTo>
                  <a:pt x="0" y="133350"/>
                </a:lnTo>
              </a:path>
            </a:pathLst>
          </a:custGeom>
          <a:noFill/>
          <a:ln w="19050">
            <a:solidFill>
              <a:srgbClr val="111111"/>
            </a:solidFill>
            <a:prstDash val="solid"/>
          </a:ln>
        </p:spPr>
      </p:sp>
      <p:sp>
        <p:nvSpPr>
          <p:cNvPr id="96" name="Editable arrowhead 208">
            <a:extLst>
              <a:ext uri="{FF2B5EF4-FFF2-40B4-BE49-F238E27FC236}">
                <ns2:creationId id="{84A14638-693F-4156-A27F-0C7FBE3AA657}"/>
              </a:ext>
            </a:extLst>
          </p:cNvPr>
          <p:cNvSpPr>
            <a:spLocks noGrp="1"/>
          </p:cNvSpPr>
          <p:nvPr/>
        </p:nvSpPr>
        <p:spPr>
          <a:xfrm>
            <a:off x="98964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7" name="DP4 object 209">
            <a:extLst>
              <a:ext uri="{FF2B5EF4-FFF2-40B4-BE49-F238E27FC236}">
                <ns2:creationId id="{49709312-969B-4C70-B7C8-B9929C7B2FD3}"/>
              </a:ext>
            </a:extLst>
          </p:cNvPr>
          <p:cNvSpPr>
            <a:spLocks noGrp="1"/>
          </p:cNvSpPr>
          <p:nvPr/>
        </p:nvSpPr>
        <p:spPr>
          <a:xfrm>
            <a:off x="127444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필수 명세 전달 + 수신자 READ 왕복</a:t>
            </a:r>
            <a:endParaRPr lang="ko-KR">
              <a:latin typeface="Calibri"/>
              <a:ea typeface="Calibri"/>
              <a:cs typeface="Calibri"/>
            </a:endParaRPr>
          </a:p>
        </p:txBody>
      </p:sp>
      <p:sp>
        <p:nvSpPr>
          <p:cNvPr id="98" name="Request Controller: 채택·허가">
            <a:extLst>
              <a:ext uri="{FF2B5EF4-FFF2-40B4-BE49-F238E27FC236}">
                <ns2:creationId id="{E02B8EBD-13ED-4118-B8D7-9454C86DDFA3}"/>
              </a:ext>
            </a:extLst>
          </p:cNvPr>
          <p:cNvSpPr>
            <a:spLocks noGrp="1"/>
          </p:cNvSpPr>
          <p:nvPr/>
        </p:nvSpPr>
        <p:spPr>
          <a:xfrm>
            <a:off x="12820650" y="2514600"/>
            <a:ext cx="5067300" cy="323850"/>
          </a:xfrm>
          <a:prstGeom prst="rect">
            <a:avLst/>
          </a:prstGeom>
          <a:solidFill>
            <a:srgbClr val="FFF6DD"/>
          </a:solidFill>
          <a:ln w="17145">
            <a:solidFill>
              <a:srgbClr val="111111"/>
            </a:solidFill>
            <a:prstDash val="solid"/>
          </a:ln>
        </p:spPr>
      </p:sp>
      <p:sp>
        <p:nvSpPr>
          <p:cNvPr id="99" name="DP4 object 210">
            <a:extLst>
              <a:ext uri="{FF2B5EF4-FFF2-40B4-BE49-F238E27FC236}">
                <ns2:creationId id="{059FCCF1-D466-4AAA-A509-B902C841DB79}"/>
              </a:ext>
            </a:extLst>
          </p:cNvPr>
          <p:cNvSpPr>
            <a:spLocks noGrp="1"/>
          </p:cNvSpPr>
          <p:nvPr/>
        </p:nvSpPr>
        <p:spPr>
          <a:xfrm>
            <a:off x="128873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100" name="Context Manager Component">
            <a:extLst>
              <a:ext uri="{FF2B5EF4-FFF2-40B4-BE49-F238E27FC236}">
                <ns2:creationId id="{74B5D18A-7283-4AFC-A77C-4F98763CA021}"/>
              </a:ext>
            </a:extLst>
          </p:cNvPr>
          <p:cNvSpPr>
            <a:spLocks noGrp="1"/>
          </p:cNvSpPr>
          <p:nvPr/>
        </p:nvSpPr>
        <p:spPr>
          <a:xfrm>
            <a:off x="12820650" y="2981325"/>
            <a:ext cx="5067300" cy="1819275"/>
          </a:xfrm>
          <a:prstGeom prst="rect">
            <a:avLst/>
          </a:prstGeom>
          <a:solidFill>
            <a:srgbClr val="FFF6DD"/>
          </a:solidFill>
          <a:ln w="25718">
            <a:solidFill>
              <a:srgbClr val="111111"/>
            </a:solidFill>
            <a:prstDash val="solid"/>
          </a:ln>
        </p:spPr>
      </p:sp>
      <p:sp>
        <p:nvSpPr>
          <p:cNvPr id="101" name="DP4 object 211">
            <a:extLst>
              <a:ext uri="{FF2B5EF4-FFF2-40B4-BE49-F238E27FC236}">
                <ns2:creationId id="{BB51AB20-2B5B-4506-8197-D80229658D82}"/>
              </a:ext>
            </a:extLst>
          </p:cNvPr>
          <p:cNvSpPr>
            <a:spLocks noGrp="1"/>
          </p:cNvSpPr>
          <p:nvPr/>
        </p:nvSpPr>
        <p:spPr>
          <a:xfrm>
            <a:off x="128968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2" name="Editable path 212">
            <a:extLst>
              <a:ext uri="{FF2B5EF4-FFF2-40B4-BE49-F238E27FC236}">
                <ns2:creationId id="{AB9938A0-9A3F-46EA-BFB6-B5B4FF4D8FE5}"/>
              </a:ext>
            </a:extLst>
          </p:cNvPr>
          <p:cNvSpPr>
            <a:spLocks noGrp="1"/>
          </p:cNvSpPr>
          <p:nvPr/>
        </p:nvSpPr>
        <p:spPr>
          <a:xfrm>
            <a:off x="12820650" y="3324225"/>
            <a:ext cx="5067300" cy="953"/>
          </a:xfrm>
          <a:custGeom>
            <a:pathLst>
              <a:path w="5067300" h="953">
                <a:moveTo>
                  <a:pt x="0" y="0"/>
                </a:moveTo>
                <a:lnTo>
                  <a:pt x="5067300" y="0"/>
                </a:lnTo>
              </a:path>
            </a:pathLst>
          </a:custGeom>
          <a:noFill/>
          <a:ln w="13335">
            <a:solidFill>
              <a:srgbClr val="111111"/>
            </a:solidFill>
            <a:prstDash val="solid"/>
          </a:ln>
        </p:spPr>
      </p:sp>
      <p:sp>
        <p:nvSpPr>
          <p:cNvPr id="103" name="필수 명세·자료 목록 구성">
            <a:extLst>
              <a:ext uri="{FF2B5EF4-FFF2-40B4-BE49-F238E27FC236}">
                <ns2:creationId id="{B0164B6A-B0C7-4EF7-96F3-F86F6576E8E2}"/>
              </a:ext>
            </a:extLst>
          </p:cNvPr>
          <p:cNvSpPr>
            <a:spLocks noGrp="1"/>
          </p:cNvSpPr>
          <p:nvPr/>
        </p:nvSpPr>
        <p:spPr>
          <a:xfrm>
            <a:off x="12944475" y="3419475"/>
            <a:ext cx="2295525" cy="361950"/>
          </a:xfrm>
          <a:prstGeom prst="rect">
            <a:avLst/>
          </a:prstGeom>
          <a:solidFill>
            <a:srgbClr val="FFFFFF"/>
          </a:solidFill>
          <a:ln w="17145">
            <a:solidFill>
              <a:srgbClr val="111111"/>
            </a:solidFill>
            <a:prstDash val="solid"/>
          </a:ln>
        </p:spPr>
      </p:sp>
      <p:sp>
        <p:nvSpPr>
          <p:cNvPr id="104" name="DP4 object 213">
            <a:extLst>
              <a:ext uri="{FF2B5EF4-FFF2-40B4-BE49-F238E27FC236}">
                <ns2:creationId id="{D0179FFE-DB88-4E9E-8E17-0A086A6A5487}"/>
              </a:ext>
            </a:extLst>
          </p:cNvPr>
          <p:cNvSpPr>
            <a:spLocks noGrp="1"/>
          </p:cNvSpPr>
          <p:nvPr/>
        </p:nvSpPr>
        <p:spPr>
          <a:xfrm>
            <a:off x="13011150" y="3457575"/>
            <a:ext cx="2162175" cy="285750"/>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필수 명세·자료 목록 구성</a:t>
            </a:r>
            <a:endParaRPr lang="ko-KR">
              <a:latin typeface="Calibri"/>
              <a:ea typeface="Calibri"/>
              <a:cs typeface="Calibri"/>
            </a:endParaRPr>
          </a:p>
        </p:txBody>
      </p:sp>
      <p:sp>
        <p:nvSpPr>
          <p:cNvPr id="105" name="Editable path 214">
            <a:extLst>
              <a:ext uri="{FF2B5EF4-FFF2-40B4-BE49-F238E27FC236}">
                <ns2:creationId id="{F71CD451-987E-49EF-8C57-29B98F1B1E2D}"/>
              </a:ext>
            </a:extLst>
          </p:cNvPr>
          <p:cNvSpPr>
            <a:spLocks noGrp="1"/>
          </p:cNvSpPr>
          <p:nvPr/>
        </p:nvSpPr>
        <p:spPr>
          <a:xfrm>
            <a:off x="14077950" y="2838450"/>
            <a:ext cx="953" cy="581025"/>
          </a:xfrm>
          <a:custGeom>
            <a:pathLst>
              <a:path w="953" h="581025">
                <a:moveTo>
                  <a:pt x="0" y="0"/>
                </a:moveTo>
                <a:lnTo>
                  <a:pt x="0" y="581025"/>
                </a:lnTo>
              </a:path>
            </a:pathLst>
          </a:custGeom>
          <a:noFill/>
          <a:ln w="19050">
            <a:solidFill>
              <a:srgbClr val="111111"/>
            </a:solidFill>
            <a:prstDash val="solid"/>
          </a:ln>
        </p:spPr>
      </p:sp>
      <p:sp>
        <p:nvSpPr>
          <p:cNvPr id="106" name="Editable arrowhead 215">
            <a:extLst>
              <a:ext uri="{FF2B5EF4-FFF2-40B4-BE49-F238E27FC236}">
                <ns2:creationId id="{65344DC4-DC2F-4F82-AB3D-17356CE48EBD}"/>
              </a:ext>
            </a:extLst>
          </p:cNvPr>
          <p:cNvSpPr>
            <a:spLocks noGrp="1"/>
          </p:cNvSpPr>
          <p:nvPr/>
        </p:nvSpPr>
        <p:spPr>
          <a:xfrm>
            <a:off x="14030325" y="3324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7" name="C1 사전 확보한 조건 원문 첨부">
            <a:extLst>
              <a:ext uri="{FF2B5EF4-FFF2-40B4-BE49-F238E27FC236}">
                <ns2:creationId id="{78FBB77F-DAD4-488E-A5EC-E5AFAF4B8E10}"/>
              </a:ext>
            </a:extLst>
          </p:cNvPr>
          <p:cNvSpPr>
            <a:spLocks noGrp="1"/>
          </p:cNvSpPr>
          <p:nvPr/>
        </p:nvSpPr>
        <p:spPr>
          <a:xfrm>
            <a:off x="12944475" y="3886200"/>
            <a:ext cx="2295525" cy="352425"/>
          </a:xfrm>
          <a:prstGeom prst="rect">
            <a:avLst/>
          </a:prstGeom>
          <a:solidFill>
            <a:srgbClr val="F1F6FC"/>
          </a:solidFill>
          <a:ln w="28575">
            <a:solidFill>
              <a:srgbClr val="4676CB"/>
            </a:solidFill>
            <a:prstDash val="solid"/>
          </a:ln>
        </p:spPr>
      </p:sp>
      <p:sp>
        <p:nvSpPr>
          <p:cNvPr id="108" name="DP4 object 216">
            <a:extLst>
              <a:ext uri="{FF2B5EF4-FFF2-40B4-BE49-F238E27FC236}">
                <ns2:creationId id="{5F5620A8-9B54-4CEC-A4FA-FE71981467B8}"/>
              </a:ext>
            </a:extLst>
          </p:cNvPr>
          <p:cNvSpPr>
            <a:spLocks noGrp="1"/>
          </p:cNvSpPr>
          <p:nvPr/>
        </p:nvSpPr>
        <p:spPr>
          <a:xfrm>
            <a:off x="13011150" y="3924300"/>
            <a:ext cx="2162175" cy="276225"/>
          </a:xfrm>
          <a:prstGeom prst="rect">
            <a:avLst/>
          </a:prstGeom>
          <a:noFill/>
          <a:ln w="0">
            <a:noFill/>
            <a:prstDash val="solid"/>
          </a:ln>
        </p:spPr>
        <p:txBody>
          <a:bodyPr wrap="none" lIns="0" tIns="0" rIns="0" bIns="0" anchor="ctr">
            <a:noAutofit/>
          </a:bodyPr>
          <a:lstStyle>
            <a:defPPr algn="ctr">
              <a:defRPr sz="1400" b="1" lang="ko-KR">
                <a:solidFill>
                  <a:srgbClr val="4676CB"/>
                </a:solidFill>
                <a:latin typeface="Calibri"/>
                <a:ea typeface="Calibri"/>
                <a:cs typeface="Calibri"/>
              </a:defRPr>
            </a:defPPr>
            <a:lvl1pPr algn="ctr">
              <a:defRPr sz="1400" b="1" lang="ko-KR">
                <a:solidFill>
                  <a:srgbClr val="4676CB"/>
                </a:solidFill>
                <a:latin typeface="Calibri"/>
                <a:ea typeface="Calibri"/>
                <a:cs typeface="Calibri"/>
              </a:defRPr>
            </a:lvl1pPr>
            <a:lvl2pPr algn="ctr">
              <a:defRPr sz="1400" b="1" lang="ko-KR">
                <a:solidFill>
                  <a:srgbClr val="4676CB"/>
                </a:solidFill>
                <a:latin typeface="Calibri"/>
                <a:ea typeface="Calibri"/>
                <a:cs typeface="Calibri"/>
              </a:defRPr>
            </a:lvl2pPr>
            <a:lvl3pPr algn="ctr">
              <a:defRPr sz="1400" b="1" lang="ko-KR">
                <a:solidFill>
                  <a:srgbClr val="4676CB"/>
                </a:solidFill>
                <a:latin typeface="Calibri"/>
                <a:ea typeface="Calibri"/>
                <a:cs typeface="Calibri"/>
              </a:defRPr>
            </a:lvl3pPr>
            <a:lvl4pPr algn="ctr">
              <a:defRPr sz="1400" b="1" lang="ko-KR">
                <a:solidFill>
                  <a:srgbClr val="4676CB"/>
                </a:solidFill>
                <a:latin typeface="Calibri"/>
                <a:ea typeface="Calibri"/>
                <a:cs typeface="Calibri"/>
              </a:defRPr>
            </a:lvl4pPr>
            <a:lvl5pPr algn="ctr">
              <a:defRPr sz="1400" b="1" lang="ko-KR">
                <a:solidFill>
                  <a:srgbClr val="4676CB"/>
                </a:solidFill>
                <a:latin typeface="Calibri"/>
                <a:ea typeface="Calibri"/>
                <a:cs typeface="Calibri"/>
              </a:defRPr>
            </a:lvl5pPr>
            <a:lvl6pPr algn="ctr">
              <a:defRPr sz="1400" b="1" lang="ko-KR">
                <a:solidFill>
                  <a:srgbClr val="4676CB"/>
                </a:solidFill>
                <a:latin typeface="Calibri"/>
                <a:ea typeface="Calibri"/>
                <a:cs typeface="Calibri"/>
              </a:defRPr>
            </a:lvl6pPr>
            <a:lvl7pPr algn="ctr">
              <a:defRPr sz="1400" b="1" lang="ko-KR">
                <a:solidFill>
                  <a:srgbClr val="4676CB"/>
                </a:solidFill>
                <a:latin typeface="Calibri"/>
                <a:ea typeface="Calibri"/>
                <a:cs typeface="Calibri"/>
              </a:defRPr>
            </a:lvl7pPr>
            <a:lvl8pPr algn="ctr">
              <a:defRPr sz="1400" b="1" lang="ko-KR">
                <a:solidFill>
                  <a:srgbClr val="4676CB"/>
                </a:solidFill>
                <a:latin typeface="Calibri"/>
                <a:ea typeface="Calibri"/>
                <a:cs typeface="Calibri"/>
              </a:defRPr>
            </a:lvl8pPr>
            <a:lvl9pPr algn="ctr">
              <a:defRPr sz="1400" b="1" lang="ko-KR">
                <a:solidFill>
                  <a:srgbClr val="4676CB"/>
                </a:solidFill>
                <a:latin typeface="Calibri"/>
                <a:ea typeface="Calibri"/>
                <a:cs typeface="Calibri"/>
              </a:defRPr>
            </a:lvl9pPr>
          </a:lstStyle>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C1 사전 확보한 조건 원문 첨부</a:t>
            </a:r>
            <a:endParaRPr lang="ko-KR">
              <a:latin typeface="Calibri"/>
              <a:ea typeface="Calibri"/>
              <a:cs typeface="Calibri"/>
            </a:endParaRPr>
          </a:p>
        </p:txBody>
      </p:sp>
      <p:sp>
        <p:nvSpPr>
          <p:cNvPr id="109" name="Editable path 217">
            <a:extLst>
              <a:ext uri="{FF2B5EF4-FFF2-40B4-BE49-F238E27FC236}">
                <ns2:creationId id="{86A33002-2E8A-4F75-912C-8115A106B897}"/>
              </a:ext>
            </a:extLst>
          </p:cNvPr>
          <p:cNvSpPr>
            <a:spLocks noGrp="1"/>
          </p:cNvSpPr>
          <p:nvPr/>
        </p:nvSpPr>
        <p:spPr>
          <a:xfrm>
            <a:off x="14087475" y="3781425"/>
            <a:ext cx="953" cy="104775"/>
          </a:xfrm>
          <a:custGeom>
            <a:pathLst>
              <a:path w="953" h="104775">
                <a:moveTo>
                  <a:pt x="0" y="0"/>
                </a:moveTo>
                <a:lnTo>
                  <a:pt x="0" y="104775"/>
                </a:lnTo>
              </a:path>
            </a:pathLst>
          </a:custGeom>
          <a:noFill/>
          <a:ln w="19050">
            <a:solidFill>
              <a:srgbClr val="4676CB"/>
            </a:solidFill>
            <a:prstDash val="solid"/>
          </a:ln>
        </p:spPr>
      </p:sp>
      <p:sp>
        <p:nvSpPr>
          <p:cNvPr id="110" name="Editable arrowhead 218">
            <a:extLst>
              <a:ext uri="{FF2B5EF4-FFF2-40B4-BE49-F238E27FC236}">
                <ns2:creationId id="{A8788143-5CDD-48CE-8B87-BD018CAFDE42}"/>
              </a:ext>
            </a:extLst>
          </p:cNvPr>
          <p:cNvSpPr>
            <a:spLocks noGrp="1"/>
          </p:cNvSpPr>
          <p:nvPr/>
        </p:nvSpPr>
        <p:spPr>
          <a:xfrm>
            <a:off x="14039850" y="379095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111" name="Editable path 219">
            <a:extLst>
              <a:ext uri="{FF2B5EF4-FFF2-40B4-BE49-F238E27FC236}">
                <ns2:creationId id="{2565EED4-838C-4D76-BAFB-AC5A92D9B0BC}"/>
              </a:ext>
            </a:extLst>
          </p:cNvPr>
          <p:cNvSpPr>
            <a:spLocks noGrp="1"/>
          </p:cNvSpPr>
          <p:nvPr/>
        </p:nvSpPr>
        <p:spPr>
          <a:xfrm>
            <a:off x="14087475" y="4238625"/>
            <a:ext cx="953" cy="114300"/>
          </a:xfrm>
          <a:custGeom>
            <a:pathLst>
              <a:path w="953" h="114300">
                <a:moveTo>
                  <a:pt x="0" y="0"/>
                </a:moveTo>
                <a:lnTo>
                  <a:pt x="0" y="114300"/>
                </a:lnTo>
              </a:path>
            </a:pathLst>
          </a:custGeom>
          <a:noFill/>
          <a:ln w="19050">
            <a:solidFill>
              <a:srgbClr val="4676CB"/>
            </a:solidFill>
            <a:prstDash val="solid"/>
          </a:ln>
        </p:spPr>
      </p:sp>
      <p:sp>
        <p:nvSpPr>
          <p:cNvPr id="112" name="Editable arrowhead 220">
            <a:extLst>
              <a:ext uri="{FF2B5EF4-FFF2-40B4-BE49-F238E27FC236}">
                <ns2:creationId id="{E220A34C-7969-4F69-B407-53C6EF4A82FF}"/>
              </a:ext>
            </a:extLst>
          </p:cNvPr>
          <p:cNvSpPr>
            <a:spLocks noGrp="1"/>
          </p:cNvSpPr>
          <p:nvPr/>
        </p:nvSpPr>
        <p:spPr>
          <a:xfrm>
            <a:off x="14039850" y="4257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113" name="manifest / 필수 조건·참조">
            <a:extLst>
              <a:ext uri="{FF2B5EF4-FFF2-40B4-BE49-F238E27FC236}">
                <ns2:creationId id="{A8DBF9B1-E143-4A0F-B68E-2F56A8F8E30A}"/>
              </a:ext>
            </a:extLst>
          </p:cNvPr>
          <p:cNvSpPr>
            <a:spLocks noGrp="1"/>
          </p:cNvSpPr>
          <p:nvPr/>
        </p:nvSpPr>
        <p:spPr>
          <a:xfrm>
            <a:off x="12944475" y="4352925"/>
            <a:ext cx="2295525" cy="352425"/>
          </a:xfrm>
          <a:prstGeom prst="can">
            <a:avLst>
              <a:gd name="adj" fmla="val 16000"/>
            </a:avLst>
          </a:prstGeom>
          <a:solidFill>
            <a:srgbClr val="FFF6DD"/>
          </a:solidFill>
          <a:ln w="17145">
            <a:solidFill>
              <a:srgbClr val="111111"/>
            </a:solidFill>
            <a:prstDash val="solid"/>
          </a:ln>
        </p:spPr>
      </p:sp>
      <p:sp>
        <p:nvSpPr>
          <p:cNvPr id="114" name="DP4 object 221">
            <a:extLst>
              <a:ext uri="{FF2B5EF4-FFF2-40B4-BE49-F238E27FC236}">
                <ns2:creationId id="{AD0AFF2E-1D15-452F-B7E2-47B845A9B3E0}"/>
              </a:ext>
            </a:extLst>
          </p:cNvPr>
          <p:cNvSpPr>
            <a:spLocks noGrp="1"/>
          </p:cNvSpPr>
          <p:nvPr/>
        </p:nvSpPr>
        <p:spPr>
          <a:xfrm>
            <a:off x="12992100" y="4457700"/>
            <a:ext cx="2200275" cy="1905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manifest / 필수 조건·참조</a:t>
            </a:r>
            <a:endParaRPr lang="ko-KR">
              <a:latin typeface="Calibri"/>
              <a:ea typeface="Calibri"/>
              <a:cs typeface="Calibri"/>
            </a:endParaRPr>
          </a:p>
        </p:txBody>
      </p:sp>
      <p:sp>
        <p:nvSpPr>
          <p:cNvPr id="115" name="요청 범위 읽기 제공&#10;권한·판본·철회 검사">
            <a:extLst>
              <a:ext uri="{FF2B5EF4-FFF2-40B4-BE49-F238E27FC236}">
                <ns2:creationId id="{1F0847A7-5953-4CED-9D1F-B4F3CC39689E}"/>
              </a:ext>
            </a:extLst>
          </p:cNvPr>
          <p:cNvSpPr>
            <a:spLocks noGrp="1"/>
          </p:cNvSpPr>
          <p:nvPr/>
        </p:nvSpPr>
        <p:spPr>
          <a:xfrm>
            <a:off x="15535275" y="3419475"/>
            <a:ext cx="2181225" cy="590550"/>
          </a:xfrm>
          <a:prstGeom prst="rect">
            <a:avLst/>
          </a:prstGeom>
          <a:solidFill>
            <a:srgbClr val="FFFFFF"/>
          </a:solidFill>
          <a:ln w="17145">
            <a:solidFill>
              <a:srgbClr val="111111"/>
            </a:solidFill>
            <a:prstDash val="solid"/>
          </a:ln>
        </p:spPr>
      </p:sp>
      <p:sp>
        <p:nvSpPr>
          <p:cNvPr id="116" name="DP4 object 222">
            <a:extLst>
              <a:ext uri="{FF2B5EF4-FFF2-40B4-BE49-F238E27FC236}">
                <ns2:creationId id="{A5F3AAB9-0057-4B66-84A3-E8DB7E1F39D4}"/>
              </a:ext>
            </a:extLst>
          </p:cNvPr>
          <p:cNvSpPr>
            <a:spLocks noGrp="1"/>
          </p:cNvSpPr>
          <p:nvPr/>
        </p:nvSpPr>
        <p:spPr>
          <a:xfrm>
            <a:off x="15601950" y="3457575"/>
            <a:ext cx="2047875" cy="5143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요청 범위 읽기 제공</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권한·판본·철회 검사</a:t>
            </a:r>
            <a:endParaRPr lang="ko-KR">
              <a:latin typeface="Calibri"/>
              <a:ea typeface="Calibri"/>
              <a:cs typeface="Calibri"/>
            </a:endParaRPr>
          </a:p>
        </p:txBody>
      </p:sp>
      <p:sp>
        <p:nvSpPr>
          <p:cNvPr id="117" name="lease / read receipt">
            <a:extLst>
              <a:ext uri="{FF2B5EF4-FFF2-40B4-BE49-F238E27FC236}">
                <ns2:creationId id="{4BCAB946-B3B1-4B2D-A69C-9125710481A8}"/>
              </a:ext>
            </a:extLst>
          </p:cNvPr>
          <p:cNvSpPr>
            <a:spLocks noGrp="1"/>
          </p:cNvSpPr>
          <p:nvPr/>
        </p:nvSpPr>
        <p:spPr>
          <a:xfrm>
            <a:off x="15535275" y="4295775"/>
            <a:ext cx="2181225" cy="409575"/>
          </a:xfrm>
          <a:prstGeom prst="can">
            <a:avLst>
              <a:gd name="adj" fmla="val 16000"/>
            </a:avLst>
          </a:prstGeom>
          <a:solidFill>
            <a:srgbClr val="FFF6DD"/>
          </a:solidFill>
          <a:ln w="17145">
            <a:solidFill>
              <a:srgbClr val="111111"/>
            </a:solidFill>
            <a:prstDash val="solid"/>
          </a:ln>
        </p:spPr>
      </p:sp>
      <p:sp>
        <p:nvSpPr>
          <p:cNvPr id="118" name="DP4 object 223">
            <a:extLst>
              <a:ext uri="{FF2B5EF4-FFF2-40B4-BE49-F238E27FC236}">
                <ns2:creationId id="{72134805-90E4-4018-AAC6-06DFDBCF6CC8}"/>
              </a:ext>
            </a:extLst>
          </p:cNvPr>
          <p:cNvSpPr>
            <a:spLocks noGrp="1"/>
          </p:cNvSpPr>
          <p:nvPr/>
        </p:nvSpPr>
        <p:spPr>
          <a:xfrm>
            <a:off x="15582900" y="4400550"/>
            <a:ext cx="2085975"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lease / read receipt</a:t>
            </a:r>
            <a:endParaRPr lang="ko-KR">
              <a:latin typeface="Calibri"/>
              <a:ea typeface="Calibri"/>
              <a:cs typeface="Calibri"/>
            </a:endParaRPr>
          </a:p>
        </p:txBody>
      </p:sp>
      <p:sp>
        <p:nvSpPr>
          <p:cNvPr id="119" name="Editable path 224">
            <a:extLst>
              <a:ext uri="{FF2B5EF4-FFF2-40B4-BE49-F238E27FC236}">
                <ns2:creationId id="{553A9677-7E89-40B1-8E2F-D1F8A7AEADA6}"/>
              </a:ext>
            </a:extLst>
          </p:cNvPr>
          <p:cNvSpPr>
            <a:spLocks noGrp="1"/>
          </p:cNvSpPr>
          <p:nvPr/>
        </p:nvSpPr>
        <p:spPr>
          <a:xfrm>
            <a:off x="16630650" y="4010025"/>
            <a:ext cx="953" cy="285750"/>
          </a:xfrm>
          <a:custGeom>
            <a:pathLst>
              <a:path w="953" h="285750">
                <a:moveTo>
                  <a:pt x="0" y="0"/>
                </a:moveTo>
                <a:lnTo>
                  <a:pt x="0" y="285750"/>
                </a:lnTo>
              </a:path>
            </a:pathLst>
          </a:custGeom>
          <a:noFill/>
          <a:ln w="18098">
            <a:solidFill>
              <a:srgbClr val="111111"/>
            </a:solidFill>
            <a:prstDash val="solid"/>
          </a:ln>
        </p:spPr>
      </p:sp>
      <p:sp>
        <p:nvSpPr>
          <p:cNvPr id="120" name="Editable arrowhead 225">
            <a:extLst>
              <a:ext uri="{FF2B5EF4-FFF2-40B4-BE49-F238E27FC236}">
                <ns2:creationId id="{2A2CC283-8BC4-4B55-B5D9-6398E4C1EAAA}"/>
              </a:ext>
            </a:extLst>
          </p:cNvPr>
          <p:cNvSpPr>
            <a:spLocks noGrp="1"/>
          </p:cNvSpPr>
          <p:nvPr/>
        </p:nvSpPr>
        <p:spPr>
          <a:xfrm>
            <a:off x="16583025" y="4200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1" name="Task Manager&#10;명령 확정">
            <a:extLst>
              <a:ext uri="{FF2B5EF4-FFF2-40B4-BE49-F238E27FC236}">
                <ns2:creationId id="{EFF79F6D-CCB6-4DFB-B271-26D0AD101A8B}"/>
              </a:ext>
            </a:extLst>
          </p:cNvPr>
          <p:cNvSpPr>
            <a:spLocks noGrp="1"/>
          </p:cNvSpPr>
          <p:nvPr/>
        </p:nvSpPr>
        <p:spPr>
          <a:xfrm>
            <a:off x="12944475" y="4933950"/>
            <a:ext cx="2295525" cy="523875"/>
          </a:xfrm>
          <a:prstGeom prst="rect">
            <a:avLst/>
          </a:prstGeom>
          <a:solidFill>
            <a:srgbClr val="FFF6DD"/>
          </a:solidFill>
          <a:ln w="17145">
            <a:solidFill>
              <a:srgbClr val="111111"/>
            </a:solidFill>
            <a:prstDash val="solid"/>
          </a:ln>
        </p:spPr>
      </p:sp>
      <p:sp>
        <p:nvSpPr>
          <p:cNvPr id="122" name="DP4 object 226">
            <a:extLst>
              <a:ext uri="{FF2B5EF4-FFF2-40B4-BE49-F238E27FC236}">
                <ns2:creationId id="{054CC80D-71CF-45A1-8FA3-8EE96A000CBE}"/>
              </a:ext>
            </a:extLst>
          </p:cNvPr>
          <p:cNvSpPr>
            <a:spLocks noGrp="1"/>
          </p:cNvSpPr>
          <p:nvPr/>
        </p:nvSpPr>
        <p:spPr>
          <a:xfrm>
            <a:off x="13011150" y="4972050"/>
            <a:ext cx="21621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명령 확정</a:t>
            </a:r>
            <a:endParaRPr lang="ko-KR">
              <a:latin typeface="Calibri"/>
              <a:ea typeface="Calibri"/>
              <a:cs typeface="Calibri"/>
            </a:endParaRPr>
          </a:p>
        </p:txBody>
      </p:sp>
      <p:sp>
        <p:nvSpPr>
          <p:cNvPr id="123" name="Agent Gateway&#10;전송 / READ 연결">
            <a:extLst>
              <a:ext uri="{FF2B5EF4-FFF2-40B4-BE49-F238E27FC236}">
                <ns2:creationId id="{C306AC54-C33E-4DF4-B406-08619E0C64FB}"/>
              </a:ext>
            </a:extLst>
          </p:cNvPr>
          <p:cNvSpPr>
            <a:spLocks noGrp="1"/>
          </p:cNvSpPr>
          <p:nvPr/>
        </p:nvSpPr>
        <p:spPr>
          <a:xfrm>
            <a:off x="15535275" y="4933950"/>
            <a:ext cx="2181225" cy="523875"/>
          </a:xfrm>
          <a:prstGeom prst="rect">
            <a:avLst/>
          </a:prstGeom>
          <a:solidFill>
            <a:srgbClr val="FFF6DD"/>
          </a:solidFill>
          <a:ln w="17145">
            <a:solidFill>
              <a:srgbClr val="111111"/>
            </a:solidFill>
            <a:prstDash val="solid"/>
          </a:ln>
        </p:spPr>
      </p:sp>
      <p:sp>
        <p:nvSpPr>
          <p:cNvPr id="124" name="DP4 object 227">
            <a:extLst>
              <a:ext uri="{FF2B5EF4-FFF2-40B4-BE49-F238E27FC236}">
                <ns2:creationId id="{E22564CF-C8BE-431D-9567-29C0D0983415}"/>
              </a:ext>
            </a:extLst>
          </p:cNvPr>
          <p:cNvSpPr>
            <a:spLocks noGrp="1"/>
          </p:cNvSpPr>
          <p:nvPr/>
        </p:nvSpPr>
        <p:spPr>
          <a:xfrm>
            <a:off x="15601950" y="4972050"/>
            <a:ext cx="20478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전송 / READ 연결</a:t>
            </a:r>
            <a:endParaRPr lang="ko-KR">
              <a:latin typeface="Calibri"/>
              <a:ea typeface="Calibri"/>
              <a:cs typeface="Calibri"/>
            </a:endParaRPr>
          </a:p>
        </p:txBody>
      </p:sp>
      <p:sp>
        <p:nvSpPr>
          <p:cNvPr id="125" name="Editable path 228">
            <a:extLst>
              <a:ext uri="{FF2B5EF4-FFF2-40B4-BE49-F238E27FC236}">
                <ns2:creationId id="{7383F279-5292-417E-AD9C-E0B9C30C5FB6}"/>
              </a:ext>
            </a:extLst>
          </p:cNvPr>
          <p:cNvSpPr>
            <a:spLocks noGrp="1"/>
          </p:cNvSpPr>
          <p:nvPr/>
        </p:nvSpPr>
        <p:spPr>
          <a:xfrm>
            <a:off x="14087475" y="4705350"/>
            <a:ext cx="953" cy="228600"/>
          </a:xfrm>
          <a:custGeom>
            <a:pathLst>
              <a:path w="953" h="228600">
                <a:moveTo>
                  <a:pt x="0" y="0"/>
                </a:moveTo>
                <a:lnTo>
                  <a:pt x="0" y="228600"/>
                </a:lnTo>
              </a:path>
            </a:pathLst>
          </a:custGeom>
          <a:noFill/>
          <a:ln w="19050">
            <a:solidFill>
              <a:srgbClr val="111111"/>
            </a:solidFill>
            <a:prstDash val="solid"/>
          </a:ln>
        </p:spPr>
      </p:sp>
      <p:sp>
        <p:nvSpPr>
          <p:cNvPr id="126" name="Editable arrowhead 229">
            <a:extLst>
              <a:ext uri="{FF2B5EF4-FFF2-40B4-BE49-F238E27FC236}">
                <ns2:creationId id="{D3ED9552-CCCA-40D6-9DC3-32A46E16EAC6}"/>
              </a:ext>
            </a:extLst>
          </p:cNvPr>
          <p:cNvSpPr>
            <a:spLocks noGrp="1"/>
          </p:cNvSpPr>
          <p:nvPr/>
        </p:nvSpPr>
        <p:spPr>
          <a:xfrm>
            <a:off x="14039850"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7" name="Editable path 230">
            <a:extLst>
              <a:ext uri="{FF2B5EF4-FFF2-40B4-BE49-F238E27FC236}">
                <ns2:creationId id="{16EFDA7E-1938-420B-826F-8E5693ADDE77}"/>
              </a:ext>
            </a:extLst>
          </p:cNvPr>
          <p:cNvSpPr>
            <a:spLocks noGrp="1"/>
          </p:cNvSpPr>
          <p:nvPr/>
        </p:nvSpPr>
        <p:spPr>
          <a:xfrm>
            <a:off x="15240000" y="5200650"/>
            <a:ext cx="295275" cy="953"/>
          </a:xfrm>
          <a:custGeom>
            <a:pathLst>
              <a:path w="295275" h="953">
                <a:moveTo>
                  <a:pt x="0" y="0"/>
                </a:moveTo>
                <a:lnTo>
                  <a:pt x="295275" y="0"/>
                </a:lnTo>
              </a:path>
            </a:pathLst>
          </a:custGeom>
          <a:noFill/>
          <a:ln w="20003">
            <a:solidFill>
              <a:srgbClr val="111111"/>
            </a:solidFill>
            <a:prstDash val="solid"/>
          </a:ln>
        </p:spPr>
      </p:sp>
      <p:sp>
        <p:nvSpPr>
          <p:cNvPr id="128" name="Editable arrowhead 231">
            <a:extLst>
              <a:ext uri="{FF2B5EF4-FFF2-40B4-BE49-F238E27FC236}">
                <ns2:creationId id="{A7B7E31A-C426-47BE-AA6F-DB1B9BA09A1A}"/>
              </a:ext>
            </a:extLst>
          </p:cNvPr>
          <p:cNvSpPr>
            <a:spLocks noGrp="1"/>
          </p:cNvSpPr>
          <p:nvPr/>
        </p:nvSpPr>
        <p:spPr>
          <a:xfrm>
            <a:off x="15440025" y="51530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9" name="외부 Downstream Agent&#10;상세 범위를 선택·요청">
            <a:extLst>
              <a:ext uri="{FF2B5EF4-FFF2-40B4-BE49-F238E27FC236}">
                <ns2:creationId id="{B69DD3E9-B57A-4D55-A771-3CC1F69D29CB}"/>
              </a:ext>
            </a:extLst>
          </p:cNvPr>
          <p:cNvSpPr>
            <a:spLocks noGrp="1"/>
          </p:cNvSpPr>
          <p:nvPr/>
        </p:nvSpPr>
        <p:spPr>
          <a:xfrm>
            <a:off x="15535275" y="5657850"/>
            <a:ext cx="2181225" cy="381000"/>
          </a:xfrm>
          <a:prstGeom prst="rect">
            <a:avLst/>
          </a:prstGeom>
          <a:solidFill>
            <a:srgbClr val="FFFFFF"/>
          </a:solidFill>
          <a:ln w="17145">
            <a:solidFill>
              <a:srgbClr val="111111"/>
            </a:solidFill>
            <a:prstDash val="solid"/>
          </a:ln>
        </p:spPr>
      </p:sp>
      <p:sp>
        <p:nvSpPr>
          <p:cNvPr id="130" name="DP4 object 232">
            <a:extLst>
              <a:ext uri="{FF2B5EF4-FFF2-40B4-BE49-F238E27FC236}">
                <ns2:creationId id="{B0B8DBEF-EC08-4E72-8478-93CEEAF8952F}"/>
              </a:ext>
            </a:extLst>
          </p:cNvPr>
          <p:cNvSpPr>
            <a:spLocks noGrp="1"/>
          </p:cNvSpPr>
          <p:nvPr/>
        </p:nvSpPr>
        <p:spPr>
          <a:xfrm>
            <a:off x="15601950" y="5695950"/>
            <a:ext cx="204787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외부 Downstream Agent</a:t>
            </a:r>
            <a:endParaRPr lang="ko-KR">
              <a:latin typeface="Calibri"/>
              <a:ea typeface="Calibri"/>
              <a:cs typeface="Calibri"/>
            </a:endParaRPr>
          </a:p>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상세 범위를 선택·요청</a:t>
            </a:r>
            <a:endParaRPr lang="ko-KR">
              <a:latin typeface="Calibri"/>
              <a:ea typeface="Calibri"/>
              <a:cs typeface="Calibri"/>
            </a:endParaRPr>
          </a:p>
        </p:txBody>
      </p:sp>
      <p:sp>
        <p:nvSpPr>
          <p:cNvPr id="131" name="Editable path 233">
            <a:extLst>
              <a:ext uri="{FF2B5EF4-FFF2-40B4-BE49-F238E27FC236}">
                <ns2:creationId id="{A280DBD5-16C7-4BA3-BD99-DE1FBE814525}"/>
              </a:ext>
            </a:extLst>
          </p:cNvPr>
          <p:cNvSpPr>
            <a:spLocks noGrp="1"/>
          </p:cNvSpPr>
          <p:nvPr/>
        </p:nvSpPr>
        <p:spPr>
          <a:xfrm>
            <a:off x="16240125" y="5457825"/>
            <a:ext cx="953" cy="200025"/>
          </a:xfrm>
          <a:custGeom>
            <a:pathLst>
              <a:path w="953" h="200025">
                <a:moveTo>
                  <a:pt x="0" y="0"/>
                </a:moveTo>
                <a:lnTo>
                  <a:pt x="0" y="200025"/>
                </a:lnTo>
              </a:path>
            </a:pathLst>
          </a:custGeom>
          <a:noFill/>
          <a:ln w="19050">
            <a:solidFill>
              <a:srgbClr val="111111"/>
            </a:solidFill>
            <a:prstDash val="solid"/>
          </a:ln>
        </p:spPr>
      </p:sp>
      <p:sp>
        <p:nvSpPr>
          <p:cNvPr id="132" name="Editable arrowhead 234">
            <a:extLst>
              <a:ext uri="{FF2B5EF4-FFF2-40B4-BE49-F238E27FC236}">
                <ns2:creationId id="{467F0F4B-1BD9-4AB4-BA59-5262FD463028}"/>
              </a:ext>
            </a:extLst>
          </p:cNvPr>
          <p:cNvSpPr>
            <a:spLocks noGrp="1"/>
          </p:cNvSpPr>
          <p:nvPr/>
        </p:nvSpPr>
        <p:spPr>
          <a:xfrm>
            <a:off x="16192500" y="5562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3" name="Editable path 235">
            <a:extLst>
              <a:ext uri="{FF2B5EF4-FFF2-40B4-BE49-F238E27FC236}">
                <ns2:creationId id="{BA01E605-C2E3-476C-B749-AEBA5BB91309}"/>
              </a:ext>
            </a:extLst>
          </p:cNvPr>
          <p:cNvSpPr>
            <a:spLocks noGrp="1"/>
          </p:cNvSpPr>
          <p:nvPr/>
        </p:nvSpPr>
        <p:spPr>
          <a:xfrm>
            <a:off x="17002125" y="5457825"/>
            <a:ext cx="953" cy="200025"/>
          </a:xfrm>
          <a:custGeom>
            <a:pathLst>
              <a:path w="953" h="200025">
                <a:moveTo>
                  <a:pt x="0" y="200025"/>
                </a:moveTo>
                <a:lnTo>
                  <a:pt x="0" y="0"/>
                </a:lnTo>
              </a:path>
            </a:pathLst>
          </a:custGeom>
          <a:noFill/>
          <a:ln w="19050">
            <a:solidFill>
              <a:srgbClr val="111111"/>
            </a:solidFill>
            <a:prstDash val="solid"/>
          </a:ln>
        </p:spPr>
      </p:sp>
      <p:sp>
        <p:nvSpPr>
          <p:cNvPr id="134" name="Editable arrowhead 236">
            <a:extLst>
              <a:ext uri="{FF2B5EF4-FFF2-40B4-BE49-F238E27FC236}">
                <ns2:creationId id="{B63D6494-4F3D-416C-8EF7-5A87F19F08D3}"/>
              </a:ext>
            </a:extLst>
          </p:cNvPr>
          <p:cNvSpPr>
            <a:spLocks noGrp="1"/>
          </p:cNvSpPr>
          <p:nvPr/>
        </p:nvSpPr>
        <p:spPr>
          <a:xfrm>
            <a:off x="16954500" y="5457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35" name="Editable path 237">
            <a:extLst>
              <a:ext uri="{FF2B5EF4-FFF2-40B4-BE49-F238E27FC236}">
                <ns2:creationId id="{93F36A87-C4C2-402A-A163-9C29822FBAFE}"/>
              </a:ext>
            </a:extLst>
          </p:cNvPr>
          <p:cNvSpPr>
            <a:spLocks noGrp="1"/>
          </p:cNvSpPr>
          <p:nvPr/>
        </p:nvSpPr>
        <p:spPr>
          <a:xfrm>
            <a:off x="17716500" y="3657600"/>
            <a:ext cx="114300" cy="1428750"/>
          </a:xfrm>
          <a:custGeom>
            <a:pathLst>
              <a:path w="114300" h="1428750">
                <a:moveTo>
                  <a:pt x="0" y="1428750"/>
                </a:moveTo>
                <a:lnTo>
                  <a:pt x="114300" y="1428750"/>
                </a:lnTo>
                <a:lnTo>
                  <a:pt x="114300" y="0"/>
                </a:lnTo>
                <a:lnTo>
                  <a:pt x="0" y="0"/>
                </a:lnTo>
              </a:path>
            </a:pathLst>
          </a:custGeom>
          <a:noFill/>
          <a:ln w="17145">
            <a:solidFill>
              <a:srgbClr val="111111"/>
            </a:solidFill>
            <a:prstDash val="dash"/>
          </a:ln>
        </p:spPr>
      </p:sp>
      <p:sp>
        <p:nvSpPr>
          <p:cNvPr id="136" name="Editable arrowhead 238">
            <a:extLst>
              <a:ext uri="{FF2B5EF4-FFF2-40B4-BE49-F238E27FC236}">
                <ns2:creationId id="{0622CE43-ADA9-411E-A0A7-68DEA97E8485}"/>
              </a:ext>
            </a:extLst>
          </p:cNvPr>
          <p:cNvSpPr>
            <a:spLocks noGrp="1"/>
          </p:cNvSpPr>
          <p:nvPr/>
        </p:nvSpPr>
        <p:spPr>
          <a:xfrm>
            <a:off x="17716500" y="36099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7" name="Editable path 239">
            <a:extLst>
              <a:ext uri="{FF2B5EF4-FFF2-40B4-BE49-F238E27FC236}">
                <ns2:creationId id="{B7553546-C2FD-4CED-80C3-2932D27427C6}"/>
              </a:ext>
            </a:extLst>
          </p:cNvPr>
          <p:cNvSpPr>
            <a:spLocks noGrp="1"/>
          </p:cNvSpPr>
          <p:nvPr/>
        </p:nvSpPr>
        <p:spPr>
          <a:xfrm>
            <a:off x="17716500" y="3895725"/>
            <a:ext cx="228600" cy="1400175"/>
          </a:xfrm>
          <a:custGeom>
            <a:pathLst>
              <a:path w="228600" h="1400175">
                <a:moveTo>
                  <a:pt x="0" y="0"/>
                </a:moveTo>
                <a:lnTo>
                  <a:pt x="228600" y="0"/>
                </a:lnTo>
                <a:lnTo>
                  <a:pt x="228600" y="1400175"/>
                </a:lnTo>
                <a:lnTo>
                  <a:pt x="0" y="1400175"/>
                </a:lnTo>
              </a:path>
            </a:pathLst>
          </a:custGeom>
          <a:noFill/>
          <a:ln w="17145">
            <a:solidFill>
              <a:srgbClr val="111111"/>
            </a:solidFill>
            <a:prstDash val="solid"/>
          </a:ln>
        </p:spPr>
      </p:sp>
      <p:sp>
        <p:nvSpPr>
          <p:cNvPr id="138" name="Editable arrowhead 240">
            <a:extLst>
              <a:ext uri="{FF2B5EF4-FFF2-40B4-BE49-F238E27FC236}">
                <ns2:creationId id="{C6DB78FD-722A-4E93-8C2D-9F29093069F4}"/>
              </a:ext>
            </a:extLst>
          </p:cNvPr>
          <p:cNvSpPr>
            <a:spLocks noGrp="1"/>
          </p:cNvSpPr>
          <p:nvPr/>
        </p:nvSpPr>
        <p:spPr>
          <a:xfrm>
            <a:off x="17716500" y="52482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9" name="DP4 object 241">
            <a:extLst>
              <a:ext uri="{FF2B5EF4-FFF2-40B4-BE49-F238E27FC236}">
                <ns2:creationId id="{CBE08998-9851-46A6-8491-943A38C84824}"/>
              </a:ext>
            </a:extLst>
          </p:cNvPr>
          <p:cNvSpPr>
            <a:spLocks noGrp="1"/>
          </p:cNvSpPr>
          <p:nvPr/>
        </p:nvSpPr>
        <p:spPr>
          <a:xfrm>
            <a:off x="12944475" y="5715000"/>
            <a:ext cx="2295525" cy="2952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세부 선택은 수신자</a:t>
            </a:r>
            <a:endParaRPr lang="ko-KR">
              <a:latin typeface="Calibri"/>
              <a:ea typeface="Calibri"/>
              <a:cs typeface="Calibri"/>
            </a:endParaRPr>
          </a:p>
        </p:txBody>
      </p:sp>
      <p:sp>
        <p:nvSpPr>
          <p:cNvPr id="140" name="DP4 object 242">
            <a:extLst>
              <a:ext uri="{FF2B5EF4-FFF2-40B4-BE49-F238E27FC236}">
                <ns2:creationId id="{95454BB1-0522-44EA-9E76-E4350B9208DE}"/>
              </a:ext>
            </a:extLst>
          </p:cNvPr>
          <p:cNvSpPr>
            <a:spLocks noGrp="1"/>
          </p:cNvSpPr>
          <p:nvPr/>
        </p:nvSpPr>
        <p:spPr>
          <a:xfrm>
            <a:off x="12858750" y="3324225"/>
            <a:ext cx="266700" cy="276225"/>
          </a:xfrm>
          <a:prstGeom prst="roundRect">
            <a:avLst>
              <a:gd name="adj" fmla="val 28571"/>
            </a:avLst>
          </a:prstGeom>
          <a:solidFill>
            <a:srgbClr val="C9E1B3"/>
          </a:solidFill>
          <a:ln w="17145">
            <a:solidFill>
              <a:srgbClr val="70A843"/>
            </a:solidFill>
            <a:prstDash val="solid"/>
          </a:ln>
        </p:spPr>
      </p:sp>
      <p:sp>
        <p:nvSpPr>
          <p:cNvPr id="141" name="DP4 object 243">
            <a:extLst>
              <a:ext uri="{FF2B5EF4-FFF2-40B4-BE49-F238E27FC236}">
                <ns2:creationId id="{8668EA05-43AE-4512-898C-E4459777CF84}"/>
              </a:ext>
            </a:extLst>
          </p:cNvPr>
          <p:cNvSpPr>
            <a:spLocks noGrp="1"/>
          </p:cNvSpPr>
          <p:nvPr/>
        </p:nvSpPr>
        <p:spPr>
          <a:xfrm>
            <a:off x="12858750"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42" name="DP4 object 244">
            <a:extLst>
              <a:ext uri="{FF2B5EF4-FFF2-40B4-BE49-F238E27FC236}">
                <ns2:creationId id="{8D3EE012-E00F-4ABF-96C6-E885D2297D35}"/>
              </a:ext>
            </a:extLst>
          </p:cNvPr>
          <p:cNvSpPr>
            <a:spLocks noGrp="1"/>
          </p:cNvSpPr>
          <p:nvPr/>
        </p:nvSpPr>
        <p:spPr>
          <a:xfrm>
            <a:off x="15363825" y="3333750"/>
            <a:ext cx="266700" cy="276225"/>
          </a:xfrm>
          <a:prstGeom prst="roundRect">
            <a:avLst>
              <a:gd name="adj" fmla="val 28571"/>
            </a:avLst>
          </a:prstGeom>
          <a:solidFill>
            <a:srgbClr val="C9E1B3"/>
          </a:solidFill>
          <a:ln w="17145">
            <a:solidFill>
              <a:srgbClr val="70A843"/>
            </a:solidFill>
            <a:prstDash val="solid"/>
          </a:ln>
        </p:spPr>
      </p:sp>
      <p:sp>
        <p:nvSpPr>
          <p:cNvPr id="143" name="DP4 object 245">
            <a:extLst>
              <a:ext uri="{FF2B5EF4-FFF2-40B4-BE49-F238E27FC236}">
                <ns2:creationId id="{B11FF47A-F166-4527-9B74-1C145CECF145}"/>
              </a:ext>
            </a:extLst>
          </p:cNvPr>
          <p:cNvSpPr>
            <a:spLocks noGrp="1"/>
          </p:cNvSpPr>
          <p:nvPr/>
        </p:nvSpPr>
        <p:spPr>
          <a:xfrm>
            <a:off x="15363825" y="3333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44" name="DP4 object 246">
            <a:extLst>
              <a:ext uri="{FF2B5EF4-FFF2-40B4-BE49-F238E27FC236}">
                <ns2:creationId id="{46094A18-D28F-4208-8851-6161D2829192}"/>
              </a:ext>
            </a:extLst>
          </p:cNvPr>
          <p:cNvSpPr>
            <a:spLocks noGrp="1"/>
          </p:cNvSpPr>
          <p:nvPr/>
        </p:nvSpPr>
        <p:spPr>
          <a:xfrm>
            <a:off x="15344775" y="5543550"/>
            <a:ext cx="266700" cy="276225"/>
          </a:xfrm>
          <a:prstGeom prst="roundRect">
            <a:avLst>
              <a:gd name="adj" fmla="val 28571"/>
            </a:avLst>
          </a:prstGeom>
          <a:solidFill>
            <a:srgbClr val="C9E1B3"/>
          </a:solidFill>
          <a:ln w="17145">
            <a:solidFill>
              <a:srgbClr val="70A843"/>
            </a:solidFill>
            <a:prstDash val="solid"/>
          </a:ln>
        </p:spPr>
      </p:sp>
      <p:sp>
        <p:nvSpPr>
          <p:cNvPr id="145" name="DP4 object 247">
            <a:extLst>
              <a:ext uri="{FF2B5EF4-FFF2-40B4-BE49-F238E27FC236}">
                <ns2:creationId id="{36CAFF94-6A1A-4F9B-9549-5AE3BDF87D1C}"/>
              </a:ext>
            </a:extLst>
          </p:cNvPr>
          <p:cNvSpPr>
            <a:spLocks noGrp="1"/>
          </p:cNvSpPr>
          <p:nvPr/>
        </p:nvSpPr>
        <p:spPr>
          <a:xfrm>
            <a:off x="15344775" y="5543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46" name="Selected C column">
            <a:extLst>
              <a:ext uri="{FF2B5EF4-FFF2-40B4-BE49-F238E27FC236}">
                <ns2:creationId id="{4BE2A311-AAF7-4218-881D-828A33F29C5E}"/>
              </a:ext>
            </a:extLst>
          </p:cNvPr>
          <p:cNvSpPr>
            <a:spLocks noGrp="1"/>
          </p:cNvSpPr>
          <p:nvPr/>
        </p:nvSpPr>
        <p:spPr>
          <a:xfrm>
            <a:off x="12649200" y="1657350"/>
            <a:ext cx="5410200" cy="8324850"/>
          </a:xfrm>
          <a:prstGeom prst="rect">
            <a:avLst/>
          </a:prstGeom>
          <a:noFill/>
          <a:ln w="40005">
            <a:solidFill>
              <a:srgbClr val="4676CB"/>
            </a:solidFill>
            <a:prstDash val="solid"/>
          </a:ln>
        </p:spPr>
      </p:sp>
      <p:sp>
        <p:nvSpPr>
          <p:cNvPr id="147" name="DP4 object 248">
            <a:extLst>
              <a:ext uri="{FF2B5EF4-FFF2-40B4-BE49-F238E27FC236}">
                <ns2:creationId id="{7487F4CE-C2A1-43DF-B601-E4CAAF1F18BA}"/>
              </a:ext>
            </a:extLst>
          </p:cNvPr>
          <p:cNvSpPr>
            <a:spLocks noGrp="1"/>
          </p:cNvSpPr>
          <p:nvPr/>
        </p:nvSpPr>
        <p:spPr>
          <a:xfrm>
            <a:off x="12725400" y="1400175"/>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48" name="DP4 object 249">
            <a:extLst>
              <a:ext uri="{FF2B5EF4-FFF2-40B4-BE49-F238E27FC236}">
                <ns2:creationId id="{1724D6A6-F52F-49DE-B06A-8F52E390386A}"/>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0" lang="ko-KR">
                <a:solidFill>
                  <a:srgbClr val="4676CB"/>
                </a:solidFill>
                <a:latin typeface="Calibri"/>
                <a:ea typeface="Calibri"/>
                <a:cs typeface="Calibri"/>
              </a:defRPr>
            </a:defPPr>
            <a:lvl1pPr algn="l">
              <a:defRPr sz="1200" b="0" lang="ko-KR">
                <a:solidFill>
                  <a:srgbClr val="4676CB"/>
                </a:solidFill>
                <a:latin typeface="Calibri"/>
                <a:ea typeface="Calibri"/>
                <a:cs typeface="Calibri"/>
              </a:defRPr>
            </a:lvl1pPr>
            <a:lvl2pPr algn="l">
              <a:defRPr sz="1200" b="0" lang="ko-KR">
                <a:solidFill>
                  <a:srgbClr val="4676CB"/>
                </a:solidFill>
                <a:latin typeface="Calibri"/>
                <a:ea typeface="Calibri"/>
                <a:cs typeface="Calibri"/>
              </a:defRPr>
            </a:lvl2pPr>
            <a:lvl3pPr algn="l">
              <a:defRPr sz="1200" b="0" lang="ko-KR">
                <a:solidFill>
                  <a:srgbClr val="4676CB"/>
                </a:solidFill>
                <a:latin typeface="Calibri"/>
                <a:ea typeface="Calibri"/>
                <a:cs typeface="Calibri"/>
              </a:defRPr>
            </a:lvl3pPr>
            <a:lvl4pPr algn="l">
              <a:defRPr sz="1200" b="0" lang="ko-KR">
                <a:solidFill>
                  <a:srgbClr val="4676CB"/>
                </a:solidFill>
                <a:latin typeface="Calibri"/>
                <a:ea typeface="Calibri"/>
                <a:cs typeface="Calibri"/>
              </a:defRPr>
            </a:lvl4pPr>
            <a:lvl5pPr algn="l">
              <a:defRPr sz="1200" b="0" lang="ko-KR">
                <a:solidFill>
                  <a:srgbClr val="4676CB"/>
                </a:solidFill>
                <a:latin typeface="Calibri"/>
                <a:ea typeface="Calibri"/>
                <a:cs typeface="Calibri"/>
              </a:defRPr>
            </a:lvl5pPr>
            <a:lvl6pPr algn="l">
              <a:defRPr sz="1200" b="0" lang="ko-KR">
                <a:solidFill>
                  <a:srgbClr val="4676CB"/>
                </a:solidFill>
                <a:latin typeface="Calibri"/>
                <a:ea typeface="Calibri"/>
                <a:cs typeface="Calibri"/>
              </a:defRPr>
            </a:lvl6pPr>
            <a:lvl7pPr algn="l">
              <a:defRPr sz="1200" b="0" lang="ko-KR">
                <a:solidFill>
                  <a:srgbClr val="4676CB"/>
                </a:solidFill>
                <a:latin typeface="Calibri"/>
                <a:ea typeface="Calibri"/>
                <a:cs typeface="Calibri"/>
              </a:defRPr>
            </a:lvl7pPr>
            <a:lvl8pPr algn="l">
              <a:defRPr sz="1200" b="0" lang="ko-KR">
                <a:solidFill>
                  <a:srgbClr val="4676CB"/>
                </a:solidFill>
                <a:latin typeface="Calibri"/>
                <a:ea typeface="Calibri"/>
                <a:cs typeface="Calibri"/>
              </a:defRPr>
            </a:lvl8pPr>
            <a:lvl9pPr algn="l">
              <a:defRPr sz="1200" b="0" lang="ko-KR">
                <a:solidFill>
                  <a:srgbClr val="4676CB"/>
                </a:solidFill>
                <a:latin typeface="Calibri"/>
                <a:ea typeface="Calibri"/>
                <a:cs typeface="Calibri"/>
              </a:defRPr>
            </a:lvl9pPr>
          </a:lstStyle>
          <a:p>
            <a:pPr algn="l">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C1은 조건 누락 보완 / 적용 QA 열세 미확인 / E3는 별도 실험 / PoC 4사례×3</a:t>
            </a:r>
            <a:endParaRPr lang="ko-KR">
              <a:latin typeface="Calibri"/>
              <a:ea typeface="Calibri"/>
              <a:cs typeface="Calibri"/>
            </a:endParaRPr>
          </a:p>
        </p:txBody>
      </p:sp>
    </p:spTree>
    <p:extLst>
      <p:ext uri="{BB962C8B-B14F-4D97-AF65-F5344CB8AC3E}">
        <p14:creationId val="111722778"/>
      </p:ext>
    </p:extLst>
  </p:cSld>
</p:sld>
</file>

<file path=ppt/slides/slide1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8" name="Unified slide title">
            <a:extLst>
              <a:ext uri="{FF2B5EF4-FFF2-40B4-BE49-F238E27FC236}">
                <ns2:creationId id="{6ED7FEA4-0C86-44F5-AA47-7A64BB74B57D}"/>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(보완 효과 상세)</a:t>
            </a:r>
            <a:endParaRPr lang="ko-KR">
              <a:latin typeface="Calibri"/>
              <a:ea typeface="Calibri"/>
              <a:cs typeface="Calibri"/>
            </a:endParaRPr>
          </a:p>
        </p:txBody>
      </p:sp>
      <p:sp>
        <p:nvSpPr>
          <p:cNvPr id="2" name="Workflow 과제 소개">
            <a:extLst>
              <a:ext uri="{FF2B5EF4-FFF2-40B4-BE49-F238E27FC236}">
                <ns2:creationId id="{DCC1D7BC-3910-4868-A5A2-7A7EBA9E4951}"/>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AD67205-9B10-455E-9031-F6E3E4AA9A1F}"/>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45A254E-E327-4221-A592-39C821524DC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820ECE54-D034-40AD-868B-9E281EAB016E}"/>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2BFEDB-CDBF-48CC-89E5-AE8510A1A3F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14E29AB3-39DD-4762-A1A3-1D60EF95A85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43B0C1AF-E789-4E71-934A-BDF1BFA2FB3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00AECF5A-EBBC-43D6-BCAC-A411C82DAEB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693FE10B-FD4F-4563-B331-89E19E9ADFC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76A883F-E61D-492F-987B-F892BE3C5106}"/>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7531CA13-9C92-4039-9580-55314D3A26A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C06F8D5-D947-4929-BC44-BB5A945B646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16 / 16</a:t>
            </a:r>
            <a:endParaRPr lang="ko-KR">
              <a:latin typeface="Calibri"/>
              <a:ea typeface="Calibri"/>
              <a:cs typeface="Calibri"/>
            </a:endParaRPr>
          </a:p>
        </p:txBody>
      </p:sp>
      <p:sp>
        <p:nvSpPr>
          <p:cNvPr id="14" name="DP4 object 250">
            <a:extLst>
              <a:ext uri="{FF2B5EF4-FFF2-40B4-BE49-F238E27FC236}">
                <ns2:creationId id="{E68930DC-B3EA-44C0-A9D1-B81D3028FD6A}"/>
              </a:ext>
            </a:extLst>
          </p:cNvPr>
          <p:cNvSpPr>
            <a:spLocks noGrp="1"/>
          </p:cNvSpPr>
          <p:nvPr/>
        </p:nvSpPr>
        <p:spPr>
          <a:xfrm>
            <a:off x="266700" y="1190625"/>
            <a:ext cx="17621250" cy="4286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C1: 채택 조건의 원문을 먼저 제공해 인계 본문에서 전제가 빠지는 위험을 보완</a:t>
            </a:r>
            <a:endParaRPr lang="ko-KR">
              <a:latin typeface="Calibri"/>
              <a:ea typeface="Calibri"/>
              <a:cs typeface="Calibri"/>
            </a:endParaRPr>
          </a:p>
        </p:txBody>
      </p:sp>
      <p:sp>
        <p:nvSpPr>
          <p:cNvPr id="15" name="DP4 object 251">
            <a:extLst>
              <a:ext uri="{FF2B5EF4-FFF2-40B4-BE49-F238E27FC236}">
                <ns2:creationId id="{75FF20D7-D856-4C50-B7BA-224A6E33B71D}"/>
              </a:ext>
            </a:extLst>
          </p:cNvPr>
          <p:cNvSpPr>
            <a:spLocks noGrp="1"/>
          </p:cNvSpPr>
          <p:nvPr/>
        </p:nvSpPr>
        <p:spPr>
          <a:xfrm>
            <a:off x="266700" y="1685925"/>
            <a:ext cx="17430750" cy="3429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E3 실험: 목적을 바꾼 세 번 인계 × 3회 / C와 C1 각각 9개 인계</a:t>
            </a:r>
            <a:endParaRPr lang="ko-KR">
              <a:latin typeface="Calibri"/>
              <a:ea typeface="Calibri"/>
              <a:cs typeface="Calibri"/>
            </a:endParaRPr>
          </a:p>
        </p:txBody>
      </p:sp>
      <p:sp>
        <p:nvSpPr>
          <p:cNvPr id="16" name="DP4 object 252">
            <a:extLst>
              <a:ext uri="{FF2B5EF4-FFF2-40B4-BE49-F238E27FC236}">
                <ns2:creationId id="{0CF0BAB2-30AC-4748-BA70-90EC12B9E8C0}"/>
              </a:ext>
            </a:extLst>
          </p:cNvPr>
          <p:cNvSpPr>
            <a:spLocks noGrp="1"/>
          </p:cNvSpPr>
          <p:nvPr/>
        </p:nvSpPr>
        <p:spPr>
          <a:xfrm>
            <a:off x="228600" y="2209800"/>
            <a:ext cx="5638800" cy="6981825"/>
          </a:xfrm>
          <a:prstGeom prst="rect">
            <a:avLst/>
          </a:prstGeom>
          <a:noFill/>
          <a:ln w="28575">
            <a:solidFill>
              <a:srgbClr val="4676CB"/>
            </a:solidFill>
            <a:prstDash val="solid"/>
          </a:ln>
        </p:spPr>
      </p:sp>
      <p:sp>
        <p:nvSpPr>
          <p:cNvPr id="17" name="DP4 object 253">
            <a:extLst>
              <a:ext uri="{FF2B5EF4-FFF2-40B4-BE49-F238E27FC236}">
                <ns2:creationId id="{76494ABB-D4CC-4E40-AFAB-983058F6AC96}"/>
              </a:ext>
            </a:extLst>
          </p:cNvPr>
          <p:cNvSpPr>
            <a:spLocks noGrp="1"/>
          </p:cNvSpPr>
          <p:nvPr/>
        </p:nvSpPr>
        <p:spPr>
          <a:xfrm>
            <a:off x="228600" y="2209800"/>
            <a:ext cx="5638800" cy="466725"/>
          </a:xfrm>
          <a:prstGeom prst="rect">
            <a:avLst/>
          </a:prstGeom>
          <a:solidFill>
            <a:srgbClr val="C9E1B3"/>
          </a:solidFill>
          <a:ln w="0">
            <a:noFill/>
            <a:prstDash val="solid"/>
          </a:ln>
        </p:spPr>
      </p:sp>
      <p:sp>
        <p:nvSpPr>
          <p:cNvPr id="18" name="DP4 object 254">
            <a:extLst>
              <a:ext uri="{FF2B5EF4-FFF2-40B4-BE49-F238E27FC236}">
                <ns2:creationId id="{DEC7E523-F1C7-46C7-B421-1DB7F4E488EC}"/>
              </a:ext>
            </a:extLst>
          </p:cNvPr>
          <p:cNvSpPr>
            <a:spLocks noGrp="1"/>
          </p:cNvSpPr>
          <p:nvPr/>
        </p:nvSpPr>
        <p:spPr>
          <a:xfrm>
            <a:off x="400050" y="2247900"/>
            <a:ext cx="5295900" cy="3905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기존 조건 출처가 있는 경우에 한정</a:t>
            </a:r>
            <a:endParaRPr lang="ko-KR">
              <a:latin typeface="Calibri"/>
              <a:ea typeface="Calibri"/>
              <a:cs typeface="Calibri"/>
            </a:endParaRPr>
          </a:p>
        </p:txBody>
      </p:sp>
      <p:sp>
        <p:nvSpPr>
          <p:cNvPr id="19" name="채택 조건의 원문·source refs&#10;“가격이 같으면 유지보수 기간 우선”">
            <a:extLst>
              <a:ext uri="{FF2B5EF4-FFF2-40B4-BE49-F238E27FC236}">
                <ns2:creationId id="{5D90A05D-1AE7-4E0E-A77C-8CDF1E5D38C5}"/>
              </a:ext>
            </a:extLst>
          </p:cNvPr>
          <p:cNvSpPr>
            <a:spLocks noGrp="1"/>
          </p:cNvSpPr>
          <p:nvPr/>
        </p:nvSpPr>
        <p:spPr>
          <a:xfrm>
            <a:off x="571500" y="2943225"/>
            <a:ext cx="4953000" cy="838200"/>
          </a:xfrm>
          <a:prstGeom prst="can">
            <a:avLst>
              <a:gd name="adj" fmla="val 16000"/>
            </a:avLst>
          </a:prstGeom>
          <a:solidFill>
            <a:srgbClr val="FFF6DD"/>
          </a:solidFill>
          <a:ln w="17145">
            <a:solidFill>
              <a:srgbClr val="111111"/>
            </a:solidFill>
            <a:prstDash val="solid"/>
          </a:ln>
        </p:spPr>
      </p:sp>
      <p:sp>
        <p:nvSpPr>
          <p:cNvPr id="20" name="DP4 object 255">
            <a:extLst>
              <a:ext uri="{FF2B5EF4-FFF2-40B4-BE49-F238E27FC236}">
                <ns2:creationId id="{867A0BD4-B6E9-4E27-9241-B0FFF2EB84DD}"/>
              </a:ext>
            </a:extLst>
          </p:cNvPr>
          <p:cNvSpPr>
            <a:spLocks noGrp="1"/>
          </p:cNvSpPr>
          <p:nvPr/>
        </p:nvSpPr>
        <p:spPr>
          <a:xfrm>
            <a:off x="619125" y="3048000"/>
            <a:ext cx="4857750" cy="6762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채택 조건의 원문·source refs</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 유지보수 기간 우선”</a:t>
            </a:r>
            <a:endParaRPr lang="ko-KR">
              <a:latin typeface="Calibri"/>
              <a:ea typeface="Calibri"/>
              <a:cs typeface="Calibri"/>
            </a:endParaRPr>
          </a:p>
        </p:txBody>
      </p:sp>
      <p:sp>
        <p:nvSpPr>
          <p:cNvPr id="21" name="Editable path 256">
            <a:extLst>
              <a:ext uri="{FF2B5EF4-FFF2-40B4-BE49-F238E27FC236}">
                <ns2:creationId id="{FFE9ED33-1750-456A-84BF-F77AAB76CFEB}"/>
              </a:ext>
            </a:extLst>
          </p:cNvPr>
          <p:cNvSpPr>
            <a:spLocks noGrp="1"/>
          </p:cNvSpPr>
          <p:nvPr/>
        </p:nvSpPr>
        <p:spPr>
          <a:xfrm>
            <a:off x="3048000" y="3781425"/>
            <a:ext cx="953" cy="266700"/>
          </a:xfrm>
          <a:custGeom>
            <a:pathLst>
              <a:path w="953" h="266700">
                <a:moveTo>
                  <a:pt x="0" y="0"/>
                </a:moveTo>
                <a:lnTo>
                  <a:pt x="0" y="266700"/>
                </a:lnTo>
              </a:path>
            </a:pathLst>
          </a:custGeom>
          <a:noFill/>
          <a:ln w="22860">
            <a:solidFill>
              <a:srgbClr val="4676CB"/>
            </a:solidFill>
            <a:prstDash val="solid"/>
          </a:ln>
        </p:spPr>
      </p:sp>
      <p:sp>
        <p:nvSpPr>
          <p:cNvPr id="22" name="Editable arrowhead 257">
            <a:extLst>
              <a:ext uri="{FF2B5EF4-FFF2-40B4-BE49-F238E27FC236}">
                <ns2:creationId id="{5610DD31-B6E4-4F36-BCB8-7B4134D7F775}"/>
              </a:ext>
            </a:extLst>
          </p:cNvPr>
          <p:cNvSpPr>
            <a:spLocks noGrp="1"/>
          </p:cNvSpPr>
          <p:nvPr/>
        </p:nvSpPr>
        <p:spPr>
          <a:xfrm>
            <a:off x="3000375" y="3952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3" name="Context Manager / C1&#10;다음 위임 전, 원문 1~2행 사전 읽기">
            <a:extLst>
              <a:ext uri="{FF2B5EF4-FFF2-40B4-BE49-F238E27FC236}">
                <ns2:creationId id="{87F7AB77-1E09-4C2F-94E7-821E842D0C4F}"/>
              </a:ext>
            </a:extLst>
          </p:cNvPr>
          <p:cNvSpPr>
            <a:spLocks noGrp="1"/>
          </p:cNvSpPr>
          <p:nvPr/>
        </p:nvSpPr>
        <p:spPr>
          <a:xfrm>
            <a:off x="571500" y="4048125"/>
            <a:ext cx="4953000" cy="771525"/>
          </a:xfrm>
          <a:prstGeom prst="rect">
            <a:avLst/>
          </a:prstGeom>
          <a:solidFill>
            <a:srgbClr val="F1F6FC"/>
          </a:solidFill>
          <a:ln w="28575">
            <a:solidFill>
              <a:srgbClr val="4676CB"/>
            </a:solidFill>
            <a:prstDash val="solid"/>
          </a:ln>
        </p:spPr>
      </p:sp>
      <p:sp>
        <p:nvSpPr>
          <p:cNvPr id="24" name="DP4 object 258">
            <a:extLst>
              <a:ext uri="{FF2B5EF4-FFF2-40B4-BE49-F238E27FC236}">
                <ns2:creationId id="{A79A265E-EFC2-45F0-9AAB-9E001ED900A9}"/>
              </a:ext>
            </a:extLst>
          </p:cNvPr>
          <p:cNvSpPr>
            <a:spLocks noGrp="1"/>
          </p:cNvSpPr>
          <p:nvPr/>
        </p:nvSpPr>
        <p:spPr>
          <a:xfrm>
            <a:off x="638175" y="4086225"/>
            <a:ext cx="4819650" cy="695325"/>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Context Manager / C1</a:t>
            </a:r>
            <a:endParaRPr lang="ko-KR">
              <a:latin typeface="Calibri"/>
              <a:ea typeface="Calibri"/>
              <a:cs typeface="Calibri"/>
            </a:endParaRPr>
          </a:p>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다음 위임 전, 원문 1~2행 사전 읽기</a:t>
            </a:r>
            <a:endParaRPr lang="ko-KR">
              <a:latin typeface="Calibri"/>
              <a:ea typeface="Calibri"/>
              <a:cs typeface="Calibri"/>
            </a:endParaRPr>
          </a:p>
        </p:txBody>
      </p:sp>
      <p:sp>
        <p:nvSpPr>
          <p:cNvPr id="25" name="Editable path 259">
            <a:extLst>
              <a:ext uri="{FF2B5EF4-FFF2-40B4-BE49-F238E27FC236}">
                <ns2:creationId id="{BC29027B-6691-4881-97C2-A995475BCB03}"/>
              </a:ext>
            </a:extLst>
          </p:cNvPr>
          <p:cNvSpPr>
            <a:spLocks noGrp="1"/>
          </p:cNvSpPr>
          <p:nvPr/>
        </p:nvSpPr>
        <p:spPr>
          <a:xfrm>
            <a:off x="3048000" y="4819650"/>
            <a:ext cx="953" cy="333375"/>
          </a:xfrm>
          <a:custGeom>
            <a:pathLst>
              <a:path w="953" h="333375">
                <a:moveTo>
                  <a:pt x="0" y="0"/>
                </a:moveTo>
                <a:lnTo>
                  <a:pt x="0" y="333375"/>
                </a:lnTo>
              </a:path>
            </a:pathLst>
          </a:custGeom>
          <a:noFill/>
          <a:ln w="22860">
            <a:solidFill>
              <a:srgbClr val="4676CB"/>
            </a:solidFill>
            <a:prstDash val="solid"/>
          </a:ln>
        </p:spPr>
      </p:sp>
      <p:sp>
        <p:nvSpPr>
          <p:cNvPr id="26" name="Editable arrowhead 260">
            <a:extLst>
              <a:ext uri="{FF2B5EF4-FFF2-40B4-BE49-F238E27FC236}">
                <ns2:creationId id="{FD9A678F-B652-48CE-AF36-57A3E2AF2500}"/>
              </a:ext>
            </a:extLst>
          </p:cNvPr>
          <p:cNvSpPr>
            <a:spLocks noGrp="1"/>
          </p:cNvSpPr>
          <p:nvPr/>
        </p:nvSpPr>
        <p:spPr>
          <a:xfrm>
            <a:off x="3000375" y="50577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7" name="필수 명세에 조건 원문 첨부&#10;상세 자료는 기존 수신자 READ 유지">
            <a:extLst>
              <a:ext uri="{FF2B5EF4-FFF2-40B4-BE49-F238E27FC236}">
                <ns2:creationId id="{77027512-D97B-4E6E-9925-D88DB605C01A}"/>
              </a:ext>
            </a:extLst>
          </p:cNvPr>
          <p:cNvSpPr>
            <a:spLocks noGrp="1"/>
          </p:cNvSpPr>
          <p:nvPr/>
        </p:nvSpPr>
        <p:spPr>
          <a:xfrm>
            <a:off x="571500" y="5153025"/>
            <a:ext cx="4953000" cy="742950"/>
          </a:xfrm>
          <a:prstGeom prst="rect">
            <a:avLst/>
          </a:prstGeom>
          <a:solidFill>
            <a:srgbClr val="F1F6FC"/>
          </a:solidFill>
          <a:ln w="28575">
            <a:solidFill>
              <a:srgbClr val="4676CB"/>
            </a:solidFill>
            <a:prstDash val="solid"/>
          </a:ln>
        </p:spPr>
      </p:sp>
      <p:sp>
        <p:nvSpPr>
          <p:cNvPr id="28" name="DP4 object 261">
            <a:extLst>
              <a:ext uri="{FF2B5EF4-FFF2-40B4-BE49-F238E27FC236}">
                <ns2:creationId id="{3C740D21-223B-4EB5-AE46-72A246F8E0C6}"/>
              </a:ext>
            </a:extLst>
          </p:cNvPr>
          <p:cNvSpPr>
            <a:spLocks noGrp="1"/>
          </p:cNvSpPr>
          <p:nvPr/>
        </p:nvSpPr>
        <p:spPr>
          <a:xfrm>
            <a:off x="638175" y="5191125"/>
            <a:ext cx="4819650" cy="666750"/>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필수 명세에 조건 원문 첨부</a:t>
            </a:r>
            <a:endParaRPr lang="ko-KR">
              <a:latin typeface="Calibri"/>
              <a:ea typeface="Calibri"/>
              <a:cs typeface="Calibri"/>
            </a:endParaRPr>
          </a:p>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상세 자료는 기존 수신자 READ 유지</a:t>
            </a:r>
            <a:endParaRPr lang="ko-KR">
              <a:latin typeface="Calibri"/>
              <a:ea typeface="Calibri"/>
              <a:cs typeface="Calibri"/>
            </a:endParaRPr>
          </a:p>
        </p:txBody>
      </p:sp>
      <p:sp>
        <p:nvSpPr>
          <p:cNvPr id="29" name="Editable path 262">
            <a:extLst>
              <a:ext uri="{FF2B5EF4-FFF2-40B4-BE49-F238E27FC236}">
                <ns2:creationId id="{1C5FBD88-44FD-405F-B36A-4292A4DF1EB7}"/>
              </a:ext>
            </a:extLst>
          </p:cNvPr>
          <p:cNvSpPr>
            <a:spLocks noGrp="1"/>
          </p:cNvSpPr>
          <p:nvPr/>
        </p:nvSpPr>
        <p:spPr>
          <a:xfrm>
            <a:off x="3048000" y="5895975"/>
            <a:ext cx="953" cy="304800"/>
          </a:xfrm>
          <a:custGeom>
            <a:pathLst>
              <a:path w="953" h="304800">
                <a:moveTo>
                  <a:pt x="0" y="0"/>
                </a:moveTo>
                <a:lnTo>
                  <a:pt x="0" y="304800"/>
                </a:lnTo>
              </a:path>
            </a:pathLst>
          </a:custGeom>
          <a:noFill/>
          <a:ln w="22860">
            <a:solidFill>
              <a:srgbClr val="111111"/>
            </a:solidFill>
            <a:prstDash val="solid"/>
          </a:ln>
        </p:spPr>
      </p:sp>
      <p:sp>
        <p:nvSpPr>
          <p:cNvPr id="30" name="Editable arrowhead 263">
            <a:extLst>
              <a:ext uri="{FF2B5EF4-FFF2-40B4-BE49-F238E27FC236}">
                <ns2:creationId id="{B1FD7B5C-BA66-4377-A592-314E10313139}"/>
              </a:ext>
            </a:extLst>
          </p:cNvPr>
          <p:cNvSpPr>
            <a:spLocks noGrp="1"/>
          </p:cNvSpPr>
          <p:nvPr/>
        </p:nvSpPr>
        <p:spPr>
          <a:xfrm>
            <a:off x="3000375" y="6105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1" name="Task Manager / Agent Gateway&#10;현재 조건·권한 재검사 후 전송">
            <a:extLst>
              <a:ext uri="{FF2B5EF4-FFF2-40B4-BE49-F238E27FC236}">
                <ns2:creationId id="{E01E3923-938F-4C08-8DA1-C3A6E0DAA97D}"/>
              </a:ext>
            </a:extLst>
          </p:cNvPr>
          <p:cNvSpPr>
            <a:spLocks noGrp="1"/>
          </p:cNvSpPr>
          <p:nvPr/>
        </p:nvSpPr>
        <p:spPr>
          <a:xfrm>
            <a:off x="571500" y="6200775"/>
            <a:ext cx="4953000" cy="685800"/>
          </a:xfrm>
          <a:prstGeom prst="rect">
            <a:avLst/>
          </a:prstGeom>
          <a:solidFill>
            <a:srgbClr val="FFF6DD"/>
          </a:solidFill>
          <a:ln w="17145">
            <a:solidFill>
              <a:srgbClr val="111111"/>
            </a:solidFill>
            <a:prstDash val="solid"/>
          </a:ln>
        </p:spPr>
      </p:sp>
      <p:sp>
        <p:nvSpPr>
          <p:cNvPr id="32" name="DP4 object 264">
            <a:extLst>
              <a:ext uri="{FF2B5EF4-FFF2-40B4-BE49-F238E27FC236}">
                <ns2:creationId id="{E7693D6F-10DF-4C81-AFB8-E33EBA9E4333}"/>
              </a:ext>
            </a:extLst>
          </p:cNvPr>
          <p:cNvSpPr>
            <a:spLocks noGrp="1"/>
          </p:cNvSpPr>
          <p:nvPr/>
        </p:nvSpPr>
        <p:spPr>
          <a:xfrm>
            <a:off x="638175" y="6238875"/>
            <a:ext cx="4819650" cy="6096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Task Manager / Agent Gateway</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조건·권한 재검사 후 전송</a:t>
            </a:r>
            <a:endParaRPr lang="ko-KR">
              <a:latin typeface="Calibri"/>
              <a:ea typeface="Calibri"/>
              <a:cs typeface="Calibri"/>
            </a:endParaRPr>
          </a:p>
        </p:txBody>
      </p:sp>
      <p:sp>
        <p:nvSpPr>
          <p:cNvPr id="33" name="Editable path 265">
            <a:extLst>
              <a:ext uri="{FF2B5EF4-FFF2-40B4-BE49-F238E27FC236}">
                <ns2:creationId id="{ACE2572B-0BCF-46EE-8DB6-227D38745951}"/>
              </a:ext>
            </a:extLst>
          </p:cNvPr>
          <p:cNvSpPr>
            <a:spLocks noGrp="1"/>
          </p:cNvSpPr>
          <p:nvPr/>
        </p:nvSpPr>
        <p:spPr>
          <a:xfrm>
            <a:off x="3048000" y="6886575"/>
            <a:ext cx="953" cy="295275"/>
          </a:xfrm>
          <a:custGeom>
            <a:pathLst>
              <a:path w="953" h="295275">
                <a:moveTo>
                  <a:pt x="0" y="0"/>
                </a:moveTo>
                <a:lnTo>
                  <a:pt x="0" y="295275"/>
                </a:lnTo>
              </a:path>
            </a:pathLst>
          </a:custGeom>
          <a:noFill/>
          <a:ln w="22860">
            <a:solidFill>
              <a:srgbClr val="111111"/>
            </a:solidFill>
            <a:prstDash val="solid"/>
          </a:ln>
        </p:spPr>
      </p:sp>
      <p:sp>
        <p:nvSpPr>
          <p:cNvPr id="34" name="Editable arrowhead 266">
            <a:extLst>
              <a:ext uri="{FF2B5EF4-FFF2-40B4-BE49-F238E27FC236}">
                <ns2:creationId id="{162E4D10-2BF4-4A28-B062-B555265D5AB8}"/>
              </a:ext>
            </a:extLst>
          </p:cNvPr>
          <p:cNvSpPr>
            <a:spLocks noGrp="1"/>
          </p:cNvSpPr>
          <p:nvPr/>
        </p:nvSpPr>
        <p:spPr>
          <a:xfrm>
            <a:off x="3000375" y="7086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5" name="수신 Agent: 조건을 유지하며 본문 작성">
            <a:extLst>
              <a:ext uri="{FF2B5EF4-FFF2-40B4-BE49-F238E27FC236}">
                <ns2:creationId id="{63F2C1A3-71E1-4D8C-A282-C424F14CFE0E}"/>
              </a:ext>
            </a:extLst>
          </p:cNvPr>
          <p:cNvSpPr>
            <a:spLocks noGrp="1"/>
          </p:cNvSpPr>
          <p:nvPr/>
        </p:nvSpPr>
        <p:spPr>
          <a:xfrm>
            <a:off x="571500" y="7181850"/>
            <a:ext cx="4953000" cy="523875"/>
          </a:xfrm>
          <a:prstGeom prst="rect">
            <a:avLst/>
          </a:prstGeom>
          <a:solidFill>
            <a:srgbClr val="FFFFFF"/>
          </a:solidFill>
          <a:ln w="17145">
            <a:solidFill>
              <a:srgbClr val="111111"/>
            </a:solidFill>
            <a:prstDash val="solid"/>
          </a:ln>
        </p:spPr>
      </p:sp>
      <p:sp>
        <p:nvSpPr>
          <p:cNvPr id="36" name="DP4 object 267">
            <a:extLst>
              <a:ext uri="{FF2B5EF4-FFF2-40B4-BE49-F238E27FC236}">
                <ns2:creationId id="{4ED24ED5-58EF-4478-AF4F-437163383AB8}"/>
              </a:ext>
            </a:extLst>
          </p:cNvPr>
          <p:cNvSpPr>
            <a:spLocks noGrp="1"/>
          </p:cNvSpPr>
          <p:nvPr/>
        </p:nvSpPr>
        <p:spPr>
          <a:xfrm>
            <a:off x="638175" y="7219950"/>
            <a:ext cx="4819650" cy="44767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수신 Agent: 조건을 유지하며 본문 작성</a:t>
            </a:r>
            <a:endParaRPr lang="ko-KR">
              <a:latin typeface="Calibri"/>
              <a:ea typeface="Calibri"/>
              <a:cs typeface="Calibri"/>
            </a:endParaRPr>
          </a:p>
        </p:txBody>
      </p:sp>
      <p:sp>
        <p:nvSpPr>
          <p:cNvPr id="37" name="DP4 object 268">
            <a:extLst>
              <a:ext uri="{FF2B5EF4-FFF2-40B4-BE49-F238E27FC236}">
                <ns2:creationId id="{155969E9-E95E-43D9-AA89-BA64A21696C7}"/>
              </a:ext>
            </a:extLst>
          </p:cNvPr>
          <p:cNvSpPr>
            <a:spLocks noGrp="1"/>
          </p:cNvSpPr>
          <p:nvPr/>
        </p:nvSpPr>
        <p:spPr>
          <a:xfrm>
            <a:off x="504825" y="7991475"/>
            <a:ext cx="5095875" cy="647700"/>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전체 원문 읽기 20 → 21회</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사전 읽기 3회 추가 / 첨부 상태 최대 323byte</a:t>
            </a:r>
            <a:endParaRPr lang="ko-KR">
              <a:latin typeface="Calibri"/>
              <a:ea typeface="Calibri"/>
              <a:cs typeface="Calibri"/>
            </a:endParaRPr>
          </a:p>
        </p:txBody>
      </p:sp>
      <p:sp>
        <p:nvSpPr>
          <p:cNvPr id="38" name="DP4 object 269">
            <a:extLst>
              <a:ext uri="{FF2B5EF4-FFF2-40B4-BE49-F238E27FC236}">
                <ns2:creationId id="{B0D2122C-A002-4072-BD2B-681DADCA9AB5}"/>
              </a:ext>
            </a:extLst>
          </p:cNvPr>
          <p:cNvSpPr>
            <a:spLocks noGrp="1"/>
          </p:cNvSpPr>
          <p:nvPr/>
        </p:nvSpPr>
        <p:spPr>
          <a:xfrm>
            <a:off x="495300" y="8763000"/>
            <a:ext cx="5105400" cy="285750"/>
          </a:xfrm>
          <a:prstGeom prst="rect">
            <a:avLst/>
          </a:prstGeom>
          <a:noFill/>
          <a:ln w="0">
            <a:noFill/>
            <a:prstDash val="solid"/>
          </a:ln>
        </p:spPr>
        <p:txBody>
          <a:bodyPr wrap="none" lIns="0" tIns="0" rIns="0" bIns="0" anchor="ctr">
            <a:noAutofit/>
          </a:bodyPr>
          <a:lstStyle>
            <a:defPPr algn="ctr">
              <a:defRPr sz="1700" b="0" lang="ko-KR">
                <a:solidFill>
                  <a:srgbClr val="C00000"/>
                </a:solidFill>
                <a:latin typeface="Calibri"/>
                <a:ea typeface="Calibri"/>
                <a:cs typeface="Calibri"/>
              </a:defRPr>
            </a:defPPr>
            <a:lvl1pPr algn="ctr">
              <a:defRPr sz="1700" b="0" lang="ko-KR">
                <a:solidFill>
                  <a:srgbClr val="C00000"/>
                </a:solidFill>
                <a:latin typeface="Calibri"/>
                <a:ea typeface="Calibri"/>
                <a:cs typeface="Calibri"/>
              </a:defRPr>
            </a:lvl1pPr>
            <a:lvl2pPr algn="ctr">
              <a:defRPr sz="1700" b="0" lang="ko-KR">
                <a:solidFill>
                  <a:srgbClr val="C00000"/>
                </a:solidFill>
                <a:latin typeface="Calibri"/>
                <a:ea typeface="Calibri"/>
                <a:cs typeface="Calibri"/>
              </a:defRPr>
            </a:lvl2pPr>
            <a:lvl3pPr algn="ctr">
              <a:defRPr sz="1700" b="0" lang="ko-KR">
                <a:solidFill>
                  <a:srgbClr val="C00000"/>
                </a:solidFill>
                <a:latin typeface="Calibri"/>
                <a:ea typeface="Calibri"/>
                <a:cs typeface="Calibri"/>
              </a:defRPr>
            </a:lvl3pPr>
            <a:lvl4pPr algn="ctr">
              <a:defRPr sz="1700" b="0" lang="ko-KR">
                <a:solidFill>
                  <a:srgbClr val="C00000"/>
                </a:solidFill>
                <a:latin typeface="Calibri"/>
                <a:ea typeface="Calibri"/>
                <a:cs typeface="Calibri"/>
              </a:defRPr>
            </a:lvl4pPr>
            <a:lvl5pPr algn="ctr">
              <a:defRPr sz="1700" b="0" lang="ko-KR">
                <a:solidFill>
                  <a:srgbClr val="C00000"/>
                </a:solidFill>
                <a:latin typeface="Calibri"/>
                <a:ea typeface="Calibri"/>
                <a:cs typeface="Calibri"/>
              </a:defRPr>
            </a:lvl5pPr>
            <a:lvl6pPr algn="ctr">
              <a:defRPr sz="1700" b="0" lang="ko-KR">
                <a:solidFill>
                  <a:srgbClr val="C00000"/>
                </a:solidFill>
                <a:latin typeface="Calibri"/>
                <a:ea typeface="Calibri"/>
                <a:cs typeface="Calibri"/>
              </a:defRPr>
            </a:lvl6pPr>
            <a:lvl7pPr algn="ctr">
              <a:defRPr sz="1700" b="0" lang="ko-KR">
                <a:solidFill>
                  <a:srgbClr val="C00000"/>
                </a:solidFill>
                <a:latin typeface="Calibri"/>
                <a:ea typeface="Calibri"/>
                <a:cs typeface="Calibri"/>
              </a:defRPr>
            </a:lvl7pPr>
            <a:lvl8pPr algn="ctr">
              <a:defRPr sz="1700" b="0" lang="ko-KR">
                <a:solidFill>
                  <a:srgbClr val="C00000"/>
                </a:solidFill>
                <a:latin typeface="Calibri"/>
                <a:ea typeface="Calibri"/>
                <a:cs typeface="Calibri"/>
              </a:defRPr>
            </a:lvl8pPr>
            <a:lvl9pPr algn="ctr">
              <a:defRPr sz="1700" b="0" lang="ko-KR">
                <a:solidFill>
                  <a:srgbClr val="C00000"/>
                </a:solidFill>
                <a:latin typeface="Calibri"/>
                <a:ea typeface="Calibri"/>
                <a:cs typeface="Calibri"/>
              </a:defRPr>
            </a:lvl9pPr>
          </a:lstStyle>
          <a:p>
            <a:pPr algn="ctr">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조건 출처를 새로 만드는 비용은 미측정</a:t>
            </a:r>
            <a:endParaRPr lang="ko-KR">
              <a:latin typeface="Calibri"/>
              <a:ea typeface="Calibri"/>
              <a:cs typeface="Calibri"/>
            </a:endParaRPr>
          </a:p>
        </p:txBody>
      </p:sp>
      <p:sp>
        <p:nvSpPr>
          <p:cNvPr id="39" name="DP4 object 270">
            <a:extLst>
              <a:ext uri="{FF2B5EF4-FFF2-40B4-BE49-F238E27FC236}">
                <ns2:creationId id="{D479C6BB-C8BD-40EE-98B5-6CD05CE4C870}"/>
              </a:ext>
            </a:extLst>
          </p:cNvPr>
          <p:cNvSpPr>
            <a:spLocks noGrp="1"/>
          </p:cNvSpPr>
          <p:nvPr/>
        </p:nvSpPr>
        <p:spPr>
          <a:xfrm>
            <a:off x="6191250" y="2209800"/>
            <a:ext cx="11668125" cy="466725"/>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본문 조건 충족 4/9 → 9/9</a:t>
            </a:r>
            <a:endParaRPr lang="ko-KR">
              <a:latin typeface="Calibri"/>
              <a:ea typeface="Calibri"/>
              <a:cs typeface="Calibri"/>
            </a:endParaRPr>
          </a:p>
        </p:txBody>
      </p:sp>
      <p:sp>
        <p:nvSpPr>
          <p:cNvPr id="40" name="DP4 object 271">
            <a:extLst>
              <a:ext uri="{FF2B5EF4-FFF2-40B4-BE49-F238E27FC236}">
                <ns2:creationId id="{727C4045-E622-4633-8F7D-E3E24E8E6024}"/>
              </a:ext>
            </a:extLst>
          </p:cNvPr>
          <p:cNvSpPr>
            <a:spLocks noGrp="1"/>
          </p:cNvSpPr>
          <p:nvPr/>
        </p:nvSpPr>
        <p:spPr>
          <a:xfrm>
            <a:off x="6191250" y="2714625"/>
            <a:ext cx="117633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저자 본문 대조: C 충족4·오류2·모호2·미표시1 / C1 충족9  (QA02 아님)</a:t>
            </a:r>
            <a:endParaRPr lang="ko-KR">
              <a:latin typeface="Calibri"/>
              <a:ea typeface="Calibri"/>
              <a:cs typeface="Calibri"/>
            </a:endParaRPr>
          </a:p>
        </p:txBody>
      </p:sp>
      <p:graphicFrame>
        <p:nvGraphicFramePr>
          <p:cNvPr id="41" name="">
            <a:extLst>
              <a:ext uri="{FF2B5EF4-FFF2-40B4-BE49-F238E27FC236}">
                <ns2:creationId id="{C30F3438-4F5C-4BBC-B74F-30579916C5EF}"/>
              </a:ext>
            </a:extLst>
          </p:cNvPr>
          <p:cNvGraphicFramePr/>
          <p:nvPr/>
        </p:nvGraphicFramePr>
        <p:xfrm>
          <a:off x="6191250" y="3162300"/>
          <a:ext cx="11391900" cy="4019550"/>
        </p:xfrm>
        <a:graphic>
          <a:graphicData uri="http://schemas.openxmlformats.org/drawingml/2006/table">
            <a:tbl>
              <a:tblPr firstRow="0" bandRow="0" bandCol="0"/>
              <a:tblGrid>
                <a:gridCol w="3105150"/>
                <a:gridCol w="2533650"/>
                <a:gridCol w="2533650"/>
                <a:gridCol w="3219450"/>
              </a:tblGrid>
              <a:tr h="4000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4.256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4.271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첫 안내 개선 근거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본문 진단과 구분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4.302 (8/9)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host 종료와 본문 정답은 별개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변경 과제 실행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0.0407024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복구 1호출 차이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45.269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43.254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관측값 / 개선 인과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8목표 전체 시간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30.532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31.519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+0.987초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N-H 구조 계약</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기존 구조 계약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2" name="DP4 object 272">
            <a:extLst>
              <a:ext uri="{FF2B5EF4-FFF2-40B4-BE49-F238E27FC236}">
                <ns2:creationId id="{E4DCA4F0-8FBB-4727-92A5-927E888BFC66}"/>
              </a:ext>
            </a:extLst>
          </p:cNvPr>
          <p:cNvSpPr>
            <a:spLocks noGrp="1"/>
          </p:cNvSpPr>
          <p:nvPr/>
        </p:nvSpPr>
        <p:spPr>
          <a:xfrm>
            <a:off x="6219825" y="7915275"/>
            <a:ext cx="11687175" cy="31432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복구 1호출 제외 비용: $0.0365256 → $0.0376028 (증가)</a:t>
            </a:r>
            <a:endParaRPr lang="ko-KR">
              <a:latin typeface="Calibri"/>
              <a:ea typeface="Calibri"/>
              <a:cs typeface="Calibri"/>
            </a:endParaRPr>
          </a:p>
        </p:txBody>
      </p:sp>
      <p:sp>
        <p:nvSpPr>
          <p:cNvPr id="43" name="DP4 object 273">
            <a:extLst>
              <a:ext uri="{FF2B5EF4-FFF2-40B4-BE49-F238E27FC236}">
                <ns2:creationId id="{AA5E7E07-14DE-438E-BB4A-D1D0C16CECEB}"/>
              </a:ext>
            </a:extLst>
          </p:cNvPr>
          <p:cNvSpPr>
            <a:spLocks noGrp="1"/>
          </p:cNvSpPr>
          <p:nvPr/>
        </p:nvSpPr>
        <p:spPr>
          <a:xfrm>
            <a:off x="6219825" y="8353425"/>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자동 literal 판정은 4/9 → 7/9. 위 9/9는 별도 저자 내용 대조다.</a:t>
            </a:r>
            <a:endParaRPr lang="ko-KR">
              <a:latin typeface="Calibri"/>
              <a:ea typeface="Calibri"/>
              <a:cs typeface="Calibri"/>
            </a:endParaRPr>
          </a:p>
        </p:txBody>
      </p:sp>
      <p:sp>
        <p:nvSpPr>
          <p:cNvPr id="44" name="DP4 object 274">
            <a:extLst>
              <a:ext uri="{FF2B5EF4-FFF2-40B4-BE49-F238E27FC236}">
                <ns2:creationId id="{4D817324-51A7-4F92-A0F5-A51FECBC9FEB}"/>
              </a:ext>
            </a:extLst>
          </p:cNvPr>
          <p:cNvSpPr>
            <a:spLocks noGrp="1"/>
          </p:cNvSpPr>
          <p:nvPr/>
        </p:nvSpPr>
        <p:spPr>
          <a:xfrm>
            <a:off x="6219825" y="8743950"/>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 미표시 1건: 안내되지 않은 host 수량 상한과 불일치. 원문 부족으로 분류하지 않음.</a:t>
            </a:r>
            <a:endParaRPr lang="ko-KR">
              <a:latin typeface="Calibri"/>
              <a:ea typeface="Calibri"/>
              <a:cs typeface="Calibri"/>
            </a:endParaRPr>
          </a:p>
        </p:txBody>
      </p:sp>
      <p:sp>
        <p:nvSpPr>
          <p:cNvPr id="45" name="Editable path 275">
            <a:extLst>
              <a:ext uri="{FF2B5EF4-FFF2-40B4-BE49-F238E27FC236}">
                <ns2:creationId id="{5AC7D4B1-5F5A-4044-87E2-8A8AB94E0040}"/>
              </a:ext>
            </a:extLst>
          </p:cNvPr>
          <p:cNvSpPr>
            <a:spLocks noGrp="1"/>
          </p:cNvSpPr>
          <p:nvPr/>
        </p:nvSpPr>
        <p:spPr>
          <a:xfrm>
            <a:off x="266700" y="9429750"/>
            <a:ext cx="17773650" cy="953"/>
          </a:xfrm>
          <a:custGeom>
            <a:pathLst>
              <a:path w="17773650" h="953">
                <a:moveTo>
                  <a:pt x="0" y="0"/>
                </a:moveTo>
                <a:lnTo>
                  <a:pt x="17773650" y="0"/>
                </a:lnTo>
              </a:path>
            </a:pathLst>
          </a:custGeom>
          <a:noFill/>
          <a:ln w="13335">
            <a:solidFill>
              <a:srgbClr val="4676CB"/>
            </a:solidFill>
            <a:prstDash val="solid"/>
          </a:ln>
        </p:spPr>
      </p:sp>
      <p:sp>
        <p:nvSpPr>
          <p:cNvPr id="46" name="DP4 object 276">
            <a:extLst>
              <a:ext uri="{FF2B5EF4-FFF2-40B4-BE49-F238E27FC236}">
                <ns2:creationId id="{1EE3728E-8D92-4E2C-AE32-10C7316AED5B}"/>
              </a:ext>
            </a:extLst>
          </p:cNvPr>
          <p:cNvSpPr>
            <a:spLocks noGrp="1"/>
          </p:cNvSpPr>
          <p:nvPr/>
        </p:nvSpPr>
        <p:spPr>
          <a:xfrm>
            <a:off x="266700" y="9525000"/>
            <a:ext cx="17430750" cy="2857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C1은 첫 안내 입력을 바꾸지 않음. C의 잘못된 첫 안내 1건도 보존. 본문 개선 전체를 사전 읽기만의 인과 효과로 단정하지 않음.</a:t>
            </a:r>
            <a:endParaRPr lang="ko-KR">
              <a:latin typeface="Calibri"/>
              <a:ea typeface="Calibri"/>
              <a:cs typeface="Calibri"/>
            </a:endParaRPr>
          </a:p>
        </p:txBody>
      </p:sp>
      <p:sp>
        <p:nvSpPr>
          <p:cNvPr id="47" name="DP4 object 277">
            <a:extLst>
              <a:ext uri="{FF2B5EF4-FFF2-40B4-BE49-F238E27FC236}">
                <ns2:creationId id="{53863AC6-5E45-42C9-9063-69C23CA9F767}"/>
              </a:ext>
            </a:extLst>
          </p:cNvPr>
          <p:cNvSpPr>
            <a:spLocks noGrp="1"/>
          </p:cNvSpPr>
          <p:nvPr/>
        </p:nvSpPr>
        <p:spPr>
          <a:xfrm>
            <a:off x="266700" y="9934575"/>
            <a:ext cx="172116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C2 cache는 전체 제공 시간이 7.602→8.784ms로 늘어 보류. C1+C2 조합 미실행. 기존 완료 캠페인 범위의 보완이다.</a:t>
            </a:r>
            <a:endParaRPr lang="ko-KR">
              <a:latin typeface="Calibri"/>
              <a:ea typeface="Calibri"/>
              <a:cs typeface="Calibri"/>
            </a:endParaRPr>
          </a:p>
        </p:txBody>
      </p:sp>
    </p:spTree>
    <p:extLst>
      <p:ext uri="{BB962C8B-B14F-4D97-AF65-F5344CB8AC3E}">
        <p14:creationId val="16416169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0</ns0:Slides>
  <ns0:Notes>0</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2026-10-19T08:13:29.1690000Z</ns2:created>
  <ns2:modified xsi:type="dcterms:W3CDTF">2026-10-19T08:13:29.1690000Z</ns2:modified>
  <dc:language>ko-KR</dc:language>
</ns0:coreProperties>
</file>